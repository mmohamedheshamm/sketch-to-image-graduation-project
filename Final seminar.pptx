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1" r:id="rId11"/>
    <p:sldId id="267" r:id="rId12"/>
    <p:sldId id="269" r:id="rId13"/>
    <p:sldId id="271" r:id="rId14"/>
    <p:sldId id="312" r:id="rId15"/>
    <p:sldId id="273" r:id="rId16"/>
    <p:sldId id="274" r:id="rId17"/>
    <p:sldId id="275" r:id="rId18"/>
    <p:sldId id="277" r:id="rId19"/>
    <p:sldId id="278" r:id="rId20"/>
    <p:sldId id="313" r:id="rId21"/>
    <p:sldId id="280" r:id="rId22"/>
    <p:sldId id="281" r:id="rId23"/>
    <p:sldId id="282" r:id="rId24"/>
    <p:sldId id="283" r:id="rId25"/>
    <p:sldId id="306" r:id="rId26"/>
    <p:sldId id="307" r:id="rId27"/>
    <p:sldId id="308" r:id="rId28"/>
    <p:sldId id="310" r:id="rId29"/>
    <p:sldId id="285" r:id="rId30"/>
    <p:sldId id="286" r:id="rId31"/>
    <p:sldId id="314" r:id="rId32"/>
    <p:sldId id="315" r:id="rId33"/>
    <p:sldId id="316" r:id="rId34"/>
    <p:sldId id="290" r:id="rId35"/>
    <p:sldId id="291" r:id="rId36"/>
    <p:sldId id="292" r:id="rId37"/>
    <p:sldId id="299" r:id="rId38"/>
    <p:sldId id="300" r:id="rId39"/>
    <p:sldId id="293" r:id="rId40"/>
    <p:sldId id="294" r:id="rId41"/>
    <p:sldId id="295" r:id="rId42"/>
    <p:sldId id="317" r:id="rId43"/>
    <p:sldId id="301" r:id="rId44"/>
    <p:sldId id="302" r:id="rId45"/>
    <p:sldId id="305" r:id="rId46"/>
  </p:sldIdLst>
  <p:sldSz cx="9144000" cy="5143500" type="screen16x9"/>
  <p:notesSz cx="6858000" cy="9144000"/>
  <p:embeddedFontLst>
    <p:embeddedFont>
      <p:font typeface="Alata" panose="020B0604020202020204" charset="0"/>
      <p:regular r:id="rId48"/>
    </p:embeddedFont>
    <p:embeddedFont>
      <p:font typeface="Albert Sans" panose="020B0604020202020204" charset="0"/>
      <p:regular r:id="rId49"/>
      <p:bold r:id="rId50"/>
      <p:italic r:id="rId51"/>
      <p:boldItalic r:id="rId52"/>
    </p:embeddedFont>
    <p:embeddedFont>
      <p:font typeface="Anaheim" panose="020B0604020202020204" charset="0"/>
      <p:regular r:id="rId53"/>
      <p:bold r:id="rId54"/>
    </p:embeddedFont>
    <p:embeddedFont>
      <p:font typeface="Archivo" panose="020B0604020202020204" charset="0"/>
      <p:regular r:id="rId55"/>
      <p:bold r:id="rId56"/>
      <p:italic r:id="rId57"/>
      <p:boldItalic r:id="rId58"/>
    </p:embeddedFont>
    <p:embeddedFont>
      <p:font typeface="Bebas Neue" panose="020B0606020202050201" pitchFamily="34" charset="0"/>
      <p:regular r:id="rId59"/>
    </p:embeddedFont>
    <p:embeddedFont>
      <p:font typeface="Montserrat" panose="00000500000000000000" pitchFamily="2" charset="0"/>
      <p:regular r:id="rId60"/>
      <p:bold r:id="rId61"/>
      <p:italic r:id="rId62"/>
      <p:boldItalic r:id="rId63"/>
    </p:embeddedFont>
    <p:embeddedFont>
      <p:font typeface="Nunito Light" pitchFamily="2" charset="0"/>
      <p:regular r:id="rId64"/>
      <p: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ipD/8V3uKD7F1AlTpf8OhTlTG5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87764D-FA35-44C3-B5D8-799B320A1C01}">
  <a:tblStyle styleId="{0687764D-FA35-44C3-B5D8-799B320A1C0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EF72BBC-4FDB-4E83-8D3C-1F4DD18A48B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1CF8006-0862-433D-81AD-E04362E1A645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8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5" name="Google Shape;8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3" name="Google Shape;8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e906823ad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3" name="Google Shape;893;g2e906823ad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0" name="Google Shape;9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906823ad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3" name="Google Shape;923;g2e906823ad7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e906823ad7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0" name="Google Shape;930;g2e906823ad7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2" name="Google Shape;10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2608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e906823ad7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4" name="Google Shape;954;g2e906823ad7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e906823ad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6" name="Google Shape;966;g2e906823ad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e906823ad7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8" name="Google Shape;978;g2e906823ad7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2" name="Google Shape;10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196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e906823ad7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0" name="Google Shape;990;g2e906823ad7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2" name="Google Shape;10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e906823ad7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9" name="Google Shape;1029;g2e906823ad7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1" name="Google Shape;10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e906823ad7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0" name="Google Shape;1050;g2e906823ad7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e906823ad7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0" name="Google Shape;1050;g2e906823ad7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2058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9" name="Google Shape;10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1" name="Google Shape;10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e906823ad7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3" name="Google Shape;1093;g2e906823ad7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3" name="Google Shape;11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3" name="Google Shape;11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0816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3" name="Google Shape;11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397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3" name="Google Shape;11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2494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e906823ad7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0" name="Google Shape;1110;g2e906823ad7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7842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906823ad7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4" name="Google Shape;1124;g2e906823ad7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e906823ad7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2" name="Google Shape;1132;g2e906823ad7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e906823ad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5" name="Google Shape;1145;g2e906823ad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9079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e906823ad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5" name="Google Shape;1145;g2e906823ad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6860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e906823ad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5" name="Google Shape;1145;g2e906823ad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187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1" name="Google Shape;11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e906823ad7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0" name="Google Shape;1170;g2e906823ad7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e906823ad7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6" name="Google Shape;1176;g2e906823ad7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e906823ad7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1" name="Google Shape;1241;g2e906823ad7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e906823ad7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" name="Google Shape;1250;g2e906823ad7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e906823ad7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g2e906823ad7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e906823ad7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3" name="Google Shape;1193;g2e906823ad7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e906823ad7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3" name="Google Shape;1203;g2e906823ad7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e906823ad7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3" name="Google Shape;1193;g2e906823ad7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91659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e906823ad7_0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7" name="Google Shape;1267;g2e906823ad7_0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e906823ad7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7" name="Google Shape;1277;g2e906823ad7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6" name="Google Shape;12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42"/>
          <p:cNvGrpSpPr/>
          <p:nvPr/>
        </p:nvGrpSpPr>
        <p:grpSpPr>
          <a:xfrm>
            <a:off x="-3520323" y="-3968583"/>
            <a:ext cx="14906516" cy="9832028"/>
            <a:chOff x="-3520323" y="-3968583"/>
            <a:chExt cx="14906516" cy="9832028"/>
          </a:xfrm>
        </p:grpSpPr>
        <p:grpSp>
          <p:nvGrpSpPr>
            <p:cNvPr id="10" name="Google Shape;10;p42"/>
            <p:cNvGrpSpPr/>
            <p:nvPr/>
          </p:nvGrpSpPr>
          <p:grpSpPr>
            <a:xfrm>
              <a:off x="8363492" y="-729705"/>
              <a:ext cx="1433298" cy="1870569"/>
              <a:chOff x="-2280708" y="3127920"/>
              <a:chExt cx="1433298" cy="1870569"/>
            </a:xfrm>
          </p:grpSpPr>
          <p:sp>
            <p:nvSpPr>
              <p:cNvPr id="11" name="Google Shape;11;p42"/>
              <p:cNvSpPr/>
              <p:nvPr/>
            </p:nvSpPr>
            <p:spPr>
              <a:xfrm>
                <a:off x="-1911500" y="4510655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;p42"/>
              <p:cNvSpPr/>
              <p:nvPr/>
            </p:nvSpPr>
            <p:spPr>
              <a:xfrm>
                <a:off x="-1550753" y="3399144"/>
                <a:ext cx="94456" cy="105844"/>
              </a:xfrm>
              <a:custGeom>
                <a:avLst/>
                <a:gdLst/>
                <a:ahLst/>
                <a:cxnLst/>
                <a:rect l="l" t="t" r="r" b="b"/>
                <a:pathLst>
                  <a:path w="614" h="688" extrusionOk="0">
                    <a:moveTo>
                      <a:pt x="314" y="0"/>
                    </a:moveTo>
                    <a:cubicBezTo>
                      <a:pt x="285" y="0"/>
                      <a:pt x="255" y="0"/>
                      <a:pt x="225" y="15"/>
                    </a:cubicBezTo>
                    <a:cubicBezTo>
                      <a:pt x="180" y="30"/>
                      <a:pt x="135" y="45"/>
                      <a:pt x="105" y="75"/>
                    </a:cubicBezTo>
                    <a:cubicBezTo>
                      <a:pt x="61" y="135"/>
                      <a:pt x="1" y="180"/>
                      <a:pt x="31" y="254"/>
                    </a:cubicBezTo>
                    <a:cubicBezTo>
                      <a:pt x="46" y="299"/>
                      <a:pt x="46" y="359"/>
                      <a:pt x="46" y="419"/>
                    </a:cubicBezTo>
                    <a:cubicBezTo>
                      <a:pt x="61" y="583"/>
                      <a:pt x="165" y="687"/>
                      <a:pt x="329" y="687"/>
                    </a:cubicBezTo>
                    <a:cubicBezTo>
                      <a:pt x="509" y="672"/>
                      <a:pt x="613" y="553"/>
                      <a:pt x="598" y="359"/>
                    </a:cubicBezTo>
                    <a:cubicBezTo>
                      <a:pt x="583" y="299"/>
                      <a:pt x="568" y="239"/>
                      <a:pt x="568" y="180"/>
                    </a:cubicBezTo>
                    <a:cubicBezTo>
                      <a:pt x="583" y="120"/>
                      <a:pt x="539" y="90"/>
                      <a:pt x="494" y="60"/>
                    </a:cubicBezTo>
                    <a:cubicBezTo>
                      <a:pt x="464" y="30"/>
                      <a:pt x="419" y="15"/>
                      <a:pt x="3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42"/>
              <p:cNvSpPr/>
              <p:nvPr/>
            </p:nvSpPr>
            <p:spPr>
              <a:xfrm>
                <a:off x="-1362303" y="4508963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42"/>
              <p:cNvSpPr/>
              <p:nvPr/>
            </p:nvSpPr>
            <p:spPr>
              <a:xfrm>
                <a:off x="-1545984" y="4508963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42"/>
              <p:cNvSpPr/>
              <p:nvPr/>
            </p:nvSpPr>
            <p:spPr>
              <a:xfrm>
                <a:off x="-1729973" y="4508809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42"/>
              <p:cNvSpPr/>
              <p:nvPr/>
            </p:nvSpPr>
            <p:spPr>
              <a:xfrm>
                <a:off x="-1642439" y="4618653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42"/>
              <p:cNvSpPr/>
              <p:nvPr/>
            </p:nvSpPr>
            <p:spPr>
              <a:xfrm>
                <a:off x="-1640286" y="3513756"/>
                <a:ext cx="89687" cy="85536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6" extrusionOk="0">
                    <a:moveTo>
                      <a:pt x="329" y="1"/>
                    </a:moveTo>
                    <a:cubicBezTo>
                      <a:pt x="148" y="1"/>
                      <a:pt x="0" y="130"/>
                      <a:pt x="0" y="286"/>
                    </a:cubicBezTo>
                    <a:cubicBezTo>
                      <a:pt x="0" y="450"/>
                      <a:pt x="90" y="540"/>
                      <a:pt x="239" y="555"/>
                    </a:cubicBezTo>
                    <a:cubicBezTo>
                      <a:pt x="247" y="555"/>
                      <a:pt x="255" y="556"/>
                      <a:pt x="262" y="556"/>
                    </a:cubicBezTo>
                    <a:cubicBezTo>
                      <a:pt x="420" y="556"/>
                      <a:pt x="583" y="413"/>
                      <a:pt x="583" y="271"/>
                    </a:cubicBezTo>
                    <a:cubicBezTo>
                      <a:pt x="583" y="107"/>
                      <a:pt x="508" y="17"/>
                      <a:pt x="359" y="2"/>
                    </a:cubicBezTo>
                    <a:cubicBezTo>
                      <a:pt x="349" y="1"/>
                      <a:pt x="339" y="1"/>
                      <a:pt x="3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42"/>
              <p:cNvSpPr/>
              <p:nvPr/>
            </p:nvSpPr>
            <p:spPr>
              <a:xfrm>
                <a:off x="-1644439" y="4234970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42"/>
              <p:cNvSpPr/>
              <p:nvPr/>
            </p:nvSpPr>
            <p:spPr>
              <a:xfrm>
                <a:off x="-1640286" y="3695598"/>
                <a:ext cx="91995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3" extrusionOk="0">
                    <a:moveTo>
                      <a:pt x="314" y="0"/>
                    </a:moveTo>
                    <a:cubicBezTo>
                      <a:pt x="120" y="0"/>
                      <a:pt x="0" y="120"/>
                      <a:pt x="0" y="299"/>
                    </a:cubicBezTo>
                    <a:cubicBezTo>
                      <a:pt x="15" y="463"/>
                      <a:pt x="105" y="538"/>
                      <a:pt x="209" y="553"/>
                    </a:cubicBezTo>
                    <a:cubicBezTo>
                      <a:pt x="433" y="538"/>
                      <a:pt x="598" y="403"/>
                      <a:pt x="583" y="254"/>
                    </a:cubicBezTo>
                    <a:cubicBezTo>
                      <a:pt x="568" y="105"/>
                      <a:pt x="478" y="0"/>
                      <a:pt x="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42"/>
              <p:cNvSpPr/>
              <p:nvPr/>
            </p:nvSpPr>
            <p:spPr>
              <a:xfrm>
                <a:off x="-1640286" y="4800648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42"/>
              <p:cNvSpPr/>
              <p:nvPr/>
            </p:nvSpPr>
            <p:spPr>
              <a:xfrm>
                <a:off x="-1640286" y="4416350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42"/>
              <p:cNvSpPr/>
              <p:nvPr/>
            </p:nvSpPr>
            <p:spPr>
              <a:xfrm>
                <a:off x="-1185390" y="4515732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42"/>
              <p:cNvSpPr/>
              <p:nvPr/>
            </p:nvSpPr>
            <p:spPr>
              <a:xfrm>
                <a:off x="-1725357" y="3966669"/>
                <a:ext cx="82918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90" y="0"/>
                      <a:pt x="16" y="105"/>
                      <a:pt x="1" y="269"/>
                    </a:cubicBezTo>
                    <a:cubicBezTo>
                      <a:pt x="1" y="434"/>
                      <a:pt x="90" y="508"/>
                      <a:pt x="225" y="538"/>
                    </a:cubicBezTo>
                    <a:cubicBezTo>
                      <a:pt x="419" y="523"/>
                      <a:pt x="523" y="449"/>
                      <a:pt x="523" y="269"/>
                    </a:cubicBezTo>
                    <a:cubicBezTo>
                      <a:pt x="538" y="105"/>
                      <a:pt x="449" y="0"/>
                      <a:pt x="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42"/>
              <p:cNvSpPr/>
              <p:nvPr/>
            </p:nvSpPr>
            <p:spPr>
              <a:xfrm>
                <a:off x="-1003863" y="4515271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42"/>
              <p:cNvSpPr/>
              <p:nvPr/>
            </p:nvSpPr>
            <p:spPr>
              <a:xfrm>
                <a:off x="-1909192" y="4150510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42"/>
              <p:cNvSpPr/>
              <p:nvPr/>
            </p:nvSpPr>
            <p:spPr>
              <a:xfrm>
                <a:off x="-1541522" y="4708651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42"/>
              <p:cNvSpPr/>
              <p:nvPr/>
            </p:nvSpPr>
            <p:spPr>
              <a:xfrm>
                <a:off x="-2093027" y="3968207"/>
                <a:ext cx="85226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30" extrusionOk="0">
                    <a:moveTo>
                      <a:pt x="239" y="1"/>
                    </a:moveTo>
                    <a:cubicBezTo>
                      <a:pt x="112" y="1"/>
                      <a:pt x="14" y="112"/>
                      <a:pt x="1" y="259"/>
                    </a:cubicBezTo>
                    <a:cubicBezTo>
                      <a:pt x="1" y="424"/>
                      <a:pt x="106" y="528"/>
                      <a:pt x="255" y="528"/>
                    </a:cubicBezTo>
                    <a:cubicBezTo>
                      <a:pt x="265" y="529"/>
                      <a:pt x="275" y="530"/>
                      <a:pt x="285" y="530"/>
                    </a:cubicBezTo>
                    <a:cubicBezTo>
                      <a:pt x="432" y="530"/>
                      <a:pt x="526" y="424"/>
                      <a:pt x="554" y="200"/>
                    </a:cubicBezTo>
                    <a:cubicBezTo>
                      <a:pt x="479" y="140"/>
                      <a:pt x="389" y="20"/>
                      <a:pt x="285" y="5"/>
                    </a:cubicBezTo>
                    <a:cubicBezTo>
                      <a:pt x="269" y="2"/>
                      <a:pt x="254" y="1"/>
                      <a:pt x="2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42"/>
              <p:cNvSpPr/>
              <p:nvPr/>
            </p:nvSpPr>
            <p:spPr>
              <a:xfrm>
                <a:off x="-1915346" y="3784519"/>
                <a:ext cx="88918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78" h="546" extrusionOk="0">
                    <a:moveTo>
                      <a:pt x="368" y="0"/>
                    </a:moveTo>
                    <a:cubicBezTo>
                      <a:pt x="354" y="0"/>
                      <a:pt x="340" y="2"/>
                      <a:pt x="325" y="5"/>
                    </a:cubicBezTo>
                    <a:cubicBezTo>
                      <a:pt x="220" y="19"/>
                      <a:pt x="101" y="154"/>
                      <a:pt x="56" y="258"/>
                    </a:cubicBezTo>
                    <a:cubicBezTo>
                      <a:pt x="0" y="370"/>
                      <a:pt x="151" y="545"/>
                      <a:pt x="281" y="545"/>
                    </a:cubicBezTo>
                    <a:cubicBezTo>
                      <a:pt x="291" y="545"/>
                      <a:pt x="300" y="544"/>
                      <a:pt x="310" y="542"/>
                    </a:cubicBezTo>
                    <a:cubicBezTo>
                      <a:pt x="414" y="512"/>
                      <a:pt x="519" y="408"/>
                      <a:pt x="564" y="363"/>
                    </a:cubicBezTo>
                    <a:cubicBezTo>
                      <a:pt x="577" y="121"/>
                      <a:pt x="494" y="0"/>
                      <a:pt x="3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42"/>
              <p:cNvSpPr/>
              <p:nvPr/>
            </p:nvSpPr>
            <p:spPr>
              <a:xfrm>
                <a:off x="-1727665" y="3783750"/>
                <a:ext cx="85226" cy="81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33" extrusionOk="0">
                    <a:moveTo>
                      <a:pt x="212" y="1"/>
                    </a:moveTo>
                    <a:cubicBezTo>
                      <a:pt x="91" y="1"/>
                      <a:pt x="1" y="119"/>
                      <a:pt x="1" y="249"/>
                    </a:cubicBezTo>
                    <a:cubicBezTo>
                      <a:pt x="1" y="413"/>
                      <a:pt x="75" y="532"/>
                      <a:pt x="255" y="532"/>
                    </a:cubicBezTo>
                    <a:cubicBezTo>
                      <a:pt x="449" y="532"/>
                      <a:pt x="553" y="398"/>
                      <a:pt x="538" y="263"/>
                    </a:cubicBezTo>
                    <a:cubicBezTo>
                      <a:pt x="524" y="159"/>
                      <a:pt x="374" y="39"/>
                      <a:pt x="270" y="10"/>
                    </a:cubicBezTo>
                    <a:cubicBezTo>
                      <a:pt x="250" y="4"/>
                      <a:pt x="230" y="1"/>
                      <a:pt x="2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42"/>
              <p:cNvSpPr/>
              <p:nvPr/>
            </p:nvSpPr>
            <p:spPr>
              <a:xfrm>
                <a:off x="-1545830" y="3783904"/>
                <a:ext cx="87226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32" extrusionOk="0">
                    <a:moveTo>
                      <a:pt x="224" y="0"/>
                    </a:moveTo>
                    <a:cubicBezTo>
                      <a:pt x="91" y="0"/>
                      <a:pt x="1" y="131"/>
                      <a:pt x="14" y="262"/>
                    </a:cubicBezTo>
                    <a:cubicBezTo>
                      <a:pt x="29" y="367"/>
                      <a:pt x="148" y="472"/>
                      <a:pt x="193" y="531"/>
                    </a:cubicBezTo>
                    <a:cubicBezTo>
                      <a:pt x="447" y="516"/>
                      <a:pt x="566" y="397"/>
                      <a:pt x="536" y="248"/>
                    </a:cubicBezTo>
                    <a:cubicBezTo>
                      <a:pt x="521" y="158"/>
                      <a:pt x="387" y="23"/>
                      <a:pt x="282" y="9"/>
                    </a:cubicBezTo>
                    <a:cubicBezTo>
                      <a:pt x="262" y="3"/>
                      <a:pt x="243" y="0"/>
                      <a:pt x="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42"/>
              <p:cNvSpPr/>
              <p:nvPr/>
            </p:nvSpPr>
            <p:spPr>
              <a:xfrm>
                <a:off x="-1821813" y="3874055"/>
                <a:ext cx="87380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3" extrusionOk="0">
                    <a:moveTo>
                      <a:pt x="340" y="1"/>
                    </a:moveTo>
                    <a:cubicBezTo>
                      <a:pt x="327" y="1"/>
                      <a:pt x="313" y="2"/>
                      <a:pt x="299" y="5"/>
                    </a:cubicBezTo>
                    <a:cubicBezTo>
                      <a:pt x="195" y="20"/>
                      <a:pt x="60" y="154"/>
                      <a:pt x="30" y="259"/>
                    </a:cubicBezTo>
                    <a:cubicBezTo>
                      <a:pt x="0" y="423"/>
                      <a:pt x="120" y="543"/>
                      <a:pt x="284" y="543"/>
                    </a:cubicBezTo>
                    <a:cubicBezTo>
                      <a:pt x="448" y="543"/>
                      <a:pt x="538" y="438"/>
                      <a:pt x="568" y="274"/>
                    </a:cubicBezTo>
                    <a:cubicBezTo>
                      <a:pt x="541" y="125"/>
                      <a:pt x="465" y="1"/>
                      <a:pt x="3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42"/>
              <p:cNvSpPr/>
              <p:nvPr/>
            </p:nvSpPr>
            <p:spPr>
              <a:xfrm>
                <a:off x="-1911500" y="3966669"/>
                <a:ext cx="82918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05" y="0"/>
                      <a:pt x="1" y="120"/>
                      <a:pt x="1" y="284"/>
                    </a:cubicBezTo>
                    <a:cubicBezTo>
                      <a:pt x="16" y="434"/>
                      <a:pt x="105" y="523"/>
                      <a:pt x="270" y="538"/>
                    </a:cubicBezTo>
                    <a:cubicBezTo>
                      <a:pt x="449" y="523"/>
                      <a:pt x="539" y="404"/>
                      <a:pt x="539" y="254"/>
                    </a:cubicBezTo>
                    <a:cubicBezTo>
                      <a:pt x="539" y="120"/>
                      <a:pt x="449" y="0"/>
                      <a:pt x="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42"/>
              <p:cNvSpPr/>
              <p:nvPr/>
            </p:nvSpPr>
            <p:spPr>
              <a:xfrm>
                <a:off x="-1729973" y="4148203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2"/>
              <p:cNvSpPr/>
              <p:nvPr/>
            </p:nvSpPr>
            <p:spPr>
              <a:xfrm>
                <a:off x="-1187544" y="4331891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42"/>
              <p:cNvSpPr/>
              <p:nvPr/>
            </p:nvSpPr>
            <p:spPr>
              <a:xfrm>
                <a:off x="-1906885" y="4331737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42"/>
              <p:cNvSpPr/>
              <p:nvPr/>
            </p:nvSpPr>
            <p:spPr>
              <a:xfrm>
                <a:off x="-1272616" y="4614038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42"/>
              <p:cNvSpPr/>
              <p:nvPr/>
            </p:nvSpPr>
            <p:spPr>
              <a:xfrm>
                <a:off x="-1826428" y="3512064"/>
                <a:ext cx="87534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39" extrusionOk="0">
                    <a:moveTo>
                      <a:pt x="276" y="0"/>
                    </a:moveTo>
                    <a:cubicBezTo>
                      <a:pt x="236" y="0"/>
                      <a:pt x="193" y="5"/>
                      <a:pt x="150" y="13"/>
                    </a:cubicBezTo>
                    <a:cubicBezTo>
                      <a:pt x="105" y="28"/>
                      <a:pt x="75" y="43"/>
                      <a:pt x="90" y="103"/>
                    </a:cubicBezTo>
                    <a:cubicBezTo>
                      <a:pt x="45" y="252"/>
                      <a:pt x="1" y="416"/>
                      <a:pt x="195" y="506"/>
                    </a:cubicBezTo>
                    <a:cubicBezTo>
                      <a:pt x="240" y="529"/>
                      <a:pt x="283" y="539"/>
                      <a:pt x="322" y="539"/>
                    </a:cubicBezTo>
                    <a:cubicBezTo>
                      <a:pt x="411" y="539"/>
                      <a:pt x="482" y="485"/>
                      <a:pt x="523" y="401"/>
                    </a:cubicBezTo>
                    <a:cubicBezTo>
                      <a:pt x="568" y="342"/>
                      <a:pt x="553" y="237"/>
                      <a:pt x="568" y="148"/>
                    </a:cubicBezTo>
                    <a:cubicBezTo>
                      <a:pt x="491" y="38"/>
                      <a:pt x="390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42"/>
              <p:cNvSpPr/>
              <p:nvPr/>
            </p:nvSpPr>
            <p:spPr>
              <a:xfrm>
                <a:off x="-2003341" y="4054051"/>
                <a:ext cx="89687" cy="87383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8" extrusionOk="0">
                    <a:moveTo>
                      <a:pt x="329" y="0"/>
                    </a:moveTo>
                    <a:cubicBezTo>
                      <a:pt x="105" y="60"/>
                      <a:pt x="0" y="149"/>
                      <a:pt x="15" y="314"/>
                    </a:cubicBezTo>
                    <a:cubicBezTo>
                      <a:pt x="15" y="478"/>
                      <a:pt x="135" y="568"/>
                      <a:pt x="284" y="568"/>
                    </a:cubicBezTo>
                    <a:cubicBezTo>
                      <a:pt x="419" y="568"/>
                      <a:pt x="583" y="388"/>
                      <a:pt x="538" y="269"/>
                    </a:cubicBezTo>
                    <a:cubicBezTo>
                      <a:pt x="508" y="164"/>
                      <a:pt x="389" y="75"/>
                      <a:pt x="3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42"/>
              <p:cNvSpPr/>
              <p:nvPr/>
            </p:nvSpPr>
            <p:spPr>
              <a:xfrm>
                <a:off x="-1274769" y="3874055"/>
                <a:ext cx="94149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47" extrusionOk="0">
                    <a:moveTo>
                      <a:pt x="253" y="1"/>
                    </a:moveTo>
                    <a:cubicBezTo>
                      <a:pt x="117" y="1"/>
                      <a:pt x="41" y="125"/>
                      <a:pt x="14" y="274"/>
                    </a:cubicBezTo>
                    <a:cubicBezTo>
                      <a:pt x="0" y="384"/>
                      <a:pt x="153" y="546"/>
                      <a:pt x="270" y="546"/>
                    </a:cubicBezTo>
                    <a:cubicBezTo>
                      <a:pt x="280" y="546"/>
                      <a:pt x="289" y="545"/>
                      <a:pt x="298" y="543"/>
                    </a:cubicBezTo>
                    <a:cubicBezTo>
                      <a:pt x="417" y="498"/>
                      <a:pt x="507" y="393"/>
                      <a:pt x="612" y="304"/>
                    </a:cubicBezTo>
                    <a:cubicBezTo>
                      <a:pt x="612" y="274"/>
                      <a:pt x="612" y="244"/>
                      <a:pt x="597" y="199"/>
                    </a:cubicBezTo>
                    <a:cubicBezTo>
                      <a:pt x="507" y="139"/>
                      <a:pt x="402" y="20"/>
                      <a:pt x="298" y="5"/>
                    </a:cubicBezTo>
                    <a:cubicBezTo>
                      <a:pt x="282" y="2"/>
                      <a:pt x="267" y="1"/>
                      <a:pt x="2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42"/>
              <p:cNvSpPr/>
              <p:nvPr/>
            </p:nvSpPr>
            <p:spPr>
              <a:xfrm>
                <a:off x="-1003709" y="4150356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42"/>
              <p:cNvSpPr/>
              <p:nvPr/>
            </p:nvSpPr>
            <p:spPr>
              <a:xfrm>
                <a:off x="-1732280" y="4713420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42"/>
              <p:cNvSpPr/>
              <p:nvPr/>
            </p:nvSpPr>
            <p:spPr>
              <a:xfrm>
                <a:off x="-1819506" y="4616961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69" y="0"/>
                    </a:moveTo>
                    <a:cubicBezTo>
                      <a:pt x="105" y="15"/>
                      <a:pt x="15" y="120"/>
                      <a:pt x="0" y="284"/>
                    </a:cubicBezTo>
                    <a:cubicBezTo>
                      <a:pt x="14" y="438"/>
                      <a:pt x="94" y="539"/>
                      <a:pt x="239" y="539"/>
                    </a:cubicBezTo>
                    <a:cubicBezTo>
                      <a:pt x="249" y="539"/>
                      <a:pt x="259" y="539"/>
                      <a:pt x="269" y="538"/>
                    </a:cubicBezTo>
                    <a:cubicBezTo>
                      <a:pt x="419" y="538"/>
                      <a:pt x="538" y="448"/>
                      <a:pt x="523" y="254"/>
                    </a:cubicBezTo>
                    <a:cubicBezTo>
                      <a:pt x="523" y="90"/>
                      <a:pt x="433" y="0"/>
                      <a:pt x="2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42"/>
              <p:cNvSpPr/>
              <p:nvPr/>
            </p:nvSpPr>
            <p:spPr>
              <a:xfrm>
                <a:off x="-1008016" y="4331583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42"/>
              <p:cNvSpPr/>
              <p:nvPr/>
            </p:nvSpPr>
            <p:spPr>
              <a:xfrm>
                <a:off x="-2280708" y="4333429"/>
                <a:ext cx="91379" cy="81998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33" extrusionOk="0">
                    <a:moveTo>
                      <a:pt x="274" y="0"/>
                    </a:moveTo>
                    <a:cubicBezTo>
                      <a:pt x="156" y="0"/>
                      <a:pt x="0" y="180"/>
                      <a:pt x="41" y="275"/>
                    </a:cubicBezTo>
                    <a:cubicBezTo>
                      <a:pt x="86" y="380"/>
                      <a:pt x="205" y="499"/>
                      <a:pt x="310" y="529"/>
                    </a:cubicBezTo>
                    <a:cubicBezTo>
                      <a:pt x="324" y="532"/>
                      <a:pt x="337" y="533"/>
                      <a:pt x="350" y="533"/>
                    </a:cubicBezTo>
                    <a:cubicBezTo>
                      <a:pt x="489" y="533"/>
                      <a:pt x="566" y="390"/>
                      <a:pt x="594" y="185"/>
                    </a:cubicBezTo>
                    <a:cubicBezTo>
                      <a:pt x="519" y="126"/>
                      <a:pt x="414" y="36"/>
                      <a:pt x="310" y="6"/>
                    </a:cubicBezTo>
                    <a:cubicBezTo>
                      <a:pt x="299" y="2"/>
                      <a:pt x="287" y="0"/>
                      <a:pt x="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42"/>
              <p:cNvSpPr/>
              <p:nvPr/>
            </p:nvSpPr>
            <p:spPr>
              <a:xfrm>
                <a:off x="-2090720" y="4143587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42"/>
              <p:cNvSpPr/>
              <p:nvPr/>
            </p:nvSpPr>
            <p:spPr>
              <a:xfrm>
                <a:off x="-2086105" y="3598985"/>
                <a:ext cx="82918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4" extrusionOk="0">
                    <a:moveTo>
                      <a:pt x="270" y="1"/>
                    </a:moveTo>
                    <a:cubicBezTo>
                      <a:pt x="105" y="16"/>
                      <a:pt x="1" y="105"/>
                      <a:pt x="1" y="270"/>
                    </a:cubicBezTo>
                    <a:cubicBezTo>
                      <a:pt x="1" y="419"/>
                      <a:pt x="90" y="523"/>
                      <a:pt x="255" y="523"/>
                    </a:cubicBezTo>
                    <a:cubicBezTo>
                      <a:pt x="434" y="523"/>
                      <a:pt x="538" y="419"/>
                      <a:pt x="538" y="255"/>
                    </a:cubicBezTo>
                    <a:cubicBezTo>
                      <a:pt x="538" y="120"/>
                      <a:pt x="449" y="1"/>
                      <a:pt x="2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42"/>
              <p:cNvSpPr/>
              <p:nvPr/>
            </p:nvSpPr>
            <p:spPr>
              <a:xfrm>
                <a:off x="-1994110" y="3500218"/>
                <a:ext cx="94302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93" extrusionOk="0">
                    <a:moveTo>
                      <a:pt x="269" y="0"/>
                    </a:moveTo>
                    <a:cubicBezTo>
                      <a:pt x="194" y="15"/>
                      <a:pt x="135" y="15"/>
                      <a:pt x="105" y="90"/>
                    </a:cubicBezTo>
                    <a:cubicBezTo>
                      <a:pt x="60" y="195"/>
                      <a:pt x="30" y="299"/>
                      <a:pt x="0" y="404"/>
                    </a:cubicBezTo>
                    <a:cubicBezTo>
                      <a:pt x="96" y="529"/>
                      <a:pt x="170" y="592"/>
                      <a:pt x="251" y="592"/>
                    </a:cubicBezTo>
                    <a:cubicBezTo>
                      <a:pt x="334" y="592"/>
                      <a:pt x="424" y="525"/>
                      <a:pt x="553" y="389"/>
                    </a:cubicBezTo>
                    <a:cubicBezTo>
                      <a:pt x="613" y="314"/>
                      <a:pt x="583" y="239"/>
                      <a:pt x="538" y="165"/>
                    </a:cubicBezTo>
                    <a:cubicBezTo>
                      <a:pt x="463" y="75"/>
                      <a:pt x="389" y="15"/>
                      <a:pt x="2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42"/>
              <p:cNvSpPr/>
              <p:nvPr/>
            </p:nvSpPr>
            <p:spPr>
              <a:xfrm>
                <a:off x="-1817198" y="4798187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42"/>
              <p:cNvSpPr/>
              <p:nvPr/>
            </p:nvSpPr>
            <p:spPr>
              <a:xfrm>
                <a:off x="-1272616" y="4054051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34" y="0"/>
                      <a:pt x="0" y="90"/>
                      <a:pt x="0" y="269"/>
                    </a:cubicBezTo>
                    <a:cubicBezTo>
                      <a:pt x="15" y="433"/>
                      <a:pt x="90" y="538"/>
                      <a:pt x="269" y="538"/>
                    </a:cubicBezTo>
                    <a:cubicBezTo>
                      <a:pt x="448" y="538"/>
                      <a:pt x="523" y="448"/>
                      <a:pt x="538" y="239"/>
                    </a:cubicBezTo>
                    <a:cubicBezTo>
                      <a:pt x="538" y="10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42"/>
              <p:cNvSpPr/>
              <p:nvPr/>
            </p:nvSpPr>
            <p:spPr>
              <a:xfrm>
                <a:off x="-1180775" y="3964207"/>
                <a:ext cx="85226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1" extrusionOk="0">
                    <a:moveTo>
                      <a:pt x="284" y="0"/>
                    </a:moveTo>
                    <a:cubicBezTo>
                      <a:pt x="274" y="0"/>
                      <a:pt x="264" y="1"/>
                      <a:pt x="254" y="2"/>
                    </a:cubicBezTo>
                    <a:cubicBezTo>
                      <a:pt x="90" y="2"/>
                      <a:pt x="1" y="121"/>
                      <a:pt x="1" y="270"/>
                    </a:cubicBezTo>
                    <a:cubicBezTo>
                      <a:pt x="1" y="425"/>
                      <a:pt x="107" y="540"/>
                      <a:pt x="244" y="540"/>
                    </a:cubicBezTo>
                    <a:cubicBezTo>
                      <a:pt x="253" y="540"/>
                      <a:pt x="261" y="540"/>
                      <a:pt x="269" y="539"/>
                    </a:cubicBezTo>
                    <a:cubicBezTo>
                      <a:pt x="374" y="509"/>
                      <a:pt x="478" y="390"/>
                      <a:pt x="553" y="315"/>
                    </a:cubicBezTo>
                    <a:cubicBezTo>
                      <a:pt x="511" y="118"/>
                      <a:pt x="442" y="0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42"/>
              <p:cNvSpPr/>
              <p:nvPr/>
            </p:nvSpPr>
            <p:spPr>
              <a:xfrm>
                <a:off x="-1366918" y="4334352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42"/>
              <p:cNvSpPr/>
              <p:nvPr/>
            </p:nvSpPr>
            <p:spPr>
              <a:xfrm>
                <a:off x="-1451836" y="3690675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43" y="1"/>
                    </a:moveTo>
                    <a:cubicBezTo>
                      <a:pt x="118" y="1"/>
                      <a:pt x="0" y="103"/>
                      <a:pt x="0" y="271"/>
                    </a:cubicBezTo>
                    <a:cubicBezTo>
                      <a:pt x="15" y="435"/>
                      <a:pt x="90" y="540"/>
                      <a:pt x="254" y="540"/>
                    </a:cubicBezTo>
                    <a:cubicBezTo>
                      <a:pt x="418" y="540"/>
                      <a:pt x="508" y="435"/>
                      <a:pt x="538" y="196"/>
                    </a:cubicBezTo>
                    <a:cubicBezTo>
                      <a:pt x="463" y="137"/>
                      <a:pt x="373" y="17"/>
                      <a:pt x="269" y="2"/>
                    </a:cubicBezTo>
                    <a:cubicBezTo>
                      <a:pt x="260" y="1"/>
                      <a:pt x="252" y="1"/>
                      <a:pt x="2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42"/>
              <p:cNvSpPr/>
              <p:nvPr/>
            </p:nvSpPr>
            <p:spPr>
              <a:xfrm>
                <a:off x="-1451836" y="3511756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69" y="0"/>
                    </a:moveTo>
                    <a:cubicBezTo>
                      <a:pt x="105" y="0"/>
                      <a:pt x="0" y="105"/>
                      <a:pt x="0" y="284"/>
                    </a:cubicBezTo>
                    <a:cubicBezTo>
                      <a:pt x="0" y="463"/>
                      <a:pt x="120" y="538"/>
                      <a:pt x="254" y="538"/>
                    </a:cubicBezTo>
                    <a:cubicBezTo>
                      <a:pt x="418" y="538"/>
                      <a:pt x="538" y="433"/>
                      <a:pt x="523" y="254"/>
                    </a:cubicBezTo>
                    <a:cubicBezTo>
                      <a:pt x="523" y="105"/>
                      <a:pt x="418" y="0"/>
                      <a:pt x="2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42"/>
              <p:cNvSpPr/>
              <p:nvPr/>
            </p:nvSpPr>
            <p:spPr>
              <a:xfrm>
                <a:off x="-1732280" y="3610369"/>
                <a:ext cx="82918" cy="78614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11" extrusionOk="0">
                    <a:moveTo>
                      <a:pt x="303" y="0"/>
                    </a:moveTo>
                    <a:cubicBezTo>
                      <a:pt x="292" y="0"/>
                      <a:pt x="281" y="0"/>
                      <a:pt x="270" y="1"/>
                    </a:cubicBezTo>
                    <a:cubicBezTo>
                      <a:pt x="91" y="1"/>
                      <a:pt x="1" y="106"/>
                      <a:pt x="1" y="255"/>
                    </a:cubicBezTo>
                    <a:cubicBezTo>
                      <a:pt x="1" y="396"/>
                      <a:pt x="81" y="510"/>
                      <a:pt x="290" y="510"/>
                    </a:cubicBezTo>
                    <a:cubicBezTo>
                      <a:pt x="303" y="510"/>
                      <a:pt x="316" y="510"/>
                      <a:pt x="330" y="509"/>
                    </a:cubicBezTo>
                    <a:cubicBezTo>
                      <a:pt x="434" y="509"/>
                      <a:pt x="539" y="405"/>
                      <a:pt x="539" y="255"/>
                    </a:cubicBezTo>
                    <a:cubicBezTo>
                      <a:pt x="539" y="101"/>
                      <a:pt x="460" y="0"/>
                      <a:pt x="3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2"/>
              <p:cNvSpPr/>
              <p:nvPr/>
            </p:nvSpPr>
            <p:spPr>
              <a:xfrm>
                <a:off x="-1095703" y="4613268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2"/>
              <p:cNvSpPr/>
              <p:nvPr/>
            </p:nvSpPr>
            <p:spPr>
              <a:xfrm>
                <a:off x="-1819506" y="4419273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42"/>
              <p:cNvSpPr/>
              <p:nvPr/>
            </p:nvSpPr>
            <p:spPr>
              <a:xfrm>
                <a:off x="-1819506" y="4058513"/>
                <a:ext cx="82918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84" y="1"/>
                    </a:moveTo>
                    <a:cubicBezTo>
                      <a:pt x="135" y="16"/>
                      <a:pt x="0" y="91"/>
                      <a:pt x="15" y="270"/>
                    </a:cubicBezTo>
                    <a:cubicBezTo>
                      <a:pt x="15" y="449"/>
                      <a:pt x="120" y="524"/>
                      <a:pt x="284" y="539"/>
                    </a:cubicBezTo>
                    <a:cubicBezTo>
                      <a:pt x="463" y="539"/>
                      <a:pt x="538" y="404"/>
                      <a:pt x="538" y="255"/>
                    </a:cubicBezTo>
                    <a:cubicBezTo>
                      <a:pt x="538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42"/>
              <p:cNvSpPr/>
              <p:nvPr/>
            </p:nvSpPr>
            <p:spPr>
              <a:xfrm>
                <a:off x="-1458758" y="4056205"/>
                <a:ext cx="8738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4" extrusionOk="0">
                    <a:moveTo>
                      <a:pt x="299" y="1"/>
                    </a:moveTo>
                    <a:cubicBezTo>
                      <a:pt x="120" y="1"/>
                      <a:pt x="60" y="135"/>
                      <a:pt x="0" y="344"/>
                    </a:cubicBezTo>
                    <a:cubicBezTo>
                      <a:pt x="75" y="404"/>
                      <a:pt x="180" y="524"/>
                      <a:pt x="284" y="539"/>
                    </a:cubicBezTo>
                    <a:cubicBezTo>
                      <a:pt x="300" y="542"/>
                      <a:pt x="315" y="543"/>
                      <a:pt x="330" y="543"/>
                    </a:cubicBezTo>
                    <a:cubicBezTo>
                      <a:pt x="460" y="543"/>
                      <a:pt x="568" y="432"/>
                      <a:pt x="568" y="285"/>
                    </a:cubicBezTo>
                    <a:cubicBezTo>
                      <a:pt x="568" y="120"/>
                      <a:pt x="478" y="16"/>
                      <a:pt x="2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2"/>
              <p:cNvSpPr/>
              <p:nvPr/>
            </p:nvSpPr>
            <p:spPr>
              <a:xfrm>
                <a:off x="-1093396" y="4058513"/>
                <a:ext cx="82765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9" extrusionOk="0">
                    <a:moveTo>
                      <a:pt x="284" y="1"/>
                    </a:moveTo>
                    <a:cubicBezTo>
                      <a:pt x="134" y="1"/>
                      <a:pt x="0" y="91"/>
                      <a:pt x="15" y="270"/>
                    </a:cubicBezTo>
                    <a:cubicBezTo>
                      <a:pt x="15" y="434"/>
                      <a:pt x="105" y="539"/>
                      <a:pt x="269" y="539"/>
                    </a:cubicBezTo>
                    <a:cubicBezTo>
                      <a:pt x="448" y="539"/>
                      <a:pt x="523" y="449"/>
                      <a:pt x="523" y="255"/>
                    </a:cubicBezTo>
                    <a:cubicBezTo>
                      <a:pt x="538" y="105"/>
                      <a:pt x="418" y="1"/>
                      <a:pt x="2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2"/>
              <p:cNvSpPr/>
              <p:nvPr/>
            </p:nvSpPr>
            <p:spPr>
              <a:xfrm>
                <a:off x="-1456451" y="4614653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2"/>
              <p:cNvSpPr/>
              <p:nvPr/>
            </p:nvSpPr>
            <p:spPr>
              <a:xfrm>
                <a:off x="-1994110" y="4612345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2"/>
              <p:cNvSpPr/>
              <p:nvPr/>
            </p:nvSpPr>
            <p:spPr>
              <a:xfrm>
                <a:off x="-1362303" y="3780519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69" y="1"/>
                    </a:moveTo>
                    <a:cubicBezTo>
                      <a:pt x="105" y="1"/>
                      <a:pt x="1" y="105"/>
                      <a:pt x="16" y="299"/>
                    </a:cubicBezTo>
                    <a:cubicBezTo>
                      <a:pt x="16" y="449"/>
                      <a:pt x="90" y="538"/>
                      <a:pt x="254" y="538"/>
                    </a:cubicBezTo>
                    <a:cubicBezTo>
                      <a:pt x="419" y="538"/>
                      <a:pt x="523" y="434"/>
                      <a:pt x="523" y="270"/>
                    </a:cubicBezTo>
                    <a:cubicBezTo>
                      <a:pt x="523" y="105"/>
                      <a:pt x="419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2"/>
              <p:cNvSpPr/>
              <p:nvPr/>
            </p:nvSpPr>
            <p:spPr>
              <a:xfrm>
                <a:off x="-1183083" y="4150510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2"/>
              <p:cNvSpPr/>
              <p:nvPr/>
            </p:nvSpPr>
            <p:spPr>
              <a:xfrm>
                <a:off x="-1996418" y="3688675"/>
                <a:ext cx="85072" cy="8046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23" extrusionOk="0">
                    <a:moveTo>
                      <a:pt x="344" y="0"/>
                    </a:moveTo>
                    <a:cubicBezTo>
                      <a:pt x="105" y="15"/>
                      <a:pt x="0" y="105"/>
                      <a:pt x="0" y="284"/>
                    </a:cubicBezTo>
                    <a:cubicBezTo>
                      <a:pt x="0" y="418"/>
                      <a:pt x="90" y="523"/>
                      <a:pt x="269" y="523"/>
                    </a:cubicBezTo>
                    <a:cubicBezTo>
                      <a:pt x="448" y="523"/>
                      <a:pt x="553" y="404"/>
                      <a:pt x="538" y="254"/>
                    </a:cubicBezTo>
                    <a:cubicBezTo>
                      <a:pt x="523" y="165"/>
                      <a:pt x="404" y="60"/>
                      <a:pt x="3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2"/>
              <p:cNvSpPr/>
              <p:nvPr/>
            </p:nvSpPr>
            <p:spPr>
              <a:xfrm>
                <a:off x="-1451836" y="4796187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42"/>
              <p:cNvSpPr/>
              <p:nvPr/>
            </p:nvSpPr>
            <p:spPr>
              <a:xfrm>
                <a:off x="-1277077" y="4241277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2"/>
              <p:cNvSpPr/>
              <p:nvPr/>
            </p:nvSpPr>
            <p:spPr>
              <a:xfrm>
                <a:off x="-2182253" y="4060666"/>
                <a:ext cx="87072" cy="79844"/>
              </a:xfrm>
              <a:custGeom>
                <a:avLst/>
                <a:gdLst/>
                <a:ahLst/>
                <a:cxnLst/>
                <a:rect l="l" t="t" r="r" b="b"/>
                <a:pathLst>
                  <a:path w="566" h="519" extrusionOk="0">
                    <a:moveTo>
                      <a:pt x="235" y="1"/>
                    </a:moveTo>
                    <a:cubicBezTo>
                      <a:pt x="221" y="1"/>
                      <a:pt x="207" y="1"/>
                      <a:pt x="193" y="2"/>
                    </a:cubicBezTo>
                    <a:cubicBezTo>
                      <a:pt x="148" y="62"/>
                      <a:pt x="28" y="151"/>
                      <a:pt x="13" y="256"/>
                    </a:cubicBezTo>
                    <a:cubicBezTo>
                      <a:pt x="0" y="398"/>
                      <a:pt x="100" y="518"/>
                      <a:pt x="224" y="518"/>
                    </a:cubicBezTo>
                    <a:cubicBezTo>
                      <a:pt x="243" y="518"/>
                      <a:pt x="263" y="516"/>
                      <a:pt x="282" y="510"/>
                    </a:cubicBezTo>
                    <a:cubicBezTo>
                      <a:pt x="402" y="495"/>
                      <a:pt x="536" y="360"/>
                      <a:pt x="551" y="256"/>
                    </a:cubicBezTo>
                    <a:cubicBezTo>
                      <a:pt x="565" y="115"/>
                      <a:pt x="460" y="1"/>
                      <a:pt x="2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2"/>
              <p:cNvSpPr/>
              <p:nvPr/>
            </p:nvSpPr>
            <p:spPr>
              <a:xfrm>
                <a:off x="-2088412" y="3782058"/>
                <a:ext cx="82918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0" extrusionOk="0">
                    <a:moveTo>
                      <a:pt x="231" y="1"/>
                    </a:moveTo>
                    <a:cubicBezTo>
                      <a:pt x="98" y="1"/>
                      <a:pt x="16" y="101"/>
                      <a:pt x="16" y="260"/>
                    </a:cubicBezTo>
                    <a:cubicBezTo>
                      <a:pt x="1" y="424"/>
                      <a:pt x="90" y="528"/>
                      <a:pt x="240" y="528"/>
                    </a:cubicBezTo>
                    <a:cubicBezTo>
                      <a:pt x="250" y="529"/>
                      <a:pt x="260" y="530"/>
                      <a:pt x="269" y="530"/>
                    </a:cubicBezTo>
                    <a:cubicBezTo>
                      <a:pt x="429" y="530"/>
                      <a:pt x="510" y="411"/>
                      <a:pt x="539" y="200"/>
                    </a:cubicBezTo>
                    <a:cubicBezTo>
                      <a:pt x="479" y="140"/>
                      <a:pt x="389" y="21"/>
                      <a:pt x="285" y="6"/>
                    </a:cubicBezTo>
                    <a:cubicBezTo>
                      <a:pt x="266" y="2"/>
                      <a:pt x="248" y="1"/>
                      <a:pt x="2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42"/>
              <p:cNvSpPr/>
              <p:nvPr/>
            </p:nvSpPr>
            <p:spPr>
              <a:xfrm>
                <a:off x="-1541522" y="3603600"/>
                <a:ext cx="82918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4" extrusionOk="0">
                    <a:moveTo>
                      <a:pt x="269" y="1"/>
                    </a:moveTo>
                    <a:cubicBezTo>
                      <a:pt x="90" y="16"/>
                      <a:pt x="1" y="105"/>
                      <a:pt x="1" y="284"/>
                    </a:cubicBezTo>
                    <a:cubicBezTo>
                      <a:pt x="16" y="434"/>
                      <a:pt x="105" y="523"/>
                      <a:pt x="269" y="523"/>
                    </a:cubicBezTo>
                    <a:cubicBezTo>
                      <a:pt x="434" y="523"/>
                      <a:pt x="523" y="434"/>
                      <a:pt x="523" y="269"/>
                    </a:cubicBezTo>
                    <a:cubicBezTo>
                      <a:pt x="538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42"/>
              <p:cNvSpPr/>
              <p:nvPr/>
            </p:nvSpPr>
            <p:spPr>
              <a:xfrm>
                <a:off x="-1546138" y="3959746"/>
                <a:ext cx="82918" cy="8769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70" extrusionOk="0">
                    <a:moveTo>
                      <a:pt x="329" y="1"/>
                    </a:moveTo>
                    <a:cubicBezTo>
                      <a:pt x="120" y="60"/>
                      <a:pt x="1" y="120"/>
                      <a:pt x="16" y="314"/>
                    </a:cubicBezTo>
                    <a:cubicBezTo>
                      <a:pt x="16" y="468"/>
                      <a:pt x="94" y="570"/>
                      <a:pt x="227" y="570"/>
                    </a:cubicBezTo>
                    <a:cubicBezTo>
                      <a:pt x="236" y="570"/>
                      <a:pt x="245" y="569"/>
                      <a:pt x="255" y="568"/>
                    </a:cubicBezTo>
                    <a:cubicBezTo>
                      <a:pt x="419" y="568"/>
                      <a:pt x="538" y="449"/>
                      <a:pt x="523" y="299"/>
                    </a:cubicBezTo>
                    <a:cubicBezTo>
                      <a:pt x="509" y="180"/>
                      <a:pt x="389" y="90"/>
                      <a:pt x="3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2"/>
              <p:cNvSpPr/>
              <p:nvPr/>
            </p:nvSpPr>
            <p:spPr>
              <a:xfrm>
                <a:off x="-1362303" y="3964361"/>
                <a:ext cx="82918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69" y="1"/>
                    </a:moveTo>
                    <a:cubicBezTo>
                      <a:pt x="105" y="1"/>
                      <a:pt x="1" y="105"/>
                      <a:pt x="16" y="284"/>
                    </a:cubicBezTo>
                    <a:cubicBezTo>
                      <a:pt x="16" y="449"/>
                      <a:pt x="120" y="538"/>
                      <a:pt x="269" y="538"/>
                    </a:cubicBezTo>
                    <a:cubicBezTo>
                      <a:pt x="419" y="538"/>
                      <a:pt x="538" y="434"/>
                      <a:pt x="523" y="254"/>
                    </a:cubicBezTo>
                    <a:cubicBezTo>
                      <a:pt x="523" y="90"/>
                      <a:pt x="419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2"/>
              <p:cNvSpPr/>
              <p:nvPr/>
            </p:nvSpPr>
            <p:spPr>
              <a:xfrm>
                <a:off x="-1904577" y="3596677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70" y="1"/>
                    </a:moveTo>
                    <a:cubicBezTo>
                      <a:pt x="120" y="1"/>
                      <a:pt x="1" y="90"/>
                      <a:pt x="1" y="314"/>
                    </a:cubicBezTo>
                    <a:cubicBezTo>
                      <a:pt x="16" y="434"/>
                      <a:pt x="90" y="538"/>
                      <a:pt x="255" y="538"/>
                    </a:cubicBezTo>
                    <a:cubicBezTo>
                      <a:pt x="419" y="538"/>
                      <a:pt x="523" y="434"/>
                      <a:pt x="523" y="270"/>
                    </a:cubicBezTo>
                    <a:cubicBezTo>
                      <a:pt x="523" y="105"/>
                      <a:pt x="419" y="1"/>
                      <a:pt x="2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42"/>
              <p:cNvSpPr/>
              <p:nvPr/>
            </p:nvSpPr>
            <p:spPr>
              <a:xfrm>
                <a:off x="-1904577" y="4704035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42"/>
              <p:cNvSpPr/>
              <p:nvPr/>
            </p:nvSpPr>
            <p:spPr>
              <a:xfrm>
                <a:off x="-1366918" y="4145895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2"/>
              <p:cNvSpPr/>
              <p:nvPr/>
            </p:nvSpPr>
            <p:spPr>
              <a:xfrm>
                <a:off x="-1364610" y="4706497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2"/>
              <p:cNvSpPr/>
              <p:nvPr/>
            </p:nvSpPr>
            <p:spPr>
              <a:xfrm>
                <a:off x="-1819506" y="4240047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42"/>
              <p:cNvSpPr/>
              <p:nvPr/>
            </p:nvSpPr>
            <p:spPr>
              <a:xfrm>
                <a:off x="-1091088" y="4240047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42"/>
              <p:cNvSpPr/>
              <p:nvPr/>
            </p:nvSpPr>
            <p:spPr>
              <a:xfrm>
                <a:off x="-2196406" y="4426042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42"/>
              <p:cNvSpPr/>
              <p:nvPr/>
            </p:nvSpPr>
            <p:spPr>
              <a:xfrm>
                <a:off x="-1274923" y="4423888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2"/>
              <p:cNvSpPr/>
              <p:nvPr/>
            </p:nvSpPr>
            <p:spPr>
              <a:xfrm>
                <a:off x="-1817198" y="3695291"/>
                <a:ext cx="82765" cy="78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12" extrusionOk="0">
                    <a:moveTo>
                      <a:pt x="300" y="1"/>
                    </a:moveTo>
                    <a:cubicBezTo>
                      <a:pt x="290" y="1"/>
                      <a:pt x="280" y="1"/>
                      <a:pt x="269" y="2"/>
                    </a:cubicBezTo>
                    <a:cubicBezTo>
                      <a:pt x="90" y="2"/>
                      <a:pt x="0" y="122"/>
                      <a:pt x="0" y="271"/>
                    </a:cubicBezTo>
                    <a:cubicBezTo>
                      <a:pt x="0" y="411"/>
                      <a:pt x="79" y="511"/>
                      <a:pt x="236" y="511"/>
                    </a:cubicBezTo>
                    <a:cubicBezTo>
                      <a:pt x="247" y="511"/>
                      <a:pt x="258" y="511"/>
                      <a:pt x="269" y="510"/>
                    </a:cubicBezTo>
                    <a:cubicBezTo>
                      <a:pt x="433" y="510"/>
                      <a:pt x="538" y="405"/>
                      <a:pt x="538" y="241"/>
                    </a:cubicBezTo>
                    <a:cubicBezTo>
                      <a:pt x="538" y="101"/>
                      <a:pt x="446" y="1"/>
                      <a:pt x="3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42"/>
              <p:cNvSpPr/>
              <p:nvPr/>
            </p:nvSpPr>
            <p:spPr>
              <a:xfrm>
                <a:off x="-2001033" y="3879132"/>
                <a:ext cx="82918" cy="78614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11" extrusionOk="0">
                    <a:moveTo>
                      <a:pt x="302" y="0"/>
                    </a:moveTo>
                    <a:cubicBezTo>
                      <a:pt x="292" y="0"/>
                      <a:pt x="281" y="1"/>
                      <a:pt x="269" y="2"/>
                    </a:cubicBezTo>
                    <a:cubicBezTo>
                      <a:pt x="90" y="2"/>
                      <a:pt x="0" y="106"/>
                      <a:pt x="0" y="256"/>
                    </a:cubicBezTo>
                    <a:cubicBezTo>
                      <a:pt x="0" y="397"/>
                      <a:pt x="80" y="511"/>
                      <a:pt x="302" y="511"/>
                    </a:cubicBezTo>
                    <a:cubicBezTo>
                      <a:pt x="316" y="511"/>
                      <a:pt x="330" y="511"/>
                      <a:pt x="344" y="510"/>
                    </a:cubicBezTo>
                    <a:cubicBezTo>
                      <a:pt x="434" y="495"/>
                      <a:pt x="538" y="405"/>
                      <a:pt x="538" y="256"/>
                    </a:cubicBezTo>
                    <a:cubicBezTo>
                      <a:pt x="538" y="102"/>
                      <a:pt x="460" y="0"/>
                      <a:pt x="3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42"/>
              <p:cNvSpPr/>
              <p:nvPr/>
            </p:nvSpPr>
            <p:spPr>
              <a:xfrm>
                <a:off x="-2272094" y="4150510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84" y="0"/>
                    </a:moveTo>
                    <a:cubicBezTo>
                      <a:pt x="105" y="0"/>
                      <a:pt x="15" y="105"/>
                      <a:pt x="15" y="269"/>
                    </a:cubicBezTo>
                    <a:cubicBezTo>
                      <a:pt x="0" y="433"/>
                      <a:pt x="105" y="523"/>
                      <a:pt x="269" y="523"/>
                    </a:cubicBezTo>
                    <a:cubicBezTo>
                      <a:pt x="433" y="523"/>
                      <a:pt x="523" y="433"/>
                      <a:pt x="523" y="269"/>
                    </a:cubicBezTo>
                    <a:cubicBezTo>
                      <a:pt x="523" y="105"/>
                      <a:pt x="448" y="15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42"/>
              <p:cNvSpPr/>
              <p:nvPr/>
            </p:nvSpPr>
            <p:spPr>
              <a:xfrm>
                <a:off x="-1274923" y="4796187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42"/>
              <p:cNvSpPr/>
              <p:nvPr/>
            </p:nvSpPr>
            <p:spPr>
              <a:xfrm>
                <a:off x="-1456451" y="3873440"/>
                <a:ext cx="84918" cy="79844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19" extrusionOk="0">
                    <a:moveTo>
                      <a:pt x="241" y="0"/>
                    </a:moveTo>
                    <a:cubicBezTo>
                      <a:pt x="120" y="0"/>
                      <a:pt x="28" y="119"/>
                      <a:pt x="15" y="248"/>
                    </a:cubicBezTo>
                    <a:cubicBezTo>
                      <a:pt x="0" y="382"/>
                      <a:pt x="75" y="517"/>
                      <a:pt x="269" y="517"/>
                    </a:cubicBezTo>
                    <a:cubicBezTo>
                      <a:pt x="280" y="518"/>
                      <a:pt x="290" y="518"/>
                      <a:pt x="300" y="518"/>
                    </a:cubicBezTo>
                    <a:cubicBezTo>
                      <a:pt x="448" y="518"/>
                      <a:pt x="552" y="418"/>
                      <a:pt x="538" y="278"/>
                    </a:cubicBezTo>
                    <a:cubicBezTo>
                      <a:pt x="538" y="173"/>
                      <a:pt x="403" y="39"/>
                      <a:pt x="299" y="9"/>
                    </a:cubicBezTo>
                    <a:cubicBezTo>
                      <a:pt x="279" y="3"/>
                      <a:pt x="260" y="0"/>
                      <a:pt x="2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42"/>
              <p:cNvSpPr/>
              <p:nvPr/>
            </p:nvSpPr>
            <p:spPr>
              <a:xfrm>
                <a:off x="-2180253" y="4240047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42"/>
              <p:cNvSpPr/>
              <p:nvPr/>
            </p:nvSpPr>
            <p:spPr>
              <a:xfrm>
                <a:off x="-1183083" y="4704189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69" y="1"/>
                    </a:moveTo>
                    <a:cubicBezTo>
                      <a:pt x="120" y="1"/>
                      <a:pt x="16" y="105"/>
                      <a:pt x="1" y="285"/>
                    </a:cubicBezTo>
                    <a:cubicBezTo>
                      <a:pt x="16" y="449"/>
                      <a:pt x="120" y="539"/>
                      <a:pt x="269" y="539"/>
                    </a:cubicBezTo>
                    <a:cubicBezTo>
                      <a:pt x="434" y="539"/>
                      <a:pt x="523" y="434"/>
                      <a:pt x="523" y="255"/>
                    </a:cubicBezTo>
                    <a:cubicBezTo>
                      <a:pt x="523" y="90"/>
                      <a:pt x="404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42"/>
              <p:cNvSpPr/>
              <p:nvPr/>
            </p:nvSpPr>
            <p:spPr>
              <a:xfrm>
                <a:off x="-1729973" y="4329737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42"/>
              <p:cNvSpPr/>
              <p:nvPr/>
            </p:nvSpPr>
            <p:spPr>
              <a:xfrm>
                <a:off x="-1635517" y="3876825"/>
                <a:ext cx="82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7" h="525" extrusionOk="0">
                    <a:moveTo>
                      <a:pt x="251" y="0"/>
                    </a:moveTo>
                    <a:cubicBezTo>
                      <a:pt x="115" y="0"/>
                      <a:pt x="0" y="90"/>
                      <a:pt x="14" y="256"/>
                    </a:cubicBezTo>
                    <a:cubicBezTo>
                      <a:pt x="14" y="405"/>
                      <a:pt x="89" y="525"/>
                      <a:pt x="253" y="525"/>
                    </a:cubicBezTo>
                    <a:cubicBezTo>
                      <a:pt x="432" y="525"/>
                      <a:pt x="507" y="420"/>
                      <a:pt x="537" y="181"/>
                    </a:cubicBezTo>
                    <a:cubicBezTo>
                      <a:pt x="477" y="121"/>
                      <a:pt x="388" y="2"/>
                      <a:pt x="283" y="2"/>
                    </a:cubicBezTo>
                    <a:cubicBezTo>
                      <a:pt x="272" y="1"/>
                      <a:pt x="262" y="0"/>
                      <a:pt x="2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2"/>
              <p:cNvSpPr/>
              <p:nvPr/>
            </p:nvSpPr>
            <p:spPr>
              <a:xfrm>
                <a:off x="-1637978" y="4056051"/>
                <a:ext cx="85072" cy="79383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16" extrusionOk="0">
                    <a:moveTo>
                      <a:pt x="265" y="0"/>
                    </a:moveTo>
                    <a:cubicBezTo>
                      <a:pt x="122" y="0"/>
                      <a:pt x="43" y="89"/>
                      <a:pt x="15" y="241"/>
                    </a:cubicBezTo>
                    <a:cubicBezTo>
                      <a:pt x="0" y="390"/>
                      <a:pt x="75" y="495"/>
                      <a:pt x="165" y="510"/>
                    </a:cubicBezTo>
                    <a:cubicBezTo>
                      <a:pt x="197" y="514"/>
                      <a:pt x="227" y="515"/>
                      <a:pt x="255" y="515"/>
                    </a:cubicBezTo>
                    <a:cubicBezTo>
                      <a:pt x="444" y="515"/>
                      <a:pt x="525" y="429"/>
                      <a:pt x="538" y="286"/>
                    </a:cubicBezTo>
                    <a:cubicBezTo>
                      <a:pt x="553" y="136"/>
                      <a:pt x="463" y="17"/>
                      <a:pt x="299" y="2"/>
                    </a:cubicBezTo>
                    <a:cubicBezTo>
                      <a:pt x="287" y="1"/>
                      <a:pt x="276" y="0"/>
                      <a:pt x="2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42"/>
              <p:cNvSpPr/>
              <p:nvPr/>
            </p:nvSpPr>
            <p:spPr>
              <a:xfrm>
                <a:off x="-2003341" y="4793726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42"/>
              <p:cNvSpPr/>
              <p:nvPr/>
            </p:nvSpPr>
            <p:spPr>
              <a:xfrm>
                <a:off x="-1545984" y="4887877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2"/>
              <p:cNvSpPr/>
              <p:nvPr/>
            </p:nvSpPr>
            <p:spPr>
              <a:xfrm>
                <a:off x="-1729973" y="4889877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42"/>
              <p:cNvSpPr/>
              <p:nvPr/>
            </p:nvSpPr>
            <p:spPr>
              <a:xfrm>
                <a:off x="-1366302" y="3601139"/>
                <a:ext cx="89226" cy="79690"/>
              </a:xfrm>
              <a:custGeom>
                <a:avLst/>
                <a:gdLst/>
                <a:ahLst/>
                <a:cxnLst/>
                <a:rect l="l" t="t" r="r" b="b"/>
                <a:pathLst>
                  <a:path w="580" h="518" extrusionOk="0">
                    <a:moveTo>
                      <a:pt x="289" y="0"/>
                    </a:moveTo>
                    <a:cubicBezTo>
                      <a:pt x="286" y="0"/>
                      <a:pt x="283" y="1"/>
                      <a:pt x="280" y="2"/>
                    </a:cubicBezTo>
                    <a:cubicBezTo>
                      <a:pt x="161" y="46"/>
                      <a:pt x="42" y="151"/>
                      <a:pt x="27" y="256"/>
                    </a:cubicBezTo>
                    <a:cubicBezTo>
                      <a:pt x="0" y="375"/>
                      <a:pt x="79" y="517"/>
                      <a:pt x="212" y="517"/>
                    </a:cubicBezTo>
                    <a:cubicBezTo>
                      <a:pt x="229" y="517"/>
                      <a:pt x="247" y="515"/>
                      <a:pt x="266" y="509"/>
                    </a:cubicBezTo>
                    <a:cubicBezTo>
                      <a:pt x="370" y="495"/>
                      <a:pt x="445" y="360"/>
                      <a:pt x="579" y="211"/>
                    </a:cubicBezTo>
                    <a:cubicBezTo>
                      <a:pt x="438" y="112"/>
                      <a:pt x="337" y="0"/>
                      <a:pt x="2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42"/>
              <p:cNvSpPr/>
              <p:nvPr/>
            </p:nvSpPr>
            <p:spPr>
              <a:xfrm>
                <a:off x="-2092566" y="4333275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42"/>
              <p:cNvSpPr/>
              <p:nvPr/>
            </p:nvSpPr>
            <p:spPr>
              <a:xfrm>
                <a:off x="-1461066" y="3309454"/>
                <a:ext cx="87380" cy="90921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91" extrusionOk="0">
                    <a:moveTo>
                      <a:pt x="269" y="1"/>
                    </a:moveTo>
                    <a:cubicBezTo>
                      <a:pt x="150" y="1"/>
                      <a:pt x="90" y="75"/>
                      <a:pt x="30" y="180"/>
                    </a:cubicBezTo>
                    <a:cubicBezTo>
                      <a:pt x="15" y="225"/>
                      <a:pt x="0" y="285"/>
                      <a:pt x="15" y="344"/>
                    </a:cubicBezTo>
                    <a:cubicBezTo>
                      <a:pt x="15" y="374"/>
                      <a:pt x="15" y="419"/>
                      <a:pt x="30" y="449"/>
                    </a:cubicBezTo>
                    <a:cubicBezTo>
                      <a:pt x="81" y="525"/>
                      <a:pt x="142" y="590"/>
                      <a:pt x="232" y="590"/>
                    </a:cubicBezTo>
                    <a:cubicBezTo>
                      <a:pt x="249" y="590"/>
                      <a:pt x="266" y="588"/>
                      <a:pt x="284" y="583"/>
                    </a:cubicBezTo>
                    <a:cubicBezTo>
                      <a:pt x="374" y="509"/>
                      <a:pt x="448" y="449"/>
                      <a:pt x="538" y="374"/>
                    </a:cubicBezTo>
                    <a:cubicBezTo>
                      <a:pt x="568" y="300"/>
                      <a:pt x="553" y="240"/>
                      <a:pt x="523" y="180"/>
                    </a:cubicBezTo>
                    <a:cubicBezTo>
                      <a:pt x="508" y="150"/>
                      <a:pt x="493" y="135"/>
                      <a:pt x="463" y="105"/>
                    </a:cubicBezTo>
                    <a:cubicBezTo>
                      <a:pt x="448" y="75"/>
                      <a:pt x="419" y="61"/>
                      <a:pt x="389" y="46"/>
                    </a:cubicBezTo>
                    <a:cubicBezTo>
                      <a:pt x="359" y="16"/>
                      <a:pt x="314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42"/>
              <p:cNvSpPr/>
              <p:nvPr/>
            </p:nvSpPr>
            <p:spPr>
              <a:xfrm>
                <a:off x="-1449528" y="4439734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42"/>
              <p:cNvSpPr/>
              <p:nvPr/>
            </p:nvSpPr>
            <p:spPr>
              <a:xfrm>
                <a:off x="-1180775" y="3794365"/>
                <a:ext cx="69073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64" extrusionOk="0">
                    <a:moveTo>
                      <a:pt x="135" y="0"/>
                    </a:moveTo>
                    <a:cubicBezTo>
                      <a:pt x="90" y="60"/>
                      <a:pt x="1" y="135"/>
                      <a:pt x="1" y="194"/>
                    </a:cubicBezTo>
                    <a:cubicBezTo>
                      <a:pt x="1" y="359"/>
                      <a:pt x="90" y="448"/>
                      <a:pt x="314" y="463"/>
                    </a:cubicBezTo>
                    <a:cubicBezTo>
                      <a:pt x="344" y="433"/>
                      <a:pt x="449" y="329"/>
                      <a:pt x="449" y="314"/>
                    </a:cubicBezTo>
                    <a:cubicBezTo>
                      <a:pt x="344" y="209"/>
                      <a:pt x="239" y="105"/>
                      <a:pt x="1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42"/>
              <p:cNvSpPr/>
              <p:nvPr/>
            </p:nvSpPr>
            <p:spPr>
              <a:xfrm>
                <a:off x="-912022" y="4423888"/>
                <a:ext cx="64612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420" h="524" extrusionOk="0">
                    <a:moveTo>
                      <a:pt x="225" y="1"/>
                    </a:moveTo>
                    <a:cubicBezTo>
                      <a:pt x="150" y="90"/>
                      <a:pt x="16" y="165"/>
                      <a:pt x="16" y="255"/>
                    </a:cubicBezTo>
                    <a:cubicBezTo>
                      <a:pt x="1" y="329"/>
                      <a:pt x="135" y="434"/>
                      <a:pt x="195" y="523"/>
                    </a:cubicBezTo>
                    <a:cubicBezTo>
                      <a:pt x="270" y="434"/>
                      <a:pt x="330" y="359"/>
                      <a:pt x="419" y="255"/>
                    </a:cubicBezTo>
                    <a:cubicBezTo>
                      <a:pt x="345" y="150"/>
                      <a:pt x="285" y="75"/>
                      <a:pt x="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42"/>
              <p:cNvSpPr/>
              <p:nvPr/>
            </p:nvSpPr>
            <p:spPr>
              <a:xfrm>
                <a:off x="-1274923" y="3718213"/>
                <a:ext cx="82765" cy="53691"/>
              </a:xfrm>
              <a:custGeom>
                <a:avLst/>
                <a:gdLst/>
                <a:ahLst/>
                <a:cxnLst/>
                <a:rect l="l" t="t" r="r" b="b"/>
                <a:pathLst>
                  <a:path w="538" h="349" extrusionOk="0">
                    <a:moveTo>
                      <a:pt x="114" y="0"/>
                    </a:moveTo>
                    <a:cubicBezTo>
                      <a:pt x="89" y="0"/>
                      <a:pt x="15" y="65"/>
                      <a:pt x="15" y="92"/>
                    </a:cubicBezTo>
                    <a:cubicBezTo>
                      <a:pt x="0" y="256"/>
                      <a:pt x="105" y="331"/>
                      <a:pt x="239" y="346"/>
                    </a:cubicBezTo>
                    <a:cubicBezTo>
                      <a:pt x="247" y="348"/>
                      <a:pt x="255" y="348"/>
                      <a:pt x="263" y="348"/>
                    </a:cubicBezTo>
                    <a:cubicBezTo>
                      <a:pt x="330" y="348"/>
                      <a:pt x="404" y="295"/>
                      <a:pt x="538" y="241"/>
                    </a:cubicBezTo>
                    <a:cubicBezTo>
                      <a:pt x="359" y="137"/>
                      <a:pt x="239" y="62"/>
                      <a:pt x="120" y="2"/>
                    </a:cubicBezTo>
                    <a:cubicBezTo>
                      <a:pt x="118" y="1"/>
                      <a:pt x="116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42"/>
              <p:cNvSpPr/>
              <p:nvPr/>
            </p:nvSpPr>
            <p:spPr>
              <a:xfrm>
                <a:off x="-1966574" y="4433119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2"/>
              <p:cNvSpPr/>
              <p:nvPr/>
            </p:nvSpPr>
            <p:spPr>
              <a:xfrm>
                <a:off x="-1091088" y="3888517"/>
                <a:ext cx="55228" cy="6446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419" extrusionOk="0">
                    <a:moveTo>
                      <a:pt x="105" y="1"/>
                    </a:moveTo>
                    <a:cubicBezTo>
                      <a:pt x="60" y="45"/>
                      <a:pt x="0" y="105"/>
                      <a:pt x="0" y="150"/>
                    </a:cubicBezTo>
                    <a:cubicBezTo>
                      <a:pt x="0" y="284"/>
                      <a:pt x="60" y="404"/>
                      <a:pt x="254" y="419"/>
                    </a:cubicBezTo>
                    <a:cubicBezTo>
                      <a:pt x="284" y="404"/>
                      <a:pt x="358" y="344"/>
                      <a:pt x="358" y="329"/>
                    </a:cubicBezTo>
                    <a:cubicBezTo>
                      <a:pt x="284" y="225"/>
                      <a:pt x="194" y="105"/>
                      <a:pt x="1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2"/>
              <p:cNvSpPr/>
              <p:nvPr/>
            </p:nvSpPr>
            <p:spPr>
              <a:xfrm>
                <a:off x="-1906885" y="4885723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2"/>
              <p:cNvSpPr/>
              <p:nvPr/>
            </p:nvSpPr>
            <p:spPr>
              <a:xfrm>
                <a:off x="-918791" y="4249277"/>
                <a:ext cx="57535" cy="73691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79" extrusionOk="0">
                    <a:moveTo>
                      <a:pt x="194" y="1"/>
                    </a:moveTo>
                    <a:cubicBezTo>
                      <a:pt x="150" y="60"/>
                      <a:pt x="90" y="120"/>
                      <a:pt x="0" y="240"/>
                    </a:cubicBezTo>
                    <a:cubicBezTo>
                      <a:pt x="105" y="329"/>
                      <a:pt x="194" y="404"/>
                      <a:pt x="269" y="479"/>
                    </a:cubicBezTo>
                    <a:cubicBezTo>
                      <a:pt x="299" y="419"/>
                      <a:pt x="374" y="359"/>
                      <a:pt x="359" y="329"/>
                    </a:cubicBezTo>
                    <a:cubicBezTo>
                      <a:pt x="329" y="210"/>
                      <a:pt x="254" y="105"/>
                      <a:pt x="1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2"/>
              <p:cNvSpPr/>
              <p:nvPr/>
            </p:nvSpPr>
            <p:spPr>
              <a:xfrm>
                <a:off x="-2037800" y="4718035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2"/>
              <p:cNvSpPr/>
              <p:nvPr/>
            </p:nvSpPr>
            <p:spPr>
              <a:xfrm>
                <a:off x="-1359995" y="4885416"/>
                <a:ext cx="87534" cy="69383"/>
              </a:xfrm>
              <a:custGeom>
                <a:avLst/>
                <a:gdLst/>
                <a:ahLst/>
                <a:cxnLst/>
                <a:rect l="l" t="t" r="r" b="b"/>
                <a:pathLst>
                  <a:path w="569" h="451" extrusionOk="0">
                    <a:moveTo>
                      <a:pt x="232" y="0"/>
                    </a:moveTo>
                    <a:cubicBezTo>
                      <a:pt x="180" y="0"/>
                      <a:pt x="131" y="24"/>
                      <a:pt x="90" y="77"/>
                    </a:cubicBezTo>
                    <a:cubicBezTo>
                      <a:pt x="30" y="152"/>
                      <a:pt x="1" y="287"/>
                      <a:pt x="15" y="376"/>
                    </a:cubicBezTo>
                    <a:cubicBezTo>
                      <a:pt x="30" y="406"/>
                      <a:pt x="75" y="406"/>
                      <a:pt x="150" y="421"/>
                    </a:cubicBezTo>
                    <a:cubicBezTo>
                      <a:pt x="195" y="436"/>
                      <a:pt x="239" y="436"/>
                      <a:pt x="284" y="451"/>
                    </a:cubicBezTo>
                    <a:cubicBezTo>
                      <a:pt x="553" y="361"/>
                      <a:pt x="568" y="302"/>
                      <a:pt x="419" y="92"/>
                    </a:cubicBezTo>
                    <a:cubicBezTo>
                      <a:pt x="361" y="35"/>
                      <a:pt x="295" y="0"/>
                      <a:pt x="2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2"/>
              <p:cNvSpPr/>
              <p:nvPr/>
            </p:nvSpPr>
            <p:spPr>
              <a:xfrm>
                <a:off x="-1941344" y="4251585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2"/>
              <p:cNvSpPr/>
              <p:nvPr/>
            </p:nvSpPr>
            <p:spPr>
              <a:xfrm>
                <a:off x="-1001555" y="4003437"/>
                <a:ext cx="29998" cy="43845"/>
              </a:xfrm>
              <a:custGeom>
                <a:avLst/>
                <a:gdLst/>
                <a:ahLst/>
                <a:cxnLst/>
                <a:rect l="l" t="t" r="r" b="b"/>
                <a:pathLst>
                  <a:path w="195" h="285" extrusionOk="0">
                    <a:moveTo>
                      <a:pt x="45" y="0"/>
                    </a:moveTo>
                    <a:cubicBezTo>
                      <a:pt x="45" y="0"/>
                      <a:pt x="15" y="15"/>
                      <a:pt x="0" y="30"/>
                    </a:cubicBezTo>
                    <a:cubicBezTo>
                      <a:pt x="30" y="105"/>
                      <a:pt x="60" y="195"/>
                      <a:pt x="90" y="284"/>
                    </a:cubicBezTo>
                    <a:cubicBezTo>
                      <a:pt x="135" y="284"/>
                      <a:pt x="165" y="269"/>
                      <a:pt x="195" y="254"/>
                    </a:cubicBezTo>
                    <a:cubicBezTo>
                      <a:pt x="150" y="165"/>
                      <a:pt x="105" y="90"/>
                      <a:pt x="4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2"/>
              <p:cNvSpPr/>
              <p:nvPr/>
            </p:nvSpPr>
            <p:spPr>
              <a:xfrm>
                <a:off x="-1102626" y="4424196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2"/>
              <p:cNvSpPr/>
              <p:nvPr/>
            </p:nvSpPr>
            <p:spPr>
              <a:xfrm>
                <a:off x="-1192313" y="4979413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2"/>
              <p:cNvSpPr/>
              <p:nvPr/>
            </p:nvSpPr>
            <p:spPr>
              <a:xfrm>
                <a:off x="-1649516" y="3304223"/>
                <a:ext cx="105840" cy="100613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54" extrusionOk="0">
                    <a:moveTo>
                      <a:pt x="433" y="1"/>
                    </a:moveTo>
                    <a:cubicBezTo>
                      <a:pt x="374" y="1"/>
                      <a:pt x="309" y="21"/>
                      <a:pt x="240" y="65"/>
                    </a:cubicBezTo>
                    <a:lnTo>
                      <a:pt x="165" y="65"/>
                    </a:lnTo>
                    <a:cubicBezTo>
                      <a:pt x="75" y="80"/>
                      <a:pt x="30" y="124"/>
                      <a:pt x="1" y="199"/>
                    </a:cubicBezTo>
                    <a:cubicBezTo>
                      <a:pt x="1" y="229"/>
                      <a:pt x="1" y="274"/>
                      <a:pt x="1" y="304"/>
                    </a:cubicBezTo>
                    <a:cubicBezTo>
                      <a:pt x="1" y="468"/>
                      <a:pt x="75" y="573"/>
                      <a:pt x="210" y="647"/>
                    </a:cubicBezTo>
                    <a:cubicBezTo>
                      <a:pt x="240" y="647"/>
                      <a:pt x="263" y="654"/>
                      <a:pt x="284" y="654"/>
                    </a:cubicBezTo>
                    <a:cubicBezTo>
                      <a:pt x="294" y="654"/>
                      <a:pt x="304" y="652"/>
                      <a:pt x="314" y="647"/>
                    </a:cubicBezTo>
                    <a:cubicBezTo>
                      <a:pt x="359" y="647"/>
                      <a:pt x="389" y="602"/>
                      <a:pt x="434" y="587"/>
                    </a:cubicBezTo>
                    <a:cubicBezTo>
                      <a:pt x="449" y="573"/>
                      <a:pt x="464" y="573"/>
                      <a:pt x="479" y="558"/>
                    </a:cubicBezTo>
                    <a:cubicBezTo>
                      <a:pt x="508" y="558"/>
                      <a:pt x="538" y="558"/>
                      <a:pt x="553" y="528"/>
                    </a:cubicBezTo>
                    <a:cubicBezTo>
                      <a:pt x="568" y="498"/>
                      <a:pt x="583" y="483"/>
                      <a:pt x="598" y="468"/>
                    </a:cubicBezTo>
                    <a:cubicBezTo>
                      <a:pt x="643" y="438"/>
                      <a:pt x="688" y="408"/>
                      <a:pt x="688" y="348"/>
                    </a:cubicBezTo>
                    <a:cubicBezTo>
                      <a:pt x="677" y="126"/>
                      <a:pt x="576" y="1"/>
                      <a:pt x="4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42"/>
              <p:cNvSpPr/>
              <p:nvPr/>
            </p:nvSpPr>
            <p:spPr>
              <a:xfrm>
                <a:off x="-1640286" y="3127920"/>
                <a:ext cx="91995" cy="85383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5" extrusionOk="0">
                    <a:moveTo>
                      <a:pt x="359" y="1"/>
                    </a:moveTo>
                    <a:cubicBezTo>
                      <a:pt x="150" y="1"/>
                      <a:pt x="0" y="135"/>
                      <a:pt x="0" y="300"/>
                    </a:cubicBezTo>
                    <a:cubicBezTo>
                      <a:pt x="15" y="449"/>
                      <a:pt x="90" y="554"/>
                      <a:pt x="239" y="554"/>
                    </a:cubicBezTo>
                    <a:cubicBezTo>
                      <a:pt x="250" y="554"/>
                      <a:pt x="260" y="555"/>
                      <a:pt x="271" y="555"/>
                    </a:cubicBezTo>
                    <a:cubicBezTo>
                      <a:pt x="462" y="555"/>
                      <a:pt x="583" y="426"/>
                      <a:pt x="583" y="270"/>
                    </a:cubicBezTo>
                    <a:cubicBezTo>
                      <a:pt x="598" y="105"/>
                      <a:pt x="493" y="31"/>
                      <a:pt x="3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2"/>
              <p:cNvSpPr/>
              <p:nvPr/>
            </p:nvSpPr>
            <p:spPr>
              <a:xfrm>
                <a:off x="-1546138" y="3214379"/>
                <a:ext cx="96764" cy="9522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19" extrusionOk="0">
                    <a:moveTo>
                      <a:pt x="389" y="1"/>
                    </a:moveTo>
                    <a:cubicBezTo>
                      <a:pt x="375" y="1"/>
                      <a:pt x="360" y="2"/>
                      <a:pt x="344" y="6"/>
                    </a:cubicBezTo>
                    <a:cubicBezTo>
                      <a:pt x="180" y="21"/>
                      <a:pt x="60" y="111"/>
                      <a:pt x="31" y="275"/>
                    </a:cubicBezTo>
                    <a:cubicBezTo>
                      <a:pt x="1" y="514"/>
                      <a:pt x="60" y="574"/>
                      <a:pt x="329" y="619"/>
                    </a:cubicBezTo>
                    <a:cubicBezTo>
                      <a:pt x="389" y="619"/>
                      <a:pt x="449" y="589"/>
                      <a:pt x="494" y="544"/>
                    </a:cubicBezTo>
                    <a:cubicBezTo>
                      <a:pt x="553" y="499"/>
                      <a:pt x="583" y="440"/>
                      <a:pt x="613" y="365"/>
                    </a:cubicBezTo>
                    <a:cubicBezTo>
                      <a:pt x="628" y="275"/>
                      <a:pt x="613" y="201"/>
                      <a:pt x="568" y="141"/>
                    </a:cubicBezTo>
                    <a:cubicBezTo>
                      <a:pt x="517" y="76"/>
                      <a:pt x="476" y="1"/>
                      <a:pt x="3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2"/>
              <p:cNvSpPr/>
              <p:nvPr/>
            </p:nvSpPr>
            <p:spPr>
              <a:xfrm>
                <a:off x="-1998726" y="3318684"/>
                <a:ext cx="91995" cy="87536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69" extrusionOk="0">
                    <a:moveTo>
                      <a:pt x="195" y="1"/>
                    </a:moveTo>
                    <a:cubicBezTo>
                      <a:pt x="30" y="15"/>
                      <a:pt x="0" y="180"/>
                      <a:pt x="0" y="329"/>
                    </a:cubicBezTo>
                    <a:cubicBezTo>
                      <a:pt x="15" y="359"/>
                      <a:pt x="15" y="404"/>
                      <a:pt x="30" y="434"/>
                    </a:cubicBezTo>
                    <a:cubicBezTo>
                      <a:pt x="90" y="464"/>
                      <a:pt x="150" y="493"/>
                      <a:pt x="209" y="538"/>
                    </a:cubicBezTo>
                    <a:cubicBezTo>
                      <a:pt x="239" y="553"/>
                      <a:pt x="269" y="568"/>
                      <a:pt x="314" y="568"/>
                    </a:cubicBezTo>
                    <a:cubicBezTo>
                      <a:pt x="433" y="553"/>
                      <a:pt x="508" y="479"/>
                      <a:pt x="568" y="374"/>
                    </a:cubicBezTo>
                    <a:cubicBezTo>
                      <a:pt x="598" y="299"/>
                      <a:pt x="583" y="225"/>
                      <a:pt x="538" y="165"/>
                    </a:cubicBezTo>
                    <a:cubicBezTo>
                      <a:pt x="419" y="105"/>
                      <a:pt x="314" y="1"/>
                      <a:pt x="1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42"/>
              <p:cNvSpPr/>
              <p:nvPr/>
            </p:nvSpPr>
            <p:spPr>
              <a:xfrm>
                <a:off x="-1828736" y="3313146"/>
                <a:ext cx="101225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658" h="560" extrusionOk="0">
                    <a:moveTo>
                      <a:pt x="309" y="0"/>
                    </a:moveTo>
                    <a:cubicBezTo>
                      <a:pt x="218" y="0"/>
                      <a:pt x="144" y="79"/>
                      <a:pt x="60" y="246"/>
                    </a:cubicBezTo>
                    <a:cubicBezTo>
                      <a:pt x="1" y="455"/>
                      <a:pt x="45" y="515"/>
                      <a:pt x="255" y="559"/>
                    </a:cubicBezTo>
                    <a:cubicBezTo>
                      <a:pt x="329" y="544"/>
                      <a:pt x="389" y="529"/>
                      <a:pt x="464" y="515"/>
                    </a:cubicBezTo>
                    <a:cubicBezTo>
                      <a:pt x="508" y="515"/>
                      <a:pt x="538" y="500"/>
                      <a:pt x="568" y="470"/>
                    </a:cubicBezTo>
                    <a:cubicBezTo>
                      <a:pt x="643" y="365"/>
                      <a:pt x="658" y="261"/>
                      <a:pt x="568" y="141"/>
                    </a:cubicBezTo>
                    <a:cubicBezTo>
                      <a:pt x="463" y="49"/>
                      <a:pt x="381" y="0"/>
                      <a:pt x="3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42"/>
              <p:cNvSpPr/>
              <p:nvPr/>
            </p:nvSpPr>
            <p:spPr>
              <a:xfrm>
                <a:off x="-1729973" y="3222225"/>
                <a:ext cx="82918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4" extrusionOk="0">
                    <a:moveTo>
                      <a:pt x="240" y="0"/>
                    </a:moveTo>
                    <a:cubicBezTo>
                      <a:pt x="90" y="15"/>
                      <a:pt x="1" y="120"/>
                      <a:pt x="1" y="284"/>
                    </a:cubicBezTo>
                    <a:cubicBezTo>
                      <a:pt x="14" y="443"/>
                      <a:pt x="98" y="543"/>
                      <a:pt x="210" y="543"/>
                    </a:cubicBezTo>
                    <a:cubicBezTo>
                      <a:pt x="224" y="543"/>
                      <a:pt x="239" y="541"/>
                      <a:pt x="255" y="538"/>
                    </a:cubicBezTo>
                    <a:cubicBezTo>
                      <a:pt x="374" y="523"/>
                      <a:pt x="464" y="404"/>
                      <a:pt x="539" y="344"/>
                    </a:cubicBezTo>
                    <a:cubicBezTo>
                      <a:pt x="509" y="105"/>
                      <a:pt x="419" y="0"/>
                      <a:pt x="24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42"/>
              <p:cNvSpPr/>
              <p:nvPr/>
            </p:nvSpPr>
            <p:spPr>
              <a:xfrm>
                <a:off x="-1909192" y="3226840"/>
                <a:ext cx="82918" cy="8046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3" extrusionOk="0">
                    <a:moveTo>
                      <a:pt x="270" y="0"/>
                    </a:moveTo>
                    <a:cubicBezTo>
                      <a:pt x="90" y="15"/>
                      <a:pt x="1" y="105"/>
                      <a:pt x="1" y="269"/>
                    </a:cubicBezTo>
                    <a:cubicBezTo>
                      <a:pt x="16" y="433"/>
                      <a:pt x="105" y="523"/>
                      <a:pt x="270" y="523"/>
                    </a:cubicBezTo>
                    <a:cubicBezTo>
                      <a:pt x="449" y="523"/>
                      <a:pt x="524" y="418"/>
                      <a:pt x="539" y="224"/>
                    </a:cubicBezTo>
                    <a:cubicBezTo>
                      <a:pt x="524" y="105"/>
                      <a:pt x="449" y="0"/>
                      <a:pt x="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42"/>
              <p:cNvSpPr/>
              <p:nvPr/>
            </p:nvSpPr>
            <p:spPr>
              <a:xfrm>
                <a:off x="-1819506" y="3134227"/>
                <a:ext cx="84457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32" extrusionOk="0">
                    <a:moveTo>
                      <a:pt x="229" y="1"/>
                    </a:moveTo>
                    <a:cubicBezTo>
                      <a:pt x="101" y="1"/>
                      <a:pt x="14" y="131"/>
                      <a:pt x="0" y="348"/>
                    </a:cubicBezTo>
                    <a:cubicBezTo>
                      <a:pt x="60" y="408"/>
                      <a:pt x="165" y="513"/>
                      <a:pt x="269" y="527"/>
                    </a:cubicBezTo>
                    <a:cubicBezTo>
                      <a:pt x="283" y="530"/>
                      <a:pt x="297" y="532"/>
                      <a:pt x="311" y="532"/>
                    </a:cubicBezTo>
                    <a:cubicBezTo>
                      <a:pt x="442" y="532"/>
                      <a:pt x="549" y="407"/>
                      <a:pt x="508" y="259"/>
                    </a:cubicBezTo>
                    <a:cubicBezTo>
                      <a:pt x="493" y="154"/>
                      <a:pt x="374" y="20"/>
                      <a:pt x="269" y="5"/>
                    </a:cubicBezTo>
                    <a:cubicBezTo>
                      <a:pt x="255" y="2"/>
                      <a:pt x="242" y="1"/>
                      <a:pt x="2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2"/>
              <p:cNvSpPr/>
              <p:nvPr/>
            </p:nvSpPr>
            <p:spPr>
              <a:xfrm>
                <a:off x="-2079182" y="3412374"/>
                <a:ext cx="7599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59" extrusionOk="0">
                    <a:moveTo>
                      <a:pt x="263" y="0"/>
                    </a:moveTo>
                    <a:cubicBezTo>
                      <a:pt x="95" y="0"/>
                      <a:pt x="43" y="136"/>
                      <a:pt x="16" y="273"/>
                    </a:cubicBezTo>
                    <a:cubicBezTo>
                      <a:pt x="1" y="347"/>
                      <a:pt x="16" y="467"/>
                      <a:pt x="75" y="512"/>
                    </a:cubicBezTo>
                    <a:cubicBezTo>
                      <a:pt x="123" y="543"/>
                      <a:pt x="171" y="558"/>
                      <a:pt x="217" y="558"/>
                    </a:cubicBezTo>
                    <a:cubicBezTo>
                      <a:pt x="301" y="558"/>
                      <a:pt x="381" y="509"/>
                      <a:pt x="449" y="422"/>
                    </a:cubicBezTo>
                    <a:cubicBezTo>
                      <a:pt x="493" y="362"/>
                      <a:pt x="479" y="303"/>
                      <a:pt x="464" y="258"/>
                    </a:cubicBezTo>
                    <a:cubicBezTo>
                      <a:pt x="419" y="168"/>
                      <a:pt x="359" y="94"/>
                      <a:pt x="314" y="4"/>
                    </a:cubicBezTo>
                    <a:cubicBezTo>
                      <a:pt x="296" y="1"/>
                      <a:pt x="279" y="0"/>
                      <a:pt x="2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2"/>
              <p:cNvSpPr/>
              <p:nvPr/>
            </p:nvSpPr>
            <p:spPr>
              <a:xfrm>
                <a:off x="-1918269" y="3402528"/>
                <a:ext cx="91995" cy="104767"/>
              </a:xfrm>
              <a:custGeom>
                <a:avLst/>
                <a:gdLst/>
                <a:ahLst/>
                <a:cxnLst/>
                <a:rect l="l" t="t" r="r" b="b"/>
                <a:pathLst>
                  <a:path w="598" h="681" extrusionOk="0">
                    <a:moveTo>
                      <a:pt x="441" y="1"/>
                    </a:moveTo>
                    <a:cubicBezTo>
                      <a:pt x="418" y="1"/>
                      <a:pt x="396" y="8"/>
                      <a:pt x="374" y="23"/>
                    </a:cubicBezTo>
                    <a:cubicBezTo>
                      <a:pt x="254" y="83"/>
                      <a:pt x="149" y="158"/>
                      <a:pt x="45" y="217"/>
                    </a:cubicBezTo>
                    <a:cubicBezTo>
                      <a:pt x="0" y="277"/>
                      <a:pt x="0" y="337"/>
                      <a:pt x="60" y="382"/>
                    </a:cubicBezTo>
                    <a:cubicBezTo>
                      <a:pt x="60" y="426"/>
                      <a:pt x="75" y="486"/>
                      <a:pt x="75" y="531"/>
                    </a:cubicBezTo>
                    <a:cubicBezTo>
                      <a:pt x="149" y="591"/>
                      <a:pt x="224" y="635"/>
                      <a:pt x="284" y="680"/>
                    </a:cubicBezTo>
                    <a:cubicBezTo>
                      <a:pt x="329" y="665"/>
                      <a:pt x="374" y="665"/>
                      <a:pt x="418" y="665"/>
                    </a:cubicBezTo>
                    <a:cubicBezTo>
                      <a:pt x="433" y="650"/>
                      <a:pt x="448" y="635"/>
                      <a:pt x="463" y="635"/>
                    </a:cubicBezTo>
                    <a:cubicBezTo>
                      <a:pt x="493" y="606"/>
                      <a:pt x="523" y="576"/>
                      <a:pt x="553" y="546"/>
                    </a:cubicBezTo>
                    <a:cubicBezTo>
                      <a:pt x="568" y="501"/>
                      <a:pt x="583" y="471"/>
                      <a:pt x="598" y="441"/>
                    </a:cubicBezTo>
                    <a:cubicBezTo>
                      <a:pt x="568" y="292"/>
                      <a:pt x="538" y="158"/>
                      <a:pt x="508" y="23"/>
                    </a:cubicBezTo>
                    <a:cubicBezTo>
                      <a:pt x="486" y="8"/>
                      <a:pt x="463" y="1"/>
                      <a:pt x="4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2"/>
              <p:cNvSpPr/>
              <p:nvPr/>
            </p:nvSpPr>
            <p:spPr>
              <a:xfrm>
                <a:off x="-1734588" y="3395913"/>
                <a:ext cx="108148" cy="11599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754" extrusionOk="0">
                    <a:moveTo>
                      <a:pt x="296" y="1"/>
                    </a:moveTo>
                    <a:cubicBezTo>
                      <a:pt x="253" y="1"/>
                      <a:pt x="209" y="14"/>
                      <a:pt x="165" y="36"/>
                    </a:cubicBezTo>
                    <a:cubicBezTo>
                      <a:pt x="135" y="51"/>
                      <a:pt x="106" y="66"/>
                      <a:pt x="91" y="81"/>
                    </a:cubicBezTo>
                    <a:cubicBezTo>
                      <a:pt x="76" y="96"/>
                      <a:pt x="61" y="111"/>
                      <a:pt x="46" y="126"/>
                    </a:cubicBezTo>
                    <a:cubicBezTo>
                      <a:pt x="16" y="186"/>
                      <a:pt x="1" y="245"/>
                      <a:pt x="1" y="305"/>
                    </a:cubicBezTo>
                    <a:cubicBezTo>
                      <a:pt x="16" y="335"/>
                      <a:pt x="16" y="365"/>
                      <a:pt x="31" y="380"/>
                    </a:cubicBezTo>
                    <a:cubicBezTo>
                      <a:pt x="31" y="574"/>
                      <a:pt x="106" y="693"/>
                      <a:pt x="285" y="753"/>
                    </a:cubicBezTo>
                    <a:cubicBezTo>
                      <a:pt x="374" y="693"/>
                      <a:pt x="449" y="634"/>
                      <a:pt x="539" y="574"/>
                    </a:cubicBezTo>
                    <a:cubicBezTo>
                      <a:pt x="703" y="454"/>
                      <a:pt x="613" y="305"/>
                      <a:pt x="569" y="156"/>
                    </a:cubicBezTo>
                    <a:cubicBezTo>
                      <a:pt x="509" y="81"/>
                      <a:pt x="434" y="36"/>
                      <a:pt x="345" y="6"/>
                    </a:cubicBezTo>
                    <a:cubicBezTo>
                      <a:pt x="328" y="2"/>
                      <a:pt x="312" y="1"/>
                      <a:pt x="2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" name="Google Shape;121;p42"/>
            <p:cNvSpPr/>
            <p:nvPr/>
          </p:nvSpPr>
          <p:spPr>
            <a:xfrm rot="-3108365">
              <a:off x="5554030" y="-359282"/>
              <a:ext cx="676394" cy="689758"/>
            </a:xfrm>
            <a:custGeom>
              <a:avLst/>
              <a:gdLst/>
              <a:ahLst/>
              <a:cxnLst/>
              <a:rect l="l" t="t" r="r" b="b"/>
              <a:pathLst>
                <a:path w="4049" h="4129" extrusionOk="0">
                  <a:moveTo>
                    <a:pt x="2614" y="256"/>
                  </a:moveTo>
                  <a:cubicBezTo>
                    <a:pt x="2614" y="271"/>
                    <a:pt x="2614" y="286"/>
                    <a:pt x="2614" y="301"/>
                  </a:cubicBezTo>
                  <a:cubicBezTo>
                    <a:pt x="2599" y="330"/>
                    <a:pt x="2614" y="345"/>
                    <a:pt x="2644" y="360"/>
                  </a:cubicBezTo>
                  <a:cubicBezTo>
                    <a:pt x="2659" y="375"/>
                    <a:pt x="2689" y="375"/>
                    <a:pt x="2734" y="405"/>
                  </a:cubicBezTo>
                  <a:cubicBezTo>
                    <a:pt x="2689" y="405"/>
                    <a:pt x="2674" y="405"/>
                    <a:pt x="2644" y="420"/>
                  </a:cubicBezTo>
                  <a:cubicBezTo>
                    <a:pt x="2555" y="450"/>
                    <a:pt x="2465" y="525"/>
                    <a:pt x="2346" y="525"/>
                  </a:cubicBezTo>
                  <a:cubicBezTo>
                    <a:pt x="2346" y="495"/>
                    <a:pt x="2360" y="480"/>
                    <a:pt x="2360" y="465"/>
                  </a:cubicBezTo>
                  <a:cubicBezTo>
                    <a:pt x="2360" y="435"/>
                    <a:pt x="2375" y="420"/>
                    <a:pt x="2375" y="390"/>
                  </a:cubicBezTo>
                  <a:cubicBezTo>
                    <a:pt x="2380" y="369"/>
                    <a:pt x="2378" y="352"/>
                    <a:pt x="2372" y="339"/>
                  </a:cubicBezTo>
                  <a:lnTo>
                    <a:pt x="2372" y="339"/>
                  </a:lnTo>
                  <a:cubicBezTo>
                    <a:pt x="2393" y="352"/>
                    <a:pt x="2419" y="360"/>
                    <a:pt x="2450" y="360"/>
                  </a:cubicBezTo>
                  <a:cubicBezTo>
                    <a:pt x="2495" y="345"/>
                    <a:pt x="2525" y="345"/>
                    <a:pt x="2555" y="315"/>
                  </a:cubicBezTo>
                  <a:cubicBezTo>
                    <a:pt x="2585" y="301"/>
                    <a:pt x="2585" y="271"/>
                    <a:pt x="2614" y="256"/>
                  </a:cubicBezTo>
                  <a:close/>
                  <a:moveTo>
                    <a:pt x="2661" y="0"/>
                  </a:moveTo>
                  <a:cubicBezTo>
                    <a:pt x="2587" y="0"/>
                    <a:pt x="2523" y="49"/>
                    <a:pt x="2465" y="136"/>
                  </a:cubicBezTo>
                  <a:cubicBezTo>
                    <a:pt x="2450" y="151"/>
                    <a:pt x="2435" y="166"/>
                    <a:pt x="2420" y="196"/>
                  </a:cubicBezTo>
                  <a:cubicBezTo>
                    <a:pt x="2375" y="196"/>
                    <a:pt x="2316" y="226"/>
                    <a:pt x="2331" y="286"/>
                  </a:cubicBezTo>
                  <a:cubicBezTo>
                    <a:pt x="2334" y="294"/>
                    <a:pt x="2338" y="303"/>
                    <a:pt x="2343" y="310"/>
                  </a:cubicBezTo>
                  <a:lnTo>
                    <a:pt x="2343" y="310"/>
                  </a:lnTo>
                  <a:cubicBezTo>
                    <a:pt x="2333" y="306"/>
                    <a:pt x="2322" y="304"/>
                    <a:pt x="2310" y="304"/>
                  </a:cubicBezTo>
                  <a:cubicBezTo>
                    <a:pt x="2294" y="304"/>
                    <a:pt x="2275" y="308"/>
                    <a:pt x="2256" y="315"/>
                  </a:cubicBezTo>
                  <a:cubicBezTo>
                    <a:pt x="2196" y="345"/>
                    <a:pt x="2151" y="405"/>
                    <a:pt x="2092" y="420"/>
                  </a:cubicBezTo>
                  <a:cubicBezTo>
                    <a:pt x="1823" y="480"/>
                    <a:pt x="1703" y="734"/>
                    <a:pt x="1509" y="883"/>
                  </a:cubicBezTo>
                  <a:cubicBezTo>
                    <a:pt x="1330" y="1047"/>
                    <a:pt x="1195" y="1256"/>
                    <a:pt x="1046" y="1466"/>
                  </a:cubicBezTo>
                  <a:cubicBezTo>
                    <a:pt x="807" y="1779"/>
                    <a:pt x="583" y="2108"/>
                    <a:pt x="359" y="2421"/>
                  </a:cubicBezTo>
                  <a:cubicBezTo>
                    <a:pt x="299" y="2541"/>
                    <a:pt x="255" y="2690"/>
                    <a:pt x="165" y="2780"/>
                  </a:cubicBezTo>
                  <a:cubicBezTo>
                    <a:pt x="1" y="2959"/>
                    <a:pt x="30" y="3153"/>
                    <a:pt x="135" y="3333"/>
                  </a:cubicBezTo>
                  <a:cubicBezTo>
                    <a:pt x="180" y="3422"/>
                    <a:pt x="314" y="3467"/>
                    <a:pt x="419" y="3512"/>
                  </a:cubicBezTo>
                  <a:cubicBezTo>
                    <a:pt x="538" y="3557"/>
                    <a:pt x="673" y="3586"/>
                    <a:pt x="792" y="3646"/>
                  </a:cubicBezTo>
                  <a:cubicBezTo>
                    <a:pt x="839" y="3665"/>
                    <a:pt x="875" y="3684"/>
                    <a:pt x="913" y="3684"/>
                  </a:cubicBezTo>
                  <a:cubicBezTo>
                    <a:pt x="936" y="3684"/>
                    <a:pt x="959" y="3678"/>
                    <a:pt x="986" y="3661"/>
                  </a:cubicBezTo>
                  <a:cubicBezTo>
                    <a:pt x="1001" y="3654"/>
                    <a:pt x="1024" y="3650"/>
                    <a:pt x="1042" y="3650"/>
                  </a:cubicBezTo>
                  <a:cubicBezTo>
                    <a:pt x="1061" y="3650"/>
                    <a:pt x="1076" y="3654"/>
                    <a:pt x="1076" y="3661"/>
                  </a:cubicBezTo>
                  <a:cubicBezTo>
                    <a:pt x="1110" y="3721"/>
                    <a:pt x="1144" y="3737"/>
                    <a:pt x="1183" y="3737"/>
                  </a:cubicBezTo>
                  <a:cubicBezTo>
                    <a:pt x="1213" y="3737"/>
                    <a:pt x="1246" y="3727"/>
                    <a:pt x="1285" y="3721"/>
                  </a:cubicBezTo>
                  <a:cubicBezTo>
                    <a:pt x="1360" y="3721"/>
                    <a:pt x="1434" y="3796"/>
                    <a:pt x="1509" y="3825"/>
                  </a:cubicBezTo>
                  <a:cubicBezTo>
                    <a:pt x="1644" y="3870"/>
                    <a:pt x="1778" y="3915"/>
                    <a:pt x="1912" y="3945"/>
                  </a:cubicBezTo>
                  <a:cubicBezTo>
                    <a:pt x="1927" y="3945"/>
                    <a:pt x="1942" y="3960"/>
                    <a:pt x="1957" y="3960"/>
                  </a:cubicBezTo>
                  <a:cubicBezTo>
                    <a:pt x="2107" y="3975"/>
                    <a:pt x="2256" y="3990"/>
                    <a:pt x="2405" y="4020"/>
                  </a:cubicBezTo>
                  <a:cubicBezTo>
                    <a:pt x="2644" y="4049"/>
                    <a:pt x="2883" y="4094"/>
                    <a:pt x="3122" y="4124"/>
                  </a:cubicBezTo>
                  <a:cubicBezTo>
                    <a:pt x="3139" y="4127"/>
                    <a:pt x="3155" y="4128"/>
                    <a:pt x="3170" y="4128"/>
                  </a:cubicBezTo>
                  <a:cubicBezTo>
                    <a:pt x="3239" y="4128"/>
                    <a:pt x="3300" y="4104"/>
                    <a:pt x="3361" y="4079"/>
                  </a:cubicBezTo>
                  <a:cubicBezTo>
                    <a:pt x="3451" y="4035"/>
                    <a:pt x="3540" y="3990"/>
                    <a:pt x="3630" y="3930"/>
                  </a:cubicBezTo>
                  <a:cubicBezTo>
                    <a:pt x="3636" y="3927"/>
                    <a:pt x="3641" y="3926"/>
                    <a:pt x="3647" y="3926"/>
                  </a:cubicBezTo>
                  <a:cubicBezTo>
                    <a:pt x="3671" y="3926"/>
                    <a:pt x="3695" y="3948"/>
                    <a:pt x="3720" y="3960"/>
                  </a:cubicBezTo>
                  <a:cubicBezTo>
                    <a:pt x="3767" y="3979"/>
                    <a:pt x="3820" y="3998"/>
                    <a:pt x="3872" y="3998"/>
                  </a:cubicBezTo>
                  <a:cubicBezTo>
                    <a:pt x="3902" y="3998"/>
                    <a:pt x="3931" y="3991"/>
                    <a:pt x="3959" y="3975"/>
                  </a:cubicBezTo>
                  <a:cubicBezTo>
                    <a:pt x="4003" y="3945"/>
                    <a:pt x="4048" y="3870"/>
                    <a:pt x="4003" y="3796"/>
                  </a:cubicBezTo>
                  <a:cubicBezTo>
                    <a:pt x="3884" y="3676"/>
                    <a:pt x="3839" y="3527"/>
                    <a:pt x="3794" y="3377"/>
                  </a:cubicBezTo>
                  <a:cubicBezTo>
                    <a:pt x="3735" y="3094"/>
                    <a:pt x="3615" y="2825"/>
                    <a:pt x="3555" y="2526"/>
                  </a:cubicBezTo>
                  <a:cubicBezTo>
                    <a:pt x="3481" y="2212"/>
                    <a:pt x="3466" y="1869"/>
                    <a:pt x="3406" y="1555"/>
                  </a:cubicBezTo>
                  <a:cubicBezTo>
                    <a:pt x="3376" y="1391"/>
                    <a:pt x="3331" y="1241"/>
                    <a:pt x="3286" y="1092"/>
                  </a:cubicBezTo>
                  <a:cubicBezTo>
                    <a:pt x="3242" y="958"/>
                    <a:pt x="3167" y="808"/>
                    <a:pt x="3107" y="659"/>
                  </a:cubicBezTo>
                  <a:cubicBezTo>
                    <a:pt x="3062" y="525"/>
                    <a:pt x="3033" y="375"/>
                    <a:pt x="2973" y="241"/>
                  </a:cubicBezTo>
                  <a:cubicBezTo>
                    <a:pt x="2943" y="166"/>
                    <a:pt x="2868" y="91"/>
                    <a:pt x="2794" y="47"/>
                  </a:cubicBezTo>
                  <a:cubicBezTo>
                    <a:pt x="2746" y="15"/>
                    <a:pt x="2702" y="0"/>
                    <a:pt x="2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2"/>
            <p:cNvSpPr/>
            <p:nvPr/>
          </p:nvSpPr>
          <p:spPr>
            <a:xfrm rot="-1690987">
              <a:off x="-2693502" y="-3109734"/>
              <a:ext cx="4819573" cy="4711157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2"/>
            <p:cNvSpPr/>
            <p:nvPr/>
          </p:nvSpPr>
          <p:spPr>
            <a:xfrm>
              <a:off x="6372407" y="-1015499"/>
              <a:ext cx="1609801" cy="1554992"/>
            </a:xfrm>
            <a:custGeom>
              <a:avLst/>
              <a:gdLst/>
              <a:ahLst/>
              <a:cxnLst/>
              <a:rect l="l" t="t" r="r" b="b"/>
              <a:pathLst>
                <a:path w="6036" h="5830" extrusionOk="0">
                  <a:moveTo>
                    <a:pt x="5139" y="732"/>
                  </a:moveTo>
                  <a:cubicBezTo>
                    <a:pt x="5285" y="732"/>
                    <a:pt x="5353" y="804"/>
                    <a:pt x="5378" y="993"/>
                  </a:cubicBezTo>
                  <a:cubicBezTo>
                    <a:pt x="5378" y="1083"/>
                    <a:pt x="5363" y="1172"/>
                    <a:pt x="5423" y="1247"/>
                  </a:cubicBezTo>
                  <a:cubicBezTo>
                    <a:pt x="5404" y="1242"/>
                    <a:pt x="5386" y="1240"/>
                    <a:pt x="5370" y="1240"/>
                  </a:cubicBezTo>
                  <a:cubicBezTo>
                    <a:pt x="5280" y="1240"/>
                    <a:pt x="5217" y="1301"/>
                    <a:pt x="5154" y="1352"/>
                  </a:cubicBezTo>
                  <a:cubicBezTo>
                    <a:pt x="4885" y="1576"/>
                    <a:pt x="4661" y="1859"/>
                    <a:pt x="4467" y="2158"/>
                  </a:cubicBezTo>
                  <a:cubicBezTo>
                    <a:pt x="4526" y="1979"/>
                    <a:pt x="4512" y="1800"/>
                    <a:pt x="4541" y="1620"/>
                  </a:cubicBezTo>
                  <a:cubicBezTo>
                    <a:pt x="4556" y="1546"/>
                    <a:pt x="4556" y="1471"/>
                    <a:pt x="4541" y="1396"/>
                  </a:cubicBezTo>
                  <a:cubicBezTo>
                    <a:pt x="4541" y="1172"/>
                    <a:pt x="4526" y="948"/>
                    <a:pt x="4780" y="829"/>
                  </a:cubicBezTo>
                  <a:cubicBezTo>
                    <a:pt x="4810" y="814"/>
                    <a:pt x="4825" y="784"/>
                    <a:pt x="4825" y="754"/>
                  </a:cubicBezTo>
                  <a:cubicBezTo>
                    <a:pt x="4849" y="768"/>
                    <a:pt x="4873" y="774"/>
                    <a:pt x="4896" y="774"/>
                  </a:cubicBezTo>
                  <a:cubicBezTo>
                    <a:pt x="4947" y="774"/>
                    <a:pt x="4998" y="749"/>
                    <a:pt x="5049" y="739"/>
                  </a:cubicBezTo>
                  <a:cubicBezTo>
                    <a:pt x="5082" y="735"/>
                    <a:pt x="5112" y="732"/>
                    <a:pt x="5139" y="732"/>
                  </a:cubicBezTo>
                  <a:close/>
                  <a:moveTo>
                    <a:pt x="5393" y="1426"/>
                  </a:moveTo>
                  <a:cubicBezTo>
                    <a:pt x="5378" y="1665"/>
                    <a:pt x="5363" y="1889"/>
                    <a:pt x="5273" y="2113"/>
                  </a:cubicBezTo>
                  <a:cubicBezTo>
                    <a:pt x="5273" y="2143"/>
                    <a:pt x="5258" y="2173"/>
                    <a:pt x="5273" y="2218"/>
                  </a:cubicBezTo>
                  <a:cubicBezTo>
                    <a:pt x="5243" y="2233"/>
                    <a:pt x="5214" y="2278"/>
                    <a:pt x="5199" y="2322"/>
                  </a:cubicBezTo>
                  <a:cubicBezTo>
                    <a:pt x="4915" y="3009"/>
                    <a:pt x="4526" y="3622"/>
                    <a:pt x="4019" y="4159"/>
                  </a:cubicBezTo>
                  <a:cubicBezTo>
                    <a:pt x="3989" y="4189"/>
                    <a:pt x="3944" y="4219"/>
                    <a:pt x="3959" y="4264"/>
                  </a:cubicBezTo>
                  <a:cubicBezTo>
                    <a:pt x="3869" y="4279"/>
                    <a:pt x="3825" y="4369"/>
                    <a:pt x="3750" y="4413"/>
                  </a:cubicBezTo>
                  <a:cubicBezTo>
                    <a:pt x="3730" y="4423"/>
                    <a:pt x="3716" y="4427"/>
                    <a:pt x="3705" y="4427"/>
                  </a:cubicBezTo>
                  <a:cubicBezTo>
                    <a:pt x="3666" y="4427"/>
                    <a:pt x="3675" y="4374"/>
                    <a:pt x="3675" y="4339"/>
                  </a:cubicBezTo>
                  <a:cubicBezTo>
                    <a:pt x="3675" y="4294"/>
                    <a:pt x="3705" y="4264"/>
                    <a:pt x="3735" y="4219"/>
                  </a:cubicBezTo>
                  <a:cubicBezTo>
                    <a:pt x="3959" y="3726"/>
                    <a:pt x="4153" y="3219"/>
                    <a:pt x="4347" y="2726"/>
                  </a:cubicBezTo>
                  <a:cubicBezTo>
                    <a:pt x="4362" y="2666"/>
                    <a:pt x="4377" y="2621"/>
                    <a:pt x="4407" y="2576"/>
                  </a:cubicBezTo>
                  <a:lnTo>
                    <a:pt x="4407" y="2561"/>
                  </a:lnTo>
                  <a:lnTo>
                    <a:pt x="4422" y="2561"/>
                  </a:lnTo>
                  <a:cubicBezTo>
                    <a:pt x="4497" y="2546"/>
                    <a:pt x="4526" y="2487"/>
                    <a:pt x="4556" y="2442"/>
                  </a:cubicBezTo>
                  <a:cubicBezTo>
                    <a:pt x="4646" y="2293"/>
                    <a:pt x="4736" y="2173"/>
                    <a:pt x="4825" y="2024"/>
                  </a:cubicBezTo>
                  <a:cubicBezTo>
                    <a:pt x="4975" y="1815"/>
                    <a:pt x="5184" y="1635"/>
                    <a:pt x="5363" y="1441"/>
                  </a:cubicBezTo>
                  <a:cubicBezTo>
                    <a:pt x="5363" y="1441"/>
                    <a:pt x="5378" y="1426"/>
                    <a:pt x="5393" y="1426"/>
                  </a:cubicBezTo>
                  <a:close/>
                  <a:moveTo>
                    <a:pt x="4317" y="1232"/>
                  </a:moveTo>
                  <a:lnTo>
                    <a:pt x="4317" y="1232"/>
                  </a:lnTo>
                  <a:cubicBezTo>
                    <a:pt x="4347" y="1635"/>
                    <a:pt x="4302" y="2009"/>
                    <a:pt x="4198" y="2382"/>
                  </a:cubicBezTo>
                  <a:cubicBezTo>
                    <a:pt x="4168" y="2472"/>
                    <a:pt x="4123" y="2561"/>
                    <a:pt x="4153" y="2666"/>
                  </a:cubicBezTo>
                  <a:cubicBezTo>
                    <a:pt x="4153" y="2681"/>
                    <a:pt x="4153" y="2681"/>
                    <a:pt x="4168" y="2681"/>
                  </a:cubicBezTo>
                  <a:cubicBezTo>
                    <a:pt x="4108" y="2696"/>
                    <a:pt x="4093" y="2741"/>
                    <a:pt x="4063" y="2770"/>
                  </a:cubicBezTo>
                  <a:cubicBezTo>
                    <a:pt x="3869" y="3144"/>
                    <a:pt x="3690" y="3517"/>
                    <a:pt x="3556" y="3921"/>
                  </a:cubicBezTo>
                  <a:cubicBezTo>
                    <a:pt x="3526" y="3995"/>
                    <a:pt x="3496" y="4085"/>
                    <a:pt x="3541" y="4174"/>
                  </a:cubicBezTo>
                  <a:lnTo>
                    <a:pt x="3556" y="4189"/>
                  </a:lnTo>
                  <a:cubicBezTo>
                    <a:pt x="3549" y="4188"/>
                    <a:pt x="3543" y="4188"/>
                    <a:pt x="3536" y="4188"/>
                  </a:cubicBezTo>
                  <a:cubicBezTo>
                    <a:pt x="3462" y="4188"/>
                    <a:pt x="3434" y="4269"/>
                    <a:pt x="3406" y="4324"/>
                  </a:cubicBezTo>
                  <a:cubicBezTo>
                    <a:pt x="3332" y="4458"/>
                    <a:pt x="3257" y="4593"/>
                    <a:pt x="3167" y="4727"/>
                  </a:cubicBezTo>
                  <a:cubicBezTo>
                    <a:pt x="3078" y="4891"/>
                    <a:pt x="2973" y="5041"/>
                    <a:pt x="2794" y="5175"/>
                  </a:cubicBezTo>
                  <a:cubicBezTo>
                    <a:pt x="2794" y="4936"/>
                    <a:pt x="2764" y="4727"/>
                    <a:pt x="2794" y="4518"/>
                  </a:cubicBezTo>
                  <a:cubicBezTo>
                    <a:pt x="2824" y="4398"/>
                    <a:pt x="2869" y="4264"/>
                    <a:pt x="2809" y="4130"/>
                  </a:cubicBezTo>
                  <a:cubicBezTo>
                    <a:pt x="2809" y="4115"/>
                    <a:pt x="2809" y="4115"/>
                    <a:pt x="2809" y="4115"/>
                  </a:cubicBezTo>
                  <a:cubicBezTo>
                    <a:pt x="2884" y="3906"/>
                    <a:pt x="2958" y="3711"/>
                    <a:pt x="3048" y="3502"/>
                  </a:cubicBezTo>
                  <a:cubicBezTo>
                    <a:pt x="3078" y="3398"/>
                    <a:pt x="3093" y="3278"/>
                    <a:pt x="3182" y="3204"/>
                  </a:cubicBezTo>
                  <a:cubicBezTo>
                    <a:pt x="3182" y="3129"/>
                    <a:pt x="3197" y="3054"/>
                    <a:pt x="3242" y="2994"/>
                  </a:cubicBezTo>
                  <a:cubicBezTo>
                    <a:pt x="3257" y="2890"/>
                    <a:pt x="3287" y="2800"/>
                    <a:pt x="3347" y="2726"/>
                  </a:cubicBezTo>
                  <a:cubicBezTo>
                    <a:pt x="3362" y="2696"/>
                    <a:pt x="3362" y="2666"/>
                    <a:pt x="3376" y="2636"/>
                  </a:cubicBezTo>
                  <a:cubicBezTo>
                    <a:pt x="3466" y="2427"/>
                    <a:pt x="3556" y="2218"/>
                    <a:pt x="3660" y="2009"/>
                  </a:cubicBezTo>
                  <a:lnTo>
                    <a:pt x="3645" y="1994"/>
                  </a:lnTo>
                  <a:lnTo>
                    <a:pt x="3645" y="1994"/>
                  </a:lnTo>
                  <a:cubicBezTo>
                    <a:pt x="3660" y="2009"/>
                    <a:pt x="3675" y="2009"/>
                    <a:pt x="3675" y="2024"/>
                  </a:cubicBezTo>
                  <a:cubicBezTo>
                    <a:pt x="3750" y="1994"/>
                    <a:pt x="3780" y="1919"/>
                    <a:pt x="3810" y="1874"/>
                  </a:cubicBezTo>
                  <a:cubicBezTo>
                    <a:pt x="3959" y="1650"/>
                    <a:pt x="4123" y="1441"/>
                    <a:pt x="4317" y="1232"/>
                  </a:cubicBezTo>
                  <a:close/>
                  <a:moveTo>
                    <a:pt x="4047" y="465"/>
                  </a:moveTo>
                  <a:cubicBezTo>
                    <a:pt x="4095" y="465"/>
                    <a:pt x="4141" y="481"/>
                    <a:pt x="4183" y="530"/>
                  </a:cubicBezTo>
                  <a:cubicBezTo>
                    <a:pt x="4317" y="665"/>
                    <a:pt x="4302" y="874"/>
                    <a:pt x="4183" y="1023"/>
                  </a:cubicBezTo>
                  <a:cubicBezTo>
                    <a:pt x="4004" y="1247"/>
                    <a:pt x="3795" y="1471"/>
                    <a:pt x="3645" y="1740"/>
                  </a:cubicBezTo>
                  <a:cubicBezTo>
                    <a:pt x="3571" y="1785"/>
                    <a:pt x="3466" y="1815"/>
                    <a:pt x="3451" y="1934"/>
                  </a:cubicBezTo>
                  <a:cubicBezTo>
                    <a:pt x="3421" y="1979"/>
                    <a:pt x="3406" y="2024"/>
                    <a:pt x="3436" y="2068"/>
                  </a:cubicBezTo>
                  <a:lnTo>
                    <a:pt x="3451" y="2068"/>
                  </a:lnTo>
                  <a:cubicBezTo>
                    <a:pt x="3093" y="2741"/>
                    <a:pt x="2854" y="3443"/>
                    <a:pt x="2630" y="4145"/>
                  </a:cubicBezTo>
                  <a:lnTo>
                    <a:pt x="2630" y="4159"/>
                  </a:lnTo>
                  <a:cubicBezTo>
                    <a:pt x="2630" y="4145"/>
                    <a:pt x="2615" y="4145"/>
                    <a:pt x="2615" y="4145"/>
                  </a:cubicBezTo>
                  <a:cubicBezTo>
                    <a:pt x="2540" y="4159"/>
                    <a:pt x="2525" y="4234"/>
                    <a:pt x="2495" y="4279"/>
                  </a:cubicBezTo>
                  <a:cubicBezTo>
                    <a:pt x="2316" y="4623"/>
                    <a:pt x="2107" y="4951"/>
                    <a:pt x="1868" y="5250"/>
                  </a:cubicBezTo>
                  <a:cubicBezTo>
                    <a:pt x="1778" y="5369"/>
                    <a:pt x="1704" y="5489"/>
                    <a:pt x="1539" y="5578"/>
                  </a:cubicBezTo>
                  <a:cubicBezTo>
                    <a:pt x="1584" y="4772"/>
                    <a:pt x="1913" y="4070"/>
                    <a:pt x="2137" y="3353"/>
                  </a:cubicBezTo>
                  <a:cubicBezTo>
                    <a:pt x="2167" y="3278"/>
                    <a:pt x="2182" y="3204"/>
                    <a:pt x="2211" y="3144"/>
                  </a:cubicBezTo>
                  <a:cubicBezTo>
                    <a:pt x="2226" y="3114"/>
                    <a:pt x="2241" y="3084"/>
                    <a:pt x="2241" y="3054"/>
                  </a:cubicBezTo>
                  <a:cubicBezTo>
                    <a:pt x="2256" y="2994"/>
                    <a:pt x="2286" y="2935"/>
                    <a:pt x="2301" y="2875"/>
                  </a:cubicBezTo>
                  <a:cubicBezTo>
                    <a:pt x="2301" y="2875"/>
                    <a:pt x="2301" y="2875"/>
                    <a:pt x="2301" y="2860"/>
                  </a:cubicBezTo>
                  <a:lnTo>
                    <a:pt x="2331" y="2860"/>
                  </a:lnTo>
                  <a:cubicBezTo>
                    <a:pt x="2391" y="2815"/>
                    <a:pt x="2421" y="2741"/>
                    <a:pt x="2450" y="2666"/>
                  </a:cubicBezTo>
                  <a:cubicBezTo>
                    <a:pt x="2764" y="1994"/>
                    <a:pt x="3093" y="1337"/>
                    <a:pt x="3556" y="754"/>
                  </a:cubicBezTo>
                  <a:cubicBezTo>
                    <a:pt x="3600" y="709"/>
                    <a:pt x="3675" y="709"/>
                    <a:pt x="3705" y="650"/>
                  </a:cubicBezTo>
                  <a:cubicBezTo>
                    <a:pt x="3750" y="575"/>
                    <a:pt x="3810" y="530"/>
                    <a:pt x="3884" y="500"/>
                  </a:cubicBezTo>
                  <a:cubicBezTo>
                    <a:pt x="3939" y="484"/>
                    <a:pt x="3994" y="465"/>
                    <a:pt x="4047" y="465"/>
                  </a:cubicBezTo>
                  <a:close/>
                  <a:moveTo>
                    <a:pt x="3297" y="1"/>
                  </a:moveTo>
                  <a:cubicBezTo>
                    <a:pt x="3243" y="1"/>
                    <a:pt x="3184" y="13"/>
                    <a:pt x="3123" y="37"/>
                  </a:cubicBezTo>
                  <a:cubicBezTo>
                    <a:pt x="3033" y="82"/>
                    <a:pt x="2943" y="127"/>
                    <a:pt x="2869" y="187"/>
                  </a:cubicBezTo>
                  <a:cubicBezTo>
                    <a:pt x="2391" y="545"/>
                    <a:pt x="2122" y="1068"/>
                    <a:pt x="1823" y="1561"/>
                  </a:cubicBezTo>
                  <a:cubicBezTo>
                    <a:pt x="1569" y="1979"/>
                    <a:pt x="1345" y="2427"/>
                    <a:pt x="1121" y="2875"/>
                  </a:cubicBezTo>
                  <a:cubicBezTo>
                    <a:pt x="807" y="3472"/>
                    <a:pt x="509" y="4085"/>
                    <a:pt x="210" y="4697"/>
                  </a:cubicBezTo>
                  <a:cubicBezTo>
                    <a:pt x="61" y="4951"/>
                    <a:pt x="1" y="5235"/>
                    <a:pt x="61" y="5563"/>
                  </a:cubicBezTo>
                  <a:cubicBezTo>
                    <a:pt x="135" y="5265"/>
                    <a:pt x="210" y="5026"/>
                    <a:pt x="270" y="4772"/>
                  </a:cubicBezTo>
                  <a:lnTo>
                    <a:pt x="285" y="4772"/>
                  </a:lnTo>
                  <a:cubicBezTo>
                    <a:pt x="359" y="4593"/>
                    <a:pt x="449" y="4428"/>
                    <a:pt x="539" y="4264"/>
                  </a:cubicBezTo>
                  <a:cubicBezTo>
                    <a:pt x="807" y="3756"/>
                    <a:pt x="1076" y="3263"/>
                    <a:pt x="1330" y="2756"/>
                  </a:cubicBezTo>
                  <a:cubicBezTo>
                    <a:pt x="1674" y="2054"/>
                    <a:pt x="2062" y="1381"/>
                    <a:pt x="2510" y="754"/>
                  </a:cubicBezTo>
                  <a:cubicBezTo>
                    <a:pt x="2674" y="515"/>
                    <a:pt x="2869" y="291"/>
                    <a:pt x="3152" y="172"/>
                  </a:cubicBezTo>
                  <a:cubicBezTo>
                    <a:pt x="3206" y="148"/>
                    <a:pt x="3255" y="133"/>
                    <a:pt x="3300" y="133"/>
                  </a:cubicBezTo>
                  <a:cubicBezTo>
                    <a:pt x="3368" y="133"/>
                    <a:pt x="3427" y="166"/>
                    <a:pt x="3481" y="246"/>
                  </a:cubicBezTo>
                  <a:cubicBezTo>
                    <a:pt x="3556" y="381"/>
                    <a:pt x="3600" y="485"/>
                    <a:pt x="3451" y="605"/>
                  </a:cubicBezTo>
                  <a:cubicBezTo>
                    <a:pt x="3391" y="665"/>
                    <a:pt x="3332" y="739"/>
                    <a:pt x="3272" y="814"/>
                  </a:cubicBezTo>
                  <a:cubicBezTo>
                    <a:pt x="2809" y="1426"/>
                    <a:pt x="2480" y="2113"/>
                    <a:pt x="2182" y="2815"/>
                  </a:cubicBezTo>
                  <a:cubicBezTo>
                    <a:pt x="2152" y="2875"/>
                    <a:pt x="2137" y="2935"/>
                    <a:pt x="2122" y="2980"/>
                  </a:cubicBezTo>
                  <a:cubicBezTo>
                    <a:pt x="2092" y="3039"/>
                    <a:pt x="2092" y="3084"/>
                    <a:pt x="2047" y="3129"/>
                  </a:cubicBezTo>
                  <a:cubicBezTo>
                    <a:pt x="1928" y="3458"/>
                    <a:pt x="1793" y="3771"/>
                    <a:pt x="1674" y="4100"/>
                  </a:cubicBezTo>
                  <a:cubicBezTo>
                    <a:pt x="1495" y="4593"/>
                    <a:pt x="1330" y="5100"/>
                    <a:pt x="1345" y="5638"/>
                  </a:cubicBezTo>
                  <a:cubicBezTo>
                    <a:pt x="1360" y="5698"/>
                    <a:pt x="1390" y="5788"/>
                    <a:pt x="1435" y="5817"/>
                  </a:cubicBezTo>
                  <a:cubicBezTo>
                    <a:pt x="1444" y="5826"/>
                    <a:pt x="1459" y="5830"/>
                    <a:pt x="1477" y="5830"/>
                  </a:cubicBezTo>
                  <a:cubicBezTo>
                    <a:pt x="1519" y="5830"/>
                    <a:pt x="1578" y="5809"/>
                    <a:pt x="1599" y="5788"/>
                  </a:cubicBezTo>
                  <a:cubicBezTo>
                    <a:pt x="1763" y="5638"/>
                    <a:pt x="1928" y="5489"/>
                    <a:pt x="2062" y="5310"/>
                  </a:cubicBezTo>
                  <a:cubicBezTo>
                    <a:pt x="2241" y="5071"/>
                    <a:pt x="2406" y="4802"/>
                    <a:pt x="2600" y="4503"/>
                  </a:cubicBezTo>
                  <a:cubicBezTo>
                    <a:pt x="2600" y="4772"/>
                    <a:pt x="2600" y="4981"/>
                    <a:pt x="2600" y="5190"/>
                  </a:cubicBezTo>
                  <a:cubicBezTo>
                    <a:pt x="2615" y="5280"/>
                    <a:pt x="2585" y="5399"/>
                    <a:pt x="2704" y="5414"/>
                  </a:cubicBezTo>
                  <a:cubicBezTo>
                    <a:pt x="2779" y="5414"/>
                    <a:pt x="2884" y="5369"/>
                    <a:pt x="2928" y="5310"/>
                  </a:cubicBezTo>
                  <a:cubicBezTo>
                    <a:pt x="3137" y="5056"/>
                    <a:pt x="3332" y="4787"/>
                    <a:pt x="3526" y="4533"/>
                  </a:cubicBezTo>
                  <a:cubicBezTo>
                    <a:pt x="3569" y="4594"/>
                    <a:pt x="3618" y="4634"/>
                    <a:pt x="3671" y="4634"/>
                  </a:cubicBezTo>
                  <a:cubicBezTo>
                    <a:pt x="3710" y="4634"/>
                    <a:pt x="3751" y="4613"/>
                    <a:pt x="3795" y="4563"/>
                  </a:cubicBezTo>
                  <a:cubicBezTo>
                    <a:pt x="3869" y="4503"/>
                    <a:pt x="3944" y="4443"/>
                    <a:pt x="4034" y="4384"/>
                  </a:cubicBezTo>
                  <a:cubicBezTo>
                    <a:pt x="4661" y="3801"/>
                    <a:pt x="5094" y="3099"/>
                    <a:pt x="5393" y="2307"/>
                  </a:cubicBezTo>
                  <a:cubicBezTo>
                    <a:pt x="5408" y="2293"/>
                    <a:pt x="5408" y="2278"/>
                    <a:pt x="5408" y="2248"/>
                  </a:cubicBezTo>
                  <a:cubicBezTo>
                    <a:pt x="5438" y="2173"/>
                    <a:pt x="5467" y="2083"/>
                    <a:pt x="5497" y="2009"/>
                  </a:cubicBezTo>
                  <a:cubicBezTo>
                    <a:pt x="5497" y="1994"/>
                    <a:pt x="5497" y="1979"/>
                    <a:pt x="5497" y="1979"/>
                  </a:cubicBezTo>
                  <a:lnTo>
                    <a:pt x="5572" y="1352"/>
                  </a:lnTo>
                  <a:cubicBezTo>
                    <a:pt x="5627" y="1319"/>
                    <a:pt x="5675" y="1302"/>
                    <a:pt x="5716" y="1302"/>
                  </a:cubicBezTo>
                  <a:cubicBezTo>
                    <a:pt x="5786" y="1302"/>
                    <a:pt x="5831" y="1352"/>
                    <a:pt x="5841" y="1456"/>
                  </a:cubicBezTo>
                  <a:cubicBezTo>
                    <a:pt x="5841" y="1725"/>
                    <a:pt x="5856" y="1994"/>
                    <a:pt x="5781" y="2248"/>
                  </a:cubicBezTo>
                  <a:cubicBezTo>
                    <a:pt x="5617" y="2860"/>
                    <a:pt x="5243" y="3383"/>
                    <a:pt x="4900" y="3921"/>
                  </a:cubicBezTo>
                  <a:cubicBezTo>
                    <a:pt x="4751" y="4130"/>
                    <a:pt x="4616" y="4339"/>
                    <a:pt x="4467" y="4563"/>
                  </a:cubicBezTo>
                  <a:cubicBezTo>
                    <a:pt x="4475" y="4603"/>
                    <a:pt x="4491" y="4617"/>
                    <a:pt x="4512" y="4617"/>
                  </a:cubicBezTo>
                  <a:cubicBezTo>
                    <a:pt x="4530" y="4617"/>
                    <a:pt x="4551" y="4606"/>
                    <a:pt x="4571" y="4593"/>
                  </a:cubicBezTo>
                  <a:cubicBezTo>
                    <a:pt x="4601" y="4548"/>
                    <a:pt x="4631" y="4518"/>
                    <a:pt x="4676" y="4488"/>
                  </a:cubicBezTo>
                  <a:cubicBezTo>
                    <a:pt x="5094" y="3965"/>
                    <a:pt x="5453" y="3398"/>
                    <a:pt x="5736" y="2785"/>
                  </a:cubicBezTo>
                  <a:cubicBezTo>
                    <a:pt x="5930" y="2412"/>
                    <a:pt x="6035" y="2009"/>
                    <a:pt x="6005" y="1591"/>
                  </a:cubicBezTo>
                  <a:cubicBezTo>
                    <a:pt x="5990" y="1352"/>
                    <a:pt x="5901" y="1187"/>
                    <a:pt x="5751" y="1187"/>
                  </a:cubicBezTo>
                  <a:cubicBezTo>
                    <a:pt x="5587" y="1187"/>
                    <a:pt x="5572" y="1113"/>
                    <a:pt x="5557" y="978"/>
                  </a:cubicBezTo>
                  <a:cubicBezTo>
                    <a:pt x="5543" y="703"/>
                    <a:pt x="5428" y="542"/>
                    <a:pt x="5211" y="542"/>
                  </a:cubicBezTo>
                  <a:cubicBezTo>
                    <a:pt x="5193" y="542"/>
                    <a:pt x="5174" y="543"/>
                    <a:pt x="5154" y="545"/>
                  </a:cubicBezTo>
                  <a:cubicBezTo>
                    <a:pt x="5019" y="560"/>
                    <a:pt x="4885" y="620"/>
                    <a:pt x="4751" y="665"/>
                  </a:cubicBezTo>
                  <a:cubicBezTo>
                    <a:pt x="4721" y="679"/>
                    <a:pt x="4706" y="679"/>
                    <a:pt x="4676" y="694"/>
                  </a:cubicBezTo>
                  <a:cubicBezTo>
                    <a:pt x="4600" y="745"/>
                    <a:pt x="4556" y="774"/>
                    <a:pt x="4526" y="774"/>
                  </a:cubicBezTo>
                  <a:cubicBezTo>
                    <a:pt x="4483" y="774"/>
                    <a:pt x="4465" y="719"/>
                    <a:pt x="4422" y="590"/>
                  </a:cubicBezTo>
                  <a:cubicBezTo>
                    <a:pt x="4349" y="382"/>
                    <a:pt x="4225" y="275"/>
                    <a:pt x="4066" y="275"/>
                  </a:cubicBezTo>
                  <a:cubicBezTo>
                    <a:pt x="3997" y="275"/>
                    <a:pt x="3921" y="295"/>
                    <a:pt x="3839" y="336"/>
                  </a:cubicBezTo>
                  <a:cubicBezTo>
                    <a:pt x="3794" y="356"/>
                    <a:pt x="3756" y="372"/>
                    <a:pt x="3724" y="372"/>
                  </a:cubicBezTo>
                  <a:cubicBezTo>
                    <a:pt x="3682" y="372"/>
                    <a:pt x="3649" y="345"/>
                    <a:pt x="3615" y="261"/>
                  </a:cubicBezTo>
                  <a:cubicBezTo>
                    <a:pt x="3561" y="87"/>
                    <a:pt x="3444" y="1"/>
                    <a:pt x="3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2"/>
            <p:cNvSpPr/>
            <p:nvPr/>
          </p:nvSpPr>
          <p:spPr>
            <a:xfrm rot="-785059" flipH="1">
              <a:off x="8090587" y="2345764"/>
              <a:ext cx="2969284" cy="3223424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42"/>
          <p:cNvSpPr txBox="1">
            <a:spLocks noGrp="1"/>
          </p:cNvSpPr>
          <p:nvPr>
            <p:ph type="ctrTitle"/>
          </p:nvPr>
        </p:nvSpPr>
        <p:spPr>
          <a:xfrm>
            <a:off x="895650" y="1432275"/>
            <a:ext cx="7352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42"/>
          <p:cNvSpPr txBox="1">
            <a:spLocks noGrp="1"/>
          </p:cNvSpPr>
          <p:nvPr>
            <p:ph type="subTitle" idx="1"/>
          </p:nvPr>
        </p:nvSpPr>
        <p:spPr>
          <a:xfrm>
            <a:off x="2307675" y="3235425"/>
            <a:ext cx="452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3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30" name="Google Shape;130;p43"/>
          <p:cNvGrpSpPr/>
          <p:nvPr/>
        </p:nvGrpSpPr>
        <p:grpSpPr>
          <a:xfrm>
            <a:off x="-1503869" y="-1922657"/>
            <a:ext cx="11795669" cy="10299285"/>
            <a:chOff x="-1503869" y="-1922657"/>
            <a:chExt cx="11795669" cy="10299285"/>
          </a:xfrm>
        </p:grpSpPr>
        <p:sp>
          <p:nvSpPr>
            <p:cNvPr id="131" name="Google Shape;131;p43"/>
            <p:cNvSpPr/>
            <p:nvPr/>
          </p:nvSpPr>
          <p:spPr>
            <a:xfrm rot="-3791204">
              <a:off x="-720628" y="4383927"/>
              <a:ext cx="3046820" cy="3629129"/>
            </a:xfrm>
            <a:custGeom>
              <a:avLst/>
              <a:gdLst/>
              <a:ahLst/>
              <a:cxnLst/>
              <a:rect l="l" t="t" r="r" b="b"/>
              <a:pathLst>
                <a:path w="7095" h="8451" extrusionOk="0">
                  <a:moveTo>
                    <a:pt x="896" y="5048"/>
                  </a:moveTo>
                  <a:cubicBezTo>
                    <a:pt x="896" y="5067"/>
                    <a:pt x="896" y="5085"/>
                    <a:pt x="897" y="5102"/>
                  </a:cubicBezTo>
                  <a:lnTo>
                    <a:pt x="897" y="5102"/>
                  </a:lnTo>
                  <a:cubicBezTo>
                    <a:pt x="893" y="5083"/>
                    <a:pt x="889" y="5064"/>
                    <a:pt x="896" y="5048"/>
                  </a:cubicBezTo>
                  <a:close/>
                  <a:moveTo>
                    <a:pt x="2823" y="0"/>
                  </a:moveTo>
                  <a:cubicBezTo>
                    <a:pt x="2808" y="15"/>
                    <a:pt x="2793" y="15"/>
                    <a:pt x="2778" y="15"/>
                  </a:cubicBezTo>
                  <a:cubicBezTo>
                    <a:pt x="2763" y="30"/>
                    <a:pt x="2763" y="45"/>
                    <a:pt x="2748" y="60"/>
                  </a:cubicBezTo>
                  <a:cubicBezTo>
                    <a:pt x="2719" y="75"/>
                    <a:pt x="2704" y="90"/>
                    <a:pt x="2689" y="105"/>
                  </a:cubicBezTo>
                  <a:cubicBezTo>
                    <a:pt x="2674" y="120"/>
                    <a:pt x="2659" y="120"/>
                    <a:pt x="2644" y="120"/>
                  </a:cubicBezTo>
                  <a:cubicBezTo>
                    <a:pt x="2644" y="135"/>
                    <a:pt x="2629" y="135"/>
                    <a:pt x="2629" y="149"/>
                  </a:cubicBezTo>
                  <a:cubicBezTo>
                    <a:pt x="2629" y="149"/>
                    <a:pt x="2629" y="149"/>
                    <a:pt x="2629" y="164"/>
                  </a:cubicBezTo>
                  <a:cubicBezTo>
                    <a:pt x="2599" y="194"/>
                    <a:pt x="2689" y="209"/>
                    <a:pt x="2614" y="269"/>
                  </a:cubicBezTo>
                  <a:cubicBezTo>
                    <a:pt x="2609" y="264"/>
                    <a:pt x="2604" y="262"/>
                    <a:pt x="2599" y="262"/>
                  </a:cubicBezTo>
                  <a:cubicBezTo>
                    <a:pt x="2587" y="262"/>
                    <a:pt x="2574" y="269"/>
                    <a:pt x="2554" y="269"/>
                  </a:cubicBezTo>
                  <a:cubicBezTo>
                    <a:pt x="2554" y="269"/>
                    <a:pt x="2554" y="254"/>
                    <a:pt x="2539" y="254"/>
                  </a:cubicBezTo>
                  <a:cubicBezTo>
                    <a:pt x="2539" y="254"/>
                    <a:pt x="2539" y="269"/>
                    <a:pt x="2539" y="269"/>
                  </a:cubicBezTo>
                  <a:cubicBezTo>
                    <a:pt x="2524" y="269"/>
                    <a:pt x="2524" y="269"/>
                    <a:pt x="2509" y="254"/>
                  </a:cubicBezTo>
                  <a:cubicBezTo>
                    <a:pt x="2495" y="269"/>
                    <a:pt x="2480" y="269"/>
                    <a:pt x="2480" y="269"/>
                  </a:cubicBezTo>
                  <a:cubicBezTo>
                    <a:pt x="2435" y="299"/>
                    <a:pt x="2405" y="344"/>
                    <a:pt x="2360" y="359"/>
                  </a:cubicBezTo>
                  <a:cubicBezTo>
                    <a:pt x="2330" y="388"/>
                    <a:pt x="2315" y="433"/>
                    <a:pt x="2285" y="448"/>
                  </a:cubicBezTo>
                  <a:cubicBezTo>
                    <a:pt x="2226" y="493"/>
                    <a:pt x="2196" y="538"/>
                    <a:pt x="2151" y="598"/>
                  </a:cubicBezTo>
                  <a:cubicBezTo>
                    <a:pt x="2151" y="613"/>
                    <a:pt x="2136" y="627"/>
                    <a:pt x="2106" y="642"/>
                  </a:cubicBezTo>
                  <a:cubicBezTo>
                    <a:pt x="2061" y="672"/>
                    <a:pt x="2032" y="717"/>
                    <a:pt x="2002" y="762"/>
                  </a:cubicBezTo>
                  <a:cubicBezTo>
                    <a:pt x="1987" y="777"/>
                    <a:pt x="1987" y="807"/>
                    <a:pt x="1957" y="822"/>
                  </a:cubicBezTo>
                  <a:cubicBezTo>
                    <a:pt x="1942" y="837"/>
                    <a:pt x="1927" y="866"/>
                    <a:pt x="1912" y="896"/>
                  </a:cubicBezTo>
                  <a:cubicBezTo>
                    <a:pt x="1897" y="911"/>
                    <a:pt x="1882" y="926"/>
                    <a:pt x="1867" y="926"/>
                  </a:cubicBezTo>
                  <a:cubicBezTo>
                    <a:pt x="1852" y="941"/>
                    <a:pt x="1837" y="956"/>
                    <a:pt x="1822" y="971"/>
                  </a:cubicBezTo>
                  <a:cubicBezTo>
                    <a:pt x="1822" y="986"/>
                    <a:pt x="1822" y="986"/>
                    <a:pt x="1822" y="1001"/>
                  </a:cubicBezTo>
                  <a:cubicBezTo>
                    <a:pt x="1807" y="1016"/>
                    <a:pt x="1793" y="1016"/>
                    <a:pt x="1778" y="1031"/>
                  </a:cubicBezTo>
                  <a:cubicBezTo>
                    <a:pt x="1733" y="1076"/>
                    <a:pt x="1673" y="1120"/>
                    <a:pt x="1628" y="1165"/>
                  </a:cubicBezTo>
                  <a:lnTo>
                    <a:pt x="971" y="2166"/>
                  </a:lnTo>
                  <a:lnTo>
                    <a:pt x="956" y="2166"/>
                  </a:lnTo>
                  <a:cubicBezTo>
                    <a:pt x="956" y="2166"/>
                    <a:pt x="941" y="2166"/>
                    <a:pt x="926" y="2151"/>
                  </a:cubicBezTo>
                  <a:lnTo>
                    <a:pt x="911" y="2151"/>
                  </a:lnTo>
                  <a:cubicBezTo>
                    <a:pt x="908" y="2154"/>
                    <a:pt x="905" y="2155"/>
                    <a:pt x="901" y="2155"/>
                  </a:cubicBezTo>
                  <a:cubicBezTo>
                    <a:pt x="885" y="2155"/>
                    <a:pt x="864" y="2136"/>
                    <a:pt x="852" y="2136"/>
                  </a:cubicBezTo>
                  <a:cubicBezTo>
                    <a:pt x="792" y="2121"/>
                    <a:pt x="777" y="2076"/>
                    <a:pt x="777" y="2031"/>
                  </a:cubicBezTo>
                  <a:cubicBezTo>
                    <a:pt x="777" y="2031"/>
                    <a:pt x="762" y="2016"/>
                    <a:pt x="762" y="2016"/>
                  </a:cubicBezTo>
                  <a:lnTo>
                    <a:pt x="732" y="2016"/>
                  </a:lnTo>
                  <a:cubicBezTo>
                    <a:pt x="687" y="2076"/>
                    <a:pt x="642" y="2121"/>
                    <a:pt x="598" y="2181"/>
                  </a:cubicBezTo>
                  <a:cubicBezTo>
                    <a:pt x="553" y="2241"/>
                    <a:pt x="523" y="2300"/>
                    <a:pt x="478" y="2360"/>
                  </a:cubicBezTo>
                  <a:cubicBezTo>
                    <a:pt x="478" y="2375"/>
                    <a:pt x="463" y="2375"/>
                    <a:pt x="463" y="2375"/>
                  </a:cubicBezTo>
                  <a:cubicBezTo>
                    <a:pt x="448" y="2375"/>
                    <a:pt x="448" y="2390"/>
                    <a:pt x="448" y="2390"/>
                  </a:cubicBezTo>
                  <a:cubicBezTo>
                    <a:pt x="389" y="2524"/>
                    <a:pt x="314" y="2659"/>
                    <a:pt x="254" y="2793"/>
                  </a:cubicBezTo>
                  <a:cubicBezTo>
                    <a:pt x="224" y="2868"/>
                    <a:pt x="179" y="2942"/>
                    <a:pt x="165" y="3032"/>
                  </a:cubicBezTo>
                  <a:cubicBezTo>
                    <a:pt x="165" y="3092"/>
                    <a:pt x="120" y="3152"/>
                    <a:pt x="135" y="3226"/>
                  </a:cubicBezTo>
                  <a:cubicBezTo>
                    <a:pt x="135" y="3241"/>
                    <a:pt x="135" y="3271"/>
                    <a:pt x="120" y="3301"/>
                  </a:cubicBezTo>
                  <a:cubicBezTo>
                    <a:pt x="105" y="3301"/>
                    <a:pt x="105" y="3331"/>
                    <a:pt x="120" y="3331"/>
                  </a:cubicBezTo>
                  <a:cubicBezTo>
                    <a:pt x="146" y="3384"/>
                    <a:pt x="277" y="3518"/>
                    <a:pt x="205" y="3518"/>
                  </a:cubicBezTo>
                  <a:cubicBezTo>
                    <a:pt x="195" y="3518"/>
                    <a:pt x="182" y="3515"/>
                    <a:pt x="165" y="3510"/>
                  </a:cubicBezTo>
                  <a:lnTo>
                    <a:pt x="60" y="3510"/>
                  </a:lnTo>
                  <a:cubicBezTo>
                    <a:pt x="45" y="3525"/>
                    <a:pt x="45" y="3540"/>
                    <a:pt x="45" y="3570"/>
                  </a:cubicBezTo>
                  <a:cubicBezTo>
                    <a:pt x="45" y="3585"/>
                    <a:pt x="45" y="3600"/>
                    <a:pt x="45" y="3615"/>
                  </a:cubicBezTo>
                  <a:cubicBezTo>
                    <a:pt x="45" y="3644"/>
                    <a:pt x="30" y="3674"/>
                    <a:pt x="15" y="3689"/>
                  </a:cubicBezTo>
                  <a:cubicBezTo>
                    <a:pt x="15" y="3704"/>
                    <a:pt x="15" y="3704"/>
                    <a:pt x="15" y="3704"/>
                  </a:cubicBezTo>
                  <a:cubicBezTo>
                    <a:pt x="15" y="3719"/>
                    <a:pt x="30" y="3734"/>
                    <a:pt x="15" y="3749"/>
                  </a:cubicBezTo>
                  <a:cubicBezTo>
                    <a:pt x="0" y="3809"/>
                    <a:pt x="15" y="3854"/>
                    <a:pt x="30" y="3898"/>
                  </a:cubicBezTo>
                  <a:cubicBezTo>
                    <a:pt x="45" y="3913"/>
                    <a:pt x="30" y="3913"/>
                    <a:pt x="30" y="3928"/>
                  </a:cubicBezTo>
                  <a:cubicBezTo>
                    <a:pt x="45" y="3943"/>
                    <a:pt x="15" y="3958"/>
                    <a:pt x="15" y="3973"/>
                  </a:cubicBezTo>
                  <a:cubicBezTo>
                    <a:pt x="30" y="3973"/>
                    <a:pt x="30" y="3988"/>
                    <a:pt x="30" y="3988"/>
                  </a:cubicBezTo>
                  <a:cubicBezTo>
                    <a:pt x="90" y="4063"/>
                    <a:pt x="150" y="4137"/>
                    <a:pt x="209" y="4197"/>
                  </a:cubicBezTo>
                  <a:cubicBezTo>
                    <a:pt x="269" y="4287"/>
                    <a:pt x="329" y="4361"/>
                    <a:pt x="374" y="4451"/>
                  </a:cubicBezTo>
                  <a:cubicBezTo>
                    <a:pt x="404" y="4526"/>
                    <a:pt x="433" y="4585"/>
                    <a:pt x="463" y="4660"/>
                  </a:cubicBezTo>
                  <a:cubicBezTo>
                    <a:pt x="508" y="4750"/>
                    <a:pt x="523" y="4824"/>
                    <a:pt x="553" y="4914"/>
                  </a:cubicBezTo>
                  <a:cubicBezTo>
                    <a:pt x="568" y="4944"/>
                    <a:pt x="568" y="4989"/>
                    <a:pt x="598" y="5019"/>
                  </a:cubicBezTo>
                  <a:cubicBezTo>
                    <a:pt x="613" y="5019"/>
                    <a:pt x="628" y="5034"/>
                    <a:pt x="642" y="5034"/>
                  </a:cubicBezTo>
                  <a:cubicBezTo>
                    <a:pt x="672" y="5063"/>
                    <a:pt x="687" y="5093"/>
                    <a:pt x="732" y="5093"/>
                  </a:cubicBezTo>
                  <a:cubicBezTo>
                    <a:pt x="747" y="5108"/>
                    <a:pt x="762" y="5108"/>
                    <a:pt x="777" y="5123"/>
                  </a:cubicBezTo>
                  <a:cubicBezTo>
                    <a:pt x="792" y="5138"/>
                    <a:pt x="807" y="5153"/>
                    <a:pt x="807" y="5153"/>
                  </a:cubicBezTo>
                  <a:cubicBezTo>
                    <a:pt x="822" y="5168"/>
                    <a:pt x="837" y="5175"/>
                    <a:pt x="852" y="5175"/>
                  </a:cubicBezTo>
                  <a:cubicBezTo>
                    <a:pt x="867" y="5175"/>
                    <a:pt x="881" y="5168"/>
                    <a:pt x="896" y="5153"/>
                  </a:cubicBezTo>
                  <a:cubicBezTo>
                    <a:pt x="897" y="5152"/>
                    <a:pt x="898" y="5150"/>
                    <a:pt x="898" y="5149"/>
                  </a:cubicBezTo>
                  <a:lnTo>
                    <a:pt x="898" y="5149"/>
                  </a:lnTo>
                  <a:cubicBezTo>
                    <a:pt x="900" y="5184"/>
                    <a:pt x="904" y="5219"/>
                    <a:pt x="911" y="5258"/>
                  </a:cubicBezTo>
                  <a:cubicBezTo>
                    <a:pt x="916" y="5263"/>
                    <a:pt x="921" y="5264"/>
                    <a:pt x="926" y="5264"/>
                  </a:cubicBezTo>
                  <a:cubicBezTo>
                    <a:pt x="935" y="5264"/>
                    <a:pt x="941" y="5258"/>
                    <a:pt x="941" y="5258"/>
                  </a:cubicBezTo>
                  <a:lnTo>
                    <a:pt x="956" y="5258"/>
                  </a:lnTo>
                  <a:cubicBezTo>
                    <a:pt x="961" y="5263"/>
                    <a:pt x="966" y="5264"/>
                    <a:pt x="971" y="5264"/>
                  </a:cubicBezTo>
                  <a:cubicBezTo>
                    <a:pt x="981" y="5264"/>
                    <a:pt x="991" y="5258"/>
                    <a:pt x="1001" y="5258"/>
                  </a:cubicBezTo>
                  <a:lnTo>
                    <a:pt x="1106" y="5258"/>
                  </a:lnTo>
                  <a:cubicBezTo>
                    <a:pt x="1120" y="5258"/>
                    <a:pt x="1135" y="5258"/>
                    <a:pt x="1135" y="5243"/>
                  </a:cubicBezTo>
                  <a:cubicBezTo>
                    <a:pt x="1143" y="5235"/>
                    <a:pt x="1150" y="5224"/>
                    <a:pt x="1154" y="5212"/>
                  </a:cubicBezTo>
                  <a:lnTo>
                    <a:pt x="1154" y="5212"/>
                  </a:lnTo>
                  <a:cubicBezTo>
                    <a:pt x="1159" y="5232"/>
                    <a:pt x="1165" y="5252"/>
                    <a:pt x="1165" y="5272"/>
                  </a:cubicBezTo>
                  <a:cubicBezTo>
                    <a:pt x="1165" y="5272"/>
                    <a:pt x="1165" y="5287"/>
                    <a:pt x="1165" y="5302"/>
                  </a:cubicBezTo>
                  <a:cubicBezTo>
                    <a:pt x="1195" y="5332"/>
                    <a:pt x="1225" y="5347"/>
                    <a:pt x="1255" y="5362"/>
                  </a:cubicBezTo>
                  <a:cubicBezTo>
                    <a:pt x="1255" y="5362"/>
                    <a:pt x="1270" y="5377"/>
                    <a:pt x="1270" y="5392"/>
                  </a:cubicBezTo>
                  <a:cubicBezTo>
                    <a:pt x="1285" y="5407"/>
                    <a:pt x="1300" y="5422"/>
                    <a:pt x="1330" y="5437"/>
                  </a:cubicBezTo>
                  <a:cubicBezTo>
                    <a:pt x="1374" y="5437"/>
                    <a:pt x="1389" y="5482"/>
                    <a:pt x="1419" y="5511"/>
                  </a:cubicBezTo>
                  <a:cubicBezTo>
                    <a:pt x="1449" y="5526"/>
                    <a:pt x="1479" y="5571"/>
                    <a:pt x="1509" y="5586"/>
                  </a:cubicBezTo>
                  <a:cubicBezTo>
                    <a:pt x="1539" y="5616"/>
                    <a:pt x="1583" y="5616"/>
                    <a:pt x="1613" y="5646"/>
                  </a:cubicBezTo>
                  <a:cubicBezTo>
                    <a:pt x="1613" y="5661"/>
                    <a:pt x="1613" y="5661"/>
                    <a:pt x="1613" y="5661"/>
                  </a:cubicBezTo>
                  <a:cubicBezTo>
                    <a:pt x="1613" y="5661"/>
                    <a:pt x="1613" y="5676"/>
                    <a:pt x="1613" y="5691"/>
                  </a:cubicBezTo>
                  <a:lnTo>
                    <a:pt x="1628" y="5691"/>
                  </a:lnTo>
                  <a:cubicBezTo>
                    <a:pt x="1643" y="5691"/>
                    <a:pt x="1643" y="5691"/>
                    <a:pt x="1643" y="5676"/>
                  </a:cubicBezTo>
                  <a:cubicBezTo>
                    <a:pt x="1658" y="5661"/>
                    <a:pt x="1658" y="5661"/>
                    <a:pt x="1658" y="5646"/>
                  </a:cubicBezTo>
                  <a:cubicBezTo>
                    <a:pt x="1658" y="5661"/>
                    <a:pt x="1658" y="5676"/>
                    <a:pt x="1658" y="5676"/>
                  </a:cubicBezTo>
                  <a:cubicBezTo>
                    <a:pt x="1658" y="5691"/>
                    <a:pt x="1658" y="5706"/>
                    <a:pt x="1658" y="5706"/>
                  </a:cubicBezTo>
                  <a:cubicBezTo>
                    <a:pt x="1688" y="5735"/>
                    <a:pt x="1718" y="5765"/>
                    <a:pt x="1748" y="5780"/>
                  </a:cubicBezTo>
                  <a:cubicBezTo>
                    <a:pt x="1748" y="5780"/>
                    <a:pt x="1748" y="5795"/>
                    <a:pt x="1748" y="5795"/>
                  </a:cubicBezTo>
                  <a:cubicBezTo>
                    <a:pt x="1778" y="5810"/>
                    <a:pt x="1807" y="5825"/>
                    <a:pt x="1822" y="5855"/>
                  </a:cubicBezTo>
                  <a:cubicBezTo>
                    <a:pt x="1837" y="5870"/>
                    <a:pt x="1852" y="5870"/>
                    <a:pt x="1867" y="5870"/>
                  </a:cubicBezTo>
                  <a:cubicBezTo>
                    <a:pt x="1867" y="5855"/>
                    <a:pt x="1882" y="5855"/>
                    <a:pt x="1882" y="5855"/>
                  </a:cubicBezTo>
                  <a:cubicBezTo>
                    <a:pt x="1882" y="5870"/>
                    <a:pt x="1882" y="5885"/>
                    <a:pt x="1882" y="5900"/>
                  </a:cubicBezTo>
                  <a:cubicBezTo>
                    <a:pt x="1882" y="5900"/>
                    <a:pt x="1882" y="5915"/>
                    <a:pt x="1882" y="5915"/>
                  </a:cubicBezTo>
                  <a:cubicBezTo>
                    <a:pt x="1912" y="5930"/>
                    <a:pt x="1942" y="5945"/>
                    <a:pt x="1942" y="5974"/>
                  </a:cubicBezTo>
                  <a:cubicBezTo>
                    <a:pt x="1957" y="5989"/>
                    <a:pt x="1957" y="5989"/>
                    <a:pt x="1972" y="5989"/>
                  </a:cubicBezTo>
                  <a:cubicBezTo>
                    <a:pt x="1987" y="5989"/>
                    <a:pt x="1972" y="6004"/>
                    <a:pt x="1972" y="6004"/>
                  </a:cubicBezTo>
                  <a:cubicBezTo>
                    <a:pt x="2002" y="6019"/>
                    <a:pt x="2032" y="6049"/>
                    <a:pt x="2061" y="6079"/>
                  </a:cubicBezTo>
                  <a:cubicBezTo>
                    <a:pt x="2074" y="6103"/>
                    <a:pt x="2076" y="6128"/>
                    <a:pt x="2101" y="6128"/>
                  </a:cubicBezTo>
                  <a:cubicBezTo>
                    <a:pt x="2106" y="6128"/>
                    <a:pt x="2113" y="6127"/>
                    <a:pt x="2121" y="6124"/>
                  </a:cubicBezTo>
                  <a:cubicBezTo>
                    <a:pt x="2166" y="6184"/>
                    <a:pt x="2181" y="6318"/>
                    <a:pt x="2196" y="6333"/>
                  </a:cubicBezTo>
                  <a:cubicBezTo>
                    <a:pt x="2211" y="6333"/>
                    <a:pt x="2211" y="6333"/>
                    <a:pt x="2211" y="6348"/>
                  </a:cubicBezTo>
                  <a:cubicBezTo>
                    <a:pt x="2196" y="6348"/>
                    <a:pt x="2196" y="6363"/>
                    <a:pt x="2211" y="6363"/>
                  </a:cubicBezTo>
                  <a:cubicBezTo>
                    <a:pt x="2241" y="6378"/>
                    <a:pt x="2226" y="6423"/>
                    <a:pt x="2226" y="6437"/>
                  </a:cubicBezTo>
                  <a:cubicBezTo>
                    <a:pt x="2226" y="6452"/>
                    <a:pt x="2241" y="6467"/>
                    <a:pt x="2241" y="6467"/>
                  </a:cubicBezTo>
                  <a:cubicBezTo>
                    <a:pt x="2256" y="6467"/>
                    <a:pt x="2285" y="6482"/>
                    <a:pt x="2256" y="6497"/>
                  </a:cubicBezTo>
                  <a:cubicBezTo>
                    <a:pt x="2241" y="6497"/>
                    <a:pt x="2241" y="6512"/>
                    <a:pt x="2256" y="6527"/>
                  </a:cubicBezTo>
                  <a:cubicBezTo>
                    <a:pt x="2256" y="6527"/>
                    <a:pt x="2256" y="6542"/>
                    <a:pt x="2270" y="6542"/>
                  </a:cubicBezTo>
                  <a:cubicBezTo>
                    <a:pt x="2270" y="6542"/>
                    <a:pt x="2277" y="6535"/>
                    <a:pt x="2282" y="6535"/>
                  </a:cubicBezTo>
                  <a:cubicBezTo>
                    <a:pt x="2284" y="6535"/>
                    <a:pt x="2285" y="6537"/>
                    <a:pt x="2285" y="6542"/>
                  </a:cubicBezTo>
                  <a:lnTo>
                    <a:pt x="2270" y="6542"/>
                  </a:lnTo>
                  <a:cubicBezTo>
                    <a:pt x="2256" y="6542"/>
                    <a:pt x="2256" y="6542"/>
                    <a:pt x="2256" y="6557"/>
                  </a:cubicBezTo>
                  <a:cubicBezTo>
                    <a:pt x="2270" y="6572"/>
                    <a:pt x="2256" y="6617"/>
                    <a:pt x="2285" y="6617"/>
                  </a:cubicBezTo>
                  <a:cubicBezTo>
                    <a:pt x="2256" y="6632"/>
                    <a:pt x="2285" y="6662"/>
                    <a:pt x="2285" y="6691"/>
                  </a:cubicBezTo>
                  <a:lnTo>
                    <a:pt x="2300" y="6691"/>
                  </a:lnTo>
                  <a:cubicBezTo>
                    <a:pt x="2300" y="6706"/>
                    <a:pt x="2315" y="6721"/>
                    <a:pt x="2315" y="6721"/>
                  </a:cubicBezTo>
                  <a:cubicBezTo>
                    <a:pt x="2300" y="6721"/>
                    <a:pt x="2285" y="6736"/>
                    <a:pt x="2300" y="6766"/>
                  </a:cubicBezTo>
                  <a:cubicBezTo>
                    <a:pt x="2300" y="6766"/>
                    <a:pt x="2315" y="6766"/>
                    <a:pt x="2315" y="6781"/>
                  </a:cubicBezTo>
                  <a:cubicBezTo>
                    <a:pt x="2315" y="6811"/>
                    <a:pt x="2345" y="6826"/>
                    <a:pt x="2330" y="6856"/>
                  </a:cubicBezTo>
                  <a:cubicBezTo>
                    <a:pt x="2330" y="6914"/>
                    <a:pt x="2312" y="6936"/>
                    <a:pt x="2283" y="6936"/>
                  </a:cubicBezTo>
                  <a:cubicBezTo>
                    <a:pt x="2275" y="6936"/>
                    <a:pt x="2266" y="6934"/>
                    <a:pt x="2256" y="6930"/>
                  </a:cubicBezTo>
                  <a:cubicBezTo>
                    <a:pt x="2246" y="6930"/>
                    <a:pt x="2236" y="6924"/>
                    <a:pt x="2230" y="6924"/>
                  </a:cubicBezTo>
                  <a:cubicBezTo>
                    <a:pt x="2227" y="6924"/>
                    <a:pt x="2226" y="6925"/>
                    <a:pt x="2226" y="6930"/>
                  </a:cubicBezTo>
                  <a:cubicBezTo>
                    <a:pt x="2196" y="6945"/>
                    <a:pt x="2181" y="6945"/>
                    <a:pt x="2151" y="6960"/>
                  </a:cubicBezTo>
                  <a:cubicBezTo>
                    <a:pt x="2136" y="6960"/>
                    <a:pt x="2136" y="6975"/>
                    <a:pt x="2136" y="7005"/>
                  </a:cubicBezTo>
                  <a:cubicBezTo>
                    <a:pt x="2136" y="6975"/>
                    <a:pt x="2136" y="6975"/>
                    <a:pt x="2136" y="6960"/>
                  </a:cubicBezTo>
                  <a:cubicBezTo>
                    <a:pt x="2121" y="6960"/>
                    <a:pt x="2121" y="6945"/>
                    <a:pt x="2106" y="6945"/>
                  </a:cubicBezTo>
                  <a:cubicBezTo>
                    <a:pt x="2101" y="6940"/>
                    <a:pt x="2095" y="6939"/>
                    <a:pt x="2087" y="6939"/>
                  </a:cubicBezTo>
                  <a:cubicBezTo>
                    <a:pt x="2073" y="6939"/>
                    <a:pt x="2056" y="6945"/>
                    <a:pt x="2046" y="6945"/>
                  </a:cubicBezTo>
                  <a:cubicBezTo>
                    <a:pt x="2017" y="6960"/>
                    <a:pt x="2002" y="6975"/>
                    <a:pt x="2017" y="7005"/>
                  </a:cubicBezTo>
                  <a:cubicBezTo>
                    <a:pt x="2032" y="7020"/>
                    <a:pt x="2032" y="7020"/>
                    <a:pt x="2046" y="7035"/>
                  </a:cubicBezTo>
                  <a:cubicBezTo>
                    <a:pt x="2076" y="7065"/>
                    <a:pt x="2106" y="7110"/>
                    <a:pt x="2136" y="7154"/>
                  </a:cubicBezTo>
                  <a:cubicBezTo>
                    <a:pt x="2136" y="7169"/>
                    <a:pt x="2151" y="7184"/>
                    <a:pt x="2151" y="7199"/>
                  </a:cubicBezTo>
                  <a:cubicBezTo>
                    <a:pt x="2151" y="7199"/>
                    <a:pt x="2151" y="7214"/>
                    <a:pt x="2151" y="7214"/>
                  </a:cubicBezTo>
                  <a:cubicBezTo>
                    <a:pt x="2166" y="7214"/>
                    <a:pt x="2181" y="7229"/>
                    <a:pt x="2181" y="7229"/>
                  </a:cubicBezTo>
                  <a:cubicBezTo>
                    <a:pt x="2181" y="7244"/>
                    <a:pt x="2196" y="7244"/>
                    <a:pt x="2196" y="7259"/>
                  </a:cubicBezTo>
                  <a:lnTo>
                    <a:pt x="2181" y="7259"/>
                  </a:lnTo>
                  <a:cubicBezTo>
                    <a:pt x="2181" y="7274"/>
                    <a:pt x="2181" y="7274"/>
                    <a:pt x="2196" y="7274"/>
                  </a:cubicBezTo>
                  <a:cubicBezTo>
                    <a:pt x="2196" y="7289"/>
                    <a:pt x="2226" y="7289"/>
                    <a:pt x="2226" y="7319"/>
                  </a:cubicBezTo>
                  <a:cubicBezTo>
                    <a:pt x="2226" y="7334"/>
                    <a:pt x="2241" y="7349"/>
                    <a:pt x="2241" y="7364"/>
                  </a:cubicBezTo>
                  <a:cubicBezTo>
                    <a:pt x="2256" y="7393"/>
                    <a:pt x="2241" y="7423"/>
                    <a:pt x="2256" y="7453"/>
                  </a:cubicBezTo>
                  <a:cubicBezTo>
                    <a:pt x="2300" y="7528"/>
                    <a:pt x="2285" y="7617"/>
                    <a:pt x="2315" y="7707"/>
                  </a:cubicBezTo>
                  <a:cubicBezTo>
                    <a:pt x="2330" y="7722"/>
                    <a:pt x="2315" y="7737"/>
                    <a:pt x="2330" y="7767"/>
                  </a:cubicBezTo>
                  <a:cubicBezTo>
                    <a:pt x="2330" y="7782"/>
                    <a:pt x="2315" y="7812"/>
                    <a:pt x="2300" y="7812"/>
                  </a:cubicBezTo>
                  <a:cubicBezTo>
                    <a:pt x="2285" y="7827"/>
                    <a:pt x="2270" y="7827"/>
                    <a:pt x="2270" y="7841"/>
                  </a:cubicBezTo>
                  <a:cubicBezTo>
                    <a:pt x="2300" y="7886"/>
                    <a:pt x="2330" y="7931"/>
                    <a:pt x="2360" y="7976"/>
                  </a:cubicBezTo>
                  <a:cubicBezTo>
                    <a:pt x="2405" y="8036"/>
                    <a:pt x="2435" y="8125"/>
                    <a:pt x="2495" y="8170"/>
                  </a:cubicBezTo>
                  <a:cubicBezTo>
                    <a:pt x="2539" y="8200"/>
                    <a:pt x="2539" y="8245"/>
                    <a:pt x="2569" y="8275"/>
                  </a:cubicBezTo>
                  <a:cubicBezTo>
                    <a:pt x="2584" y="8290"/>
                    <a:pt x="2599" y="8304"/>
                    <a:pt x="2614" y="8319"/>
                  </a:cubicBezTo>
                  <a:cubicBezTo>
                    <a:pt x="2659" y="8349"/>
                    <a:pt x="2689" y="8379"/>
                    <a:pt x="2734" y="8409"/>
                  </a:cubicBezTo>
                  <a:cubicBezTo>
                    <a:pt x="2769" y="8436"/>
                    <a:pt x="2805" y="8441"/>
                    <a:pt x="2844" y="8441"/>
                  </a:cubicBezTo>
                  <a:cubicBezTo>
                    <a:pt x="2870" y="8441"/>
                    <a:pt x="2898" y="8439"/>
                    <a:pt x="2928" y="8439"/>
                  </a:cubicBezTo>
                  <a:cubicBezTo>
                    <a:pt x="2958" y="8439"/>
                    <a:pt x="2994" y="8432"/>
                    <a:pt x="3028" y="8432"/>
                  </a:cubicBezTo>
                  <a:cubicBezTo>
                    <a:pt x="3045" y="8432"/>
                    <a:pt x="3062" y="8434"/>
                    <a:pt x="3077" y="8439"/>
                  </a:cubicBezTo>
                  <a:cubicBezTo>
                    <a:pt x="3099" y="8446"/>
                    <a:pt x="3122" y="8450"/>
                    <a:pt x="3144" y="8450"/>
                  </a:cubicBezTo>
                  <a:cubicBezTo>
                    <a:pt x="3167" y="8450"/>
                    <a:pt x="3189" y="8446"/>
                    <a:pt x="3211" y="8439"/>
                  </a:cubicBezTo>
                  <a:cubicBezTo>
                    <a:pt x="3226" y="8424"/>
                    <a:pt x="3226" y="8424"/>
                    <a:pt x="3241" y="8409"/>
                  </a:cubicBezTo>
                  <a:cubicBezTo>
                    <a:pt x="3256" y="8394"/>
                    <a:pt x="3256" y="8379"/>
                    <a:pt x="3271" y="8364"/>
                  </a:cubicBezTo>
                  <a:cubicBezTo>
                    <a:pt x="3281" y="8336"/>
                    <a:pt x="3290" y="8325"/>
                    <a:pt x="3307" y="8325"/>
                  </a:cubicBezTo>
                  <a:cubicBezTo>
                    <a:pt x="3317" y="8325"/>
                    <a:pt x="3329" y="8329"/>
                    <a:pt x="3346" y="8334"/>
                  </a:cubicBezTo>
                  <a:lnTo>
                    <a:pt x="3376" y="8334"/>
                  </a:lnTo>
                  <a:cubicBezTo>
                    <a:pt x="3406" y="8304"/>
                    <a:pt x="3421" y="8275"/>
                    <a:pt x="3406" y="8230"/>
                  </a:cubicBezTo>
                  <a:cubicBezTo>
                    <a:pt x="3406" y="8230"/>
                    <a:pt x="3406" y="8215"/>
                    <a:pt x="3406" y="8215"/>
                  </a:cubicBezTo>
                  <a:cubicBezTo>
                    <a:pt x="3421" y="8125"/>
                    <a:pt x="3421" y="8021"/>
                    <a:pt x="3421" y="7931"/>
                  </a:cubicBezTo>
                  <a:cubicBezTo>
                    <a:pt x="3421" y="7931"/>
                    <a:pt x="3406" y="7916"/>
                    <a:pt x="3406" y="7916"/>
                  </a:cubicBezTo>
                  <a:cubicBezTo>
                    <a:pt x="3406" y="7901"/>
                    <a:pt x="3406" y="7886"/>
                    <a:pt x="3391" y="7886"/>
                  </a:cubicBezTo>
                  <a:cubicBezTo>
                    <a:pt x="3376" y="7886"/>
                    <a:pt x="3361" y="7901"/>
                    <a:pt x="3361" y="7901"/>
                  </a:cubicBezTo>
                  <a:cubicBezTo>
                    <a:pt x="3346" y="7886"/>
                    <a:pt x="3346" y="7886"/>
                    <a:pt x="3331" y="7886"/>
                  </a:cubicBezTo>
                  <a:cubicBezTo>
                    <a:pt x="3301" y="7901"/>
                    <a:pt x="3286" y="7901"/>
                    <a:pt x="3256" y="7901"/>
                  </a:cubicBezTo>
                  <a:cubicBezTo>
                    <a:pt x="3226" y="7901"/>
                    <a:pt x="3241" y="7886"/>
                    <a:pt x="3241" y="7871"/>
                  </a:cubicBezTo>
                  <a:cubicBezTo>
                    <a:pt x="3241" y="7841"/>
                    <a:pt x="3241" y="7827"/>
                    <a:pt x="3256" y="7797"/>
                  </a:cubicBezTo>
                  <a:cubicBezTo>
                    <a:pt x="3256" y="7782"/>
                    <a:pt x="3271" y="7767"/>
                    <a:pt x="3271" y="7752"/>
                  </a:cubicBezTo>
                  <a:cubicBezTo>
                    <a:pt x="3271" y="7707"/>
                    <a:pt x="3286" y="7677"/>
                    <a:pt x="3316" y="7647"/>
                  </a:cubicBezTo>
                  <a:cubicBezTo>
                    <a:pt x="3321" y="7642"/>
                    <a:pt x="3324" y="7641"/>
                    <a:pt x="3327" y="7641"/>
                  </a:cubicBezTo>
                  <a:cubicBezTo>
                    <a:pt x="3333" y="7641"/>
                    <a:pt x="3336" y="7647"/>
                    <a:pt x="3346" y="7647"/>
                  </a:cubicBezTo>
                  <a:lnTo>
                    <a:pt x="3361" y="7647"/>
                  </a:lnTo>
                  <a:cubicBezTo>
                    <a:pt x="3373" y="7660"/>
                    <a:pt x="3383" y="7665"/>
                    <a:pt x="3392" y="7665"/>
                  </a:cubicBezTo>
                  <a:cubicBezTo>
                    <a:pt x="3403" y="7665"/>
                    <a:pt x="3412" y="7656"/>
                    <a:pt x="3421" y="7647"/>
                  </a:cubicBezTo>
                  <a:cubicBezTo>
                    <a:pt x="3421" y="7632"/>
                    <a:pt x="3421" y="7617"/>
                    <a:pt x="3435" y="7602"/>
                  </a:cubicBezTo>
                  <a:cubicBezTo>
                    <a:pt x="3435" y="7588"/>
                    <a:pt x="3421" y="7558"/>
                    <a:pt x="3435" y="7528"/>
                  </a:cubicBezTo>
                  <a:cubicBezTo>
                    <a:pt x="3435" y="7528"/>
                    <a:pt x="3450" y="7513"/>
                    <a:pt x="3450" y="7498"/>
                  </a:cubicBezTo>
                  <a:cubicBezTo>
                    <a:pt x="3450" y="7483"/>
                    <a:pt x="3450" y="7468"/>
                    <a:pt x="3450" y="7453"/>
                  </a:cubicBezTo>
                  <a:cubicBezTo>
                    <a:pt x="3450" y="7423"/>
                    <a:pt x="3465" y="7393"/>
                    <a:pt x="3465" y="7378"/>
                  </a:cubicBezTo>
                  <a:cubicBezTo>
                    <a:pt x="3480" y="7304"/>
                    <a:pt x="3495" y="7229"/>
                    <a:pt x="3525" y="7154"/>
                  </a:cubicBezTo>
                  <a:cubicBezTo>
                    <a:pt x="3540" y="7110"/>
                    <a:pt x="3570" y="7050"/>
                    <a:pt x="3585" y="6990"/>
                  </a:cubicBezTo>
                  <a:cubicBezTo>
                    <a:pt x="3585" y="6990"/>
                    <a:pt x="3585" y="6975"/>
                    <a:pt x="3585" y="6975"/>
                  </a:cubicBezTo>
                  <a:cubicBezTo>
                    <a:pt x="3615" y="6915"/>
                    <a:pt x="3645" y="6871"/>
                    <a:pt x="3660" y="6811"/>
                  </a:cubicBezTo>
                  <a:cubicBezTo>
                    <a:pt x="3660" y="6796"/>
                    <a:pt x="3674" y="6766"/>
                    <a:pt x="3689" y="6751"/>
                  </a:cubicBezTo>
                  <a:cubicBezTo>
                    <a:pt x="3704" y="6736"/>
                    <a:pt x="3719" y="6721"/>
                    <a:pt x="3719" y="6691"/>
                  </a:cubicBezTo>
                  <a:cubicBezTo>
                    <a:pt x="3719" y="6676"/>
                    <a:pt x="3719" y="6676"/>
                    <a:pt x="3734" y="6662"/>
                  </a:cubicBezTo>
                  <a:cubicBezTo>
                    <a:pt x="3749" y="6662"/>
                    <a:pt x="3764" y="6647"/>
                    <a:pt x="3764" y="6632"/>
                  </a:cubicBezTo>
                  <a:cubicBezTo>
                    <a:pt x="3764" y="6617"/>
                    <a:pt x="3764" y="6587"/>
                    <a:pt x="3779" y="6572"/>
                  </a:cubicBezTo>
                  <a:cubicBezTo>
                    <a:pt x="3794" y="6572"/>
                    <a:pt x="3794" y="6572"/>
                    <a:pt x="3794" y="6557"/>
                  </a:cubicBezTo>
                  <a:cubicBezTo>
                    <a:pt x="3824" y="6527"/>
                    <a:pt x="3839" y="6482"/>
                    <a:pt x="3854" y="6452"/>
                  </a:cubicBezTo>
                  <a:cubicBezTo>
                    <a:pt x="3869" y="6452"/>
                    <a:pt x="3869" y="6452"/>
                    <a:pt x="3884" y="6437"/>
                  </a:cubicBezTo>
                  <a:cubicBezTo>
                    <a:pt x="3898" y="6437"/>
                    <a:pt x="3913" y="6423"/>
                    <a:pt x="3928" y="6408"/>
                  </a:cubicBezTo>
                  <a:cubicBezTo>
                    <a:pt x="3958" y="6363"/>
                    <a:pt x="3988" y="6333"/>
                    <a:pt x="4018" y="6288"/>
                  </a:cubicBezTo>
                  <a:cubicBezTo>
                    <a:pt x="4033" y="6258"/>
                    <a:pt x="4078" y="6243"/>
                    <a:pt x="4108" y="6213"/>
                  </a:cubicBezTo>
                  <a:cubicBezTo>
                    <a:pt x="4108" y="6199"/>
                    <a:pt x="4123" y="6184"/>
                    <a:pt x="4137" y="6169"/>
                  </a:cubicBezTo>
                  <a:cubicBezTo>
                    <a:pt x="4167" y="6139"/>
                    <a:pt x="4197" y="6124"/>
                    <a:pt x="4212" y="6094"/>
                  </a:cubicBezTo>
                  <a:cubicBezTo>
                    <a:pt x="4227" y="6064"/>
                    <a:pt x="4257" y="6049"/>
                    <a:pt x="4287" y="6019"/>
                  </a:cubicBezTo>
                  <a:lnTo>
                    <a:pt x="4302" y="6019"/>
                  </a:lnTo>
                  <a:cubicBezTo>
                    <a:pt x="4302" y="6004"/>
                    <a:pt x="4317" y="5989"/>
                    <a:pt x="4332" y="5989"/>
                  </a:cubicBezTo>
                  <a:cubicBezTo>
                    <a:pt x="4347" y="5974"/>
                    <a:pt x="4347" y="5974"/>
                    <a:pt x="4362" y="5960"/>
                  </a:cubicBezTo>
                  <a:cubicBezTo>
                    <a:pt x="4421" y="5780"/>
                    <a:pt x="4526" y="5706"/>
                    <a:pt x="4600" y="5706"/>
                  </a:cubicBezTo>
                  <a:cubicBezTo>
                    <a:pt x="4645" y="5676"/>
                    <a:pt x="4690" y="5661"/>
                    <a:pt x="4720" y="5616"/>
                  </a:cubicBezTo>
                  <a:cubicBezTo>
                    <a:pt x="4735" y="5586"/>
                    <a:pt x="4750" y="5571"/>
                    <a:pt x="4780" y="5541"/>
                  </a:cubicBezTo>
                  <a:cubicBezTo>
                    <a:pt x="4854" y="5497"/>
                    <a:pt x="4929" y="5452"/>
                    <a:pt x="4989" y="5392"/>
                  </a:cubicBezTo>
                  <a:cubicBezTo>
                    <a:pt x="5019" y="5377"/>
                    <a:pt x="5034" y="5332"/>
                    <a:pt x="5063" y="5332"/>
                  </a:cubicBezTo>
                  <a:cubicBezTo>
                    <a:pt x="5123" y="5302"/>
                    <a:pt x="5183" y="5243"/>
                    <a:pt x="5243" y="5213"/>
                  </a:cubicBezTo>
                  <a:cubicBezTo>
                    <a:pt x="5273" y="5198"/>
                    <a:pt x="5317" y="5183"/>
                    <a:pt x="5332" y="5168"/>
                  </a:cubicBezTo>
                  <a:cubicBezTo>
                    <a:pt x="5407" y="5108"/>
                    <a:pt x="5497" y="5063"/>
                    <a:pt x="5586" y="5034"/>
                  </a:cubicBezTo>
                  <a:cubicBezTo>
                    <a:pt x="5676" y="5004"/>
                    <a:pt x="5765" y="4959"/>
                    <a:pt x="5870" y="4929"/>
                  </a:cubicBezTo>
                  <a:cubicBezTo>
                    <a:pt x="5930" y="4899"/>
                    <a:pt x="5990" y="4869"/>
                    <a:pt x="6064" y="4839"/>
                  </a:cubicBezTo>
                  <a:cubicBezTo>
                    <a:pt x="6064" y="4839"/>
                    <a:pt x="6079" y="4824"/>
                    <a:pt x="6094" y="4824"/>
                  </a:cubicBezTo>
                  <a:cubicBezTo>
                    <a:pt x="6199" y="4795"/>
                    <a:pt x="6303" y="4765"/>
                    <a:pt x="6393" y="4720"/>
                  </a:cubicBezTo>
                  <a:cubicBezTo>
                    <a:pt x="6423" y="4705"/>
                    <a:pt x="6438" y="4705"/>
                    <a:pt x="6453" y="4690"/>
                  </a:cubicBezTo>
                  <a:cubicBezTo>
                    <a:pt x="6453" y="4675"/>
                    <a:pt x="6453" y="4660"/>
                    <a:pt x="6453" y="4645"/>
                  </a:cubicBezTo>
                  <a:cubicBezTo>
                    <a:pt x="6438" y="4600"/>
                    <a:pt x="6438" y="4556"/>
                    <a:pt x="6438" y="4511"/>
                  </a:cubicBezTo>
                  <a:cubicBezTo>
                    <a:pt x="6438" y="4466"/>
                    <a:pt x="6453" y="4436"/>
                    <a:pt x="6467" y="4406"/>
                  </a:cubicBezTo>
                  <a:cubicBezTo>
                    <a:pt x="6467" y="4391"/>
                    <a:pt x="6467" y="4376"/>
                    <a:pt x="6482" y="4376"/>
                  </a:cubicBezTo>
                  <a:cubicBezTo>
                    <a:pt x="6497" y="4376"/>
                    <a:pt x="6497" y="4391"/>
                    <a:pt x="6497" y="4391"/>
                  </a:cubicBezTo>
                  <a:cubicBezTo>
                    <a:pt x="6497" y="4391"/>
                    <a:pt x="6512" y="4406"/>
                    <a:pt x="6512" y="4406"/>
                  </a:cubicBezTo>
                  <a:cubicBezTo>
                    <a:pt x="6512" y="4406"/>
                    <a:pt x="6527" y="4406"/>
                    <a:pt x="6527" y="4421"/>
                  </a:cubicBezTo>
                  <a:cubicBezTo>
                    <a:pt x="6557" y="4451"/>
                    <a:pt x="6602" y="4466"/>
                    <a:pt x="6587" y="4511"/>
                  </a:cubicBezTo>
                  <a:cubicBezTo>
                    <a:pt x="6587" y="4526"/>
                    <a:pt x="6587" y="4526"/>
                    <a:pt x="6587" y="4526"/>
                  </a:cubicBezTo>
                  <a:cubicBezTo>
                    <a:pt x="6617" y="4541"/>
                    <a:pt x="6617" y="4556"/>
                    <a:pt x="6632" y="4571"/>
                  </a:cubicBezTo>
                  <a:cubicBezTo>
                    <a:pt x="6632" y="4581"/>
                    <a:pt x="6632" y="4592"/>
                    <a:pt x="6642" y="4592"/>
                  </a:cubicBezTo>
                  <a:cubicBezTo>
                    <a:pt x="6647" y="4592"/>
                    <a:pt x="6653" y="4590"/>
                    <a:pt x="6662" y="4585"/>
                  </a:cubicBezTo>
                  <a:cubicBezTo>
                    <a:pt x="6677" y="4585"/>
                    <a:pt x="6691" y="4571"/>
                    <a:pt x="6721" y="4556"/>
                  </a:cubicBezTo>
                  <a:cubicBezTo>
                    <a:pt x="6886" y="4436"/>
                    <a:pt x="7095" y="3719"/>
                    <a:pt x="6960" y="3540"/>
                  </a:cubicBezTo>
                  <a:cubicBezTo>
                    <a:pt x="6901" y="3465"/>
                    <a:pt x="6736" y="3226"/>
                    <a:pt x="6706" y="3226"/>
                  </a:cubicBezTo>
                  <a:cubicBezTo>
                    <a:pt x="6691" y="3196"/>
                    <a:pt x="6662" y="3181"/>
                    <a:pt x="6677" y="3137"/>
                  </a:cubicBezTo>
                  <a:cubicBezTo>
                    <a:pt x="6677" y="3137"/>
                    <a:pt x="6662" y="3122"/>
                    <a:pt x="6662" y="3122"/>
                  </a:cubicBezTo>
                  <a:cubicBezTo>
                    <a:pt x="6632" y="3122"/>
                    <a:pt x="6632" y="3092"/>
                    <a:pt x="6617" y="3062"/>
                  </a:cubicBezTo>
                  <a:cubicBezTo>
                    <a:pt x="6617" y="3047"/>
                    <a:pt x="6632" y="3032"/>
                    <a:pt x="6632" y="3017"/>
                  </a:cubicBezTo>
                  <a:cubicBezTo>
                    <a:pt x="6617" y="3002"/>
                    <a:pt x="6602" y="3002"/>
                    <a:pt x="6587" y="2987"/>
                  </a:cubicBezTo>
                  <a:cubicBezTo>
                    <a:pt x="6587" y="2972"/>
                    <a:pt x="6587" y="2942"/>
                    <a:pt x="6557" y="2942"/>
                  </a:cubicBezTo>
                  <a:cubicBezTo>
                    <a:pt x="6542" y="2942"/>
                    <a:pt x="6512" y="2928"/>
                    <a:pt x="6482" y="2928"/>
                  </a:cubicBezTo>
                  <a:cubicBezTo>
                    <a:pt x="6453" y="2913"/>
                    <a:pt x="6423" y="2898"/>
                    <a:pt x="6423" y="2853"/>
                  </a:cubicBezTo>
                  <a:cubicBezTo>
                    <a:pt x="6408" y="2853"/>
                    <a:pt x="6408" y="2838"/>
                    <a:pt x="6393" y="2838"/>
                  </a:cubicBezTo>
                  <a:cubicBezTo>
                    <a:pt x="6363" y="2838"/>
                    <a:pt x="6363" y="2823"/>
                    <a:pt x="6363" y="2793"/>
                  </a:cubicBezTo>
                  <a:cubicBezTo>
                    <a:pt x="6375" y="2793"/>
                    <a:pt x="6387" y="2812"/>
                    <a:pt x="6399" y="2812"/>
                  </a:cubicBezTo>
                  <a:cubicBezTo>
                    <a:pt x="6402" y="2812"/>
                    <a:pt x="6405" y="2811"/>
                    <a:pt x="6408" y="2808"/>
                  </a:cubicBezTo>
                  <a:cubicBezTo>
                    <a:pt x="6408" y="2793"/>
                    <a:pt x="6393" y="2778"/>
                    <a:pt x="6393" y="2763"/>
                  </a:cubicBezTo>
                  <a:cubicBezTo>
                    <a:pt x="6393" y="2763"/>
                    <a:pt x="6393" y="2763"/>
                    <a:pt x="6378" y="2748"/>
                  </a:cubicBezTo>
                  <a:cubicBezTo>
                    <a:pt x="6378" y="2748"/>
                    <a:pt x="6378" y="2748"/>
                    <a:pt x="6363" y="2733"/>
                  </a:cubicBezTo>
                  <a:cubicBezTo>
                    <a:pt x="6348" y="2718"/>
                    <a:pt x="6348" y="2718"/>
                    <a:pt x="6318" y="2704"/>
                  </a:cubicBezTo>
                  <a:cubicBezTo>
                    <a:pt x="6273" y="2689"/>
                    <a:pt x="6243" y="2644"/>
                    <a:pt x="6214" y="2614"/>
                  </a:cubicBezTo>
                  <a:cubicBezTo>
                    <a:pt x="6214" y="2599"/>
                    <a:pt x="6214" y="2599"/>
                    <a:pt x="6214" y="2599"/>
                  </a:cubicBezTo>
                  <a:cubicBezTo>
                    <a:pt x="6199" y="2599"/>
                    <a:pt x="6184" y="2584"/>
                    <a:pt x="6169" y="2569"/>
                  </a:cubicBezTo>
                  <a:lnTo>
                    <a:pt x="6154" y="2569"/>
                  </a:lnTo>
                  <a:cubicBezTo>
                    <a:pt x="6139" y="2554"/>
                    <a:pt x="6109" y="2554"/>
                    <a:pt x="6094" y="2539"/>
                  </a:cubicBezTo>
                  <a:cubicBezTo>
                    <a:pt x="6064" y="2509"/>
                    <a:pt x="6034" y="2494"/>
                    <a:pt x="6004" y="2465"/>
                  </a:cubicBezTo>
                  <a:lnTo>
                    <a:pt x="5990" y="2465"/>
                  </a:lnTo>
                  <a:cubicBezTo>
                    <a:pt x="5960" y="2435"/>
                    <a:pt x="5945" y="2405"/>
                    <a:pt x="5900" y="2405"/>
                  </a:cubicBezTo>
                  <a:cubicBezTo>
                    <a:pt x="5900" y="2405"/>
                    <a:pt x="5900" y="2390"/>
                    <a:pt x="5900" y="2390"/>
                  </a:cubicBezTo>
                  <a:cubicBezTo>
                    <a:pt x="5900" y="2390"/>
                    <a:pt x="5900" y="2375"/>
                    <a:pt x="5885" y="2375"/>
                  </a:cubicBezTo>
                  <a:cubicBezTo>
                    <a:pt x="5855" y="2375"/>
                    <a:pt x="5840" y="2360"/>
                    <a:pt x="5840" y="2330"/>
                  </a:cubicBezTo>
                  <a:cubicBezTo>
                    <a:pt x="5825" y="2330"/>
                    <a:pt x="5825" y="2330"/>
                    <a:pt x="5810" y="2345"/>
                  </a:cubicBezTo>
                  <a:cubicBezTo>
                    <a:pt x="5810" y="2315"/>
                    <a:pt x="5795" y="2315"/>
                    <a:pt x="5780" y="2300"/>
                  </a:cubicBezTo>
                  <a:cubicBezTo>
                    <a:pt x="5780" y="2300"/>
                    <a:pt x="5780" y="2285"/>
                    <a:pt x="5780" y="2285"/>
                  </a:cubicBezTo>
                  <a:cubicBezTo>
                    <a:pt x="5765" y="2285"/>
                    <a:pt x="5751" y="2270"/>
                    <a:pt x="5736" y="2270"/>
                  </a:cubicBezTo>
                  <a:cubicBezTo>
                    <a:pt x="5676" y="2226"/>
                    <a:pt x="5631" y="2181"/>
                    <a:pt x="5571" y="2151"/>
                  </a:cubicBezTo>
                  <a:cubicBezTo>
                    <a:pt x="5556" y="2136"/>
                    <a:pt x="5541" y="2151"/>
                    <a:pt x="5527" y="2121"/>
                  </a:cubicBezTo>
                  <a:cubicBezTo>
                    <a:pt x="5527" y="2121"/>
                    <a:pt x="5527" y="2121"/>
                    <a:pt x="5512" y="2106"/>
                  </a:cubicBezTo>
                  <a:cubicBezTo>
                    <a:pt x="5452" y="2076"/>
                    <a:pt x="5407" y="2046"/>
                    <a:pt x="5362" y="2002"/>
                  </a:cubicBezTo>
                  <a:cubicBezTo>
                    <a:pt x="5347" y="2002"/>
                    <a:pt x="5332" y="1987"/>
                    <a:pt x="5317" y="1972"/>
                  </a:cubicBezTo>
                  <a:cubicBezTo>
                    <a:pt x="5296" y="1977"/>
                    <a:pt x="5282" y="1981"/>
                    <a:pt x="5271" y="1981"/>
                  </a:cubicBezTo>
                  <a:cubicBezTo>
                    <a:pt x="5254" y="1981"/>
                    <a:pt x="5247" y="1970"/>
                    <a:pt x="5228" y="1942"/>
                  </a:cubicBezTo>
                  <a:cubicBezTo>
                    <a:pt x="5228" y="1927"/>
                    <a:pt x="5213" y="1912"/>
                    <a:pt x="5198" y="1912"/>
                  </a:cubicBezTo>
                  <a:cubicBezTo>
                    <a:pt x="5183" y="1912"/>
                    <a:pt x="5183" y="1912"/>
                    <a:pt x="5168" y="1927"/>
                  </a:cubicBezTo>
                  <a:cubicBezTo>
                    <a:pt x="5168" y="1927"/>
                    <a:pt x="5168" y="1927"/>
                    <a:pt x="5168" y="1942"/>
                  </a:cubicBezTo>
                  <a:lnTo>
                    <a:pt x="5183" y="1942"/>
                  </a:lnTo>
                  <a:cubicBezTo>
                    <a:pt x="5178" y="1947"/>
                    <a:pt x="5175" y="1948"/>
                    <a:pt x="5172" y="1948"/>
                  </a:cubicBezTo>
                  <a:cubicBezTo>
                    <a:pt x="5168" y="1948"/>
                    <a:pt x="5168" y="1942"/>
                    <a:pt x="5168" y="1942"/>
                  </a:cubicBezTo>
                  <a:cubicBezTo>
                    <a:pt x="5168" y="1927"/>
                    <a:pt x="5168" y="1912"/>
                    <a:pt x="5153" y="1912"/>
                  </a:cubicBezTo>
                  <a:cubicBezTo>
                    <a:pt x="5138" y="1912"/>
                    <a:pt x="5138" y="1912"/>
                    <a:pt x="5138" y="1942"/>
                  </a:cubicBezTo>
                  <a:cubicBezTo>
                    <a:pt x="5123" y="1927"/>
                    <a:pt x="5108" y="1897"/>
                    <a:pt x="5078" y="1882"/>
                  </a:cubicBezTo>
                  <a:cubicBezTo>
                    <a:pt x="5078" y="1875"/>
                    <a:pt x="5071" y="1875"/>
                    <a:pt x="5065" y="1875"/>
                  </a:cubicBezTo>
                  <a:cubicBezTo>
                    <a:pt x="5060" y="1875"/>
                    <a:pt x="5056" y="1875"/>
                    <a:pt x="5063" y="1867"/>
                  </a:cubicBezTo>
                  <a:cubicBezTo>
                    <a:pt x="5078" y="1852"/>
                    <a:pt x="5093" y="1837"/>
                    <a:pt x="5078" y="1837"/>
                  </a:cubicBezTo>
                  <a:cubicBezTo>
                    <a:pt x="5074" y="1833"/>
                    <a:pt x="5070" y="1831"/>
                    <a:pt x="5065" y="1831"/>
                  </a:cubicBezTo>
                  <a:cubicBezTo>
                    <a:pt x="5055" y="1831"/>
                    <a:pt x="5044" y="1842"/>
                    <a:pt x="5034" y="1852"/>
                  </a:cubicBezTo>
                  <a:cubicBezTo>
                    <a:pt x="5034" y="1852"/>
                    <a:pt x="5034" y="1867"/>
                    <a:pt x="5034" y="1882"/>
                  </a:cubicBezTo>
                  <a:lnTo>
                    <a:pt x="5019" y="1882"/>
                  </a:lnTo>
                  <a:cubicBezTo>
                    <a:pt x="5019" y="1882"/>
                    <a:pt x="5019" y="1867"/>
                    <a:pt x="5019" y="1867"/>
                  </a:cubicBezTo>
                  <a:cubicBezTo>
                    <a:pt x="5019" y="1837"/>
                    <a:pt x="5019" y="1792"/>
                    <a:pt x="4974" y="1792"/>
                  </a:cubicBezTo>
                  <a:cubicBezTo>
                    <a:pt x="4959" y="1763"/>
                    <a:pt x="4929" y="1748"/>
                    <a:pt x="4929" y="1718"/>
                  </a:cubicBezTo>
                  <a:cubicBezTo>
                    <a:pt x="4899" y="1718"/>
                    <a:pt x="4899" y="1733"/>
                    <a:pt x="4899" y="1748"/>
                  </a:cubicBezTo>
                  <a:cubicBezTo>
                    <a:pt x="4884" y="1733"/>
                    <a:pt x="4899" y="1703"/>
                    <a:pt x="4869" y="1673"/>
                  </a:cubicBezTo>
                  <a:cubicBezTo>
                    <a:pt x="4869" y="1673"/>
                    <a:pt x="4863" y="1686"/>
                    <a:pt x="4858" y="1686"/>
                  </a:cubicBezTo>
                  <a:cubicBezTo>
                    <a:pt x="4856" y="1686"/>
                    <a:pt x="4854" y="1683"/>
                    <a:pt x="4854" y="1673"/>
                  </a:cubicBezTo>
                  <a:cubicBezTo>
                    <a:pt x="4854" y="1658"/>
                    <a:pt x="4839" y="1658"/>
                    <a:pt x="4825" y="1658"/>
                  </a:cubicBezTo>
                  <a:cubicBezTo>
                    <a:pt x="4810" y="1658"/>
                    <a:pt x="4810" y="1643"/>
                    <a:pt x="4810" y="1628"/>
                  </a:cubicBezTo>
                  <a:cubicBezTo>
                    <a:pt x="4810" y="1613"/>
                    <a:pt x="4810" y="1598"/>
                    <a:pt x="4795" y="1583"/>
                  </a:cubicBezTo>
                  <a:lnTo>
                    <a:pt x="4780" y="1583"/>
                  </a:lnTo>
                  <a:cubicBezTo>
                    <a:pt x="4780" y="1568"/>
                    <a:pt x="4765" y="1568"/>
                    <a:pt x="4765" y="1553"/>
                  </a:cubicBezTo>
                  <a:cubicBezTo>
                    <a:pt x="4735" y="1524"/>
                    <a:pt x="4720" y="1494"/>
                    <a:pt x="4690" y="1464"/>
                  </a:cubicBezTo>
                  <a:cubicBezTo>
                    <a:pt x="4690" y="1464"/>
                    <a:pt x="4690" y="1449"/>
                    <a:pt x="4690" y="1449"/>
                  </a:cubicBezTo>
                  <a:cubicBezTo>
                    <a:pt x="4690" y="1449"/>
                    <a:pt x="4690" y="1434"/>
                    <a:pt x="4690" y="1434"/>
                  </a:cubicBezTo>
                  <a:cubicBezTo>
                    <a:pt x="4660" y="1419"/>
                    <a:pt x="4645" y="1404"/>
                    <a:pt x="4630" y="1359"/>
                  </a:cubicBezTo>
                  <a:cubicBezTo>
                    <a:pt x="4630" y="1344"/>
                    <a:pt x="4615" y="1329"/>
                    <a:pt x="4615" y="1314"/>
                  </a:cubicBezTo>
                  <a:cubicBezTo>
                    <a:pt x="4600" y="1300"/>
                    <a:pt x="4600" y="1300"/>
                    <a:pt x="4586" y="1300"/>
                  </a:cubicBezTo>
                  <a:cubicBezTo>
                    <a:pt x="4571" y="1285"/>
                    <a:pt x="4571" y="1270"/>
                    <a:pt x="4571" y="1270"/>
                  </a:cubicBezTo>
                  <a:cubicBezTo>
                    <a:pt x="4556" y="1255"/>
                    <a:pt x="4556" y="1240"/>
                    <a:pt x="4556" y="1240"/>
                  </a:cubicBezTo>
                  <a:cubicBezTo>
                    <a:pt x="4541" y="1225"/>
                    <a:pt x="4526" y="1210"/>
                    <a:pt x="4511" y="1180"/>
                  </a:cubicBezTo>
                  <a:cubicBezTo>
                    <a:pt x="4511" y="1180"/>
                    <a:pt x="4511" y="1180"/>
                    <a:pt x="4511" y="1165"/>
                  </a:cubicBezTo>
                  <a:cubicBezTo>
                    <a:pt x="4496" y="1165"/>
                    <a:pt x="4496" y="1165"/>
                    <a:pt x="4496" y="1150"/>
                  </a:cubicBezTo>
                  <a:cubicBezTo>
                    <a:pt x="4496" y="1105"/>
                    <a:pt x="4466" y="1090"/>
                    <a:pt x="4466" y="1046"/>
                  </a:cubicBezTo>
                  <a:cubicBezTo>
                    <a:pt x="4466" y="1031"/>
                    <a:pt x="4451" y="1031"/>
                    <a:pt x="4451" y="1031"/>
                  </a:cubicBezTo>
                  <a:cubicBezTo>
                    <a:pt x="4421" y="1031"/>
                    <a:pt x="4406" y="1001"/>
                    <a:pt x="4391" y="986"/>
                  </a:cubicBezTo>
                  <a:cubicBezTo>
                    <a:pt x="4376" y="971"/>
                    <a:pt x="4376" y="956"/>
                    <a:pt x="4362" y="941"/>
                  </a:cubicBezTo>
                  <a:cubicBezTo>
                    <a:pt x="4347" y="926"/>
                    <a:pt x="4362" y="911"/>
                    <a:pt x="4347" y="896"/>
                  </a:cubicBezTo>
                  <a:cubicBezTo>
                    <a:pt x="4347" y="891"/>
                    <a:pt x="4347" y="890"/>
                    <a:pt x="4346" y="890"/>
                  </a:cubicBezTo>
                  <a:cubicBezTo>
                    <a:pt x="4345" y="890"/>
                    <a:pt x="4342" y="896"/>
                    <a:pt x="4332" y="896"/>
                  </a:cubicBezTo>
                  <a:cubicBezTo>
                    <a:pt x="4332" y="881"/>
                    <a:pt x="4332" y="881"/>
                    <a:pt x="4347" y="881"/>
                  </a:cubicBezTo>
                  <a:cubicBezTo>
                    <a:pt x="4347" y="881"/>
                    <a:pt x="4347" y="896"/>
                    <a:pt x="4347" y="896"/>
                  </a:cubicBezTo>
                  <a:lnTo>
                    <a:pt x="4362" y="896"/>
                  </a:lnTo>
                  <a:cubicBezTo>
                    <a:pt x="4362" y="896"/>
                    <a:pt x="4362" y="896"/>
                    <a:pt x="4376" y="881"/>
                  </a:cubicBezTo>
                  <a:cubicBezTo>
                    <a:pt x="4376" y="866"/>
                    <a:pt x="4362" y="851"/>
                    <a:pt x="4347" y="837"/>
                  </a:cubicBezTo>
                  <a:cubicBezTo>
                    <a:pt x="4332" y="822"/>
                    <a:pt x="4347" y="807"/>
                    <a:pt x="4347" y="792"/>
                  </a:cubicBezTo>
                  <a:cubicBezTo>
                    <a:pt x="4332" y="792"/>
                    <a:pt x="4332" y="792"/>
                    <a:pt x="4317" y="777"/>
                  </a:cubicBezTo>
                  <a:lnTo>
                    <a:pt x="4332" y="777"/>
                  </a:lnTo>
                  <a:cubicBezTo>
                    <a:pt x="4347" y="762"/>
                    <a:pt x="4347" y="762"/>
                    <a:pt x="4332" y="747"/>
                  </a:cubicBezTo>
                  <a:cubicBezTo>
                    <a:pt x="4332" y="747"/>
                    <a:pt x="4332" y="732"/>
                    <a:pt x="4332" y="732"/>
                  </a:cubicBezTo>
                  <a:cubicBezTo>
                    <a:pt x="4332" y="717"/>
                    <a:pt x="4332" y="702"/>
                    <a:pt x="4317" y="702"/>
                  </a:cubicBezTo>
                  <a:cubicBezTo>
                    <a:pt x="4317" y="695"/>
                    <a:pt x="4313" y="695"/>
                    <a:pt x="4311" y="695"/>
                  </a:cubicBezTo>
                  <a:cubicBezTo>
                    <a:pt x="4309" y="695"/>
                    <a:pt x="4309" y="695"/>
                    <a:pt x="4317" y="687"/>
                  </a:cubicBezTo>
                  <a:cubicBezTo>
                    <a:pt x="4317" y="687"/>
                    <a:pt x="4317" y="672"/>
                    <a:pt x="4332" y="672"/>
                  </a:cubicBezTo>
                  <a:cubicBezTo>
                    <a:pt x="4332" y="657"/>
                    <a:pt x="4317" y="642"/>
                    <a:pt x="4332" y="627"/>
                  </a:cubicBezTo>
                  <a:cubicBezTo>
                    <a:pt x="4317" y="613"/>
                    <a:pt x="4347" y="613"/>
                    <a:pt x="4347" y="598"/>
                  </a:cubicBezTo>
                  <a:cubicBezTo>
                    <a:pt x="4332" y="583"/>
                    <a:pt x="4332" y="583"/>
                    <a:pt x="4347" y="583"/>
                  </a:cubicBezTo>
                  <a:cubicBezTo>
                    <a:pt x="4362" y="583"/>
                    <a:pt x="4362" y="583"/>
                    <a:pt x="4362" y="568"/>
                  </a:cubicBezTo>
                  <a:cubicBezTo>
                    <a:pt x="4362" y="553"/>
                    <a:pt x="4347" y="538"/>
                    <a:pt x="4332" y="538"/>
                  </a:cubicBezTo>
                  <a:cubicBezTo>
                    <a:pt x="4347" y="538"/>
                    <a:pt x="4347" y="538"/>
                    <a:pt x="4362" y="523"/>
                  </a:cubicBezTo>
                  <a:cubicBezTo>
                    <a:pt x="4362" y="523"/>
                    <a:pt x="4362" y="523"/>
                    <a:pt x="4362" y="508"/>
                  </a:cubicBezTo>
                  <a:cubicBezTo>
                    <a:pt x="4376" y="508"/>
                    <a:pt x="4362" y="508"/>
                    <a:pt x="4362" y="493"/>
                  </a:cubicBezTo>
                  <a:lnTo>
                    <a:pt x="4347" y="493"/>
                  </a:lnTo>
                  <a:cubicBezTo>
                    <a:pt x="4347" y="493"/>
                    <a:pt x="4347" y="493"/>
                    <a:pt x="4347" y="478"/>
                  </a:cubicBezTo>
                  <a:cubicBezTo>
                    <a:pt x="4347" y="478"/>
                    <a:pt x="4347" y="478"/>
                    <a:pt x="4347" y="463"/>
                  </a:cubicBezTo>
                  <a:cubicBezTo>
                    <a:pt x="4332" y="448"/>
                    <a:pt x="4332" y="433"/>
                    <a:pt x="4317" y="433"/>
                  </a:cubicBezTo>
                  <a:cubicBezTo>
                    <a:pt x="4317" y="418"/>
                    <a:pt x="4317" y="403"/>
                    <a:pt x="4317" y="403"/>
                  </a:cubicBezTo>
                  <a:cubicBezTo>
                    <a:pt x="4317" y="388"/>
                    <a:pt x="4317" y="388"/>
                    <a:pt x="4317" y="388"/>
                  </a:cubicBezTo>
                  <a:cubicBezTo>
                    <a:pt x="4317" y="374"/>
                    <a:pt x="4302" y="374"/>
                    <a:pt x="4317" y="374"/>
                  </a:cubicBezTo>
                  <a:cubicBezTo>
                    <a:pt x="4317" y="374"/>
                    <a:pt x="4332" y="359"/>
                    <a:pt x="4332" y="359"/>
                  </a:cubicBezTo>
                  <a:cubicBezTo>
                    <a:pt x="4332" y="359"/>
                    <a:pt x="4317" y="344"/>
                    <a:pt x="4317" y="344"/>
                  </a:cubicBezTo>
                  <a:cubicBezTo>
                    <a:pt x="4317" y="329"/>
                    <a:pt x="4287" y="329"/>
                    <a:pt x="4302" y="299"/>
                  </a:cubicBezTo>
                  <a:cubicBezTo>
                    <a:pt x="4317" y="299"/>
                    <a:pt x="4332" y="299"/>
                    <a:pt x="4317" y="284"/>
                  </a:cubicBezTo>
                  <a:cubicBezTo>
                    <a:pt x="4317" y="269"/>
                    <a:pt x="4332" y="269"/>
                    <a:pt x="4332" y="269"/>
                  </a:cubicBezTo>
                  <a:cubicBezTo>
                    <a:pt x="4332" y="269"/>
                    <a:pt x="4347" y="254"/>
                    <a:pt x="4347" y="254"/>
                  </a:cubicBezTo>
                  <a:cubicBezTo>
                    <a:pt x="4332" y="239"/>
                    <a:pt x="4332" y="224"/>
                    <a:pt x="4332" y="209"/>
                  </a:cubicBezTo>
                  <a:cubicBezTo>
                    <a:pt x="4332" y="194"/>
                    <a:pt x="4332" y="179"/>
                    <a:pt x="4317" y="179"/>
                  </a:cubicBezTo>
                  <a:lnTo>
                    <a:pt x="4302" y="179"/>
                  </a:lnTo>
                  <a:cubicBezTo>
                    <a:pt x="4309" y="172"/>
                    <a:pt x="4320" y="172"/>
                    <a:pt x="4332" y="172"/>
                  </a:cubicBezTo>
                  <a:cubicBezTo>
                    <a:pt x="4343" y="172"/>
                    <a:pt x="4354" y="172"/>
                    <a:pt x="4362" y="164"/>
                  </a:cubicBezTo>
                  <a:cubicBezTo>
                    <a:pt x="4362" y="135"/>
                    <a:pt x="4347" y="135"/>
                    <a:pt x="4332" y="135"/>
                  </a:cubicBezTo>
                  <a:cubicBezTo>
                    <a:pt x="4317" y="135"/>
                    <a:pt x="4317" y="120"/>
                    <a:pt x="4317" y="120"/>
                  </a:cubicBezTo>
                  <a:cubicBezTo>
                    <a:pt x="4317" y="105"/>
                    <a:pt x="4302" y="90"/>
                    <a:pt x="4302" y="75"/>
                  </a:cubicBezTo>
                  <a:cubicBezTo>
                    <a:pt x="4302" y="75"/>
                    <a:pt x="4287" y="75"/>
                    <a:pt x="4302" y="60"/>
                  </a:cubicBezTo>
                  <a:cubicBezTo>
                    <a:pt x="4317" y="75"/>
                    <a:pt x="4317" y="75"/>
                    <a:pt x="4332" y="90"/>
                  </a:cubicBezTo>
                  <a:cubicBezTo>
                    <a:pt x="4347" y="75"/>
                    <a:pt x="4347" y="60"/>
                    <a:pt x="4347" y="60"/>
                  </a:cubicBezTo>
                  <a:cubicBezTo>
                    <a:pt x="4347" y="60"/>
                    <a:pt x="4347" y="45"/>
                    <a:pt x="4347" y="45"/>
                  </a:cubicBezTo>
                  <a:cubicBezTo>
                    <a:pt x="4347" y="45"/>
                    <a:pt x="4362" y="30"/>
                    <a:pt x="4362" y="30"/>
                  </a:cubicBezTo>
                  <a:cubicBezTo>
                    <a:pt x="4362" y="30"/>
                    <a:pt x="4362" y="30"/>
                    <a:pt x="4362" y="15"/>
                  </a:cubicBezTo>
                  <a:cubicBezTo>
                    <a:pt x="4362" y="15"/>
                    <a:pt x="4347" y="15"/>
                    <a:pt x="4347" y="0"/>
                  </a:cubicBezTo>
                  <a:cubicBezTo>
                    <a:pt x="4108" y="0"/>
                    <a:pt x="3743" y="173"/>
                    <a:pt x="3473" y="173"/>
                  </a:cubicBezTo>
                  <a:cubicBezTo>
                    <a:pt x="3338" y="173"/>
                    <a:pt x="3226" y="130"/>
                    <a:pt x="3167" y="0"/>
                  </a:cubicBezTo>
                  <a:cubicBezTo>
                    <a:pt x="3167" y="15"/>
                    <a:pt x="3152" y="15"/>
                    <a:pt x="3152" y="15"/>
                  </a:cubicBezTo>
                  <a:cubicBezTo>
                    <a:pt x="3144" y="37"/>
                    <a:pt x="3133" y="49"/>
                    <a:pt x="3122" y="49"/>
                  </a:cubicBezTo>
                  <a:cubicBezTo>
                    <a:pt x="3111" y="49"/>
                    <a:pt x="3099" y="37"/>
                    <a:pt x="3092" y="15"/>
                  </a:cubicBezTo>
                  <a:cubicBezTo>
                    <a:pt x="3092" y="15"/>
                    <a:pt x="3092" y="15"/>
                    <a:pt x="3077" y="0"/>
                  </a:cubicBezTo>
                  <a:lnTo>
                    <a:pt x="2972" y="0"/>
                  </a:lnTo>
                  <a:cubicBezTo>
                    <a:pt x="2958" y="15"/>
                    <a:pt x="2958" y="45"/>
                    <a:pt x="2928" y="45"/>
                  </a:cubicBezTo>
                  <a:cubicBezTo>
                    <a:pt x="2898" y="45"/>
                    <a:pt x="2898" y="15"/>
                    <a:pt x="28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 rot="6506664">
              <a:off x="6597090" y="-1976795"/>
              <a:ext cx="1738188" cy="2570414"/>
            </a:xfrm>
            <a:custGeom>
              <a:avLst/>
              <a:gdLst/>
              <a:ahLst/>
              <a:cxnLst/>
              <a:rect l="l" t="t" r="r" b="b"/>
              <a:pathLst>
                <a:path w="6976" h="10316" extrusionOk="0">
                  <a:moveTo>
                    <a:pt x="5460" y="7674"/>
                  </a:moveTo>
                  <a:lnTo>
                    <a:pt x="5460" y="7674"/>
                  </a:lnTo>
                  <a:cubicBezTo>
                    <a:pt x="5412" y="7732"/>
                    <a:pt x="5360" y="7786"/>
                    <a:pt x="5318" y="7845"/>
                  </a:cubicBezTo>
                  <a:cubicBezTo>
                    <a:pt x="5339" y="7770"/>
                    <a:pt x="5407" y="7726"/>
                    <a:pt x="5460" y="7674"/>
                  </a:cubicBezTo>
                  <a:close/>
                  <a:moveTo>
                    <a:pt x="2846" y="0"/>
                  </a:moveTo>
                  <a:cubicBezTo>
                    <a:pt x="2439" y="0"/>
                    <a:pt x="2132" y="154"/>
                    <a:pt x="1912" y="497"/>
                  </a:cubicBezTo>
                  <a:cubicBezTo>
                    <a:pt x="1509" y="1169"/>
                    <a:pt x="1091" y="1841"/>
                    <a:pt x="747" y="2543"/>
                  </a:cubicBezTo>
                  <a:cubicBezTo>
                    <a:pt x="613" y="2812"/>
                    <a:pt x="673" y="3185"/>
                    <a:pt x="628" y="3499"/>
                  </a:cubicBezTo>
                  <a:cubicBezTo>
                    <a:pt x="523" y="4156"/>
                    <a:pt x="404" y="4813"/>
                    <a:pt x="270" y="5456"/>
                  </a:cubicBezTo>
                  <a:cubicBezTo>
                    <a:pt x="210" y="5725"/>
                    <a:pt x="90" y="5978"/>
                    <a:pt x="1" y="6247"/>
                  </a:cubicBezTo>
                  <a:cubicBezTo>
                    <a:pt x="31" y="6919"/>
                    <a:pt x="90" y="7577"/>
                    <a:pt x="75" y="8249"/>
                  </a:cubicBezTo>
                  <a:cubicBezTo>
                    <a:pt x="60" y="8667"/>
                    <a:pt x="270" y="9175"/>
                    <a:pt x="344" y="9653"/>
                  </a:cubicBezTo>
                  <a:cubicBezTo>
                    <a:pt x="374" y="9951"/>
                    <a:pt x="733" y="9907"/>
                    <a:pt x="852" y="10116"/>
                  </a:cubicBezTo>
                  <a:cubicBezTo>
                    <a:pt x="942" y="10131"/>
                    <a:pt x="1016" y="10161"/>
                    <a:pt x="1106" y="10175"/>
                  </a:cubicBezTo>
                  <a:cubicBezTo>
                    <a:pt x="1255" y="10265"/>
                    <a:pt x="1435" y="10250"/>
                    <a:pt x="1599" y="10295"/>
                  </a:cubicBezTo>
                  <a:cubicBezTo>
                    <a:pt x="1656" y="10310"/>
                    <a:pt x="1714" y="10316"/>
                    <a:pt x="1772" y="10316"/>
                  </a:cubicBezTo>
                  <a:cubicBezTo>
                    <a:pt x="1965" y="10316"/>
                    <a:pt x="2158" y="10251"/>
                    <a:pt x="2351" y="10251"/>
                  </a:cubicBezTo>
                  <a:cubicBezTo>
                    <a:pt x="2444" y="10251"/>
                    <a:pt x="2537" y="10266"/>
                    <a:pt x="2629" y="10310"/>
                  </a:cubicBezTo>
                  <a:cubicBezTo>
                    <a:pt x="3540" y="10265"/>
                    <a:pt x="4168" y="9817"/>
                    <a:pt x="4556" y="9010"/>
                  </a:cubicBezTo>
                  <a:cubicBezTo>
                    <a:pt x="4691" y="8727"/>
                    <a:pt x="4885" y="8562"/>
                    <a:pt x="5243" y="8533"/>
                  </a:cubicBezTo>
                  <a:cubicBezTo>
                    <a:pt x="5631" y="8503"/>
                    <a:pt x="5990" y="8323"/>
                    <a:pt x="6065" y="7845"/>
                  </a:cubicBezTo>
                  <a:cubicBezTo>
                    <a:pt x="6080" y="7756"/>
                    <a:pt x="6169" y="7711"/>
                    <a:pt x="6244" y="7636"/>
                  </a:cubicBezTo>
                  <a:cubicBezTo>
                    <a:pt x="6333" y="7562"/>
                    <a:pt x="6513" y="7517"/>
                    <a:pt x="6363" y="7353"/>
                  </a:cubicBezTo>
                  <a:cubicBezTo>
                    <a:pt x="6313" y="7295"/>
                    <a:pt x="6255" y="7268"/>
                    <a:pt x="6198" y="7268"/>
                  </a:cubicBezTo>
                  <a:cubicBezTo>
                    <a:pt x="6136" y="7268"/>
                    <a:pt x="6074" y="7299"/>
                    <a:pt x="6020" y="7353"/>
                  </a:cubicBezTo>
                  <a:cubicBezTo>
                    <a:pt x="5933" y="7440"/>
                    <a:pt x="5827" y="7464"/>
                    <a:pt x="5723" y="7487"/>
                  </a:cubicBezTo>
                  <a:lnTo>
                    <a:pt x="5723" y="7487"/>
                  </a:lnTo>
                  <a:cubicBezTo>
                    <a:pt x="5879" y="7366"/>
                    <a:pt x="5973" y="7196"/>
                    <a:pt x="6005" y="6949"/>
                  </a:cubicBezTo>
                  <a:cubicBezTo>
                    <a:pt x="6065" y="6591"/>
                    <a:pt x="6169" y="6247"/>
                    <a:pt x="6572" y="6053"/>
                  </a:cubicBezTo>
                  <a:cubicBezTo>
                    <a:pt x="6752" y="5964"/>
                    <a:pt x="6782" y="5754"/>
                    <a:pt x="6587" y="5605"/>
                  </a:cubicBezTo>
                  <a:cubicBezTo>
                    <a:pt x="6617" y="5530"/>
                    <a:pt x="6289" y="5590"/>
                    <a:pt x="6543" y="5456"/>
                  </a:cubicBezTo>
                  <a:cubicBezTo>
                    <a:pt x="6647" y="5396"/>
                    <a:pt x="6782" y="5411"/>
                    <a:pt x="6871" y="5306"/>
                  </a:cubicBezTo>
                  <a:cubicBezTo>
                    <a:pt x="6826" y="5277"/>
                    <a:pt x="6782" y="5247"/>
                    <a:pt x="6737" y="5217"/>
                  </a:cubicBezTo>
                  <a:cubicBezTo>
                    <a:pt x="6651" y="5174"/>
                    <a:pt x="6647" y="5022"/>
                    <a:pt x="6569" y="5022"/>
                  </a:cubicBezTo>
                  <a:cubicBezTo>
                    <a:pt x="6565" y="5022"/>
                    <a:pt x="6561" y="5022"/>
                    <a:pt x="6557" y="5023"/>
                  </a:cubicBezTo>
                  <a:cubicBezTo>
                    <a:pt x="6546" y="5023"/>
                    <a:pt x="6536" y="5023"/>
                    <a:pt x="6525" y="5023"/>
                  </a:cubicBezTo>
                  <a:cubicBezTo>
                    <a:pt x="6006" y="5023"/>
                    <a:pt x="6409" y="4664"/>
                    <a:pt x="6453" y="4634"/>
                  </a:cubicBezTo>
                  <a:cubicBezTo>
                    <a:pt x="6886" y="4336"/>
                    <a:pt x="6856" y="3873"/>
                    <a:pt x="6916" y="3439"/>
                  </a:cubicBezTo>
                  <a:cubicBezTo>
                    <a:pt x="6931" y="3320"/>
                    <a:pt x="6946" y="3200"/>
                    <a:pt x="6961" y="3081"/>
                  </a:cubicBezTo>
                  <a:cubicBezTo>
                    <a:pt x="6901" y="2663"/>
                    <a:pt x="6826" y="2245"/>
                    <a:pt x="6901" y="1811"/>
                  </a:cubicBezTo>
                  <a:cubicBezTo>
                    <a:pt x="6976" y="1333"/>
                    <a:pt x="6647" y="1080"/>
                    <a:pt x="6244" y="915"/>
                  </a:cubicBezTo>
                  <a:cubicBezTo>
                    <a:pt x="5900" y="736"/>
                    <a:pt x="5437" y="900"/>
                    <a:pt x="5139" y="587"/>
                  </a:cubicBezTo>
                  <a:cubicBezTo>
                    <a:pt x="4407" y="378"/>
                    <a:pt x="3735" y="49"/>
                    <a:pt x="2958" y="4"/>
                  </a:cubicBezTo>
                  <a:cubicBezTo>
                    <a:pt x="2920" y="2"/>
                    <a:pt x="2882" y="0"/>
                    <a:pt x="2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" name="Google Shape;133;p43"/>
            <p:cNvGrpSpPr/>
            <p:nvPr/>
          </p:nvGrpSpPr>
          <p:grpSpPr>
            <a:xfrm rot="353001">
              <a:off x="-575484" y="-63622"/>
              <a:ext cx="1093294" cy="1385396"/>
              <a:chOff x="-575067" y="38652"/>
              <a:chExt cx="1093330" cy="1385441"/>
            </a:xfrm>
          </p:grpSpPr>
          <p:sp>
            <p:nvSpPr>
              <p:cNvPr id="134" name="Google Shape;134;p43"/>
              <p:cNvSpPr/>
              <p:nvPr/>
            </p:nvSpPr>
            <p:spPr>
              <a:xfrm>
                <a:off x="-575067" y="38652"/>
                <a:ext cx="1093330" cy="1385441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3"/>
              <p:cNvSpPr/>
              <p:nvPr/>
            </p:nvSpPr>
            <p:spPr>
              <a:xfrm>
                <a:off x="-511482" y="121157"/>
                <a:ext cx="926146" cy="1177942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43"/>
            <p:cNvSpPr/>
            <p:nvPr/>
          </p:nvSpPr>
          <p:spPr>
            <a:xfrm rot="319950">
              <a:off x="-918294" y="3327009"/>
              <a:ext cx="1263303" cy="2103284"/>
            </a:xfrm>
            <a:custGeom>
              <a:avLst/>
              <a:gdLst/>
              <a:ahLst/>
              <a:cxnLst/>
              <a:rect l="l" t="t" r="r" b="b"/>
              <a:pathLst>
                <a:path w="11457" h="19074" extrusionOk="0">
                  <a:moveTo>
                    <a:pt x="7319" y="5900"/>
                  </a:moveTo>
                  <a:lnTo>
                    <a:pt x="7319" y="5900"/>
                  </a:lnTo>
                  <a:cubicBezTo>
                    <a:pt x="7289" y="5915"/>
                    <a:pt x="7244" y="5930"/>
                    <a:pt x="7199" y="5959"/>
                  </a:cubicBezTo>
                  <a:cubicBezTo>
                    <a:pt x="7229" y="5974"/>
                    <a:pt x="7259" y="6004"/>
                    <a:pt x="7289" y="6034"/>
                  </a:cubicBezTo>
                  <a:cubicBezTo>
                    <a:pt x="7304" y="5989"/>
                    <a:pt x="7319" y="5945"/>
                    <a:pt x="7319" y="5900"/>
                  </a:cubicBezTo>
                  <a:close/>
                  <a:moveTo>
                    <a:pt x="11172" y="6348"/>
                  </a:moveTo>
                  <a:lnTo>
                    <a:pt x="11202" y="6393"/>
                  </a:lnTo>
                  <a:lnTo>
                    <a:pt x="11157" y="6393"/>
                  </a:lnTo>
                  <a:lnTo>
                    <a:pt x="11172" y="6348"/>
                  </a:lnTo>
                  <a:close/>
                  <a:moveTo>
                    <a:pt x="3719" y="8857"/>
                  </a:moveTo>
                  <a:cubicBezTo>
                    <a:pt x="3719" y="8917"/>
                    <a:pt x="3719" y="8991"/>
                    <a:pt x="3704" y="9066"/>
                  </a:cubicBezTo>
                  <a:lnTo>
                    <a:pt x="3719" y="8857"/>
                  </a:lnTo>
                  <a:close/>
                  <a:moveTo>
                    <a:pt x="3839" y="9753"/>
                  </a:moveTo>
                  <a:cubicBezTo>
                    <a:pt x="3854" y="9783"/>
                    <a:pt x="3839" y="9798"/>
                    <a:pt x="3824" y="9828"/>
                  </a:cubicBezTo>
                  <a:cubicBezTo>
                    <a:pt x="3824" y="9813"/>
                    <a:pt x="3824" y="9798"/>
                    <a:pt x="3824" y="9768"/>
                  </a:cubicBezTo>
                  <a:cubicBezTo>
                    <a:pt x="3839" y="9768"/>
                    <a:pt x="3839" y="9768"/>
                    <a:pt x="3839" y="9753"/>
                  </a:cubicBezTo>
                  <a:close/>
                  <a:moveTo>
                    <a:pt x="5527" y="10156"/>
                  </a:moveTo>
                  <a:cubicBezTo>
                    <a:pt x="5541" y="10186"/>
                    <a:pt x="5541" y="10231"/>
                    <a:pt x="5541" y="10261"/>
                  </a:cubicBezTo>
                  <a:lnTo>
                    <a:pt x="5527" y="10156"/>
                  </a:lnTo>
                  <a:close/>
                  <a:moveTo>
                    <a:pt x="11411" y="10649"/>
                  </a:moveTo>
                  <a:lnTo>
                    <a:pt x="11411" y="10649"/>
                  </a:lnTo>
                  <a:cubicBezTo>
                    <a:pt x="11396" y="10724"/>
                    <a:pt x="11381" y="10799"/>
                    <a:pt x="11381" y="10873"/>
                  </a:cubicBezTo>
                  <a:cubicBezTo>
                    <a:pt x="11381" y="10799"/>
                    <a:pt x="11381" y="10724"/>
                    <a:pt x="11411" y="10649"/>
                  </a:cubicBezTo>
                  <a:close/>
                  <a:moveTo>
                    <a:pt x="7169" y="11650"/>
                  </a:moveTo>
                  <a:lnTo>
                    <a:pt x="7169" y="11650"/>
                  </a:lnTo>
                  <a:cubicBezTo>
                    <a:pt x="7169" y="11650"/>
                    <a:pt x="7184" y="11665"/>
                    <a:pt x="7184" y="11680"/>
                  </a:cubicBezTo>
                  <a:lnTo>
                    <a:pt x="7184" y="11740"/>
                  </a:lnTo>
                  <a:cubicBezTo>
                    <a:pt x="7184" y="11710"/>
                    <a:pt x="7169" y="11680"/>
                    <a:pt x="7169" y="11650"/>
                  </a:cubicBezTo>
                  <a:close/>
                  <a:moveTo>
                    <a:pt x="463" y="12053"/>
                  </a:moveTo>
                  <a:lnTo>
                    <a:pt x="433" y="12173"/>
                  </a:lnTo>
                  <a:cubicBezTo>
                    <a:pt x="433" y="12128"/>
                    <a:pt x="433" y="12083"/>
                    <a:pt x="463" y="12053"/>
                  </a:cubicBezTo>
                  <a:close/>
                  <a:moveTo>
                    <a:pt x="7095" y="12322"/>
                  </a:moveTo>
                  <a:lnTo>
                    <a:pt x="7095" y="12322"/>
                  </a:lnTo>
                  <a:cubicBezTo>
                    <a:pt x="7125" y="12397"/>
                    <a:pt x="7125" y="12471"/>
                    <a:pt x="7125" y="12561"/>
                  </a:cubicBezTo>
                  <a:lnTo>
                    <a:pt x="7095" y="12322"/>
                  </a:lnTo>
                  <a:close/>
                  <a:moveTo>
                    <a:pt x="299" y="0"/>
                  </a:moveTo>
                  <a:cubicBezTo>
                    <a:pt x="284" y="0"/>
                    <a:pt x="269" y="0"/>
                    <a:pt x="254" y="15"/>
                  </a:cubicBezTo>
                  <a:cubicBezTo>
                    <a:pt x="239" y="314"/>
                    <a:pt x="224" y="627"/>
                    <a:pt x="194" y="941"/>
                  </a:cubicBezTo>
                  <a:cubicBezTo>
                    <a:pt x="150" y="1090"/>
                    <a:pt x="90" y="1225"/>
                    <a:pt x="75" y="1374"/>
                  </a:cubicBezTo>
                  <a:cubicBezTo>
                    <a:pt x="45" y="2464"/>
                    <a:pt x="60" y="3570"/>
                    <a:pt x="30" y="4660"/>
                  </a:cubicBezTo>
                  <a:cubicBezTo>
                    <a:pt x="30" y="4705"/>
                    <a:pt x="45" y="4750"/>
                    <a:pt x="60" y="4794"/>
                  </a:cubicBezTo>
                  <a:cubicBezTo>
                    <a:pt x="45" y="4839"/>
                    <a:pt x="30" y="4884"/>
                    <a:pt x="45" y="4929"/>
                  </a:cubicBezTo>
                  <a:cubicBezTo>
                    <a:pt x="45" y="4959"/>
                    <a:pt x="45" y="4974"/>
                    <a:pt x="45" y="4989"/>
                  </a:cubicBezTo>
                  <a:cubicBezTo>
                    <a:pt x="30" y="5138"/>
                    <a:pt x="0" y="5302"/>
                    <a:pt x="30" y="5452"/>
                  </a:cubicBezTo>
                  <a:cubicBezTo>
                    <a:pt x="45" y="5482"/>
                    <a:pt x="60" y="5496"/>
                    <a:pt x="90" y="5526"/>
                  </a:cubicBezTo>
                  <a:cubicBezTo>
                    <a:pt x="75" y="5915"/>
                    <a:pt x="60" y="6303"/>
                    <a:pt x="60" y="6691"/>
                  </a:cubicBezTo>
                  <a:cubicBezTo>
                    <a:pt x="60" y="7602"/>
                    <a:pt x="75" y="8528"/>
                    <a:pt x="75" y="9454"/>
                  </a:cubicBezTo>
                  <a:cubicBezTo>
                    <a:pt x="90" y="10007"/>
                    <a:pt x="90" y="10575"/>
                    <a:pt x="90" y="11127"/>
                  </a:cubicBezTo>
                  <a:lnTo>
                    <a:pt x="120" y="11471"/>
                  </a:lnTo>
                  <a:lnTo>
                    <a:pt x="105" y="11501"/>
                  </a:lnTo>
                  <a:cubicBezTo>
                    <a:pt x="105" y="11560"/>
                    <a:pt x="120" y="11620"/>
                    <a:pt x="135" y="11680"/>
                  </a:cubicBezTo>
                  <a:lnTo>
                    <a:pt x="165" y="12023"/>
                  </a:lnTo>
                  <a:cubicBezTo>
                    <a:pt x="150" y="12113"/>
                    <a:pt x="165" y="12188"/>
                    <a:pt x="194" y="12277"/>
                  </a:cubicBezTo>
                  <a:lnTo>
                    <a:pt x="254" y="12860"/>
                  </a:lnTo>
                  <a:cubicBezTo>
                    <a:pt x="254" y="12934"/>
                    <a:pt x="254" y="13009"/>
                    <a:pt x="254" y="13099"/>
                  </a:cubicBezTo>
                  <a:lnTo>
                    <a:pt x="329" y="13099"/>
                  </a:lnTo>
                  <a:cubicBezTo>
                    <a:pt x="344" y="13009"/>
                    <a:pt x="344" y="12934"/>
                    <a:pt x="359" y="12860"/>
                  </a:cubicBezTo>
                  <a:lnTo>
                    <a:pt x="418" y="12442"/>
                  </a:lnTo>
                  <a:cubicBezTo>
                    <a:pt x="433" y="12397"/>
                    <a:pt x="433" y="12337"/>
                    <a:pt x="433" y="12277"/>
                  </a:cubicBezTo>
                  <a:cubicBezTo>
                    <a:pt x="433" y="12262"/>
                    <a:pt x="433" y="12262"/>
                    <a:pt x="433" y="12247"/>
                  </a:cubicBezTo>
                  <a:lnTo>
                    <a:pt x="463" y="12053"/>
                  </a:lnTo>
                  <a:cubicBezTo>
                    <a:pt x="478" y="11979"/>
                    <a:pt x="508" y="11919"/>
                    <a:pt x="508" y="11844"/>
                  </a:cubicBezTo>
                  <a:cubicBezTo>
                    <a:pt x="538" y="10963"/>
                    <a:pt x="553" y="10082"/>
                    <a:pt x="568" y="9201"/>
                  </a:cubicBezTo>
                  <a:cubicBezTo>
                    <a:pt x="568" y="8976"/>
                    <a:pt x="538" y="8767"/>
                    <a:pt x="523" y="8543"/>
                  </a:cubicBezTo>
                  <a:cubicBezTo>
                    <a:pt x="478" y="8484"/>
                    <a:pt x="478" y="8424"/>
                    <a:pt x="493" y="8364"/>
                  </a:cubicBezTo>
                  <a:lnTo>
                    <a:pt x="493" y="8364"/>
                  </a:lnTo>
                  <a:cubicBezTo>
                    <a:pt x="493" y="8424"/>
                    <a:pt x="508" y="8484"/>
                    <a:pt x="523" y="8543"/>
                  </a:cubicBezTo>
                  <a:cubicBezTo>
                    <a:pt x="523" y="7961"/>
                    <a:pt x="523" y="7378"/>
                    <a:pt x="523" y="6796"/>
                  </a:cubicBezTo>
                  <a:cubicBezTo>
                    <a:pt x="523" y="6512"/>
                    <a:pt x="553" y="6228"/>
                    <a:pt x="568" y="5945"/>
                  </a:cubicBezTo>
                  <a:cubicBezTo>
                    <a:pt x="553" y="5661"/>
                    <a:pt x="523" y="5362"/>
                    <a:pt x="508" y="5063"/>
                  </a:cubicBezTo>
                  <a:cubicBezTo>
                    <a:pt x="493" y="4570"/>
                    <a:pt x="478" y="4078"/>
                    <a:pt x="463" y="3585"/>
                  </a:cubicBezTo>
                  <a:lnTo>
                    <a:pt x="463" y="3465"/>
                  </a:lnTo>
                  <a:cubicBezTo>
                    <a:pt x="508" y="3405"/>
                    <a:pt x="493" y="3331"/>
                    <a:pt x="463" y="3256"/>
                  </a:cubicBezTo>
                  <a:lnTo>
                    <a:pt x="463" y="2987"/>
                  </a:lnTo>
                  <a:cubicBezTo>
                    <a:pt x="463" y="3047"/>
                    <a:pt x="448" y="3107"/>
                    <a:pt x="448" y="3166"/>
                  </a:cubicBezTo>
                  <a:cubicBezTo>
                    <a:pt x="433" y="3107"/>
                    <a:pt x="418" y="3047"/>
                    <a:pt x="463" y="2987"/>
                  </a:cubicBezTo>
                  <a:lnTo>
                    <a:pt x="463" y="2987"/>
                  </a:lnTo>
                  <a:lnTo>
                    <a:pt x="463" y="2987"/>
                  </a:lnTo>
                  <a:cubicBezTo>
                    <a:pt x="463" y="2644"/>
                    <a:pt x="463" y="2300"/>
                    <a:pt x="463" y="1957"/>
                  </a:cubicBezTo>
                  <a:cubicBezTo>
                    <a:pt x="463" y="1882"/>
                    <a:pt x="463" y="1822"/>
                    <a:pt x="463" y="1748"/>
                  </a:cubicBezTo>
                  <a:cubicBezTo>
                    <a:pt x="404" y="1165"/>
                    <a:pt x="359" y="583"/>
                    <a:pt x="299" y="0"/>
                  </a:cubicBezTo>
                  <a:close/>
                  <a:moveTo>
                    <a:pt x="5915" y="13009"/>
                  </a:moveTo>
                  <a:cubicBezTo>
                    <a:pt x="5900" y="13099"/>
                    <a:pt x="5900" y="13173"/>
                    <a:pt x="5885" y="13263"/>
                  </a:cubicBezTo>
                  <a:cubicBezTo>
                    <a:pt x="5870" y="13173"/>
                    <a:pt x="5870" y="13099"/>
                    <a:pt x="5915" y="13009"/>
                  </a:cubicBezTo>
                  <a:close/>
                  <a:moveTo>
                    <a:pt x="9171" y="1912"/>
                  </a:moveTo>
                  <a:cubicBezTo>
                    <a:pt x="9141" y="1912"/>
                    <a:pt x="9111" y="1927"/>
                    <a:pt x="9081" y="1927"/>
                  </a:cubicBezTo>
                  <a:lnTo>
                    <a:pt x="9081" y="2554"/>
                  </a:lnTo>
                  <a:lnTo>
                    <a:pt x="9096" y="2554"/>
                  </a:lnTo>
                  <a:cubicBezTo>
                    <a:pt x="9066" y="2629"/>
                    <a:pt x="9066" y="2703"/>
                    <a:pt x="9066" y="2778"/>
                  </a:cubicBezTo>
                  <a:cubicBezTo>
                    <a:pt x="9081" y="2883"/>
                    <a:pt x="9081" y="2987"/>
                    <a:pt x="9036" y="3092"/>
                  </a:cubicBezTo>
                  <a:cubicBezTo>
                    <a:pt x="9022" y="3465"/>
                    <a:pt x="9007" y="3854"/>
                    <a:pt x="8992" y="4227"/>
                  </a:cubicBezTo>
                  <a:cubicBezTo>
                    <a:pt x="8962" y="4287"/>
                    <a:pt x="8932" y="4346"/>
                    <a:pt x="8932" y="4406"/>
                  </a:cubicBezTo>
                  <a:cubicBezTo>
                    <a:pt x="8947" y="4809"/>
                    <a:pt x="8962" y="5213"/>
                    <a:pt x="8977" y="5616"/>
                  </a:cubicBezTo>
                  <a:cubicBezTo>
                    <a:pt x="8962" y="5661"/>
                    <a:pt x="8932" y="5720"/>
                    <a:pt x="8932" y="5765"/>
                  </a:cubicBezTo>
                  <a:cubicBezTo>
                    <a:pt x="8932" y="6482"/>
                    <a:pt x="8932" y="7184"/>
                    <a:pt x="8932" y="7886"/>
                  </a:cubicBezTo>
                  <a:cubicBezTo>
                    <a:pt x="8857" y="7976"/>
                    <a:pt x="8842" y="8080"/>
                    <a:pt x="8932" y="8155"/>
                  </a:cubicBezTo>
                  <a:cubicBezTo>
                    <a:pt x="8932" y="8215"/>
                    <a:pt x="8932" y="8275"/>
                    <a:pt x="8932" y="8319"/>
                  </a:cubicBezTo>
                  <a:cubicBezTo>
                    <a:pt x="8947" y="8708"/>
                    <a:pt x="8962" y="9081"/>
                    <a:pt x="8977" y="9454"/>
                  </a:cubicBezTo>
                  <a:cubicBezTo>
                    <a:pt x="8977" y="9783"/>
                    <a:pt x="8947" y="10112"/>
                    <a:pt x="8947" y="10440"/>
                  </a:cubicBezTo>
                  <a:cubicBezTo>
                    <a:pt x="8947" y="10903"/>
                    <a:pt x="8962" y="11351"/>
                    <a:pt x="8977" y="11814"/>
                  </a:cubicBezTo>
                  <a:cubicBezTo>
                    <a:pt x="8962" y="12053"/>
                    <a:pt x="8947" y="12307"/>
                    <a:pt x="8962" y="12546"/>
                  </a:cubicBezTo>
                  <a:cubicBezTo>
                    <a:pt x="8977" y="12964"/>
                    <a:pt x="9007" y="13383"/>
                    <a:pt x="9036" y="13816"/>
                  </a:cubicBezTo>
                  <a:cubicBezTo>
                    <a:pt x="9066" y="13890"/>
                    <a:pt x="9096" y="13965"/>
                    <a:pt x="9111" y="14055"/>
                  </a:cubicBezTo>
                  <a:cubicBezTo>
                    <a:pt x="9171" y="13950"/>
                    <a:pt x="9201" y="13890"/>
                    <a:pt x="9231" y="13816"/>
                  </a:cubicBezTo>
                  <a:cubicBezTo>
                    <a:pt x="9246" y="13741"/>
                    <a:pt x="9246" y="13681"/>
                    <a:pt x="9260" y="13607"/>
                  </a:cubicBezTo>
                  <a:cubicBezTo>
                    <a:pt x="9260" y="13502"/>
                    <a:pt x="9260" y="13398"/>
                    <a:pt x="9260" y="13293"/>
                  </a:cubicBezTo>
                  <a:cubicBezTo>
                    <a:pt x="9290" y="12770"/>
                    <a:pt x="9335" y="12262"/>
                    <a:pt x="9350" y="11740"/>
                  </a:cubicBezTo>
                  <a:cubicBezTo>
                    <a:pt x="9365" y="11157"/>
                    <a:pt x="9365" y="10575"/>
                    <a:pt x="9365" y="9992"/>
                  </a:cubicBezTo>
                  <a:cubicBezTo>
                    <a:pt x="9470" y="9858"/>
                    <a:pt x="9410" y="9753"/>
                    <a:pt x="9320" y="9634"/>
                  </a:cubicBezTo>
                  <a:lnTo>
                    <a:pt x="9320" y="9619"/>
                  </a:lnTo>
                  <a:cubicBezTo>
                    <a:pt x="9320" y="9626"/>
                    <a:pt x="9324" y="9630"/>
                    <a:pt x="9330" y="9630"/>
                  </a:cubicBezTo>
                  <a:cubicBezTo>
                    <a:pt x="9335" y="9630"/>
                    <a:pt x="9343" y="9626"/>
                    <a:pt x="9350" y="9619"/>
                  </a:cubicBezTo>
                  <a:cubicBezTo>
                    <a:pt x="9365" y="9380"/>
                    <a:pt x="9365" y="9156"/>
                    <a:pt x="9365" y="8917"/>
                  </a:cubicBezTo>
                  <a:cubicBezTo>
                    <a:pt x="9350" y="8887"/>
                    <a:pt x="9350" y="8857"/>
                    <a:pt x="9350" y="8827"/>
                  </a:cubicBezTo>
                  <a:lnTo>
                    <a:pt x="9380" y="8827"/>
                  </a:lnTo>
                  <a:cubicBezTo>
                    <a:pt x="9365" y="8513"/>
                    <a:pt x="9335" y="8200"/>
                    <a:pt x="9335" y="7886"/>
                  </a:cubicBezTo>
                  <a:cubicBezTo>
                    <a:pt x="9335" y="7513"/>
                    <a:pt x="9365" y="7154"/>
                    <a:pt x="9365" y="6781"/>
                  </a:cubicBezTo>
                  <a:cubicBezTo>
                    <a:pt x="9365" y="6333"/>
                    <a:pt x="9350" y="5900"/>
                    <a:pt x="9335" y="5452"/>
                  </a:cubicBezTo>
                  <a:cubicBezTo>
                    <a:pt x="9335" y="5317"/>
                    <a:pt x="9320" y="5168"/>
                    <a:pt x="9305" y="5033"/>
                  </a:cubicBezTo>
                  <a:cubicBezTo>
                    <a:pt x="9275" y="4959"/>
                    <a:pt x="9275" y="4869"/>
                    <a:pt x="9275" y="4780"/>
                  </a:cubicBezTo>
                  <a:lnTo>
                    <a:pt x="9275" y="4780"/>
                  </a:lnTo>
                  <a:lnTo>
                    <a:pt x="9305" y="5033"/>
                  </a:lnTo>
                  <a:cubicBezTo>
                    <a:pt x="9305" y="4750"/>
                    <a:pt x="9305" y="4466"/>
                    <a:pt x="9305" y="4167"/>
                  </a:cubicBezTo>
                  <a:cubicBezTo>
                    <a:pt x="9290" y="4003"/>
                    <a:pt x="9275" y="3854"/>
                    <a:pt x="9260" y="3689"/>
                  </a:cubicBezTo>
                  <a:lnTo>
                    <a:pt x="9246" y="3704"/>
                  </a:lnTo>
                  <a:cubicBezTo>
                    <a:pt x="9246" y="3689"/>
                    <a:pt x="9246" y="3689"/>
                    <a:pt x="9260" y="3689"/>
                  </a:cubicBezTo>
                  <a:cubicBezTo>
                    <a:pt x="9246" y="3286"/>
                    <a:pt x="9216" y="2898"/>
                    <a:pt x="9201" y="2509"/>
                  </a:cubicBezTo>
                  <a:cubicBezTo>
                    <a:pt x="9186" y="2300"/>
                    <a:pt x="9186" y="2106"/>
                    <a:pt x="9171" y="1912"/>
                  </a:cubicBezTo>
                  <a:close/>
                  <a:moveTo>
                    <a:pt x="3854" y="3734"/>
                  </a:moveTo>
                  <a:cubicBezTo>
                    <a:pt x="3839" y="3764"/>
                    <a:pt x="3809" y="3779"/>
                    <a:pt x="3809" y="3809"/>
                  </a:cubicBezTo>
                  <a:cubicBezTo>
                    <a:pt x="3794" y="4585"/>
                    <a:pt x="3764" y="5377"/>
                    <a:pt x="3749" y="6169"/>
                  </a:cubicBezTo>
                  <a:cubicBezTo>
                    <a:pt x="3764" y="6034"/>
                    <a:pt x="3764" y="5900"/>
                    <a:pt x="3779" y="5780"/>
                  </a:cubicBezTo>
                  <a:lnTo>
                    <a:pt x="3779" y="5780"/>
                  </a:lnTo>
                  <a:cubicBezTo>
                    <a:pt x="3779" y="5900"/>
                    <a:pt x="3779" y="6034"/>
                    <a:pt x="3749" y="6169"/>
                  </a:cubicBezTo>
                  <a:cubicBezTo>
                    <a:pt x="3734" y="6721"/>
                    <a:pt x="3704" y="7274"/>
                    <a:pt x="3704" y="7826"/>
                  </a:cubicBezTo>
                  <a:cubicBezTo>
                    <a:pt x="3689" y="8245"/>
                    <a:pt x="3704" y="8663"/>
                    <a:pt x="3704" y="9081"/>
                  </a:cubicBezTo>
                  <a:lnTo>
                    <a:pt x="3689" y="9081"/>
                  </a:lnTo>
                  <a:cubicBezTo>
                    <a:pt x="3675" y="9380"/>
                    <a:pt x="3645" y="9664"/>
                    <a:pt x="3645" y="9962"/>
                  </a:cubicBezTo>
                  <a:cubicBezTo>
                    <a:pt x="3645" y="11082"/>
                    <a:pt x="3630" y="12203"/>
                    <a:pt x="3645" y="13323"/>
                  </a:cubicBezTo>
                  <a:cubicBezTo>
                    <a:pt x="3645" y="13935"/>
                    <a:pt x="3689" y="14563"/>
                    <a:pt x="3719" y="15175"/>
                  </a:cubicBezTo>
                  <a:cubicBezTo>
                    <a:pt x="3719" y="15294"/>
                    <a:pt x="3779" y="15414"/>
                    <a:pt x="3809" y="15533"/>
                  </a:cubicBezTo>
                  <a:cubicBezTo>
                    <a:pt x="3839" y="15533"/>
                    <a:pt x="3869" y="15533"/>
                    <a:pt x="3899" y="15518"/>
                  </a:cubicBezTo>
                  <a:cubicBezTo>
                    <a:pt x="3928" y="15384"/>
                    <a:pt x="3943" y="15250"/>
                    <a:pt x="3973" y="15115"/>
                  </a:cubicBezTo>
                  <a:cubicBezTo>
                    <a:pt x="3988" y="15055"/>
                    <a:pt x="4033" y="15011"/>
                    <a:pt x="4033" y="14951"/>
                  </a:cubicBezTo>
                  <a:cubicBezTo>
                    <a:pt x="4048" y="14533"/>
                    <a:pt x="4063" y="14114"/>
                    <a:pt x="4078" y="13696"/>
                  </a:cubicBezTo>
                  <a:cubicBezTo>
                    <a:pt x="4093" y="13084"/>
                    <a:pt x="4078" y="12471"/>
                    <a:pt x="4093" y="11874"/>
                  </a:cubicBezTo>
                  <a:lnTo>
                    <a:pt x="4078" y="11874"/>
                  </a:lnTo>
                  <a:cubicBezTo>
                    <a:pt x="4078" y="11605"/>
                    <a:pt x="4078" y="11336"/>
                    <a:pt x="4078" y="11082"/>
                  </a:cubicBezTo>
                  <a:cubicBezTo>
                    <a:pt x="4078" y="11077"/>
                    <a:pt x="4078" y="11072"/>
                    <a:pt x="4078" y="11068"/>
                  </a:cubicBezTo>
                  <a:cubicBezTo>
                    <a:pt x="4033" y="10963"/>
                    <a:pt x="4033" y="10858"/>
                    <a:pt x="4078" y="10754"/>
                  </a:cubicBezTo>
                  <a:cubicBezTo>
                    <a:pt x="4078" y="10739"/>
                    <a:pt x="4078" y="10709"/>
                    <a:pt x="4078" y="10694"/>
                  </a:cubicBezTo>
                  <a:cubicBezTo>
                    <a:pt x="4063" y="10425"/>
                    <a:pt x="4033" y="10171"/>
                    <a:pt x="4018" y="9903"/>
                  </a:cubicBezTo>
                  <a:lnTo>
                    <a:pt x="4018" y="9888"/>
                  </a:lnTo>
                  <a:cubicBezTo>
                    <a:pt x="4018" y="9858"/>
                    <a:pt x="4018" y="9828"/>
                    <a:pt x="4033" y="9798"/>
                  </a:cubicBezTo>
                  <a:cubicBezTo>
                    <a:pt x="4063" y="9693"/>
                    <a:pt x="4063" y="9589"/>
                    <a:pt x="4048" y="9484"/>
                  </a:cubicBezTo>
                  <a:lnTo>
                    <a:pt x="4078" y="9245"/>
                  </a:lnTo>
                  <a:cubicBezTo>
                    <a:pt x="4108" y="9215"/>
                    <a:pt x="4108" y="9171"/>
                    <a:pt x="4078" y="9141"/>
                  </a:cubicBezTo>
                  <a:cubicBezTo>
                    <a:pt x="4063" y="8872"/>
                    <a:pt x="4048" y="8588"/>
                    <a:pt x="4018" y="8319"/>
                  </a:cubicBezTo>
                  <a:cubicBezTo>
                    <a:pt x="4003" y="7662"/>
                    <a:pt x="3988" y="7005"/>
                    <a:pt x="3958" y="6348"/>
                  </a:cubicBezTo>
                  <a:cubicBezTo>
                    <a:pt x="3958" y="5974"/>
                    <a:pt x="3928" y="5616"/>
                    <a:pt x="3913" y="5257"/>
                  </a:cubicBezTo>
                  <a:cubicBezTo>
                    <a:pt x="3928" y="5168"/>
                    <a:pt x="3943" y="5093"/>
                    <a:pt x="3943" y="5004"/>
                  </a:cubicBezTo>
                  <a:cubicBezTo>
                    <a:pt x="3943" y="4615"/>
                    <a:pt x="3928" y="4242"/>
                    <a:pt x="3913" y="3854"/>
                  </a:cubicBezTo>
                  <a:cubicBezTo>
                    <a:pt x="3943" y="3794"/>
                    <a:pt x="3899" y="3764"/>
                    <a:pt x="3854" y="3734"/>
                  </a:cubicBezTo>
                  <a:close/>
                  <a:moveTo>
                    <a:pt x="2166" y="1046"/>
                  </a:moveTo>
                  <a:cubicBezTo>
                    <a:pt x="2151" y="1046"/>
                    <a:pt x="2136" y="1046"/>
                    <a:pt x="2121" y="1060"/>
                  </a:cubicBezTo>
                  <a:cubicBezTo>
                    <a:pt x="2061" y="1255"/>
                    <a:pt x="2017" y="1449"/>
                    <a:pt x="1972" y="1643"/>
                  </a:cubicBezTo>
                  <a:cubicBezTo>
                    <a:pt x="1972" y="1777"/>
                    <a:pt x="1972" y="1927"/>
                    <a:pt x="1972" y="2076"/>
                  </a:cubicBezTo>
                  <a:cubicBezTo>
                    <a:pt x="1972" y="2091"/>
                    <a:pt x="1972" y="2106"/>
                    <a:pt x="1987" y="2121"/>
                  </a:cubicBezTo>
                  <a:cubicBezTo>
                    <a:pt x="1957" y="2196"/>
                    <a:pt x="1927" y="2285"/>
                    <a:pt x="1927" y="2360"/>
                  </a:cubicBezTo>
                  <a:cubicBezTo>
                    <a:pt x="1912" y="2957"/>
                    <a:pt x="1897" y="3570"/>
                    <a:pt x="1882" y="4182"/>
                  </a:cubicBezTo>
                  <a:cubicBezTo>
                    <a:pt x="1882" y="4302"/>
                    <a:pt x="1897" y="4436"/>
                    <a:pt x="1912" y="4555"/>
                  </a:cubicBezTo>
                  <a:lnTo>
                    <a:pt x="1912" y="4914"/>
                  </a:lnTo>
                  <a:cubicBezTo>
                    <a:pt x="1897" y="4959"/>
                    <a:pt x="1897" y="5018"/>
                    <a:pt x="1912" y="5063"/>
                  </a:cubicBezTo>
                  <a:lnTo>
                    <a:pt x="1912" y="6004"/>
                  </a:lnTo>
                  <a:cubicBezTo>
                    <a:pt x="1897" y="6094"/>
                    <a:pt x="1882" y="6183"/>
                    <a:pt x="1882" y="6288"/>
                  </a:cubicBezTo>
                  <a:cubicBezTo>
                    <a:pt x="1882" y="7602"/>
                    <a:pt x="1882" y="8932"/>
                    <a:pt x="1867" y="10246"/>
                  </a:cubicBezTo>
                  <a:cubicBezTo>
                    <a:pt x="1867" y="10545"/>
                    <a:pt x="1837" y="10829"/>
                    <a:pt x="1808" y="11127"/>
                  </a:cubicBezTo>
                  <a:cubicBezTo>
                    <a:pt x="1808" y="11187"/>
                    <a:pt x="1793" y="11247"/>
                    <a:pt x="1793" y="11306"/>
                  </a:cubicBezTo>
                  <a:cubicBezTo>
                    <a:pt x="1837" y="11575"/>
                    <a:pt x="1912" y="11844"/>
                    <a:pt x="1912" y="12113"/>
                  </a:cubicBezTo>
                  <a:cubicBezTo>
                    <a:pt x="1912" y="12740"/>
                    <a:pt x="1882" y="13368"/>
                    <a:pt x="1867" y="13980"/>
                  </a:cubicBezTo>
                  <a:cubicBezTo>
                    <a:pt x="1867" y="13980"/>
                    <a:pt x="1867" y="13980"/>
                    <a:pt x="1867" y="13980"/>
                  </a:cubicBezTo>
                  <a:lnTo>
                    <a:pt x="1867" y="13980"/>
                  </a:lnTo>
                  <a:cubicBezTo>
                    <a:pt x="1882" y="14010"/>
                    <a:pt x="1882" y="14025"/>
                    <a:pt x="1882" y="14040"/>
                  </a:cubicBezTo>
                  <a:lnTo>
                    <a:pt x="1867" y="13980"/>
                  </a:lnTo>
                  <a:lnTo>
                    <a:pt x="1867" y="13980"/>
                  </a:lnTo>
                  <a:cubicBezTo>
                    <a:pt x="1882" y="14085"/>
                    <a:pt x="1897" y="14189"/>
                    <a:pt x="1912" y="14294"/>
                  </a:cubicBezTo>
                  <a:cubicBezTo>
                    <a:pt x="1763" y="14503"/>
                    <a:pt x="1852" y="14697"/>
                    <a:pt x="1912" y="14891"/>
                  </a:cubicBezTo>
                  <a:lnTo>
                    <a:pt x="1942" y="14787"/>
                  </a:lnTo>
                  <a:lnTo>
                    <a:pt x="1942" y="14787"/>
                  </a:lnTo>
                  <a:cubicBezTo>
                    <a:pt x="1942" y="14831"/>
                    <a:pt x="1957" y="14876"/>
                    <a:pt x="1912" y="14891"/>
                  </a:cubicBezTo>
                  <a:cubicBezTo>
                    <a:pt x="1897" y="14951"/>
                    <a:pt x="1882" y="14996"/>
                    <a:pt x="1882" y="15040"/>
                  </a:cubicBezTo>
                  <a:cubicBezTo>
                    <a:pt x="1912" y="15339"/>
                    <a:pt x="1942" y="15638"/>
                    <a:pt x="1972" y="15922"/>
                  </a:cubicBezTo>
                  <a:cubicBezTo>
                    <a:pt x="1957" y="15996"/>
                    <a:pt x="1927" y="16056"/>
                    <a:pt x="1942" y="16116"/>
                  </a:cubicBezTo>
                  <a:cubicBezTo>
                    <a:pt x="2032" y="16519"/>
                    <a:pt x="2091" y="16922"/>
                    <a:pt x="2032" y="17326"/>
                  </a:cubicBezTo>
                  <a:cubicBezTo>
                    <a:pt x="2032" y="17356"/>
                    <a:pt x="2046" y="17385"/>
                    <a:pt x="2061" y="17415"/>
                  </a:cubicBezTo>
                  <a:cubicBezTo>
                    <a:pt x="2076" y="17415"/>
                    <a:pt x="2106" y="17400"/>
                    <a:pt x="2121" y="17400"/>
                  </a:cubicBezTo>
                  <a:cubicBezTo>
                    <a:pt x="2136" y="17102"/>
                    <a:pt x="2166" y="16818"/>
                    <a:pt x="2181" y="16519"/>
                  </a:cubicBezTo>
                  <a:cubicBezTo>
                    <a:pt x="2211" y="16370"/>
                    <a:pt x="2226" y="16235"/>
                    <a:pt x="2241" y="16086"/>
                  </a:cubicBezTo>
                  <a:lnTo>
                    <a:pt x="2360" y="14637"/>
                  </a:lnTo>
                  <a:cubicBezTo>
                    <a:pt x="2375" y="14219"/>
                    <a:pt x="2405" y="13816"/>
                    <a:pt x="2420" y="13398"/>
                  </a:cubicBezTo>
                  <a:cubicBezTo>
                    <a:pt x="2420" y="13278"/>
                    <a:pt x="2405" y="13173"/>
                    <a:pt x="2405" y="13069"/>
                  </a:cubicBezTo>
                  <a:cubicBezTo>
                    <a:pt x="2405" y="12979"/>
                    <a:pt x="2405" y="12890"/>
                    <a:pt x="2405" y="12800"/>
                  </a:cubicBezTo>
                  <a:cubicBezTo>
                    <a:pt x="2390" y="12740"/>
                    <a:pt x="2360" y="12696"/>
                    <a:pt x="2345" y="12636"/>
                  </a:cubicBezTo>
                  <a:cubicBezTo>
                    <a:pt x="2375" y="12546"/>
                    <a:pt x="2435" y="12442"/>
                    <a:pt x="2435" y="12352"/>
                  </a:cubicBezTo>
                  <a:cubicBezTo>
                    <a:pt x="2435" y="11784"/>
                    <a:pt x="2420" y="11202"/>
                    <a:pt x="2420" y="10634"/>
                  </a:cubicBezTo>
                  <a:cubicBezTo>
                    <a:pt x="2405" y="10052"/>
                    <a:pt x="2405" y="9454"/>
                    <a:pt x="2405" y="8872"/>
                  </a:cubicBezTo>
                  <a:cubicBezTo>
                    <a:pt x="2450" y="8738"/>
                    <a:pt x="2420" y="8603"/>
                    <a:pt x="2405" y="8469"/>
                  </a:cubicBezTo>
                  <a:cubicBezTo>
                    <a:pt x="2420" y="8454"/>
                    <a:pt x="2420" y="8439"/>
                    <a:pt x="2405" y="8424"/>
                  </a:cubicBezTo>
                  <a:cubicBezTo>
                    <a:pt x="2405" y="8319"/>
                    <a:pt x="2405" y="8215"/>
                    <a:pt x="2405" y="8110"/>
                  </a:cubicBezTo>
                  <a:cubicBezTo>
                    <a:pt x="2420" y="8050"/>
                    <a:pt x="2435" y="7991"/>
                    <a:pt x="2450" y="7931"/>
                  </a:cubicBezTo>
                  <a:lnTo>
                    <a:pt x="2450" y="7946"/>
                  </a:lnTo>
                  <a:cubicBezTo>
                    <a:pt x="2465" y="7976"/>
                    <a:pt x="2465" y="8021"/>
                    <a:pt x="2480" y="8065"/>
                  </a:cubicBezTo>
                  <a:cubicBezTo>
                    <a:pt x="2510" y="8050"/>
                    <a:pt x="2524" y="8021"/>
                    <a:pt x="2554" y="8006"/>
                  </a:cubicBezTo>
                  <a:cubicBezTo>
                    <a:pt x="2524" y="7976"/>
                    <a:pt x="2495" y="7946"/>
                    <a:pt x="2465" y="7901"/>
                  </a:cubicBezTo>
                  <a:cubicBezTo>
                    <a:pt x="2465" y="7901"/>
                    <a:pt x="2465" y="7901"/>
                    <a:pt x="2450" y="7886"/>
                  </a:cubicBezTo>
                  <a:cubicBezTo>
                    <a:pt x="2435" y="7617"/>
                    <a:pt x="2420" y="7348"/>
                    <a:pt x="2405" y="7080"/>
                  </a:cubicBezTo>
                  <a:cubicBezTo>
                    <a:pt x="2405" y="6333"/>
                    <a:pt x="2405" y="5571"/>
                    <a:pt x="2405" y="4824"/>
                  </a:cubicBezTo>
                  <a:lnTo>
                    <a:pt x="2375" y="4511"/>
                  </a:lnTo>
                  <a:cubicBezTo>
                    <a:pt x="2375" y="4481"/>
                    <a:pt x="2375" y="4421"/>
                    <a:pt x="2360" y="4376"/>
                  </a:cubicBezTo>
                  <a:lnTo>
                    <a:pt x="2345" y="3256"/>
                  </a:lnTo>
                  <a:cubicBezTo>
                    <a:pt x="2315" y="3226"/>
                    <a:pt x="2315" y="3181"/>
                    <a:pt x="2315" y="3152"/>
                  </a:cubicBezTo>
                  <a:lnTo>
                    <a:pt x="2315" y="3152"/>
                  </a:lnTo>
                  <a:lnTo>
                    <a:pt x="2345" y="3256"/>
                  </a:lnTo>
                  <a:lnTo>
                    <a:pt x="2315" y="3002"/>
                  </a:lnTo>
                  <a:cubicBezTo>
                    <a:pt x="2330" y="2972"/>
                    <a:pt x="2315" y="2942"/>
                    <a:pt x="2300" y="2913"/>
                  </a:cubicBezTo>
                  <a:lnTo>
                    <a:pt x="2300" y="2883"/>
                  </a:lnTo>
                  <a:cubicBezTo>
                    <a:pt x="2315" y="2763"/>
                    <a:pt x="2345" y="2659"/>
                    <a:pt x="2360" y="2554"/>
                  </a:cubicBezTo>
                  <a:cubicBezTo>
                    <a:pt x="2345" y="2479"/>
                    <a:pt x="2315" y="2405"/>
                    <a:pt x="2300" y="2345"/>
                  </a:cubicBezTo>
                  <a:cubicBezTo>
                    <a:pt x="2315" y="2330"/>
                    <a:pt x="2330" y="2315"/>
                    <a:pt x="2345" y="2285"/>
                  </a:cubicBezTo>
                  <a:cubicBezTo>
                    <a:pt x="2390" y="2181"/>
                    <a:pt x="2330" y="2061"/>
                    <a:pt x="2300" y="1957"/>
                  </a:cubicBezTo>
                  <a:cubicBezTo>
                    <a:pt x="2285" y="1897"/>
                    <a:pt x="2256" y="1822"/>
                    <a:pt x="2241" y="1748"/>
                  </a:cubicBezTo>
                  <a:cubicBezTo>
                    <a:pt x="2226" y="1733"/>
                    <a:pt x="2226" y="1733"/>
                    <a:pt x="2226" y="1718"/>
                  </a:cubicBezTo>
                  <a:lnTo>
                    <a:pt x="2226" y="1718"/>
                  </a:lnTo>
                  <a:lnTo>
                    <a:pt x="2241" y="1748"/>
                  </a:lnTo>
                  <a:cubicBezTo>
                    <a:pt x="2211" y="1509"/>
                    <a:pt x="2181" y="1270"/>
                    <a:pt x="2166" y="1046"/>
                  </a:cubicBezTo>
                  <a:close/>
                  <a:moveTo>
                    <a:pt x="5594" y="17505"/>
                  </a:moveTo>
                  <a:cubicBezTo>
                    <a:pt x="5597" y="17509"/>
                    <a:pt x="5601" y="17512"/>
                    <a:pt x="5601" y="17520"/>
                  </a:cubicBezTo>
                  <a:lnTo>
                    <a:pt x="5594" y="17505"/>
                  </a:lnTo>
                  <a:close/>
                  <a:moveTo>
                    <a:pt x="5729" y="4719"/>
                  </a:moveTo>
                  <a:cubicBezTo>
                    <a:pt x="5523" y="4719"/>
                    <a:pt x="5687" y="4931"/>
                    <a:pt x="5586" y="4989"/>
                  </a:cubicBezTo>
                  <a:cubicBezTo>
                    <a:pt x="5571" y="5228"/>
                    <a:pt x="5571" y="5482"/>
                    <a:pt x="5571" y="5720"/>
                  </a:cubicBezTo>
                  <a:cubicBezTo>
                    <a:pt x="5556" y="6303"/>
                    <a:pt x="5541" y="6885"/>
                    <a:pt x="5527" y="7453"/>
                  </a:cubicBezTo>
                  <a:cubicBezTo>
                    <a:pt x="5527" y="7871"/>
                    <a:pt x="5497" y="8275"/>
                    <a:pt x="5497" y="8678"/>
                  </a:cubicBezTo>
                  <a:cubicBezTo>
                    <a:pt x="5497" y="9141"/>
                    <a:pt x="5512" y="9604"/>
                    <a:pt x="5527" y="10067"/>
                  </a:cubicBezTo>
                  <a:cubicBezTo>
                    <a:pt x="5527" y="10097"/>
                    <a:pt x="5527" y="10127"/>
                    <a:pt x="5527" y="10156"/>
                  </a:cubicBezTo>
                  <a:cubicBezTo>
                    <a:pt x="5512" y="10321"/>
                    <a:pt x="5482" y="10500"/>
                    <a:pt x="5482" y="10664"/>
                  </a:cubicBezTo>
                  <a:cubicBezTo>
                    <a:pt x="5482" y="11456"/>
                    <a:pt x="5497" y="12247"/>
                    <a:pt x="5497" y="13039"/>
                  </a:cubicBezTo>
                  <a:cubicBezTo>
                    <a:pt x="5512" y="14294"/>
                    <a:pt x="5527" y="15533"/>
                    <a:pt x="5527" y="16788"/>
                  </a:cubicBezTo>
                  <a:cubicBezTo>
                    <a:pt x="5497" y="16848"/>
                    <a:pt x="5482" y="16907"/>
                    <a:pt x="5541" y="16967"/>
                  </a:cubicBezTo>
                  <a:lnTo>
                    <a:pt x="5556" y="17161"/>
                  </a:lnTo>
                  <a:cubicBezTo>
                    <a:pt x="5556" y="17191"/>
                    <a:pt x="5556" y="17221"/>
                    <a:pt x="5571" y="17236"/>
                  </a:cubicBezTo>
                  <a:lnTo>
                    <a:pt x="5586" y="17490"/>
                  </a:lnTo>
                  <a:cubicBezTo>
                    <a:pt x="5586" y="17490"/>
                    <a:pt x="5586" y="17490"/>
                    <a:pt x="5586" y="17490"/>
                  </a:cubicBezTo>
                  <a:lnTo>
                    <a:pt x="5586" y="17490"/>
                  </a:lnTo>
                  <a:cubicBezTo>
                    <a:pt x="5586" y="17491"/>
                    <a:pt x="5586" y="17492"/>
                    <a:pt x="5587" y="17493"/>
                  </a:cubicBezTo>
                  <a:lnTo>
                    <a:pt x="5587" y="17493"/>
                  </a:lnTo>
                  <a:cubicBezTo>
                    <a:pt x="5601" y="17686"/>
                    <a:pt x="5616" y="17864"/>
                    <a:pt x="5631" y="18043"/>
                  </a:cubicBezTo>
                  <a:cubicBezTo>
                    <a:pt x="5646" y="18057"/>
                    <a:pt x="5676" y="18057"/>
                    <a:pt x="5706" y="18057"/>
                  </a:cubicBezTo>
                  <a:cubicBezTo>
                    <a:pt x="5721" y="17938"/>
                    <a:pt x="5736" y="17819"/>
                    <a:pt x="5751" y="17699"/>
                  </a:cubicBezTo>
                  <a:cubicBezTo>
                    <a:pt x="5766" y="17565"/>
                    <a:pt x="5780" y="17415"/>
                    <a:pt x="5810" y="17281"/>
                  </a:cubicBezTo>
                  <a:cubicBezTo>
                    <a:pt x="5825" y="17176"/>
                    <a:pt x="5840" y="17087"/>
                    <a:pt x="5855" y="16982"/>
                  </a:cubicBezTo>
                  <a:cubicBezTo>
                    <a:pt x="5870" y="16489"/>
                    <a:pt x="5885" y="15996"/>
                    <a:pt x="5900" y="15503"/>
                  </a:cubicBezTo>
                  <a:cubicBezTo>
                    <a:pt x="5900" y="15040"/>
                    <a:pt x="5885" y="14592"/>
                    <a:pt x="5870" y="14144"/>
                  </a:cubicBezTo>
                  <a:cubicBezTo>
                    <a:pt x="5870" y="14129"/>
                    <a:pt x="5870" y="14114"/>
                    <a:pt x="5855" y="14099"/>
                  </a:cubicBezTo>
                  <a:cubicBezTo>
                    <a:pt x="5885" y="14010"/>
                    <a:pt x="5915" y="13920"/>
                    <a:pt x="5915" y="13846"/>
                  </a:cubicBezTo>
                  <a:cubicBezTo>
                    <a:pt x="5930" y="13562"/>
                    <a:pt x="5915" y="13293"/>
                    <a:pt x="5915" y="13009"/>
                  </a:cubicBezTo>
                  <a:cubicBezTo>
                    <a:pt x="5915" y="12800"/>
                    <a:pt x="5915" y="12606"/>
                    <a:pt x="5915" y="12397"/>
                  </a:cubicBezTo>
                  <a:cubicBezTo>
                    <a:pt x="5915" y="12083"/>
                    <a:pt x="5915" y="11770"/>
                    <a:pt x="5900" y="11456"/>
                  </a:cubicBezTo>
                  <a:cubicBezTo>
                    <a:pt x="5900" y="11277"/>
                    <a:pt x="5900" y="11097"/>
                    <a:pt x="5900" y="10918"/>
                  </a:cubicBezTo>
                  <a:cubicBezTo>
                    <a:pt x="5915" y="10888"/>
                    <a:pt x="5915" y="10873"/>
                    <a:pt x="5915" y="10858"/>
                  </a:cubicBezTo>
                  <a:cubicBezTo>
                    <a:pt x="5870" y="10754"/>
                    <a:pt x="5870" y="10649"/>
                    <a:pt x="5915" y="10530"/>
                  </a:cubicBezTo>
                  <a:cubicBezTo>
                    <a:pt x="5915" y="10097"/>
                    <a:pt x="5915" y="9649"/>
                    <a:pt x="5900" y="9215"/>
                  </a:cubicBezTo>
                  <a:cubicBezTo>
                    <a:pt x="5900" y="8991"/>
                    <a:pt x="5870" y="8752"/>
                    <a:pt x="5855" y="8528"/>
                  </a:cubicBezTo>
                  <a:cubicBezTo>
                    <a:pt x="5870" y="8499"/>
                    <a:pt x="5900" y="8469"/>
                    <a:pt x="5900" y="8439"/>
                  </a:cubicBezTo>
                  <a:cubicBezTo>
                    <a:pt x="5885" y="7826"/>
                    <a:pt x="5870" y="7214"/>
                    <a:pt x="5855" y="6602"/>
                  </a:cubicBezTo>
                  <a:cubicBezTo>
                    <a:pt x="5840" y="6243"/>
                    <a:pt x="5825" y="5885"/>
                    <a:pt x="5795" y="5526"/>
                  </a:cubicBezTo>
                  <a:lnTo>
                    <a:pt x="5810" y="5526"/>
                  </a:lnTo>
                  <a:cubicBezTo>
                    <a:pt x="5810" y="5467"/>
                    <a:pt x="5810" y="5407"/>
                    <a:pt x="5810" y="5362"/>
                  </a:cubicBezTo>
                  <a:cubicBezTo>
                    <a:pt x="5915" y="5198"/>
                    <a:pt x="5855" y="5033"/>
                    <a:pt x="5795" y="4869"/>
                  </a:cubicBezTo>
                  <a:cubicBezTo>
                    <a:pt x="5780" y="4824"/>
                    <a:pt x="5766" y="4765"/>
                    <a:pt x="5751" y="4720"/>
                  </a:cubicBezTo>
                  <a:cubicBezTo>
                    <a:pt x="5743" y="4719"/>
                    <a:pt x="5736" y="4719"/>
                    <a:pt x="5729" y="4719"/>
                  </a:cubicBezTo>
                  <a:close/>
                  <a:moveTo>
                    <a:pt x="7263" y="6223"/>
                  </a:moveTo>
                  <a:cubicBezTo>
                    <a:pt x="7207" y="6223"/>
                    <a:pt x="7199" y="6304"/>
                    <a:pt x="7199" y="6378"/>
                  </a:cubicBezTo>
                  <a:cubicBezTo>
                    <a:pt x="7184" y="6676"/>
                    <a:pt x="7169" y="6960"/>
                    <a:pt x="7155" y="7244"/>
                  </a:cubicBezTo>
                  <a:cubicBezTo>
                    <a:pt x="7140" y="7632"/>
                    <a:pt x="7125" y="8021"/>
                    <a:pt x="7110" y="8409"/>
                  </a:cubicBezTo>
                  <a:cubicBezTo>
                    <a:pt x="7095" y="8603"/>
                    <a:pt x="7095" y="8812"/>
                    <a:pt x="7095" y="9006"/>
                  </a:cubicBezTo>
                  <a:cubicBezTo>
                    <a:pt x="7080" y="9245"/>
                    <a:pt x="7080" y="9499"/>
                    <a:pt x="7080" y="9738"/>
                  </a:cubicBezTo>
                  <a:cubicBezTo>
                    <a:pt x="7095" y="9917"/>
                    <a:pt x="7095" y="10097"/>
                    <a:pt x="7095" y="10276"/>
                  </a:cubicBezTo>
                  <a:cubicBezTo>
                    <a:pt x="7095" y="10933"/>
                    <a:pt x="7095" y="11605"/>
                    <a:pt x="7095" y="12277"/>
                  </a:cubicBezTo>
                  <a:cubicBezTo>
                    <a:pt x="7095" y="12292"/>
                    <a:pt x="7095" y="12307"/>
                    <a:pt x="7095" y="12322"/>
                  </a:cubicBezTo>
                  <a:lnTo>
                    <a:pt x="7095" y="13069"/>
                  </a:lnTo>
                  <a:cubicBezTo>
                    <a:pt x="7095" y="13084"/>
                    <a:pt x="7095" y="13099"/>
                    <a:pt x="7095" y="13114"/>
                  </a:cubicBezTo>
                  <a:cubicBezTo>
                    <a:pt x="7065" y="13159"/>
                    <a:pt x="7020" y="13218"/>
                    <a:pt x="7020" y="13263"/>
                  </a:cubicBezTo>
                  <a:cubicBezTo>
                    <a:pt x="7035" y="13771"/>
                    <a:pt x="7065" y="14279"/>
                    <a:pt x="7095" y="14787"/>
                  </a:cubicBezTo>
                  <a:cubicBezTo>
                    <a:pt x="7110" y="15459"/>
                    <a:pt x="7140" y="16116"/>
                    <a:pt x="7155" y="16788"/>
                  </a:cubicBezTo>
                  <a:lnTo>
                    <a:pt x="7155" y="16803"/>
                  </a:lnTo>
                  <a:cubicBezTo>
                    <a:pt x="7155" y="16878"/>
                    <a:pt x="7155" y="16937"/>
                    <a:pt x="7169" y="17012"/>
                  </a:cubicBezTo>
                  <a:cubicBezTo>
                    <a:pt x="7184" y="17535"/>
                    <a:pt x="7214" y="18057"/>
                    <a:pt x="7229" y="18580"/>
                  </a:cubicBezTo>
                  <a:lnTo>
                    <a:pt x="7334" y="18580"/>
                  </a:lnTo>
                  <a:cubicBezTo>
                    <a:pt x="7334" y="18356"/>
                    <a:pt x="7349" y="18147"/>
                    <a:pt x="7364" y="17923"/>
                  </a:cubicBezTo>
                  <a:cubicBezTo>
                    <a:pt x="7379" y="17609"/>
                    <a:pt x="7408" y="17311"/>
                    <a:pt x="7423" y="17012"/>
                  </a:cubicBezTo>
                  <a:cubicBezTo>
                    <a:pt x="7423" y="16907"/>
                    <a:pt x="7423" y="16803"/>
                    <a:pt x="7423" y="16698"/>
                  </a:cubicBezTo>
                  <a:cubicBezTo>
                    <a:pt x="7453" y="16654"/>
                    <a:pt x="7453" y="16594"/>
                    <a:pt x="7438" y="16549"/>
                  </a:cubicBezTo>
                  <a:lnTo>
                    <a:pt x="7468" y="16355"/>
                  </a:lnTo>
                  <a:cubicBezTo>
                    <a:pt x="7468" y="16086"/>
                    <a:pt x="7483" y="15817"/>
                    <a:pt x="7483" y="15548"/>
                  </a:cubicBezTo>
                  <a:cubicBezTo>
                    <a:pt x="7468" y="15474"/>
                    <a:pt x="7468" y="15414"/>
                    <a:pt x="7468" y="15339"/>
                  </a:cubicBezTo>
                  <a:cubicBezTo>
                    <a:pt x="7468" y="14891"/>
                    <a:pt x="7468" y="14443"/>
                    <a:pt x="7483" y="13995"/>
                  </a:cubicBezTo>
                  <a:lnTo>
                    <a:pt x="7483" y="13980"/>
                  </a:lnTo>
                  <a:cubicBezTo>
                    <a:pt x="7498" y="13622"/>
                    <a:pt x="7513" y="13263"/>
                    <a:pt x="7528" y="12905"/>
                  </a:cubicBezTo>
                  <a:cubicBezTo>
                    <a:pt x="7513" y="12770"/>
                    <a:pt x="7498" y="12636"/>
                    <a:pt x="7483" y="12501"/>
                  </a:cubicBezTo>
                  <a:cubicBezTo>
                    <a:pt x="7483" y="12486"/>
                    <a:pt x="7483" y="12486"/>
                    <a:pt x="7483" y="12471"/>
                  </a:cubicBezTo>
                  <a:cubicBezTo>
                    <a:pt x="7483" y="12457"/>
                    <a:pt x="7483" y="12442"/>
                    <a:pt x="7483" y="12427"/>
                  </a:cubicBezTo>
                  <a:cubicBezTo>
                    <a:pt x="7498" y="12337"/>
                    <a:pt x="7528" y="12247"/>
                    <a:pt x="7528" y="12143"/>
                  </a:cubicBezTo>
                  <a:cubicBezTo>
                    <a:pt x="7528" y="11635"/>
                    <a:pt x="7528" y="11127"/>
                    <a:pt x="7528" y="10634"/>
                  </a:cubicBezTo>
                  <a:cubicBezTo>
                    <a:pt x="7513" y="10306"/>
                    <a:pt x="7498" y="9977"/>
                    <a:pt x="7483" y="9649"/>
                  </a:cubicBezTo>
                  <a:cubicBezTo>
                    <a:pt x="7483" y="9410"/>
                    <a:pt x="7498" y="9171"/>
                    <a:pt x="7498" y="8932"/>
                  </a:cubicBezTo>
                  <a:cubicBezTo>
                    <a:pt x="7498" y="8723"/>
                    <a:pt x="7483" y="8499"/>
                    <a:pt x="7483" y="8289"/>
                  </a:cubicBezTo>
                  <a:lnTo>
                    <a:pt x="7483" y="8275"/>
                  </a:lnTo>
                  <a:cubicBezTo>
                    <a:pt x="7483" y="8260"/>
                    <a:pt x="7483" y="8245"/>
                    <a:pt x="7483" y="8245"/>
                  </a:cubicBezTo>
                  <a:lnTo>
                    <a:pt x="7483" y="8006"/>
                  </a:lnTo>
                  <a:cubicBezTo>
                    <a:pt x="7483" y="7856"/>
                    <a:pt x="7468" y="7722"/>
                    <a:pt x="7468" y="7573"/>
                  </a:cubicBezTo>
                  <a:cubicBezTo>
                    <a:pt x="7453" y="7319"/>
                    <a:pt x="7438" y="7065"/>
                    <a:pt x="7423" y="6811"/>
                  </a:cubicBezTo>
                  <a:cubicBezTo>
                    <a:pt x="7423" y="6781"/>
                    <a:pt x="7423" y="6736"/>
                    <a:pt x="7423" y="6706"/>
                  </a:cubicBezTo>
                  <a:cubicBezTo>
                    <a:pt x="7408" y="6587"/>
                    <a:pt x="7394" y="6452"/>
                    <a:pt x="7379" y="6333"/>
                  </a:cubicBezTo>
                  <a:cubicBezTo>
                    <a:pt x="7364" y="6318"/>
                    <a:pt x="7364" y="6303"/>
                    <a:pt x="7364" y="6273"/>
                  </a:cubicBezTo>
                  <a:cubicBezTo>
                    <a:pt x="7319" y="6238"/>
                    <a:pt x="7287" y="6223"/>
                    <a:pt x="7263" y="6223"/>
                  </a:cubicBezTo>
                  <a:close/>
                  <a:moveTo>
                    <a:pt x="5661" y="18446"/>
                  </a:moveTo>
                  <a:cubicBezTo>
                    <a:pt x="5646" y="18476"/>
                    <a:pt x="5601" y="18506"/>
                    <a:pt x="5586" y="18535"/>
                  </a:cubicBezTo>
                  <a:cubicBezTo>
                    <a:pt x="5586" y="18550"/>
                    <a:pt x="5631" y="18610"/>
                    <a:pt x="5646" y="18610"/>
                  </a:cubicBezTo>
                  <a:cubicBezTo>
                    <a:pt x="5676" y="18610"/>
                    <a:pt x="5706" y="18565"/>
                    <a:pt x="5736" y="18535"/>
                  </a:cubicBezTo>
                  <a:cubicBezTo>
                    <a:pt x="5706" y="18506"/>
                    <a:pt x="5691" y="18476"/>
                    <a:pt x="5661" y="18446"/>
                  </a:cubicBezTo>
                  <a:close/>
                  <a:moveTo>
                    <a:pt x="11157" y="4675"/>
                  </a:moveTo>
                  <a:cubicBezTo>
                    <a:pt x="11142" y="4705"/>
                    <a:pt x="11098" y="4735"/>
                    <a:pt x="11098" y="4765"/>
                  </a:cubicBezTo>
                  <a:cubicBezTo>
                    <a:pt x="11098" y="5093"/>
                    <a:pt x="11098" y="5422"/>
                    <a:pt x="11098" y="5735"/>
                  </a:cubicBezTo>
                  <a:lnTo>
                    <a:pt x="11113" y="5571"/>
                  </a:lnTo>
                  <a:lnTo>
                    <a:pt x="11113" y="5571"/>
                  </a:lnTo>
                  <a:cubicBezTo>
                    <a:pt x="11113" y="5631"/>
                    <a:pt x="11113" y="5691"/>
                    <a:pt x="11098" y="5735"/>
                  </a:cubicBezTo>
                  <a:lnTo>
                    <a:pt x="11098" y="5750"/>
                  </a:lnTo>
                  <a:cubicBezTo>
                    <a:pt x="11053" y="7050"/>
                    <a:pt x="11008" y="8364"/>
                    <a:pt x="10978" y="9678"/>
                  </a:cubicBezTo>
                  <a:lnTo>
                    <a:pt x="10993" y="9619"/>
                  </a:lnTo>
                  <a:lnTo>
                    <a:pt x="10993" y="9619"/>
                  </a:lnTo>
                  <a:cubicBezTo>
                    <a:pt x="10993" y="9634"/>
                    <a:pt x="10993" y="9649"/>
                    <a:pt x="10978" y="9678"/>
                  </a:cubicBezTo>
                  <a:cubicBezTo>
                    <a:pt x="10978" y="9708"/>
                    <a:pt x="10993" y="9738"/>
                    <a:pt x="10993" y="9783"/>
                  </a:cubicBezTo>
                  <a:cubicBezTo>
                    <a:pt x="10978" y="10022"/>
                    <a:pt x="10978" y="10246"/>
                    <a:pt x="10978" y="10485"/>
                  </a:cubicBezTo>
                  <a:cubicBezTo>
                    <a:pt x="10963" y="11217"/>
                    <a:pt x="10948" y="11964"/>
                    <a:pt x="10933" y="12696"/>
                  </a:cubicBezTo>
                  <a:cubicBezTo>
                    <a:pt x="10918" y="13517"/>
                    <a:pt x="10918" y="14324"/>
                    <a:pt x="10933" y="15145"/>
                  </a:cubicBezTo>
                  <a:cubicBezTo>
                    <a:pt x="10933" y="15354"/>
                    <a:pt x="10963" y="15563"/>
                    <a:pt x="10978" y="15772"/>
                  </a:cubicBezTo>
                  <a:cubicBezTo>
                    <a:pt x="10993" y="16489"/>
                    <a:pt x="11008" y="17206"/>
                    <a:pt x="11023" y="17923"/>
                  </a:cubicBezTo>
                  <a:cubicBezTo>
                    <a:pt x="11053" y="18296"/>
                    <a:pt x="11083" y="18670"/>
                    <a:pt x="11098" y="19028"/>
                  </a:cubicBezTo>
                  <a:lnTo>
                    <a:pt x="11187" y="19028"/>
                  </a:lnTo>
                  <a:cubicBezTo>
                    <a:pt x="11202" y="18894"/>
                    <a:pt x="11232" y="18759"/>
                    <a:pt x="11247" y="18625"/>
                  </a:cubicBezTo>
                  <a:cubicBezTo>
                    <a:pt x="11262" y="18491"/>
                    <a:pt x="11292" y="18371"/>
                    <a:pt x="11307" y="18252"/>
                  </a:cubicBezTo>
                  <a:cubicBezTo>
                    <a:pt x="11337" y="18162"/>
                    <a:pt x="11337" y="18087"/>
                    <a:pt x="11337" y="17998"/>
                  </a:cubicBezTo>
                  <a:cubicBezTo>
                    <a:pt x="11322" y="17893"/>
                    <a:pt x="11322" y="17804"/>
                    <a:pt x="11366" y="17714"/>
                  </a:cubicBezTo>
                  <a:lnTo>
                    <a:pt x="11366" y="17714"/>
                  </a:lnTo>
                  <a:lnTo>
                    <a:pt x="11366" y="17714"/>
                  </a:lnTo>
                  <a:lnTo>
                    <a:pt x="11411" y="15937"/>
                  </a:lnTo>
                  <a:lnTo>
                    <a:pt x="11411" y="15922"/>
                  </a:lnTo>
                  <a:cubicBezTo>
                    <a:pt x="11411" y="15787"/>
                    <a:pt x="11411" y="15638"/>
                    <a:pt x="11411" y="15503"/>
                  </a:cubicBezTo>
                  <a:cubicBezTo>
                    <a:pt x="11426" y="15220"/>
                    <a:pt x="11426" y="14936"/>
                    <a:pt x="11426" y="14652"/>
                  </a:cubicBezTo>
                  <a:cubicBezTo>
                    <a:pt x="11426" y="14279"/>
                    <a:pt x="11411" y="13920"/>
                    <a:pt x="11411" y="13562"/>
                  </a:cubicBezTo>
                  <a:lnTo>
                    <a:pt x="11411" y="13547"/>
                  </a:lnTo>
                  <a:lnTo>
                    <a:pt x="11426" y="12486"/>
                  </a:lnTo>
                  <a:cubicBezTo>
                    <a:pt x="11426" y="12412"/>
                    <a:pt x="11441" y="12337"/>
                    <a:pt x="11456" y="12262"/>
                  </a:cubicBezTo>
                  <a:cubicBezTo>
                    <a:pt x="11441" y="12038"/>
                    <a:pt x="11426" y="11829"/>
                    <a:pt x="11411" y="11620"/>
                  </a:cubicBezTo>
                  <a:cubicBezTo>
                    <a:pt x="11411" y="11292"/>
                    <a:pt x="11411" y="10963"/>
                    <a:pt x="11411" y="10649"/>
                  </a:cubicBezTo>
                  <a:cubicBezTo>
                    <a:pt x="11411" y="10216"/>
                    <a:pt x="11411" y="9783"/>
                    <a:pt x="11411" y="9365"/>
                  </a:cubicBezTo>
                  <a:cubicBezTo>
                    <a:pt x="11396" y="9036"/>
                    <a:pt x="11381" y="8708"/>
                    <a:pt x="11366" y="8379"/>
                  </a:cubicBezTo>
                  <a:cubicBezTo>
                    <a:pt x="11366" y="8334"/>
                    <a:pt x="11366" y="8304"/>
                    <a:pt x="11366" y="8275"/>
                  </a:cubicBezTo>
                  <a:cubicBezTo>
                    <a:pt x="11366" y="8230"/>
                    <a:pt x="11366" y="8200"/>
                    <a:pt x="11366" y="8170"/>
                  </a:cubicBezTo>
                  <a:cubicBezTo>
                    <a:pt x="11351" y="7617"/>
                    <a:pt x="11322" y="7080"/>
                    <a:pt x="11307" y="6542"/>
                  </a:cubicBezTo>
                  <a:cubicBezTo>
                    <a:pt x="11292" y="6542"/>
                    <a:pt x="11292" y="6527"/>
                    <a:pt x="11277" y="6512"/>
                  </a:cubicBezTo>
                  <a:lnTo>
                    <a:pt x="11277" y="6512"/>
                  </a:lnTo>
                  <a:lnTo>
                    <a:pt x="11307" y="6542"/>
                  </a:lnTo>
                  <a:lnTo>
                    <a:pt x="11307" y="6542"/>
                  </a:lnTo>
                  <a:lnTo>
                    <a:pt x="11247" y="5422"/>
                  </a:lnTo>
                  <a:cubicBezTo>
                    <a:pt x="11232" y="5407"/>
                    <a:pt x="11232" y="5392"/>
                    <a:pt x="11217" y="5362"/>
                  </a:cubicBezTo>
                  <a:lnTo>
                    <a:pt x="11217" y="5362"/>
                  </a:lnTo>
                  <a:lnTo>
                    <a:pt x="11247" y="5422"/>
                  </a:lnTo>
                  <a:cubicBezTo>
                    <a:pt x="11247" y="5198"/>
                    <a:pt x="11247" y="4989"/>
                    <a:pt x="11247" y="4780"/>
                  </a:cubicBezTo>
                  <a:cubicBezTo>
                    <a:pt x="11247" y="4750"/>
                    <a:pt x="11187" y="4705"/>
                    <a:pt x="11157" y="4675"/>
                  </a:cubicBezTo>
                  <a:close/>
                  <a:moveTo>
                    <a:pt x="7214" y="18819"/>
                  </a:moveTo>
                  <a:cubicBezTo>
                    <a:pt x="7214" y="18894"/>
                    <a:pt x="7214" y="18984"/>
                    <a:pt x="7199" y="19058"/>
                  </a:cubicBezTo>
                  <a:cubicBezTo>
                    <a:pt x="7229" y="19058"/>
                    <a:pt x="7259" y="19058"/>
                    <a:pt x="7274" y="19073"/>
                  </a:cubicBezTo>
                  <a:cubicBezTo>
                    <a:pt x="7289" y="18984"/>
                    <a:pt x="7289" y="18909"/>
                    <a:pt x="7304" y="188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3"/>
            <p:cNvSpPr/>
            <p:nvPr/>
          </p:nvSpPr>
          <p:spPr>
            <a:xfrm rot="-2700000">
              <a:off x="151573" y="-696240"/>
              <a:ext cx="1302400" cy="1289161"/>
            </a:xfrm>
            <a:custGeom>
              <a:avLst/>
              <a:gdLst/>
              <a:ahLst/>
              <a:cxnLst/>
              <a:rect l="l" t="t" r="r" b="b"/>
              <a:pathLst>
                <a:path w="5109" h="5057" extrusionOk="0">
                  <a:moveTo>
                    <a:pt x="3421" y="1278"/>
                  </a:moveTo>
                  <a:lnTo>
                    <a:pt x="3406" y="1427"/>
                  </a:lnTo>
                  <a:cubicBezTo>
                    <a:pt x="3391" y="1383"/>
                    <a:pt x="3391" y="1323"/>
                    <a:pt x="3421" y="1278"/>
                  </a:cubicBezTo>
                  <a:close/>
                  <a:moveTo>
                    <a:pt x="1539" y="815"/>
                  </a:moveTo>
                  <a:cubicBezTo>
                    <a:pt x="1524" y="875"/>
                    <a:pt x="1584" y="920"/>
                    <a:pt x="1613" y="964"/>
                  </a:cubicBezTo>
                  <a:cubicBezTo>
                    <a:pt x="1718" y="1054"/>
                    <a:pt x="1808" y="1144"/>
                    <a:pt x="1882" y="1263"/>
                  </a:cubicBezTo>
                  <a:cubicBezTo>
                    <a:pt x="1912" y="1308"/>
                    <a:pt x="1957" y="1353"/>
                    <a:pt x="2017" y="1368"/>
                  </a:cubicBezTo>
                  <a:cubicBezTo>
                    <a:pt x="2002" y="1442"/>
                    <a:pt x="2061" y="1487"/>
                    <a:pt x="2091" y="1547"/>
                  </a:cubicBezTo>
                  <a:cubicBezTo>
                    <a:pt x="2345" y="1861"/>
                    <a:pt x="2554" y="2204"/>
                    <a:pt x="2719" y="2578"/>
                  </a:cubicBezTo>
                  <a:cubicBezTo>
                    <a:pt x="2749" y="2622"/>
                    <a:pt x="2763" y="2682"/>
                    <a:pt x="2823" y="2712"/>
                  </a:cubicBezTo>
                  <a:cubicBezTo>
                    <a:pt x="2823" y="2712"/>
                    <a:pt x="2808" y="2727"/>
                    <a:pt x="2808" y="2742"/>
                  </a:cubicBezTo>
                  <a:cubicBezTo>
                    <a:pt x="2793" y="2787"/>
                    <a:pt x="2823" y="2831"/>
                    <a:pt x="2838" y="2876"/>
                  </a:cubicBezTo>
                  <a:cubicBezTo>
                    <a:pt x="2928" y="3145"/>
                    <a:pt x="2958" y="3414"/>
                    <a:pt x="2958" y="3683"/>
                  </a:cubicBezTo>
                  <a:cubicBezTo>
                    <a:pt x="2958" y="3868"/>
                    <a:pt x="2894" y="3958"/>
                    <a:pt x="2766" y="3958"/>
                  </a:cubicBezTo>
                  <a:cubicBezTo>
                    <a:pt x="2719" y="3958"/>
                    <a:pt x="2664" y="3946"/>
                    <a:pt x="2599" y="3922"/>
                  </a:cubicBezTo>
                  <a:cubicBezTo>
                    <a:pt x="2551" y="3898"/>
                    <a:pt x="2512" y="3854"/>
                    <a:pt x="2460" y="3854"/>
                  </a:cubicBezTo>
                  <a:cubicBezTo>
                    <a:pt x="2447" y="3854"/>
                    <a:pt x="2434" y="3856"/>
                    <a:pt x="2420" y="3862"/>
                  </a:cubicBezTo>
                  <a:lnTo>
                    <a:pt x="2420" y="3847"/>
                  </a:lnTo>
                  <a:cubicBezTo>
                    <a:pt x="2420" y="3772"/>
                    <a:pt x="2360" y="3728"/>
                    <a:pt x="2300" y="3683"/>
                  </a:cubicBezTo>
                  <a:cubicBezTo>
                    <a:pt x="1822" y="3265"/>
                    <a:pt x="1494" y="2727"/>
                    <a:pt x="1315" y="2129"/>
                  </a:cubicBezTo>
                  <a:cubicBezTo>
                    <a:pt x="1165" y="1666"/>
                    <a:pt x="1106" y="1188"/>
                    <a:pt x="1539" y="815"/>
                  </a:cubicBezTo>
                  <a:close/>
                  <a:moveTo>
                    <a:pt x="3436" y="2085"/>
                  </a:moveTo>
                  <a:cubicBezTo>
                    <a:pt x="3525" y="2339"/>
                    <a:pt x="3645" y="2578"/>
                    <a:pt x="3704" y="2831"/>
                  </a:cubicBezTo>
                  <a:cubicBezTo>
                    <a:pt x="3719" y="2861"/>
                    <a:pt x="3719" y="2891"/>
                    <a:pt x="3764" y="2906"/>
                  </a:cubicBezTo>
                  <a:cubicBezTo>
                    <a:pt x="3764" y="2921"/>
                    <a:pt x="3764" y="2936"/>
                    <a:pt x="3764" y="2966"/>
                  </a:cubicBezTo>
                  <a:cubicBezTo>
                    <a:pt x="3779" y="3026"/>
                    <a:pt x="3779" y="3085"/>
                    <a:pt x="3794" y="3145"/>
                  </a:cubicBezTo>
                  <a:cubicBezTo>
                    <a:pt x="3824" y="3459"/>
                    <a:pt x="3899" y="3757"/>
                    <a:pt x="3928" y="4086"/>
                  </a:cubicBezTo>
                  <a:cubicBezTo>
                    <a:pt x="3943" y="4265"/>
                    <a:pt x="3958" y="4445"/>
                    <a:pt x="3943" y="4624"/>
                  </a:cubicBezTo>
                  <a:cubicBezTo>
                    <a:pt x="3928" y="4564"/>
                    <a:pt x="3913" y="4519"/>
                    <a:pt x="3899" y="4474"/>
                  </a:cubicBezTo>
                  <a:cubicBezTo>
                    <a:pt x="3615" y="3698"/>
                    <a:pt x="3465" y="2906"/>
                    <a:pt x="3436" y="2085"/>
                  </a:cubicBezTo>
                  <a:close/>
                  <a:moveTo>
                    <a:pt x="537" y="0"/>
                  </a:moveTo>
                  <a:cubicBezTo>
                    <a:pt x="398" y="0"/>
                    <a:pt x="269" y="38"/>
                    <a:pt x="180" y="113"/>
                  </a:cubicBezTo>
                  <a:cubicBezTo>
                    <a:pt x="120" y="203"/>
                    <a:pt x="60" y="292"/>
                    <a:pt x="45" y="397"/>
                  </a:cubicBezTo>
                  <a:cubicBezTo>
                    <a:pt x="0" y="755"/>
                    <a:pt x="60" y="1099"/>
                    <a:pt x="239" y="1413"/>
                  </a:cubicBezTo>
                  <a:cubicBezTo>
                    <a:pt x="374" y="1637"/>
                    <a:pt x="508" y="1876"/>
                    <a:pt x="643" y="2100"/>
                  </a:cubicBezTo>
                  <a:cubicBezTo>
                    <a:pt x="702" y="2115"/>
                    <a:pt x="732" y="2159"/>
                    <a:pt x="777" y="2189"/>
                  </a:cubicBezTo>
                  <a:lnTo>
                    <a:pt x="792" y="2204"/>
                  </a:lnTo>
                  <a:cubicBezTo>
                    <a:pt x="852" y="2204"/>
                    <a:pt x="852" y="2174"/>
                    <a:pt x="822" y="2129"/>
                  </a:cubicBezTo>
                  <a:cubicBezTo>
                    <a:pt x="747" y="2055"/>
                    <a:pt x="657" y="1980"/>
                    <a:pt x="613" y="1890"/>
                  </a:cubicBezTo>
                  <a:cubicBezTo>
                    <a:pt x="508" y="1696"/>
                    <a:pt x="419" y="1487"/>
                    <a:pt x="314" y="1278"/>
                  </a:cubicBezTo>
                  <a:cubicBezTo>
                    <a:pt x="269" y="1144"/>
                    <a:pt x="224" y="1024"/>
                    <a:pt x="209" y="890"/>
                  </a:cubicBezTo>
                  <a:cubicBezTo>
                    <a:pt x="180" y="651"/>
                    <a:pt x="105" y="397"/>
                    <a:pt x="284" y="188"/>
                  </a:cubicBezTo>
                  <a:cubicBezTo>
                    <a:pt x="371" y="157"/>
                    <a:pt x="457" y="139"/>
                    <a:pt x="542" y="139"/>
                  </a:cubicBezTo>
                  <a:cubicBezTo>
                    <a:pt x="661" y="139"/>
                    <a:pt x="777" y="175"/>
                    <a:pt x="882" y="262"/>
                  </a:cubicBezTo>
                  <a:cubicBezTo>
                    <a:pt x="1076" y="397"/>
                    <a:pt x="1255" y="546"/>
                    <a:pt x="1434" y="696"/>
                  </a:cubicBezTo>
                  <a:cubicBezTo>
                    <a:pt x="1359" y="800"/>
                    <a:pt x="1255" y="890"/>
                    <a:pt x="1180" y="1009"/>
                  </a:cubicBezTo>
                  <a:cubicBezTo>
                    <a:pt x="986" y="1323"/>
                    <a:pt x="1046" y="1666"/>
                    <a:pt x="1121" y="1980"/>
                  </a:cubicBezTo>
                  <a:cubicBezTo>
                    <a:pt x="1300" y="2772"/>
                    <a:pt x="1733" y="3414"/>
                    <a:pt x="2360" y="3937"/>
                  </a:cubicBezTo>
                  <a:cubicBezTo>
                    <a:pt x="2471" y="4035"/>
                    <a:pt x="2591" y="4113"/>
                    <a:pt x="2738" y="4113"/>
                  </a:cubicBezTo>
                  <a:cubicBezTo>
                    <a:pt x="2770" y="4113"/>
                    <a:pt x="2803" y="4109"/>
                    <a:pt x="2838" y="4101"/>
                  </a:cubicBezTo>
                  <a:cubicBezTo>
                    <a:pt x="2973" y="4086"/>
                    <a:pt x="3107" y="4041"/>
                    <a:pt x="3107" y="3877"/>
                  </a:cubicBezTo>
                  <a:cubicBezTo>
                    <a:pt x="3137" y="3399"/>
                    <a:pt x="3092" y="2936"/>
                    <a:pt x="2868" y="2503"/>
                  </a:cubicBezTo>
                  <a:cubicBezTo>
                    <a:pt x="2689" y="2055"/>
                    <a:pt x="2420" y="1652"/>
                    <a:pt x="2121" y="1278"/>
                  </a:cubicBezTo>
                  <a:cubicBezTo>
                    <a:pt x="1987" y="1099"/>
                    <a:pt x="1852" y="935"/>
                    <a:pt x="1703" y="770"/>
                  </a:cubicBezTo>
                  <a:cubicBezTo>
                    <a:pt x="1792" y="736"/>
                    <a:pt x="1881" y="718"/>
                    <a:pt x="1968" y="718"/>
                  </a:cubicBezTo>
                  <a:cubicBezTo>
                    <a:pt x="2072" y="718"/>
                    <a:pt x="2173" y="744"/>
                    <a:pt x="2271" y="800"/>
                  </a:cubicBezTo>
                  <a:cubicBezTo>
                    <a:pt x="2659" y="1009"/>
                    <a:pt x="3002" y="1308"/>
                    <a:pt x="3241" y="1681"/>
                  </a:cubicBezTo>
                  <a:cubicBezTo>
                    <a:pt x="3212" y="2428"/>
                    <a:pt x="3286" y="3145"/>
                    <a:pt x="3495" y="3847"/>
                  </a:cubicBezTo>
                  <a:cubicBezTo>
                    <a:pt x="3600" y="4220"/>
                    <a:pt x="3734" y="4579"/>
                    <a:pt x="3869" y="4937"/>
                  </a:cubicBezTo>
                  <a:cubicBezTo>
                    <a:pt x="3884" y="4997"/>
                    <a:pt x="3988" y="5027"/>
                    <a:pt x="4048" y="5057"/>
                  </a:cubicBezTo>
                  <a:cubicBezTo>
                    <a:pt x="4078" y="5012"/>
                    <a:pt x="4123" y="4952"/>
                    <a:pt x="4123" y="4893"/>
                  </a:cubicBezTo>
                  <a:cubicBezTo>
                    <a:pt x="4138" y="4773"/>
                    <a:pt x="4123" y="4639"/>
                    <a:pt x="4123" y="4519"/>
                  </a:cubicBezTo>
                  <a:cubicBezTo>
                    <a:pt x="4063" y="4026"/>
                    <a:pt x="3988" y="3533"/>
                    <a:pt x="3928" y="3055"/>
                  </a:cubicBezTo>
                  <a:lnTo>
                    <a:pt x="3928" y="3041"/>
                  </a:lnTo>
                  <a:cubicBezTo>
                    <a:pt x="3899" y="2996"/>
                    <a:pt x="3884" y="2936"/>
                    <a:pt x="3884" y="2876"/>
                  </a:cubicBezTo>
                  <a:lnTo>
                    <a:pt x="3884" y="2876"/>
                  </a:lnTo>
                  <a:lnTo>
                    <a:pt x="3884" y="2876"/>
                  </a:lnTo>
                  <a:cubicBezTo>
                    <a:pt x="3869" y="2846"/>
                    <a:pt x="3869" y="2831"/>
                    <a:pt x="3869" y="2817"/>
                  </a:cubicBezTo>
                  <a:lnTo>
                    <a:pt x="3854" y="2817"/>
                  </a:lnTo>
                  <a:cubicBezTo>
                    <a:pt x="3764" y="2443"/>
                    <a:pt x="3645" y="2100"/>
                    <a:pt x="3421" y="1786"/>
                  </a:cubicBezTo>
                  <a:cubicBezTo>
                    <a:pt x="3406" y="1711"/>
                    <a:pt x="3391" y="1637"/>
                    <a:pt x="3376" y="1547"/>
                  </a:cubicBezTo>
                  <a:lnTo>
                    <a:pt x="3391" y="1547"/>
                  </a:lnTo>
                  <a:cubicBezTo>
                    <a:pt x="3406" y="1517"/>
                    <a:pt x="3406" y="1472"/>
                    <a:pt x="3406" y="1442"/>
                  </a:cubicBezTo>
                  <a:lnTo>
                    <a:pt x="3421" y="1278"/>
                  </a:lnTo>
                  <a:cubicBezTo>
                    <a:pt x="3450" y="1203"/>
                    <a:pt x="3480" y="1129"/>
                    <a:pt x="3510" y="1054"/>
                  </a:cubicBezTo>
                  <a:cubicBezTo>
                    <a:pt x="3585" y="875"/>
                    <a:pt x="3734" y="770"/>
                    <a:pt x="3928" y="725"/>
                  </a:cubicBezTo>
                  <a:cubicBezTo>
                    <a:pt x="3993" y="716"/>
                    <a:pt x="4052" y="711"/>
                    <a:pt x="4107" y="711"/>
                  </a:cubicBezTo>
                  <a:cubicBezTo>
                    <a:pt x="4394" y="711"/>
                    <a:pt x="4559" y="847"/>
                    <a:pt x="4735" y="1174"/>
                  </a:cubicBezTo>
                  <a:cubicBezTo>
                    <a:pt x="4989" y="1652"/>
                    <a:pt x="4989" y="2159"/>
                    <a:pt x="4884" y="2667"/>
                  </a:cubicBezTo>
                  <a:cubicBezTo>
                    <a:pt x="4825" y="3041"/>
                    <a:pt x="4645" y="3384"/>
                    <a:pt x="4511" y="3757"/>
                  </a:cubicBezTo>
                  <a:cubicBezTo>
                    <a:pt x="4496" y="3787"/>
                    <a:pt x="4526" y="3847"/>
                    <a:pt x="4526" y="3892"/>
                  </a:cubicBezTo>
                  <a:cubicBezTo>
                    <a:pt x="4571" y="3862"/>
                    <a:pt x="4630" y="3847"/>
                    <a:pt x="4645" y="3802"/>
                  </a:cubicBezTo>
                  <a:cubicBezTo>
                    <a:pt x="4825" y="3384"/>
                    <a:pt x="5049" y="2981"/>
                    <a:pt x="5078" y="2503"/>
                  </a:cubicBezTo>
                  <a:cubicBezTo>
                    <a:pt x="5108" y="1995"/>
                    <a:pt x="5108" y="1487"/>
                    <a:pt x="4825" y="1024"/>
                  </a:cubicBezTo>
                  <a:cubicBezTo>
                    <a:pt x="4643" y="715"/>
                    <a:pt x="4378" y="555"/>
                    <a:pt x="4097" y="555"/>
                  </a:cubicBezTo>
                  <a:cubicBezTo>
                    <a:pt x="3917" y="555"/>
                    <a:pt x="3730" y="621"/>
                    <a:pt x="3555" y="755"/>
                  </a:cubicBezTo>
                  <a:cubicBezTo>
                    <a:pt x="3331" y="935"/>
                    <a:pt x="3271" y="1203"/>
                    <a:pt x="3241" y="1472"/>
                  </a:cubicBezTo>
                  <a:cubicBezTo>
                    <a:pt x="3122" y="1353"/>
                    <a:pt x="3002" y="1233"/>
                    <a:pt x="2868" y="1114"/>
                  </a:cubicBezTo>
                  <a:cubicBezTo>
                    <a:pt x="2583" y="855"/>
                    <a:pt x="2287" y="618"/>
                    <a:pt x="1902" y="618"/>
                  </a:cubicBezTo>
                  <a:cubicBezTo>
                    <a:pt x="1843" y="618"/>
                    <a:pt x="1782" y="624"/>
                    <a:pt x="1718" y="636"/>
                  </a:cubicBezTo>
                  <a:cubicBezTo>
                    <a:pt x="1673" y="636"/>
                    <a:pt x="1628" y="621"/>
                    <a:pt x="1584" y="621"/>
                  </a:cubicBezTo>
                  <a:cubicBezTo>
                    <a:pt x="1389" y="472"/>
                    <a:pt x="1210" y="307"/>
                    <a:pt x="1016" y="158"/>
                  </a:cubicBezTo>
                  <a:cubicBezTo>
                    <a:pt x="878" y="53"/>
                    <a:pt x="701" y="0"/>
                    <a:pt x="5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3"/>
            <p:cNvSpPr/>
            <p:nvPr/>
          </p:nvSpPr>
          <p:spPr>
            <a:xfrm rot="-7263850">
              <a:off x="1757428" y="4735279"/>
              <a:ext cx="2128420" cy="1655566"/>
            </a:xfrm>
            <a:custGeom>
              <a:avLst/>
              <a:gdLst/>
              <a:ahLst/>
              <a:cxnLst/>
              <a:rect l="l" t="t" r="r" b="b"/>
              <a:pathLst>
                <a:path w="9187" h="7146" extrusionOk="0">
                  <a:moveTo>
                    <a:pt x="1688" y="275"/>
                  </a:moveTo>
                  <a:cubicBezTo>
                    <a:pt x="1703" y="275"/>
                    <a:pt x="1703" y="290"/>
                    <a:pt x="1703" y="290"/>
                  </a:cubicBezTo>
                  <a:cubicBezTo>
                    <a:pt x="1688" y="290"/>
                    <a:pt x="1688" y="290"/>
                    <a:pt x="1673" y="275"/>
                  </a:cubicBezTo>
                  <a:close/>
                  <a:moveTo>
                    <a:pt x="4705" y="604"/>
                  </a:moveTo>
                  <a:lnTo>
                    <a:pt x="4690" y="619"/>
                  </a:lnTo>
                  <a:cubicBezTo>
                    <a:pt x="4690" y="619"/>
                    <a:pt x="4690" y="604"/>
                    <a:pt x="4690" y="604"/>
                  </a:cubicBezTo>
                  <a:close/>
                  <a:moveTo>
                    <a:pt x="6841" y="709"/>
                  </a:moveTo>
                  <a:cubicBezTo>
                    <a:pt x="6826" y="724"/>
                    <a:pt x="6826" y="724"/>
                    <a:pt x="6826" y="724"/>
                  </a:cubicBezTo>
                  <a:lnTo>
                    <a:pt x="6826" y="709"/>
                  </a:lnTo>
                  <a:close/>
                  <a:moveTo>
                    <a:pt x="6856" y="963"/>
                  </a:moveTo>
                  <a:cubicBezTo>
                    <a:pt x="6811" y="977"/>
                    <a:pt x="6752" y="992"/>
                    <a:pt x="6707" y="992"/>
                  </a:cubicBezTo>
                  <a:cubicBezTo>
                    <a:pt x="6707" y="1007"/>
                    <a:pt x="6707" y="1007"/>
                    <a:pt x="6707" y="1007"/>
                  </a:cubicBezTo>
                  <a:lnTo>
                    <a:pt x="6871" y="1007"/>
                  </a:lnTo>
                  <a:cubicBezTo>
                    <a:pt x="6856" y="992"/>
                    <a:pt x="6856" y="977"/>
                    <a:pt x="6856" y="963"/>
                  </a:cubicBezTo>
                  <a:close/>
                  <a:moveTo>
                    <a:pt x="837" y="1037"/>
                  </a:moveTo>
                  <a:lnTo>
                    <a:pt x="852" y="1067"/>
                  </a:lnTo>
                  <a:cubicBezTo>
                    <a:pt x="852" y="1067"/>
                    <a:pt x="852" y="1067"/>
                    <a:pt x="852" y="1082"/>
                  </a:cubicBezTo>
                  <a:cubicBezTo>
                    <a:pt x="837" y="1067"/>
                    <a:pt x="822" y="1067"/>
                    <a:pt x="822" y="1052"/>
                  </a:cubicBezTo>
                  <a:cubicBezTo>
                    <a:pt x="822" y="1052"/>
                    <a:pt x="822" y="1052"/>
                    <a:pt x="837" y="1037"/>
                  </a:cubicBezTo>
                  <a:close/>
                  <a:moveTo>
                    <a:pt x="882" y="1112"/>
                  </a:moveTo>
                  <a:lnTo>
                    <a:pt x="882" y="1142"/>
                  </a:lnTo>
                  <a:cubicBezTo>
                    <a:pt x="882" y="1127"/>
                    <a:pt x="867" y="1127"/>
                    <a:pt x="867" y="1112"/>
                  </a:cubicBezTo>
                  <a:close/>
                  <a:moveTo>
                    <a:pt x="927" y="1306"/>
                  </a:moveTo>
                  <a:cubicBezTo>
                    <a:pt x="942" y="1306"/>
                    <a:pt x="942" y="1306"/>
                    <a:pt x="927" y="1321"/>
                  </a:cubicBezTo>
                  <a:lnTo>
                    <a:pt x="927" y="1306"/>
                  </a:lnTo>
                  <a:close/>
                  <a:moveTo>
                    <a:pt x="1449" y="1724"/>
                  </a:moveTo>
                  <a:cubicBezTo>
                    <a:pt x="1449" y="1739"/>
                    <a:pt x="1449" y="1739"/>
                    <a:pt x="1434" y="1739"/>
                  </a:cubicBezTo>
                  <a:lnTo>
                    <a:pt x="1449" y="1724"/>
                  </a:lnTo>
                  <a:close/>
                  <a:moveTo>
                    <a:pt x="7737" y="1694"/>
                  </a:moveTo>
                  <a:cubicBezTo>
                    <a:pt x="7737" y="1694"/>
                    <a:pt x="7722" y="1709"/>
                    <a:pt x="7722" y="1709"/>
                  </a:cubicBezTo>
                  <a:cubicBezTo>
                    <a:pt x="7722" y="1724"/>
                    <a:pt x="7737" y="1724"/>
                    <a:pt x="7737" y="1739"/>
                  </a:cubicBezTo>
                  <a:cubicBezTo>
                    <a:pt x="7752" y="1739"/>
                    <a:pt x="7767" y="1724"/>
                    <a:pt x="7752" y="1724"/>
                  </a:cubicBezTo>
                  <a:cubicBezTo>
                    <a:pt x="7752" y="1709"/>
                    <a:pt x="7737" y="1709"/>
                    <a:pt x="7737" y="1694"/>
                  </a:cubicBezTo>
                  <a:close/>
                  <a:moveTo>
                    <a:pt x="8111" y="1993"/>
                  </a:moveTo>
                  <a:cubicBezTo>
                    <a:pt x="8096" y="1993"/>
                    <a:pt x="8096" y="2008"/>
                    <a:pt x="8096" y="2023"/>
                  </a:cubicBezTo>
                  <a:cubicBezTo>
                    <a:pt x="8111" y="2023"/>
                    <a:pt x="8141" y="2038"/>
                    <a:pt x="8156" y="2038"/>
                  </a:cubicBezTo>
                  <a:cubicBezTo>
                    <a:pt x="8170" y="2038"/>
                    <a:pt x="8170" y="2023"/>
                    <a:pt x="8170" y="2023"/>
                  </a:cubicBezTo>
                  <a:cubicBezTo>
                    <a:pt x="8156" y="2008"/>
                    <a:pt x="8126" y="1993"/>
                    <a:pt x="8111" y="1993"/>
                  </a:cubicBezTo>
                  <a:close/>
                  <a:moveTo>
                    <a:pt x="1898" y="2143"/>
                  </a:moveTo>
                  <a:cubicBezTo>
                    <a:pt x="1906" y="2144"/>
                    <a:pt x="1912" y="2148"/>
                    <a:pt x="1912" y="2157"/>
                  </a:cubicBezTo>
                  <a:lnTo>
                    <a:pt x="1898" y="2143"/>
                  </a:lnTo>
                  <a:close/>
                  <a:moveTo>
                    <a:pt x="2136" y="2785"/>
                  </a:moveTo>
                  <a:lnTo>
                    <a:pt x="2136" y="2785"/>
                  </a:lnTo>
                  <a:cubicBezTo>
                    <a:pt x="2144" y="2800"/>
                    <a:pt x="2155" y="2811"/>
                    <a:pt x="2166" y="2822"/>
                  </a:cubicBezTo>
                  <a:lnTo>
                    <a:pt x="2166" y="2822"/>
                  </a:lnTo>
                  <a:lnTo>
                    <a:pt x="2136" y="2785"/>
                  </a:lnTo>
                  <a:close/>
                  <a:moveTo>
                    <a:pt x="2178" y="2834"/>
                  </a:moveTo>
                  <a:lnTo>
                    <a:pt x="2178" y="2834"/>
                  </a:lnTo>
                  <a:cubicBezTo>
                    <a:pt x="2181" y="2837"/>
                    <a:pt x="2184" y="2841"/>
                    <a:pt x="2187" y="2845"/>
                  </a:cubicBezTo>
                  <a:lnTo>
                    <a:pt x="2187" y="2845"/>
                  </a:lnTo>
                  <a:lnTo>
                    <a:pt x="2178" y="2834"/>
                  </a:lnTo>
                  <a:close/>
                  <a:moveTo>
                    <a:pt x="2228" y="2893"/>
                  </a:moveTo>
                  <a:lnTo>
                    <a:pt x="2228" y="2893"/>
                  </a:lnTo>
                  <a:cubicBezTo>
                    <a:pt x="2238" y="2904"/>
                    <a:pt x="2247" y="2916"/>
                    <a:pt x="2257" y="2928"/>
                  </a:cubicBezTo>
                  <a:lnTo>
                    <a:pt x="2257" y="2928"/>
                  </a:lnTo>
                  <a:lnTo>
                    <a:pt x="2228" y="2893"/>
                  </a:lnTo>
                  <a:close/>
                  <a:moveTo>
                    <a:pt x="2297" y="2979"/>
                  </a:moveTo>
                  <a:cubicBezTo>
                    <a:pt x="2308" y="2994"/>
                    <a:pt x="2319" y="3009"/>
                    <a:pt x="2331" y="3024"/>
                  </a:cubicBezTo>
                  <a:cubicBezTo>
                    <a:pt x="2340" y="3033"/>
                    <a:pt x="2350" y="3043"/>
                    <a:pt x="2360" y="3054"/>
                  </a:cubicBezTo>
                  <a:lnTo>
                    <a:pt x="2360" y="3054"/>
                  </a:lnTo>
                  <a:lnTo>
                    <a:pt x="2297" y="2979"/>
                  </a:lnTo>
                  <a:close/>
                  <a:moveTo>
                    <a:pt x="2390" y="3086"/>
                  </a:moveTo>
                  <a:cubicBezTo>
                    <a:pt x="2470" y="3174"/>
                    <a:pt x="2545" y="3268"/>
                    <a:pt x="2629" y="3352"/>
                  </a:cubicBezTo>
                  <a:cubicBezTo>
                    <a:pt x="2671" y="3408"/>
                    <a:pt x="2713" y="3464"/>
                    <a:pt x="2755" y="3520"/>
                  </a:cubicBezTo>
                  <a:lnTo>
                    <a:pt x="2390" y="3086"/>
                  </a:lnTo>
                  <a:close/>
                  <a:moveTo>
                    <a:pt x="2755" y="3520"/>
                  </a:moveTo>
                  <a:lnTo>
                    <a:pt x="2771" y="3538"/>
                  </a:lnTo>
                  <a:lnTo>
                    <a:pt x="2771" y="3538"/>
                  </a:lnTo>
                  <a:cubicBezTo>
                    <a:pt x="2768" y="3536"/>
                    <a:pt x="2766" y="3534"/>
                    <a:pt x="2764" y="3531"/>
                  </a:cubicBezTo>
                  <a:cubicBezTo>
                    <a:pt x="2761" y="3527"/>
                    <a:pt x="2758" y="3524"/>
                    <a:pt x="2755" y="3520"/>
                  </a:cubicBezTo>
                  <a:close/>
                  <a:moveTo>
                    <a:pt x="5593" y="3632"/>
                  </a:moveTo>
                  <a:cubicBezTo>
                    <a:pt x="5589" y="3638"/>
                    <a:pt x="5587" y="3644"/>
                    <a:pt x="5587" y="3651"/>
                  </a:cubicBezTo>
                  <a:lnTo>
                    <a:pt x="5593" y="3632"/>
                  </a:lnTo>
                  <a:close/>
                  <a:moveTo>
                    <a:pt x="3869" y="1948"/>
                  </a:moveTo>
                  <a:cubicBezTo>
                    <a:pt x="3899" y="1948"/>
                    <a:pt x="3929" y="1978"/>
                    <a:pt x="3959" y="1978"/>
                  </a:cubicBezTo>
                  <a:cubicBezTo>
                    <a:pt x="3992" y="1971"/>
                    <a:pt x="4025" y="1967"/>
                    <a:pt x="4056" y="1967"/>
                  </a:cubicBezTo>
                  <a:cubicBezTo>
                    <a:pt x="4151" y="1967"/>
                    <a:pt x="4235" y="2001"/>
                    <a:pt x="4302" y="2068"/>
                  </a:cubicBezTo>
                  <a:cubicBezTo>
                    <a:pt x="4332" y="2098"/>
                    <a:pt x="4377" y="2098"/>
                    <a:pt x="4422" y="2098"/>
                  </a:cubicBezTo>
                  <a:cubicBezTo>
                    <a:pt x="4511" y="2106"/>
                    <a:pt x="4606" y="2118"/>
                    <a:pt x="4700" y="2118"/>
                  </a:cubicBezTo>
                  <a:cubicBezTo>
                    <a:pt x="4777" y="2118"/>
                    <a:pt x="4855" y="2110"/>
                    <a:pt x="4929" y="2083"/>
                  </a:cubicBezTo>
                  <a:lnTo>
                    <a:pt x="4929" y="2083"/>
                  </a:lnTo>
                  <a:lnTo>
                    <a:pt x="4900" y="2113"/>
                  </a:lnTo>
                  <a:cubicBezTo>
                    <a:pt x="4900" y="2113"/>
                    <a:pt x="4900" y="2128"/>
                    <a:pt x="4900" y="2128"/>
                  </a:cubicBezTo>
                  <a:lnTo>
                    <a:pt x="5049" y="2098"/>
                  </a:lnTo>
                  <a:lnTo>
                    <a:pt x="5064" y="2098"/>
                  </a:lnTo>
                  <a:cubicBezTo>
                    <a:pt x="5064" y="2113"/>
                    <a:pt x="5079" y="2113"/>
                    <a:pt x="5094" y="2113"/>
                  </a:cubicBezTo>
                  <a:lnTo>
                    <a:pt x="5109" y="2113"/>
                  </a:lnTo>
                  <a:lnTo>
                    <a:pt x="5168" y="2098"/>
                  </a:lnTo>
                  <a:lnTo>
                    <a:pt x="5213" y="2098"/>
                  </a:lnTo>
                  <a:lnTo>
                    <a:pt x="5243" y="2113"/>
                  </a:lnTo>
                  <a:cubicBezTo>
                    <a:pt x="5258" y="2128"/>
                    <a:pt x="5288" y="2142"/>
                    <a:pt x="5303" y="2157"/>
                  </a:cubicBezTo>
                  <a:lnTo>
                    <a:pt x="5318" y="2113"/>
                  </a:lnTo>
                  <a:cubicBezTo>
                    <a:pt x="5378" y="2139"/>
                    <a:pt x="5439" y="2155"/>
                    <a:pt x="5500" y="2155"/>
                  </a:cubicBezTo>
                  <a:cubicBezTo>
                    <a:pt x="5544" y="2155"/>
                    <a:pt x="5588" y="2146"/>
                    <a:pt x="5631" y="2128"/>
                  </a:cubicBezTo>
                  <a:cubicBezTo>
                    <a:pt x="5654" y="2120"/>
                    <a:pt x="5672" y="2116"/>
                    <a:pt x="5691" y="2116"/>
                  </a:cubicBezTo>
                  <a:cubicBezTo>
                    <a:pt x="5710" y="2116"/>
                    <a:pt x="5728" y="2120"/>
                    <a:pt x="5751" y="2128"/>
                  </a:cubicBezTo>
                  <a:cubicBezTo>
                    <a:pt x="5783" y="2149"/>
                    <a:pt x="5812" y="2159"/>
                    <a:pt x="5840" y="2159"/>
                  </a:cubicBezTo>
                  <a:cubicBezTo>
                    <a:pt x="5891" y="2159"/>
                    <a:pt x="5936" y="2126"/>
                    <a:pt x="5975" y="2068"/>
                  </a:cubicBezTo>
                  <a:cubicBezTo>
                    <a:pt x="5975" y="2068"/>
                    <a:pt x="5975" y="2053"/>
                    <a:pt x="5990" y="2053"/>
                  </a:cubicBezTo>
                  <a:lnTo>
                    <a:pt x="6005" y="2068"/>
                  </a:lnTo>
                  <a:cubicBezTo>
                    <a:pt x="6005" y="2068"/>
                    <a:pt x="5990" y="2083"/>
                    <a:pt x="5990" y="2083"/>
                  </a:cubicBezTo>
                  <a:cubicBezTo>
                    <a:pt x="6019" y="2140"/>
                    <a:pt x="6041" y="2167"/>
                    <a:pt x="6081" y="2167"/>
                  </a:cubicBezTo>
                  <a:cubicBezTo>
                    <a:pt x="6104" y="2167"/>
                    <a:pt x="6132" y="2159"/>
                    <a:pt x="6169" y="2142"/>
                  </a:cubicBezTo>
                  <a:cubicBezTo>
                    <a:pt x="6169" y="2128"/>
                    <a:pt x="6169" y="2128"/>
                    <a:pt x="6169" y="2128"/>
                  </a:cubicBezTo>
                  <a:lnTo>
                    <a:pt x="6184" y="2128"/>
                  </a:lnTo>
                  <a:cubicBezTo>
                    <a:pt x="6184" y="2142"/>
                    <a:pt x="6184" y="2142"/>
                    <a:pt x="6184" y="2142"/>
                  </a:cubicBezTo>
                  <a:cubicBezTo>
                    <a:pt x="6219" y="2200"/>
                    <a:pt x="6262" y="2222"/>
                    <a:pt x="6315" y="2222"/>
                  </a:cubicBezTo>
                  <a:cubicBezTo>
                    <a:pt x="6330" y="2222"/>
                    <a:pt x="6346" y="2220"/>
                    <a:pt x="6363" y="2217"/>
                  </a:cubicBezTo>
                  <a:cubicBezTo>
                    <a:pt x="6383" y="2212"/>
                    <a:pt x="6403" y="2209"/>
                    <a:pt x="6422" y="2209"/>
                  </a:cubicBezTo>
                  <a:cubicBezTo>
                    <a:pt x="6459" y="2209"/>
                    <a:pt x="6493" y="2222"/>
                    <a:pt x="6513" y="2262"/>
                  </a:cubicBezTo>
                  <a:cubicBezTo>
                    <a:pt x="6528" y="2292"/>
                    <a:pt x="6557" y="2292"/>
                    <a:pt x="6587" y="2307"/>
                  </a:cubicBezTo>
                  <a:cubicBezTo>
                    <a:pt x="6572" y="2337"/>
                    <a:pt x="6557" y="2352"/>
                    <a:pt x="6557" y="2366"/>
                  </a:cubicBezTo>
                  <a:cubicBezTo>
                    <a:pt x="6617" y="2396"/>
                    <a:pt x="6572" y="2426"/>
                    <a:pt x="6557" y="2456"/>
                  </a:cubicBezTo>
                  <a:lnTo>
                    <a:pt x="6528" y="2456"/>
                  </a:lnTo>
                  <a:cubicBezTo>
                    <a:pt x="6498" y="2486"/>
                    <a:pt x="6468" y="2501"/>
                    <a:pt x="6438" y="2516"/>
                  </a:cubicBezTo>
                  <a:lnTo>
                    <a:pt x="6378" y="2546"/>
                  </a:lnTo>
                  <a:cubicBezTo>
                    <a:pt x="6378" y="2546"/>
                    <a:pt x="6363" y="2531"/>
                    <a:pt x="6363" y="2531"/>
                  </a:cubicBezTo>
                  <a:cubicBezTo>
                    <a:pt x="6363" y="2531"/>
                    <a:pt x="6363" y="2546"/>
                    <a:pt x="6363" y="2546"/>
                  </a:cubicBezTo>
                  <a:cubicBezTo>
                    <a:pt x="6333" y="2591"/>
                    <a:pt x="6303" y="2635"/>
                    <a:pt x="6289" y="2680"/>
                  </a:cubicBezTo>
                  <a:cubicBezTo>
                    <a:pt x="6274" y="2710"/>
                    <a:pt x="6259" y="2740"/>
                    <a:pt x="6259" y="2770"/>
                  </a:cubicBezTo>
                  <a:lnTo>
                    <a:pt x="6259" y="2800"/>
                  </a:lnTo>
                  <a:cubicBezTo>
                    <a:pt x="6244" y="2800"/>
                    <a:pt x="6244" y="2800"/>
                    <a:pt x="6229" y="2815"/>
                  </a:cubicBezTo>
                  <a:cubicBezTo>
                    <a:pt x="6229" y="2815"/>
                    <a:pt x="6214" y="2815"/>
                    <a:pt x="6214" y="2829"/>
                  </a:cubicBezTo>
                  <a:cubicBezTo>
                    <a:pt x="6206" y="2822"/>
                    <a:pt x="6203" y="2818"/>
                    <a:pt x="6201" y="2818"/>
                  </a:cubicBezTo>
                  <a:cubicBezTo>
                    <a:pt x="6199" y="2818"/>
                    <a:pt x="6199" y="2822"/>
                    <a:pt x="6199" y="2829"/>
                  </a:cubicBezTo>
                  <a:cubicBezTo>
                    <a:pt x="6154" y="2859"/>
                    <a:pt x="6109" y="2904"/>
                    <a:pt x="6064" y="2949"/>
                  </a:cubicBezTo>
                  <a:lnTo>
                    <a:pt x="6020" y="3009"/>
                  </a:lnTo>
                  <a:lnTo>
                    <a:pt x="6005" y="3009"/>
                  </a:lnTo>
                  <a:cubicBezTo>
                    <a:pt x="5960" y="3024"/>
                    <a:pt x="5915" y="3054"/>
                    <a:pt x="5930" y="3098"/>
                  </a:cubicBezTo>
                  <a:cubicBezTo>
                    <a:pt x="5960" y="3188"/>
                    <a:pt x="5885" y="3203"/>
                    <a:pt x="5840" y="3248"/>
                  </a:cubicBezTo>
                  <a:cubicBezTo>
                    <a:pt x="5826" y="3263"/>
                    <a:pt x="5826" y="3263"/>
                    <a:pt x="5811" y="3278"/>
                  </a:cubicBezTo>
                  <a:cubicBezTo>
                    <a:pt x="5796" y="3278"/>
                    <a:pt x="5766" y="3278"/>
                    <a:pt x="5751" y="3293"/>
                  </a:cubicBezTo>
                  <a:cubicBezTo>
                    <a:pt x="5706" y="3352"/>
                    <a:pt x="5676" y="3427"/>
                    <a:pt x="5631" y="3487"/>
                  </a:cubicBezTo>
                  <a:lnTo>
                    <a:pt x="5616" y="3531"/>
                  </a:lnTo>
                  <a:cubicBezTo>
                    <a:pt x="5601" y="3546"/>
                    <a:pt x="5601" y="3576"/>
                    <a:pt x="5601" y="3606"/>
                  </a:cubicBezTo>
                  <a:lnTo>
                    <a:pt x="5593" y="3632"/>
                  </a:lnTo>
                  <a:lnTo>
                    <a:pt x="5593" y="3632"/>
                  </a:lnTo>
                  <a:cubicBezTo>
                    <a:pt x="5597" y="3626"/>
                    <a:pt x="5601" y="3621"/>
                    <a:pt x="5601" y="3621"/>
                  </a:cubicBezTo>
                  <a:lnTo>
                    <a:pt x="5601" y="3621"/>
                  </a:lnTo>
                  <a:cubicBezTo>
                    <a:pt x="5601" y="3636"/>
                    <a:pt x="5601" y="3636"/>
                    <a:pt x="5587" y="3651"/>
                  </a:cubicBezTo>
                  <a:cubicBezTo>
                    <a:pt x="5587" y="3651"/>
                    <a:pt x="5587" y="3651"/>
                    <a:pt x="5587" y="3666"/>
                  </a:cubicBezTo>
                  <a:cubicBezTo>
                    <a:pt x="5572" y="3666"/>
                    <a:pt x="5572" y="3666"/>
                    <a:pt x="5572" y="3681"/>
                  </a:cubicBezTo>
                  <a:cubicBezTo>
                    <a:pt x="5557" y="3681"/>
                    <a:pt x="5557" y="3696"/>
                    <a:pt x="5542" y="3711"/>
                  </a:cubicBezTo>
                  <a:cubicBezTo>
                    <a:pt x="5527" y="3706"/>
                    <a:pt x="5515" y="3702"/>
                    <a:pt x="5506" y="3702"/>
                  </a:cubicBezTo>
                  <a:cubicBezTo>
                    <a:pt x="5487" y="3702"/>
                    <a:pt x="5477" y="3716"/>
                    <a:pt x="5467" y="3756"/>
                  </a:cubicBezTo>
                  <a:cubicBezTo>
                    <a:pt x="5467" y="3741"/>
                    <a:pt x="5452" y="3741"/>
                    <a:pt x="5437" y="3741"/>
                  </a:cubicBezTo>
                  <a:cubicBezTo>
                    <a:pt x="5422" y="3726"/>
                    <a:pt x="5228" y="3576"/>
                    <a:pt x="5213" y="3561"/>
                  </a:cubicBezTo>
                  <a:cubicBezTo>
                    <a:pt x="5198" y="3546"/>
                    <a:pt x="5183" y="3531"/>
                    <a:pt x="5168" y="3517"/>
                  </a:cubicBezTo>
                  <a:cubicBezTo>
                    <a:pt x="5034" y="3382"/>
                    <a:pt x="4855" y="3278"/>
                    <a:pt x="4735" y="3113"/>
                  </a:cubicBezTo>
                  <a:cubicBezTo>
                    <a:pt x="4586" y="2919"/>
                    <a:pt x="4407" y="2755"/>
                    <a:pt x="4183" y="2665"/>
                  </a:cubicBezTo>
                  <a:cubicBezTo>
                    <a:pt x="4138" y="2635"/>
                    <a:pt x="4153" y="2591"/>
                    <a:pt x="4138" y="2561"/>
                  </a:cubicBezTo>
                  <a:cubicBezTo>
                    <a:pt x="4093" y="2501"/>
                    <a:pt x="4048" y="2441"/>
                    <a:pt x="3988" y="2411"/>
                  </a:cubicBezTo>
                  <a:cubicBezTo>
                    <a:pt x="3944" y="2411"/>
                    <a:pt x="3944" y="2366"/>
                    <a:pt x="3929" y="2337"/>
                  </a:cubicBezTo>
                  <a:cubicBezTo>
                    <a:pt x="3854" y="2232"/>
                    <a:pt x="3764" y="2142"/>
                    <a:pt x="3630" y="2113"/>
                  </a:cubicBezTo>
                  <a:lnTo>
                    <a:pt x="3630" y="2098"/>
                  </a:lnTo>
                  <a:cubicBezTo>
                    <a:pt x="3660" y="1993"/>
                    <a:pt x="3749" y="2008"/>
                    <a:pt x="3809" y="1978"/>
                  </a:cubicBezTo>
                  <a:lnTo>
                    <a:pt x="3824" y="1978"/>
                  </a:lnTo>
                  <a:lnTo>
                    <a:pt x="3854" y="1993"/>
                  </a:lnTo>
                  <a:lnTo>
                    <a:pt x="3854" y="1963"/>
                  </a:lnTo>
                  <a:cubicBezTo>
                    <a:pt x="3854" y="1963"/>
                    <a:pt x="3854" y="1963"/>
                    <a:pt x="3869" y="1948"/>
                  </a:cubicBezTo>
                  <a:close/>
                  <a:moveTo>
                    <a:pt x="6871" y="4084"/>
                  </a:moveTo>
                  <a:cubicBezTo>
                    <a:pt x="6856" y="4099"/>
                    <a:pt x="6856" y="4129"/>
                    <a:pt x="6856" y="4144"/>
                  </a:cubicBezTo>
                  <a:cubicBezTo>
                    <a:pt x="6856" y="4129"/>
                    <a:pt x="6871" y="4114"/>
                    <a:pt x="6886" y="4099"/>
                  </a:cubicBezTo>
                  <a:cubicBezTo>
                    <a:pt x="6886" y="4099"/>
                    <a:pt x="6871" y="4084"/>
                    <a:pt x="6871" y="4084"/>
                  </a:cubicBezTo>
                  <a:close/>
                  <a:moveTo>
                    <a:pt x="3370" y="1546"/>
                  </a:moveTo>
                  <a:cubicBezTo>
                    <a:pt x="3311" y="1546"/>
                    <a:pt x="3265" y="1594"/>
                    <a:pt x="3212" y="1605"/>
                  </a:cubicBezTo>
                  <a:lnTo>
                    <a:pt x="3167" y="1605"/>
                  </a:lnTo>
                  <a:cubicBezTo>
                    <a:pt x="3146" y="1596"/>
                    <a:pt x="3125" y="1592"/>
                    <a:pt x="3103" y="1592"/>
                  </a:cubicBezTo>
                  <a:cubicBezTo>
                    <a:pt x="3019" y="1592"/>
                    <a:pt x="2940" y="1659"/>
                    <a:pt x="2928" y="1754"/>
                  </a:cubicBezTo>
                  <a:lnTo>
                    <a:pt x="2928" y="1784"/>
                  </a:lnTo>
                  <a:cubicBezTo>
                    <a:pt x="2928" y="1799"/>
                    <a:pt x="2928" y="1814"/>
                    <a:pt x="2943" y="1829"/>
                  </a:cubicBezTo>
                  <a:lnTo>
                    <a:pt x="2943" y="1844"/>
                  </a:lnTo>
                  <a:cubicBezTo>
                    <a:pt x="2988" y="1889"/>
                    <a:pt x="3047" y="1903"/>
                    <a:pt x="3077" y="1978"/>
                  </a:cubicBezTo>
                  <a:cubicBezTo>
                    <a:pt x="3122" y="2083"/>
                    <a:pt x="3227" y="2172"/>
                    <a:pt x="3301" y="2247"/>
                  </a:cubicBezTo>
                  <a:cubicBezTo>
                    <a:pt x="3376" y="2337"/>
                    <a:pt x="3436" y="2441"/>
                    <a:pt x="3555" y="2471"/>
                  </a:cubicBezTo>
                  <a:cubicBezTo>
                    <a:pt x="3555" y="2471"/>
                    <a:pt x="3555" y="2471"/>
                    <a:pt x="3555" y="2471"/>
                  </a:cubicBezTo>
                  <a:lnTo>
                    <a:pt x="3555" y="2471"/>
                  </a:lnTo>
                  <a:cubicBezTo>
                    <a:pt x="3585" y="2486"/>
                    <a:pt x="3615" y="2501"/>
                    <a:pt x="3630" y="2531"/>
                  </a:cubicBezTo>
                  <a:cubicBezTo>
                    <a:pt x="3645" y="2576"/>
                    <a:pt x="3675" y="2620"/>
                    <a:pt x="3705" y="2665"/>
                  </a:cubicBezTo>
                  <a:cubicBezTo>
                    <a:pt x="3869" y="2844"/>
                    <a:pt x="4048" y="3024"/>
                    <a:pt x="4227" y="3188"/>
                  </a:cubicBezTo>
                  <a:cubicBezTo>
                    <a:pt x="4362" y="3322"/>
                    <a:pt x="4511" y="3457"/>
                    <a:pt x="4646" y="3591"/>
                  </a:cubicBezTo>
                  <a:cubicBezTo>
                    <a:pt x="4705" y="3666"/>
                    <a:pt x="4780" y="3726"/>
                    <a:pt x="4840" y="3800"/>
                  </a:cubicBezTo>
                  <a:cubicBezTo>
                    <a:pt x="4914" y="3920"/>
                    <a:pt x="5004" y="4039"/>
                    <a:pt x="5124" y="4114"/>
                  </a:cubicBezTo>
                  <a:cubicBezTo>
                    <a:pt x="5183" y="4159"/>
                    <a:pt x="5258" y="4219"/>
                    <a:pt x="5318" y="4248"/>
                  </a:cubicBezTo>
                  <a:cubicBezTo>
                    <a:pt x="5337" y="4257"/>
                    <a:pt x="5356" y="4261"/>
                    <a:pt x="5374" y="4261"/>
                  </a:cubicBezTo>
                  <a:cubicBezTo>
                    <a:pt x="5450" y="4261"/>
                    <a:pt x="5511" y="4192"/>
                    <a:pt x="5572" y="4144"/>
                  </a:cubicBezTo>
                  <a:lnTo>
                    <a:pt x="5646" y="4144"/>
                  </a:lnTo>
                  <a:cubicBezTo>
                    <a:pt x="5631" y="4114"/>
                    <a:pt x="5616" y="4099"/>
                    <a:pt x="5616" y="4069"/>
                  </a:cubicBezTo>
                  <a:cubicBezTo>
                    <a:pt x="5616" y="4054"/>
                    <a:pt x="5616" y="4054"/>
                    <a:pt x="5616" y="4054"/>
                  </a:cubicBezTo>
                  <a:cubicBezTo>
                    <a:pt x="5631" y="3994"/>
                    <a:pt x="5676" y="3980"/>
                    <a:pt x="5736" y="3965"/>
                  </a:cubicBezTo>
                  <a:cubicBezTo>
                    <a:pt x="5840" y="3935"/>
                    <a:pt x="5855" y="3815"/>
                    <a:pt x="5885" y="3711"/>
                  </a:cubicBezTo>
                  <a:cubicBezTo>
                    <a:pt x="5885" y="3696"/>
                    <a:pt x="5885" y="3681"/>
                    <a:pt x="5885" y="3666"/>
                  </a:cubicBezTo>
                  <a:lnTo>
                    <a:pt x="5900" y="3606"/>
                  </a:lnTo>
                  <a:cubicBezTo>
                    <a:pt x="5960" y="3591"/>
                    <a:pt x="5975" y="3561"/>
                    <a:pt x="5945" y="3502"/>
                  </a:cubicBezTo>
                  <a:cubicBezTo>
                    <a:pt x="6035" y="3487"/>
                    <a:pt x="6109" y="3457"/>
                    <a:pt x="6124" y="3352"/>
                  </a:cubicBezTo>
                  <a:cubicBezTo>
                    <a:pt x="6124" y="3367"/>
                    <a:pt x="6139" y="3367"/>
                    <a:pt x="6154" y="3367"/>
                  </a:cubicBezTo>
                  <a:cubicBezTo>
                    <a:pt x="6154" y="3352"/>
                    <a:pt x="6169" y="3337"/>
                    <a:pt x="6169" y="3307"/>
                  </a:cubicBezTo>
                  <a:cubicBezTo>
                    <a:pt x="6184" y="3307"/>
                    <a:pt x="6184" y="3293"/>
                    <a:pt x="6199" y="3278"/>
                  </a:cubicBezTo>
                  <a:lnTo>
                    <a:pt x="6244" y="3173"/>
                  </a:lnTo>
                  <a:cubicBezTo>
                    <a:pt x="6303" y="3128"/>
                    <a:pt x="6363" y="3068"/>
                    <a:pt x="6423" y="3024"/>
                  </a:cubicBezTo>
                  <a:cubicBezTo>
                    <a:pt x="6438" y="2994"/>
                    <a:pt x="6438" y="2964"/>
                    <a:pt x="6453" y="2949"/>
                  </a:cubicBezTo>
                  <a:cubicBezTo>
                    <a:pt x="6453" y="2919"/>
                    <a:pt x="6453" y="2904"/>
                    <a:pt x="6468" y="2874"/>
                  </a:cubicBezTo>
                  <a:cubicBezTo>
                    <a:pt x="6483" y="2874"/>
                    <a:pt x="6468" y="2859"/>
                    <a:pt x="6468" y="2859"/>
                  </a:cubicBezTo>
                  <a:cubicBezTo>
                    <a:pt x="6483" y="2829"/>
                    <a:pt x="6483" y="2815"/>
                    <a:pt x="6483" y="2785"/>
                  </a:cubicBezTo>
                  <a:cubicBezTo>
                    <a:pt x="6497" y="2790"/>
                    <a:pt x="6508" y="2792"/>
                    <a:pt x="6517" y="2792"/>
                  </a:cubicBezTo>
                  <a:cubicBezTo>
                    <a:pt x="6559" y="2792"/>
                    <a:pt x="6530" y="2737"/>
                    <a:pt x="6542" y="2725"/>
                  </a:cubicBezTo>
                  <a:lnTo>
                    <a:pt x="6602" y="2635"/>
                  </a:lnTo>
                  <a:cubicBezTo>
                    <a:pt x="6632" y="2635"/>
                    <a:pt x="6662" y="2635"/>
                    <a:pt x="6692" y="2620"/>
                  </a:cubicBezTo>
                  <a:cubicBezTo>
                    <a:pt x="6692" y="2620"/>
                    <a:pt x="6707" y="2605"/>
                    <a:pt x="6722" y="2605"/>
                  </a:cubicBezTo>
                  <a:cubicBezTo>
                    <a:pt x="6707" y="2591"/>
                    <a:pt x="6692" y="2591"/>
                    <a:pt x="6677" y="2591"/>
                  </a:cubicBezTo>
                  <a:cubicBezTo>
                    <a:pt x="6677" y="2576"/>
                    <a:pt x="6692" y="2561"/>
                    <a:pt x="6692" y="2546"/>
                  </a:cubicBezTo>
                  <a:cubicBezTo>
                    <a:pt x="6722" y="2501"/>
                    <a:pt x="6737" y="2471"/>
                    <a:pt x="6752" y="2426"/>
                  </a:cubicBezTo>
                  <a:cubicBezTo>
                    <a:pt x="6766" y="2411"/>
                    <a:pt x="6796" y="2381"/>
                    <a:pt x="6811" y="2366"/>
                  </a:cubicBezTo>
                  <a:cubicBezTo>
                    <a:pt x="6811" y="2337"/>
                    <a:pt x="6826" y="2307"/>
                    <a:pt x="6841" y="2307"/>
                  </a:cubicBezTo>
                  <a:cubicBezTo>
                    <a:pt x="6849" y="2308"/>
                    <a:pt x="6856" y="2308"/>
                    <a:pt x="6863" y="2308"/>
                  </a:cubicBezTo>
                  <a:cubicBezTo>
                    <a:pt x="6969" y="2308"/>
                    <a:pt x="6917" y="2200"/>
                    <a:pt x="6931" y="2157"/>
                  </a:cubicBezTo>
                  <a:cubicBezTo>
                    <a:pt x="6946" y="2142"/>
                    <a:pt x="6916" y="2113"/>
                    <a:pt x="6901" y="2083"/>
                  </a:cubicBezTo>
                  <a:cubicBezTo>
                    <a:pt x="6901" y="2073"/>
                    <a:pt x="6901" y="2063"/>
                    <a:pt x="6901" y="2053"/>
                  </a:cubicBezTo>
                  <a:lnTo>
                    <a:pt x="6946" y="2053"/>
                  </a:lnTo>
                  <a:cubicBezTo>
                    <a:pt x="6976" y="2038"/>
                    <a:pt x="7005" y="2008"/>
                    <a:pt x="7035" y="1993"/>
                  </a:cubicBezTo>
                  <a:cubicBezTo>
                    <a:pt x="7035" y="1978"/>
                    <a:pt x="7050" y="1963"/>
                    <a:pt x="7065" y="1948"/>
                  </a:cubicBezTo>
                  <a:cubicBezTo>
                    <a:pt x="7035" y="1933"/>
                    <a:pt x="7020" y="1918"/>
                    <a:pt x="6991" y="1903"/>
                  </a:cubicBezTo>
                  <a:cubicBezTo>
                    <a:pt x="6981" y="1859"/>
                    <a:pt x="6957" y="1847"/>
                    <a:pt x="6930" y="1847"/>
                  </a:cubicBezTo>
                  <a:cubicBezTo>
                    <a:pt x="6900" y="1847"/>
                    <a:pt x="6865" y="1861"/>
                    <a:pt x="6836" y="1861"/>
                  </a:cubicBezTo>
                  <a:cubicBezTo>
                    <a:pt x="6811" y="1861"/>
                    <a:pt x="6791" y="1851"/>
                    <a:pt x="6781" y="1814"/>
                  </a:cubicBezTo>
                  <a:cubicBezTo>
                    <a:pt x="6766" y="1829"/>
                    <a:pt x="6752" y="1829"/>
                    <a:pt x="6737" y="1844"/>
                  </a:cubicBezTo>
                  <a:lnTo>
                    <a:pt x="6647" y="1844"/>
                  </a:lnTo>
                  <a:cubicBezTo>
                    <a:pt x="6632" y="1844"/>
                    <a:pt x="6602" y="1814"/>
                    <a:pt x="6587" y="1814"/>
                  </a:cubicBezTo>
                  <a:cubicBezTo>
                    <a:pt x="6522" y="1830"/>
                    <a:pt x="6461" y="1855"/>
                    <a:pt x="6402" y="1855"/>
                  </a:cubicBezTo>
                  <a:cubicBezTo>
                    <a:pt x="6353" y="1855"/>
                    <a:pt x="6306" y="1838"/>
                    <a:pt x="6259" y="1784"/>
                  </a:cubicBezTo>
                  <a:cubicBezTo>
                    <a:pt x="6248" y="1773"/>
                    <a:pt x="6200" y="1763"/>
                    <a:pt x="6152" y="1763"/>
                  </a:cubicBezTo>
                  <a:cubicBezTo>
                    <a:pt x="6132" y="1763"/>
                    <a:pt x="6112" y="1765"/>
                    <a:pt x="6094" y="1769"/>
                  </a:cubicBezTo>
                  <a:cubicBezTo>
                    <a:pt x="6060" y="1774"/>
                    <a:pt x="6023" y="1776"/>
                    <a:pt x="5985" y="1776"/>
                  </a:cubicBezTo>
                  <a:cubicBezTo>
                    <a:pt x="5910" y="1776"/>
                    <a:pt x="5831" y="1769"/>
                    <a:pt x="5751" y="1769"/>
                  </a:cubicBezTo>
                  <a:lnTo>
                    <a:pt x="5601" y="1769"/>
                  </a:lnTo>
                  <a:cubicBezTo>
                    <a:pt x="5562" y="1769"/>
                    <a:pt x="5515" y="1756"/>
                    <a:pt x="5480" y="1756"/>
                  </a:cubicBezTo>
                  <a:cubicBezTo>
                    <a:pt x="5462" y="1756"/>
                    <a:pt x="5447" y="1759"/>
                    <a:pt x="5437" y="1769"/>
                  </a:cubicBezTo>
                  <a:cubicBezTo>
                    <a:pt x="5404" y="1788"/>
                    <a:pt x="5372" y="1795"/>
                    <a:pt x="5341" y="1795"/>
                  </a:cubicBezTo>
                  <a:cubicBezTo>
                    <a:pt x="5275" y="1795"/>
                    <a:pt x="5214" y="1764"/>
                    <a:pt x="5153" y="1754"/>
                  </a:cubicBezTo>
                  <a:cubicBezTo>
                    <a:pt x="5064" y="1754"/>
                    <a:pt x="4974" y="1724"/>
                    <a:pt x="4885" y="1724"/>
                  </a:cubicBezTo>
                  <a:cubicBezTo>
                    <a:pt x="4856" y="1724"/>
                    <a:pt x="4821" y="1767"/>
                    <a:pt x="4792" y="1767"/>
                  </a:cubicBezTo>
                  <a:cubicBezTo>
                    <a:pt x="4776" y="1767"/>
                    <a:pt x="4761" y="1753"/>
                    <a:pt x="4750" y="1709"/>
                  </a:cubicBezTo>
                  <a:cubicBezTo>
                    <a:pt x="4750" y="1694"/>
                    <a:pt x="4735" y="1694"/>
                    <a:pt x="4720" y="1694"/>
                  </a:cubicBezTo>
                  <a:cubicBezTo>
                    <a:pt x="4631" y="1694"/>
                    <a:pt x="4526" y="1709"/>
                    <a:pt x="4436" y="1709"/>
                  </a:cubicBezTo>
                  <a:lnTo>
                    <a:pt x="4422" y="1650"/>
                  </a:lnTo>
                  <a:lnTo>
                    <a:pt x="4377" y="1679"/>
                  </a:lnTo>
                  <a:lnTo>
                    <a:pt x="4362" y="1679"/>
                  </a:lnTo>
                  <a:cubicBezTo>
                    <a:pt x="4351" y="1690"/>
                    <a:pt x="4326" y="1701"/>
                    <a:pt x="4312" y="1701"/>
                  </a:cubicBezTo>
                  <a:cubicBezTo>
                    <a:pt x="4306" y="1701"/>
                    <a:pt x="4302" y="1699"/>
                    <a:pt x="4302" y="1694"/>
                  </a:cubicBezTo>
                  <a:cubicBezTo>
                    <a:pt x="4252" y="1655"/>
                    <a:pt x="4203" y="1648"/>
                    <a:pt x="4153" y="1648"/>
                  </a:cubicBezTo>
                  <a:cubicBezTo>
                    <a:pt x="4128" y="1648"/>
                    <a:pt x="4103" y="1650"/>
                    <a:pt x="4078" y="1650"/>
                  </a:cubicBezTo>
                  <a:cubicBezTo>
                    <a:pt x="4063" y="1635"/>
                    <a:pt x="4048" y="1635"/>
                    <a:pt x="4033" y="1620"/>
                  </a:cubicBezTo>
                  <a:cubicBezTo>
                    <a:pt x="3924" y="1596"/>
                    <a:pt x="3826" y="1552"/>
                    <a:pt x="3713" y="1552"/>
                  </a:cubicBezTo>
                  <a:cubicBezTo>
                    <a:pt x="3686" y="1552"/>
                    <a:pt x="3658" y="1554"/>
                    <a:pt x="3630" y="1560"/>
                  </a:cubicBezTo>
                  <a:cubicBezTo>
                    <a:pt x="3593" y="1578"/>
                    <a:pt x="3545" y="1591"/>
                    <a:pt x="3506" y="1591"/>
                  </a:cubicBezTo>
                  <a:cubicBezTo>
                    <a:pt x="3482" y="1591"/>
                    <a:pt x="3462" y="1586"/>
                    <a:pt x="3451" y="1575"/>
                  </a:cubicBezTo>
                  <a:cubicBezTo>
                    <a:pt x="3421" y="1553"/>
                    <a:pt x="3394" y="1546"/>
                    <a:pt x="3370" y="1546"/>
                  </a:cubicBezTo>
                  <a:close/>
                  <a:moveTo>
                    <a:pt x="6535" y="4337"/>
                  </a:moveTo>
                  <a:cubicBezTo>
                    <a:pt x="6533" y="4337"/>
                    <a:pt x="6530" y="4337"/>
                    <a:pt x="6528" y="4338"/>
                  </a:cubicBezTo>
                  <a:cubicBezTo>
                    <a:pt x="6542" y="4368"/>
                    <a:pt x="6542" y="4413"/>
                    <a:pt x="6542" y="4443"/>
                  </a:cubicBezTo>
                  <a:cubicBezTo>
                    <a:pt x="6549" y="4487"/>
                    <a:pt x="6558" y="4502"/>
                    <a:pt x="6570" y="4502"/>
                  </a:cubicBezTo>
                  <a:cubicBezTo>
                    <a:pt x="6585" y="4502"/>
                    <a:pt x="6606" y="4475"/>
                    <a:pt x="6632" y="4457"/>
                  </a:cubicBezTo>
                  <a:cubicBezTo>
                    <a:pt x="6632" y="4443"/>
                    <a:pt x="6632" y="4413"/>
                    <a:pt x="6632" y="4383"/>
                  </a:cubicBezTo>
                  <a:cubicBezTo>
                    <a:pt x="6608" y="4404"/>
                    <a:pt x="6592" y="4412"/>
                    <a:pt x="6582" y="4412"/>
                  </a:cubicBezTo>
                  <a:cubicBezTo>
                    <a:pt x="6551" y="4412"/>
                    <a:pt x="6570" y="4337"/>
                    <a:pt x="6535" y="4337"/>
                  </a:cubicBezTo>
                  <a:close/>
                  <a:moveTo>
                    <a:pt x="6468" y="4428"/>
                  </a:moveTo>
                  <a:cubicBezTo>
                    <a:pt x="6453" y="4428"/>
                    <a:pt x="6438" y="4443"/>
                    <a:pt x="6438" y="4443"/>
                  </a:cubicBezTo>
                  <a:cubicBezTo>
                    <a:pt x="6468" y="4472"/>
                    <a:pt x="6483" y="4502"/>
                    <a:pt x="6513" y="4532"/>
                  </a:cubicBezTo>
                  <a:cubicBezTo>
                    <a:pt x="6498" y="4487"/>
                    <a:pt x="6483" y="4457"/>
                    <a:pt x="6468" y="4428"/>
                  </a:cubicBezTo>
                  <a:close/>
                  <a:moveTo>
                    <a:pt x="2771" y="3538"/>
                  </a:moveTo>
                  <a:cubicBezTo>
                    <a:pt x="2812" y="3579"/>
                    <a:pt x="2840" y="3608"/>
                    <a:pt x="2868" y="3651"/>
                  </a:cubicBezTo>
                  <a:cubicBezTo>
                    <a:pt x="2898" y="3681"/>
                    <a:pt x="2928" y="3711"/>
                    <a:pt x="2958" y="3741"/>
                  </a:cubicBezTo>
                  <a:cubicBezTo>
                    <a:pt x="2988" y="3756"/>
                    <a:pt x="3003" y="3785"/>
                    <a:pt x="3018" y="3800"/>
                  </a:cubicBezTo>
                  <a:cubicBezTo>
                    <a:pt x="3033" y="3815"/>
                    <a:pt x="3047" y="3845"/>
                    <a:pt x="3047" y="3845"/>
                  </a:cubicBezTo>
                  <a:lnTo>
                    <a:pt x="3062" y="3845"/>
                  </a:lnTo>
                  <a:cubicBezTo>
                    <a:pt x="3257" y="4099"/>
                    <a:pt x="3451" y="4338"/>
                    <a:pt x="3645" y="4577"/>
                  </a:cubicBezTo>
                  <a:cubicBezTo>
                    <a:pt x="3645" y="4577"/>
                    <a:pt x="3645" y="4578"/>
                    <a:pt x="3645" y="4578"/>
                  </a:cubicBezTo>
                  <a:lnTo>
                    <a:pt x="3645" y="4578"/>
                  </a:lnTo>
                  <a:lnTo>
                    <a:pt x="2771" y="3538"/>
                  </a:lnTo>
                  <a:close/>
                  <a:moveTo>
                    <a:pt x="5975" y="4562"/>
                  </a:moveTo>
                  <a:cubicBezTo>
                    <a:pt x="5960" y="4577"/>
                    <a:pt x="5945" y="4577"/>
                    <a:pt x="5945" y="4592"/>
                  </a:cubicBezTo>
                  <a:cubicBezTo>
                    <a:pt x="5945" y="4592"/>
                    <a:pt x="5960" y="4607"/>
                    <a:pt x="5960" y="4622"/>
                  </a:cubicBezTo>
                  <a:cubicBezTo>
                    <a:pt x="5960" y="4622"/>
                    <a:pt x="5960" y="4637"/>
                    <a:pt x="5975" y="4637"/>
                  </a:cubicBezTo>
                  <a:cubicBezTo>
                    <a:pt x="5975" y="4622"/>
                    <a:pt x="5990" y="4622"/>
                    <a:pt x="5990" y="4607"/>
                  </a:cubicBezTo>
                  <a:cubicBezTo>
                    <a:pt x="5975" y="4592"/>
                    <a:pt x="5975" y="4577"/>
                    <a:pt x="5975" y="4562"/>
                  </a:cubicBezTo>
                  <a:close/>
                  <a:moveTo>
                    <a:pt x="7112" y="4827"/>
                  </a:moveTo>
                  <a:cubicBezTo>
                    <a:pt x="7111" y="4827"/>
                    <a:pt x="7110" y="4828"/>
                    <a:pt x="7110" y="4831"/>
                  </a:cubicBezTo>
                  <a:cubicBezTo>
                    <a:pt x="7095" y="4831"/>
                    <a:pt x="7080" y="4831"/>
                    <a:pt x="7080" y="4846"/>
                  </a:cubicBezTo>
                  <a:cubicBezTo>
                    <a:pt x="7080" y="4861"/>
                    <a:pt x="7080" y="4861"/>
                    <a:pt x="7095" y="4876"/>
                  </a:cubicBezTo>
                  <a:cubicBezTo>
                    <a:pt x="7110" y="4861"/>
                    <a:pt x="7110" y="4861"/>
                    <a:pt x="7125" y="4846"/>
                  </a:cubicBezTo>
                  <a:cubicBezTo>
                    <a:pt x="7125" y="4846"/>
                    <a:pt x="7115" y="4827"/>
                    <a:pt x="7112" y="4827"/>
                  </a:cubicBezTo>
                  <a:close/>
                  <a:moveTo>
                    <a:pt x="6333" y="4786"/>
                  </a:moveTo>
                  <a:cubicBezTo>
                    <a:pt x="6289" y="4801"/>
                    <a:pt x="6259" y="4831"/>
                    <a:pt x="6214" y="4861"/>
                  </a:cubicBezTo>
                  <a:cubicBezTo>
                    <a:pt x="6214" y="4861"/>
                    <a:pt x="6229" y="4876"/>
                    <a:pt x="6229" y="4891"/>
                  </a:cubicBezTo>
                  <a:cubicBezTo>
                    <a:pt x="6274" y="4861"/>
                    <a:pt x="6318" y="4846"/>
                    <a:pt x="6348" y="4816"/>
                  </a:cubicBezTo>
                  <a:cubicBezTo>
                    <a:pt x="6348" y="4801"/>
                    <a:pt x="6333" y="4786"/>
                    <a:pt x="6333" y="4786"/>
                  </a:cubicBezTo>
                  <a:close/>
                  <a:moveTo>
                    <a:pt x="5467" y="5264"/>
                  </a:moveTo>
                  <a:cubicBezTo>
                    <a:pt x="5467" y="5279"/>
                    <a:pt x="5482" y="5294"/>
                    <a:pt x="5482" y="5309"/>
                  </a:cubicBezTo>
                  <a:cubicBezTo>
                    <a:pt x="5497" y="5309"/>
                    <a:pt x="5497" y="5309"/>
                    <a:pt x="5527" y="5294"/>
                  </a:cubicBezTo>
                  <a:cubicBezTo>
                    <a:pt x="5512" y="5279"/>
                    <a:pt x="5497" y="5264"/>
                    <a:pt x="5497" y="5264"/>
                  </a:cubicBezTo>
                  <a:close/>
                  <a:moveTo>
                    <a:pt x="5168" y="5667"/>
                  </a:moveTo>
                  <a:cubicBezTo>
                    <a:pt x="5168" y="5682"/>
                    <a:pt x="5168" y="5682"/>
                    <a:pt x="5153" y="5682"/>
                  </a:cubicBezTo>
                  <a:cubicBezTo>
                    <a:pt x="5168" y="5697"/>
                    <a:pt x="5153" y="5712"/>
                    <a:pt x="5168" y="5712"/>
                  </a:cubicBezTo>
                  <a:cubicBezTo>
                    <a:pt x="5183" y="5727"/>
                    <a:pt x="5198" y="5727"/>
                    <a:pt x="5213" y="5727"/>
                  </a:cubicBezTo>
                  <a:cubicBezTo>
                    <a:pt x="5198" y="5712"/>
                    <a:pt x="5183" y="5697"/>
                    <a:pt x="5168" y="5667"/>
                  </a:cubicBezTo>
                  <a:close/>
                  <a:moveTo>
                    <a:pt x="6348" y="5159"/>
                  </a:moveTo>
                  <a:lnTo>
                    <a:pt x="6438" y="5204"/>
                  </a:lnTo>
                  <a:cubicBezTo>
                    <a:pt x="6430" y="5202"/>
                    <a:pt x="6423" y="5201"/>
                    <a:pt x="6417" y="5201"/>
                  </a:cubicBezTo>
                  <a:cubicBezTo>
                    <a:pt x="6378" y="5201"/>
                    <a:pt x="6378" y="5240"/>
                    <a:pt x="6378" y="5279"/>
                  </a:cubicBezTo>
                  <a:cubicBezTo>
                    <a:pt x="6378" y="5316"/>
                    <a:pt x="6388" y="5343"/>
                    <a:pt x="6359" y="5343"/>
                  </a:cubicBezTo>
                  <a:cubicBezTo>
                    <a:pt x="6352" y="5343"/>
                    <a:pt x="6344" y="5341"/>
                    <a:pt x="6333" y="5339"/>
                  </a:cubicBezTo>
                  <a:cubicBezTo>
                    <a:pt x="6327" y="5336"/>
                    <a:pt x="6322" y="5335"/>
                    <a:pt x="6317" y="5335"/>
                  </a:cubicBezTo>
                  <a:cubicBezTo>
                    <a:pt x="6297" y="5335"/>
                    <a:pt x="6283" y="5354"/>
                    <a:pt x="6259" y="5354"/>
                  </a:cubicBezTo>
                  <a:lnTo>
                    <a:pt x="6333" y="5398"/>
                  </a:lnTo>
                  <a:cubicBezTo>
                    <a:pt x="6333" y="5398"/>
                    <a:pt x="6318" y="5413"/>
                    <a:pt x="6318" y="5428"/>
                  </a:cubicBezTo>
                  <a:cubicBezTo>
                    <a:pt x="6303" y="5443"/>
                    <a:pt x="6289" y="5458"/>
                    <a:pt x="6274" y="5458"/>
                  </a:cubicBezTo>
                  <a:cubicBezTo>
                    <a:pt x="6259" y="5458"/>
                    <a:pt x="6244" y="5458"/>
                    <a:pt x="6229" y="5473"/>
                  </a:cubicBezTo>
                  <a:cubicBezTo>
                    <a:pt x="6229" y="5488"/>
                    <a:pt x="6214" y="5503"/>
                    <a:pt x="6214" y="5518"/>
                  </a:cubicBezTo>
                  <a:lnTo>
                    <a:pt x="6199" y="5533"/>
                  </a:lnTo>
                  <a:cubicBezTo>
                    <a:pt x="6124" y="5593"/>
                    <a:pt x="6109" y="5682"/>
                    <a:pt x="6079" y="5772"/>
                  </a:cubicBezTo>
                  <a:cubicBezTo>
                    <a:pt x="6035" y="5772"/>
                    <a:pt x="5975" y="5787"/>
                    <a:pt x="5930" y="5787"/>
                  </a:cubicBezTo>
                  <a:cubicBezTo>
                    <a:pt x="5900" y="5742"/>
                    <a:pt x="6035" y="5727"/>
                    <a:pt x="5945" y="5682"/>
                  </a:cubicBezTo>
                  <a:cubicBezTo>
                    <a:pt x="5945" y="5667"/>
                    <a:pt x="5945" y="5667"/>
                    <a:pt x="5945" y="5652"/>
                  </a:cubicBezTo>
                  <a:cubicBezTo>
                    <a:pt x="5960" y="5637"/>
                    <a:pt x="5960" y="5637"/>
                    <a:pt x="5960" y="5622"/>
                  </a:cubicBezTo>
                  <a:lnTo>
                    <a:pt x="5990" y="5563"/>
                  </a:lnTo>
                  <a:cubicBezTo>
                    <a:pt x="6020" y="5548"/>
                    <a:pt x="6035" y="5518"/>
                    <a:pt x="6064" y="5503"/>
                  </a:cubicBezTo>
                  <a:cubicBezTo>
                    <a:pt x="6124" y="5413"/>
                    <a:pt x="6184" y="5339"/>
                    <a:pt x="6244" y="5249"/>
                  </a:cubicBezTo>
                  <a:cubicBezTo>
                    <a:pt x="6274" y="5219"/>
                    <a:pt x="6318" y="5189"/>
                    <a:pt x="6348" y="5159"/>
                  </a:cubicBezTo>
                  <a:close/>
                  <a:moveTo>
                    <a:pt x="5512" y="5787"/>
                  </a:moveTo>
                  <a:cubicBezTo>
                    <a:pt x="5497" y="5787"/>
                    <a:pt x="5497" y="5802"/>
                    <a:pt x="5497" y="5817"/>
                  </a:cubicBezTo>
                  <a:cubicBezTo>
                    <a:pt x="5497" y="5817"/>
                    <a:pt x="5497" y="5832"/>
                    <a:pt x="5512" y="5847"/>
                  </a:cubicBezTo>
                  <a:cubicBezTo>
                    <a:pt x="5527" y="5832"/>
                    <a:pt x="5542" y="5817"/>
                    <a:pt x="5542" y="5802"/>
                  </a:cubicBezTo>
                  <a:cubicBezTo>
                    <a:pt x="5542" y="5802"/>
                    <a:pt x="5527" y="5787"/>
                    <a:pt x="5512" y="5787"/>
                  </a:cubicBezTo>
                  <a:close/>
                  <a:moveTo>
                    <a:pt x="5572" y="5876"/>
                  </a:moveTo>
                  <a:cubicBezTo>
                    <a:pt x="5557" y="5891"/>
                    <a:pt x="5542" y="5906"/>
                    <a:pt x="5527" y="5936"/>
                  </a:cubicBezTo>
                  <a:cubicBezTo>
                    <a:pt x="5497" y="5951"/>
                    <a:pt x="5482" y="5966"/>
                    <a:pt x="5467" y="5996"/>
                  </a:cubicBezTo>
                  <a:lnTo>
                    <a:pt x="5587" y="5996"/>
                  </a:lnTo>
                  <a:cubicBezTo>
                    <a:pt x="5587" y="5981"/>
                    <a:pt x="5587" y="5981"/>
                    <a:pt x="5587" y="5981"/>
                  </a:cubicBezTo>
                  <a:lnTo>
                    <a:pt x="5587" y="5966"/>
                  </a:lnTo>
                  <a:cubicBezTo>
                    <a:pt x="5587" y="5936"/>
                    <a:pt x="5572" y="5906"/>
                    <a:pt x="5572" y="5876"/>
                  </a:cubicBezTo>
                  <a:close/>
                  <a:moveTo>
                    <a:pt x="523" y="290"/>
                  </a:moveTo>
                  <a:cubicBezTo>
                    <a:pt x="534" y="301"/>
                    <a:pt x="544" y="312"/>
                    <a:pt x="555" y="312"/>
                  </a:cubicBezTo>
                  <a:cubicBezTo>
                    <a:pt x="559" y="312"/>
                    <a:pt x="564" y="310"/>
                    <a:pt x="568" y="305"/>
                  </a:cubicBezTo>
                  <a:cubicBezTo>
                    <a:pt x="568" y="320"/>
                    <a:pt x="568" y="320"/>
                    <a:pt x="583" y="335"/>
                  </a:cubicBezTo>
                  <a:cubicBezTo>
                    <a:pt x="618" y="356"/>
                    <a:pt x="649" y="367"/>
                    <a:pt x="680" y="367"/>
                  </a:cubicBezTo>
                  <a:cubicBezTo>
                    <a:pt x="716" y="367"/>
                    <a:pt x="752" y="352"/>
                    <a:pt x="792" y="320"/>
                  </a:cubicBezTo>
                  <a:lnTo>
                    <a:pt x="792" y="305"/>
                  </a:lnTo>
                  <a:cubicBezTo>
                    <a:pt x="807" y="320"/>
                    <a:pt x="822" y="328"/>
                    <a:pt x="835" y="328"/>
                  </a:cubicBezTo>
                  <a:cubicBezTo>
                    <a:pt x="848" y="328"/>
                    <a:pt x="859" y="320"/>
                    <a:pt x="867" y="305"/>
                  </a:cubicBezTo>
                  <a:cubicBezTo>
                    <a:pt x="873" y="323"/>
                    <a:pt x="883" y="329"/>
                    <a:pt x="896" y="329"/>
                  </a:cubicBezTo>
                  <a:cubicBezTo>
                    <a:pt x="915" y="329"/>
                    <a:pt x="938" y="314"/>
                    <a:pt x="956" y="305"/>
                  </a:cubicBezTo>
                  <a:cubicBezTo>
                    <a:pt x="956" y="320"/>
                    <a:pt x="956" y="320"/>
                    <a:pt x="956" y="335"/>
                  </a:cubicBezTo>
                  <a:cubicBezTo>
                    <a:pt x="971" y="350"/>
                    <a:pt x="986" y="365"/>
                    <a:pt x="1001" y="380"/>
                  </a:cubicBezTo>
                  <a:cubicBezTo>
                    <a:pt x="1076" y="380"/>
                    <a:pt x="1136" y="395"/>
                    <a:pt x="1210" y="395"/>
                  </a:cubicBezTo>
                  <a:lnTo>
                    <a:pt x="1255" y="395"/>
                  </a:lnTo>
                  <a:lnTo>
                    <a:pt x="1330" y="350"/>
                  </a:lnTo>
                  <a:lnTo>
                    <a:pt x="1345" y="350"/>
                  </a:lnTo>
                  <a:cubicBezTo>
                    <a:pt x="1345" y="365"/>
                    <a:pt x="1345" y="365"/>
                    <a:pt x="1345" y="365"/>
                  </a:cubicBezTo>
                  <a:cubicBezTo>
                    <a:pt x="1360" y="395"/>
                    <a:pt x="1360" y="410"/>
                    <a:pt x="1375" y="425"/>
                  </a:cubicBezTo>
                  <a:cubicBezTo>
                    <a:pt x="1405" y="425"/>
                    <a:pt x="1449" y="440"/>
                    <a:pt x="1479" y="440"/>
                  </a:cubicBezTo>
                  <a:cubicBezTo>
                    <a:pt x="1509" y="455"/>
                    <a:pt x="1539" y="455"/>
                    <a:pt x="1569" y="470"/>
                  </a:cubicBezTo>
                  <a:lnTo>
                    <a:pt x="1599" y="470"/>
                  </a:lnTo>
                  <a:cubicBezTo>
                    <a:pt x="1629" y="470"/>
                    <a:pt x="1658" y="485"/>
                    <a:pt x="1688" y="485"/>
                  </a:cubicBezTo>
                  <a:cubicBezTo>
                    <a:pt x="1688" y="499"/>
                    <a:pt x="1703" y="499"/>
                    <a:pt x="1703" y="499"/>
                  </a:cubicBezTo>
                  <a:cubicBezTo>
                    <a:pt x="1741" y="514"/>
                    <a:pt x="1774" y="518"/>
                    <a:pt x="1808" y="518"/>
                  </a:cubicBezTo>
                  <a:cubicBezTo>
                    <a:pt x="1841" y="518"/>
                    <a:pt x="1875" y="514"/>
                    <a:pt x="1912" y="514"/>
                  </a:cubicBezTo>
                  <a:lnTo>
                    <a:pt x="1927" y="529"/>
                  </a:lnTo>
                  <a:lnTo>
                    <a:pt x="2062" y="544"/>
                  </a:lnTo>
                  <a:cubicBezTo>
                    <a:pt x="2077" y="559"/>
                    <a:pt x="2077" y="559"/>
                    <a:pt x="2092" y="574"/>
                  </a:cubicBezTo>
                  <a:cubicBezTo>
                    <a:pt x="2121" y="574"/>
                    <a:pt x="2151" y="559"/>
                    <a:pt x="2181" y="544"/>
                  </a:cubicBezTo>
                  <a:cubicBezTo>
                    <a:pt x="2181" y="544"/>
                    <a:pt x="2181" y="544"/>
                    <a:pt x="2181" y="529"/>
                  </a:cubicBezTo>
                  <a:cubicBezTo>
                    <a:pt x="2241" y="544"/>
                    <a:pt x="2286" y="544"/>
                    <a:pt x="2331" y="559"/>
                  </a:cubicBezTo>
                  <a:lnTo>
                    <a:pt x="2375" y="559"/>
                  </a:lnTo>
                  <a:cubicBezTo>
                    <a:pt x="2405" y="559"/>
                    <a:pt x="2420" y="574"/>
                    <a:pt x="2450" y="574"/>
                  </a:cubicBezTo>
                  <a:cubicBezTo>
                    <a:pt x="2450" y="574"/>
                    <a:pt x="2465" y="589"/>
                    <a:pt x="2465" y="589"/>
                  </a:cubicBezTo>
                  <a:cubicBezTo>
                    <a:pt x="2569" y="610"/>
                    <a:pt x="2666" y="638"/>
                    <a:pt x="2760" y="638"/>
                  </a:cubicBezTo>
                  <a:cubicBezTo>
                    <a:pt x="2801" y="638"/>
                    <a:pt x="2842" y="633"/>
                    <a:pt x="2883" y="619"/>
                  </a:cubicBezTo>
                  <a:cubicBezTo>
                    <a:pt x="2898" y="619"/>
                    <a:pt x="2898" y="619"/>
                    <a:pt x="2898" y="604"/>
                  </a:cubicBezTo>
                  <a:lnTo>
                    <a:pt x="3212" y="649"/>
                  </a:lnTo>
                  <a:lnTo>
                    <a:pt x="3227" y="649"/>
                  </a:lnTo>
                  <a:cubicBezTo>
                    <a:pt x="3257" y="664"/>
                    <a:pt x="3301" y="664"/>
                    <a:pt x="3331" y="664"/>
                  </a:cubicBezTo>
                  <a:cubicBezTo>
                    <a:pt x="3361" y="664"/>
                    <a:pt x="3376" y="664"/>
                    <a:pt x="3391" y="649"/>
                  </a:cubicBezTo>
                  <a:lnTo>
                    <a:pt x="3615" y="664"/>
                  </a:lnTo>
                  <a:cubicBezTo>
                    <a:pt x="3615" y="679"/>
                    <a:pt x="3615" y="679"/>
                    <a:pt x="3630" y="694"/>
                  </a:cubicBezTo>
                  <a:cubicBezTo>
                    <a:pt x="3658" y="705"/>
                    <a:pt x="3685" y="710"/>
                    <a:pt x="3711" y="710"/>
                  </a:cubicBezTo>
                  <a:cubicBezTo>
                    <a:pt x="3752" y="710"/>
                    <a:pt x="3793" y="697"/>
                    <a:pt x="3839" y="679"/>
                  </a:cubicBezTo>
                  <a:lnTo>
                    <a:pt x="3854" y="679"/>
                  </a:lnTo>
                  <a:cubicBezTo>
                    <a:pt x="3854" y="679"/>
                    <a:pt x="3869" y="679"/>
                    <a:pt x="3869" y="664"/>
                  </a:cubicBezTo>
                  <a:cubicBezTo>
                    <a:pt x="3944" y="679"/>
                    <a:pt x="4018" y="679"/>
                    <a:pt x="4093" y="694"/>
                  </a:cubicBezTo>
                  <a:lnTo>
                    <a:pt x="4123" y="694"/>
                  </a:lnTo>
                  <a:lnTo>
                    <a:pt x="4093" y="679"/>
                  </a:lnTo>
                  <a:cubicBezTo>
                    <a:pt x="4093" y="664"/>
                    <a:pt x="4093" y="664"/>
                    <a:pt x="4108" y="664"/>
                  </a:cubicBezTo>
                  <a:cubicBezTo>
                    <a:pt x="4108" y="664"/>
                    <a:pt x="4108" y="679"/>
                    <a:pt x="4123" y="694"/>
                  </a:cubicBezTo>
                  <a:lnTo>
                    <a:pt x="4168" y="694"/>
                  </a:lnTo>
                  <a:cubicBezTo>
                    <a:pt x="4183" y="694"/>
                    <a:pt x="4198" y="709"/>
                    <a:pt x="4212" y="709"/>
                  </a:cubicBezTo>
                  <a:lnTo>
                    <a:pt x="4765" y="709"/>
                  </a:lnTo>
                  <a:cubicBezTo>
                    <a:pt x="4765" y="724"/>
                    <a:pt x="4765" y="724"/>
                    <a:pt x="4780" y="738"/>
                  </a:cubicBezTo>
                  <a:cubicBezTo>
                    <a:pt x="4813" y="755"/>
                    <a:pt x="4841" y="767"/>
                    <a:pt x="4867" y="767"/>
                  </a:cubicBezTo>
                  <a:cubicBezTo>
                    <a:pt x="4889" y="767"/>
                    <a:pt x="4909" y="759"/>
                    <a:pt x="4929" y="738"/>
                  </a:cubicBezTo>
                  <a:lnTo>
                    <a:pt x="4944" y="753"/>
                  </a:lnTo>
                  <a:cubicBezTo>
                    <a:pt x="5005" y="778"/>
                    <a:pt x="5065" y="821"/>
                    <a:pt x="5133" y="821"/>
                  </a:cubicBezTo>
                  <a:cubicBezTo>
                    <a:pt x="5150" y="821"/>
                    <a:pt x="5166" y="819"/>
                    <a:pt x="5183" y="813"/>
                  </a:cubicBezTo>
                  <a:lnTo>
                    <a:pt x="5198" y="798"/>
                  </a:lnTo>
                  <a:cubicBezTo>
                    <a:pt x="5213" y="783"/>
                    <a:pt x="5243" y="783"/>
                    <a:pt x="5258" y="783"/>
                  </a:cubicBezTo>
                  <a:cubicBezTo>
                    <a:pt x="5288" y="768"/>
                    <a:pt x="5303" y="753"/>
                    <a:pt x="5318" y="738"/>
                  </a:cubicBezTo>
                  <a:cubicBezTo>
                    <a:pt x="5318" y="768"/>
                    <a:pt x="5318" y="783"/>
                    <a:pt x="5333" y="813"/>
                  </a:cubicBezTo>
                  <a:cubicBezTo>
                    <a:pt x="5348" y="828"/>
                    <a:pt x="5363" y="828"/>
                    <a:pt x="5377" y="828"/>
                  </a:cubicBezTo>
                  <a:lnTo>
                    <a:pt x="5392" y="843"/>
                  </a:lnTo>
                  <a:cubicBezTo>
                    <a:pt x="5422" y="843"/>
                    <a:pt x="5452" y="843"/>
                    <a:pt x="5497" y="828"/>
                  </a:cubicBezTo>
                  <a:lnTo>
                    <a:pt x="5497" y="828"/>
                  </a:lnTo>
                  <a:cubicBezTo>
                    <a:pt x="5482" y="843"/>
                    <a:pt x="5482" y="843"/>
                    <a:pt x="5497" y="858"/>
                  </a:cubicBezTo>
                  <a:cubicBezTo>
                    <a:pt x="5497" y="888"/>
                    <a:pt x="5527" y="888"/>
                    <a:pt x="5542" y="888"/>
                  </a:cubicBezTo>
                  <a:cubicBezTo>
                    <a:pt x="5550" y="885"/>
                    <a:pt x="5559" y="884"/>
                    <a:pt x="5567" y="884"/>
                  </a:cubicBezTo>
                  <a:cubicBezTo>
                    <a:pt x="5604" y="884"/>
                    <a:pt x="5640" y="906"/>
                    <a:pt x="5676" y="918"/>
                  </a:cubicBezTo>
                  <a:cubicBezTo>
                    <a:pt x="5712" y="927"/>
                    <a:pt x="5749" y="941"/>
                    <a:pt x="5785" y="941"/>
                  </a:cubicBezTo>
                  <a:cubicBezTo>
                    <a:pt x="5809" y="941"/>
                    <a:pt x="5832" y="935"/>
                    <a:pt x="5855" y="918"/>
                  </a:cubicBezTo>
                  <a:cubicBezTo>
                    <a:pt x="5870" y="963"/>
                    <a:pt x="5915" y="963"/>
                    <a:pt x="5960" y="963"/>
                  </a:cubicBezTo>
                  <a:cubicBezTo>
                    <a:pt x="6020" y="977"/>
                    <a:pt x="6079" y="977"/>
                    <a:pt x="6139" y="977"/>
                  </a:cubicBezTo>
                  <a:cubicBezTo>
                    <a:pt x="6259" y="977"/>
                    <a:pt x="6274" y="977"/>
                    <a:pt x="6244" y="873"/>
                  </a:cubicBezTo>
                  <a:lnTo>
                    <a:pt x="6244" y="873"/>
                  </a:lnTo>
                  <a:cubicBezTo>
                    <a:pt x="6274" y="888"/>
                    <a:pt x="6318" y="888"/>
                    <a:pt x="6348" y="903"/>
                  </a:cubicBezTo>
                  <a:lnTo>
                    <a:pt x="6289" y="948"/>
                  </a:lnTo>
                  <a:cubicBezTo>
                    <a:pt x="6303" y="948"/>
                    <a:pt x="6318" y="948"/>
                    <a:pt x="6333" y="933"/>
                  </a:cubicBezTo>
                  <a:cubicBezTo>
                    <a:pt x="6378" y="948"/>
                    <a:pt x="6408" y="963"/>
                    <a:pt x="6453" y="977"/>
                  </a:cubicBezTo>
                  <a:cubicBezTo>
                    <a:pt x="6483" y="963"/>
                    <a:pt x="6513" y="948"/>
                    <a:pt x="6528" y="933"/>
                  </a:cubicBezTo>
                  <a:cubicBezTo>
                    <a:pt x="6556" y="968"/>
                    <a:pt x="6585" y="987"/>
                    <a:pt x="6611" y="987"/>
                  </a:cubicBezTo>
                  <a:cubicBezTo>
                    <a:pt x="6641" y="987"/>
                    <a:pt x="6668" y="965"/>
                    <a:pt x="6692" y="918"/>
                  </a:cubicBezTo>
                  <a:cubicBezTo>
                    <a:pt x="6722" y="903"/>
                    <a:pt x="6737" y="903"/>
                    <a:pt x="6766" y="903"/>
                  </a:cubicBezTo>
                  <a:lnTo>
                    <a:pt x="6781" y="903"/>
                  </a:lnTo>
                  <a:cubicBezTo>
                    <a:pt x="6817" y="915"/>
                    <a:pt x="6854" y="956"/>
                    <a:pt x="6890" y="956"/>
                  </a:cubicBezTo>
                  <a:cubicBezTo>
                    <a:pt x="6898" y="956"/>
                    <a:pt x="6907" y="953"/>
                    <a:pt x="6916" y="948"/>
                  </a:cubicBezTo>
                  <a:cubicBezTo>
                    <a:pt x="6946" y="948"/>
                    <a:pt x="6976" y="933"/>
                    <a:pt x="7005" y="933"/>
                  </a:cubicBezTo>
                  <a:cubicBezTo>
                    <a:pt x="7005" y="933"/>
                    <a:pt x="6991" y="933"/>
                    <a:pt x="6991" y="948"/>
                  </a:cubicBezTo>
                  <a:cubicBezTo>
                    <a:pt x="7005" y="948"/>
                    <a:pt x="7005" y="963"/>
                    <a:pt x="7020" y="963"/>
                  </a:cubicBezTo>
                  <a:cubicBezTo>
                    <a:pt x="7020" y="963"/>
                    <a:pt x="7035" y="948"/>
                    <a:pt x="7050" y="948"/>
                  </a:cubicBezTo>
                  <a:cubicBezTo>
                    <a:pt x="7035" y="933"/>
                    <a:pt x="7035" y="933"/>
                    <a:pt x="7020" y="933"/>
                  </a:cubicBezTo>
                  <a:lnTo>
                    <a:pt x="7215" y="933"/>
                  </a:lnTo>
                  <a:lnTo>
                    <a:pt x="7229" y="918"/>
                  </a:lnTo>
                  <a:lnTo>
                    <a:pt x="7229" y="933"/>
                  </a:lnTo>
                  <a:cubicBezTo>
                    <a:pt x="7215" y="963"/>
                    <a:pt x="7215" y="992"/>
                    <a:pt x="7259" y="1007"/>
                  </a:cubicBezTo>
                  <a:cubicBezTo>
                    <a:pt x="7304" y="1037"/>
                    <a:pt x="7334" y="1067"/>
                    <a:pt x="7394" y="1067"/>
                  </a:cubicBezTo>
                  <a:cubicBezTo>
                    <a:pt x="7513" y="1172"/>
                    <a:pt x="7633" y="1261"/>
                    <a:pt x="7752" y="1366"/>
                  </a:cubicBezTo>
                  <a:cubicBezTo>
                    <a:pt x="7767" y="1396"/>
                    <a:pt x="7782" y="1426"/>
                    <a:pt x="7797" y="1455"/>
                  </a:cubicBezTo>
                  <a:cubicBezTo>
                    <a:pt x="7812" y="1485"/>
                    <a:pt x="7827" y="1515"/>
                    <a:pt x="7827" y="1515"/>
                  </a:cubicBezTo>
                  <a:cubicBezTo>
                    <a:pt x="7812" y="1545"/>
                    <a:pt x="7782" y="1545"/>
                    <a:pt x="7767" y="1560"/>
                  </a:cubicBezTo>
                  <a:cubicBezTo>
                    <a:pt x="7752" y="1545"/>
                    <a:pt x="7752" y="1515"/>
                    <a:pt x="7737" y="1500"/>
                  </a:cubicBezTo>
                  <a:lnTo>
                    <a:pt x="7722" y="1500"/>
                  </a:lnTo>
                  <a:cubicBezTo>
                    <a:pt x="7707" y="1545"/>
                    <a:pt x="7707" y="1575"/>
                    <a:pt x="7693" y="1620"/>
                  </a:cubicBezTo>
                  <a:lnTo>
                    <a:pt x="7812" y="1620"/>
                  </a:lnTo>
                  <a:cubicBezTo>
                    <a:pt x="7827" y="1635"/>
                    <a:pt x="7842" y="1650"/>
                    <a:pt x="7842" y="1664"/>
                  </a:cubicBezTo>
                  <a:cubicBezTo>
                    <a:pt x="7842" y="1694"/>
                    <a:pt x="7842" y="1724"/>
                    <a:pt x="7827" y="1754"/>
                  </a:cubicBezTo>
                  <a:lnTo>
                    <a:pt x="7887" y="1754"/>
                  </a:lnTo>
                  <a:cubicBezTo>
                    <a:pt x="7887" y="1799"/>
                    <a:pt x="7887" y="1844"/>
                    <a:pt x="7887" y="1889"/>
                  </a:cubicBezTo>
                  <a:cubicBezTo>
                    <a:pt x="7902" y="1918"/>
                    <a:pt x="7917" y="1948"/>
                    <a:pt x="7931" y="1978"/>
                  </a:cubicBezTo>
                  <a:cubicBezTo>
                    <a:pt x="8006" y="1874"/>
                    <a:pt x="7946" y="1799"/>
                    <a:pt x="7917" y="1709"/>
                  </a:cubicBezTo>
                  <a:cubicBezTo>
                    <a:pt x="7872" y="1590"/>
                    <a:pt x="7917" y="1440"/>
                    <a:pt x="7782" y="1366"/>
                  </a:cubicBezTo>
                  <a:cubicBezTo>
                    <a:pt x="7693" y="1276"/>
                    <a:pt x="7603" y="1172"/>
                    <a:pt x="7513" y="1082"/>
                  </a:cubicBezTo>
                  <a:cubicBezTo>
                    <a:pt x="7618" y="1082"/>
                    <a:pt x="7722" y="1112"/>
                    <a:pt x="7827" y="1127"/>
                  </a:cubicBezTo>
                  <a:cubicBezTo>
                    <a:pt x="7846" y="1127"/>
                    <a:pt x="7860" y="1128"/>
                    <a:pt x="7870" y="1128"/>
                  </a:cubicBezTo>
                  <a:cubicBezTo>
                    <a:pt x="7901" y="1128"/>
                    <a:pt x="7898" y="1119"/>
                    <a:pt x="7887" y="1052"/>
                  </a:cubicBezTo>
                  <a:cubicBezTo>
                    <a:pt x="7887" y="1037"/>
                    <a:pt x="7872" y="992"/>
                    <a:pt x="7917" y="977"/>
                  </a:cubicBezTo>
                  <a:cubicBezTo>
                    <a:pt x="7946" y="977"/>
                    <a:pt x="7976" y="963"/>
                    <a:pt x="7991" y="933"/>
                  </a:cubicBezTo>
                  <a:lnTo>
                    <a:pt x="7991" y="933"/>
                  </a:lnTo>
                  <a:cubicBezTo>
                    <a:pt x="7976" y="1052"/>
                    <a:pt x="8021" y="1127"/>
                    <a:pt x="8111" y="1157"/>
                  </a:cubicBezTo>
                  <a:cubicBezTo>
                    <a:pt x="8111" y="1157"/>
                    <a:pt x="8126" y="1142"/>
                    <a:pt x="8126" y="1142"/>
                  </a:cubicBezTo>
                  <a:lnTo>
                    <a:pt x="8170" y="1142"/>
                  </a:lnTo>
                  <a:cubicBezTo>
                    <a:pt x="8170" y="1142"/>
                    <a:pt x="8170" y="1157"/>
                    <a:pt x="8185" y="1157"/>
                  </a:cubicBezTo>
                  <a:cubicBezTo>
                    <a:pt x="8290" y="1216"/>
                    <a:pt x="8409" y="1231"/>
                    <a:pt x="8529" y="1246"/>
                  </a:cubicBezTo>
                  <a:lnTo>
                    <a:pt x="8544" y="1246"/>
                  </a:lnTo>
                  <a:cubicBezTo>
                    <a:pt x="8514" y="1276"/>
                    <a:pt x="8499" y="1306"/>
                    <a:pt x="8484" y="1351"/>
                  </a:cubicBezTo>
                  <a:cubicBezTo>
                    <a:pt x="8469" y="1411"/>
                    <a:pt x="8454" y="1470"/>
                    <a:pt x="8439" y="1530"/>
                  </a:cubicBezTo>
                  <a:cubicBezTo>
                    <a:pt x="8424" y="1530"/>
                    <a:pt x="8424" y="1545"/>
                    <a:pt x="8409" y="1560"/>
                  </a:cubicBezTo>
                  <a:cubicBezTo>
                    <a:pt x="8380" y="1635"/>
                    <a:pt x="8335" y="1694"/>
                    <a:pt x="8275" y="1739"/>
                  </a:cubicBezTo>
                  <a:lnTo>
                    <a:pt x="8275" y="1754"/>
                  </a:lnTo>
                  <a:cubicBezTo>
                    <a:pt x="8268" y="1747"/>
                    <a:pt x="8256" y="1743"/>
                    <a:pt x="8247" y="1743"/>
                  </a:cubicBezTo>
                  <a:cubicBezTo>
                    <a:pt x="8238" y="1743"/>
                    <a:pt x="8230" y="1747"/>
                    <a:pt x="8230" y="1754"/>
                  </a:cubicBezTo>
                  <a:cubicBezTo>
                    <a:pt x="8200" y="1784"/>
                    <a:pt x="8170" y="1829"/>
                    <a:pt x="8230" y="1874"/>
                  </a:cubicBezTo>
                  <a:cubicBezTo>
                    <a:pt x="8215" y="1889"/>
                    <a:pt x="8215" y="1903"/>
                    <a:pt x="8200" y="1933"/>
                  </a:cubicBezTo>
                  <a:cubicBezTo>
                    <a:pt x="8156" y="1978"/>
                    <a:pt x="8200" y="1993"/>
                    <a:pt x="8230" y="2008"/>
                  </a:cubicBezTo>
                  <a:lnTo>
                    <a:pt x="8215" y="2008"/>
                  </a:lnTo>
                  <a:cubicBezTo>
                    <a:pt x="8185" y="2053"/>
                    <a:pt x="8126" y="2053"/>
                    <a:pt x="8081" y="2083"/>
                  </a:cubicBezTo>
                  <a:cubicBezTo>
                    <a:pt x="8081" y="2098"/>
                    <a:pt x="8081" y="2098"/>
                    <a:pt x="8081" y="2098"/>
                  </a:cubicBezTo>
                  <a:cubicBezTo>
                    <a:pt x="8051" y="2113"/>
                    <a:pt x="8036" y="2128"/>
                    <a:pt x="8006" y="2142"/>
                  </a:cubicBezTo>
                  <a:cubicBezTo>
                    <a:pt x="8006" y="2172"/>
                    <a:pt x="8021" y="2202"/>
                    <a:pt x="8021" y="2232"/>
                  </a:cubicBezTo>
                  <a:lnTo>
                    <a:pt x="8021" y="2247"/>
                  </a:lnTo>
                  <a:cubicBezTo>
                    <a:pt x="7946" y="2277"/>
                    <a:pt x="7976" y="2322"/>
                    <a:pt x="7976" y="2366"/>
                  </a:cubicBezTo>
                  <a:cubicBezTo>
                    <a:pt x="7959" y="2350"/>
                    <a:pt x="7949" y="2341"/>
                    <a:pt x="7939" y="2341"/>
                  </a:cubicBezTo>
                  <a:cubicBezTo>
                    <a:pt x="7923" y="2341"/>
                    <a:pt x="7909" y="2365"/>
                    <a:pt x="7872" y="2411"/>
                  </a:cubicBezTo>
                  <a:cubicBezTo>
                    <a:pt x="7857" y="2441"/>
                    <a:pt x="7812" y="2456"/>
                    <a:pt x="7797" y="2486"/>
                  </a:cubicBezTo>
                  <a:cubicBezTo>
                    <a:pt x="7797" y="2501"/>
                    <a:pt x="7782" y="2516"/>
                    <a:pt x="7797" y="2516"/>
                  </a:cubicBezTo>
                  <a:lnTo>
                    <a:pt x="7797" y="2531"/>
                  </a:lnTo>
                  <a:lnTo>
                    <a:pt x="7767" y="2531"/>
                  </a:lnTo>
                  <a:cubicBezTo>
                    <a:pt x="7722" y="2561"/>
                    <a:pt x="7722" y="2605"/>
                    <a:pt x="7707" y="2650"/>
                  </a:cubicBezTo>
                  <a:cubicBezTo>
                    <a:pt x="7707" y="2665"/>
                    <a:pt x="7707" y="2680"/>
                    <a:pt x="7707" y="2680"/>
                  </a:cubicBezTo>
                  <a:cubicBezTo>
                    <a:pt x="7707" y="2695"/>
                    <a:pt x="7707" y="2710"/>
                    <a:pt x="7707" y="2710"/>
                  </a:cubicBezTo>
                  <a:lnTo>
                    <a:pt x="7603" y="2844"/>
                  </a:lnTo>
                  <a:cubicBezTo>
                    <a:pt x="7603" y="2844"/>
                    <a:pt x="7588" y="2859"/>
                    <a:pt x="7588" y="2859"/>
                  </a:cubicBezTo>
                  <a:cubicBezTo>
                    <a:pt x="7588" y="2859"/>
                    <a:pt x="7588" y="2874"/>
                    <a:pt x="7573" y="2874"/>
                  </a:cubicBezTo>
                  <a:cubicBezTo>
                    <a:pt x="7573" y="2889"/>
                    <a:pt x="7558" y="2904"/>
                    <a:pt x="7543" y="2904"/>
                  </a:cubicBezTo>
                  <a:lnTo>
                    <a:pt x="7588" y="2919"/>
                  </a:lnTo>
                  <a:cubicBezTo>
                    <a:pt x="7588" y="2934"/>
                    <a:pt x="7588" y="2934"/>
                    <a:pt x="7603" y="2934"/>
                  </a:cubicBezTo>
                  <a:cubicBezTo>
                    <a:pt x="7603" y="2934"/>
                    <a:pt x="7603" y="2949"/>
                    <a:pt x="7603" y="2949"/>
                  </a:cubicBezTo>
                  <a:lnTo>
                    <a:pt x="7588" y="2964"/>
                  </a:lnTo>
                  <a:cubicBezTo>
                    <a:pt x="7483" y="3009"/>
                    <a:pt x="7468" y="3128"/>
                    <a:pt x="7424" y="3218"/>
                  </a:cubicBezTo>
                  <a:cubicBezTo>
                    <a:pt x="7409" y="3218"/>
                    <a:pt x="7409" y="3218"/>
                    <a:pt x="7409" y="3233"/>
                  </a:cubicBezTo>
                  <a:lnTo>
                    <a:pt x="7349" y="3307"/>
                  </a:lnTo>
                  <a:cubicBezTo>
                    <a:pt x="7349" y="3337"/>
                    <a:pt x="7364" y="3382"/>
                    <a:pt x="7364" y="3412"/>
                  </a:cubicBezTo>
                  <a:cubicBezTo>
                    <a:pt x="7349" y="3412"/>
                    <a:pt x="7334" y="3427"/>
                    <a:pt x="7334" y="3442"/>
                  </a:cubicBezTo>
                  <a:cubicBezTo>
                    <a:pt x="7322" y="3434"/>
                    <a:pt x="7310" y="3430"/>
                    <a:pt x="7300" y="3430"/>
                  </a:cubicBezTo>
                  <a:cubicBezTo>
                    <a:pt x="7275" y="3430"/>
                    <a:pt x="7259" y="3454"/>
                    <a:pt x="7259" y="3487"/>
                  </a:cubicBezTo>
                  <a:lnTo>
                    <a:pt x="7229" y="3531"/>
                  </a:lnTo>
                  <a:cubicBezTo>
                    <a:pt x="7200" y="3591"/>
                    <a:pt x="7170" y="3636"/>
                    <a:pt x="7140" y="3696"/>
                  </a:cubicBezTo>
                  <a:cubicBezTo>
                    <a:pt x="7110" y="3696"/>
                    <a:pt x="7065" y="3696"/>
                    <a:pt x="7065" y="3711"/>
                  </a:cubicBezTo>
                  <a:cubicBezTo>
                    <a:pt x="7050" y="3741"/>
                    <a:pt x="7065" y="3770"/>
                    <a:pt x="7080" y="3800"/>
                  </a:cubicBezTo>
                  <a:cubicBezTo>
                    <a:pt x="7020" y="3920"/>
                    <a:pt x="6976" y="4024"/>
                    <a:pt x="6916" y="4144"/>
                  </a:cubicBezTo>
                  <a:cubicBezTo>
                    <a:pt x="6901" y="4189"/>
                    <a:pt x="6856" y="4233"/>
                    <a:pt x="6826" y="4263"/>
                  </a:cubicBezTo>
                  <a:cubicBezTo>
                    <a:pt x="6796" y="4338"/>
                    <a:pt x="6722" y="4398"/>
                    <a:pt x="6752" y="4502"/>
                  </a:cubicBezTo>
                  <a:cubicBezTo>
                    <a:pt x="6752" y="4517"/>
                    <a:pt x="6737" y="4517"/>
                    <a:pt x="6737" y="4532"/>
                  </a:cubicBezTo>
                  <a:cubicBezTo>
                    <a:pt x="6737" y="4547"/>
                    <a:pt x="6737" y="4577"/>
                    <a:pt x="6737" y="4592"/>
                  </a:cubicBezTo>
                  <a:lnTo>
                    <a:pt x="6707" y="4682"/>
                  </a:lnTo>
                  <a:cubicBezTo>
                    <a:pt x="6692" y="4711"/>
                    <a:pt x="6677" y="4726"/>
                    <a:pt x="6662" y="4756"/>
                  </a:cubicBezTo>
                  <a:cubicBezTo>
                    <a:pt x="6647" y="4786"/>
                    <a:pt x="6617" y="4801"/>
                    <a:pt x="6602" y="4831"/>
                  </a:cubicBezTo>
                  <a:cubicBezTo>
                    <a:pt x="6589" y="4865"/>
                    <a:pt x="6594" y="4874"/>
                    <a:pt x="6604" y="4874"/>
                  </a:cubicBezTo>
                  <a:cubicBezTo>
                    <a:pt x="6617" y="4874"/>
                    <a:pt x="6639" y="4861"/>
                    <a:pt x="6647" y="4861"/>
                  </a:cubicBezTo>
                  <a:cubicBezTo>
                    <a:pt x="6632" y="4891"/>
                    <a:pt x="6617" y="4906"/>
                    <a:pt x="6602" y="4935"/>
                  </a:cubicBezTo>
                  <a:cubicBezTo>
                    <a:pt x="6542" y="4965"/>
                    <a:pt x="6468" y="5010"/>
                    <a:pt x="6408" y="5040"/>
                  </a:cubicBezTo>
                  <a:lnTo>
                    <a:pt x="6393" y="5040"/>
                  </a:lnTo>
                  <a:cubicBezTo>
                    <a:pt x="6393" y="5040"/>
                    <a:pt x="6393" y="5025"/>
                    <a:pt x="6393" y="5025"/>
                  </a:cubicBezTo>
                  <a:cubicBezTo>
                    <a:pt x="6393" y="5010"/>
                    <a:pt x="6378" y="4995"/>
                    <a:pt x="6348" y="4995"/>
                  </a:cubicBezTo>
                  <a:lnTo>
                    <a:pt x="6348" y="4891"/>
                  </a:lnTo>
                  <a:cubicBezTo>
                    <a:pt x="6289" y="4921"/>
                    <a:pt x="6289" y="4950"/>
                    <a:pt x="6333" y="4995"/>
                  </a:cubicBezTo>
                  <a:cubicBezTo>
                    <a:pt x="6303" y="5010"/>
                    <a:pt x="6289" y="5025"/>
                    <a:pt x="6259" y="5040"/>
                  </a:cubicBezTo>
                  <a:cubicBezTo>
                    <a:pt x="6214" y="5055"/>
                    <a:pt x="6154" y="5055"/>
                    <a:pt x="6109" y="5070"/>
                  </a:cubicBezTo>
                  <a:cubicBezTo>
                    <a:pt x="6079" y="5070"/>
                    <a:pt x="6064" y="5085"/>
                    <a:pt x="6050" y="5085"/>
                  </a:cubicBezTo>
                  <a:lnTo>
                    <a:pt x="6035" y="5085"/>
                  </a:lnTo>
                  <a:cubicBezTo>
                    <a:pt x="5781" y="5204"/>
                    <a:pt x="5676" y="5428"/>
                    <a:pt x="5766" y="5652"/>
                  </a:cubicBezTo>
                  <a:cubicBezTo>
                    <a:pt x="5766" y="5697"/>
                    <a:pt x="5751" y="5742"/>
                    <a:pt x="5796" y="5772"/>
                  </a:cubicBezTo>
                  <a:cubicBezTo>
                    <a:pt x="5796" y="5772"/>
                    <a:pt x="5811" y="5787"/>
                    <a:pt x="5811" y="5787"/>
                  </a:cubicBezTo>
                  <a:cubicBezTo>
                    <a:pt x="5870" y="5832"/>
                    <a:pt x="5915" y="5876"/>
                    <a:pt x="5960" y="5906"/>
                  </a:cubicBezTo>
                  <a:cubicBezTo>
                    <a:pt x="5975" y="5921"/>
                    <a:pt x="5975" y="5921"/>
                    <a:pt x="5975" y="5921"/>
                  </a:cubicBezTo>
                  <a:cubicBezTo>
                    <a:pt x="5960" y="5966"/>
                    <a:pt x="5945" y="5996"/>
                    <a:pt x="5930" y="6041"/>
                  </a:cubicBezTo>
                  <a:lnTo>
                    <a:pt x="5915" y="6041"/>
                  </a:lnTo>
                  <a:cubicBezTo>
                    <a:pt x="5855" y="6056"/>
                    <a:pt x="5900" y="6130"/>
                    <a:pt x="5840" y="6160"/>
                  </a:cubicBezTo>
                  <a:cubicBezTo>
                    <a:pt x="5781" y="6190"/>
                    <a:pt x="5751" y="6250"/>
                    <a:pt x="5706" y="6295"/>
                  </a:cubicBezTo>
                  <a:cubicBezTo>
                    <a:pt x="5661" y="6339"/>
                    <a:pt x="5661" y="6384"/>
                    <a:pt x="5706" y="6429"/>
                  </a:cubicBezTo>
                  <a:lnTo>
                    <a:pt x="5676" y="6429"/>
                  </a:lnTo>
                  <a:lnTo>
                    <a:pt x="5676" y="6414"/>
                  </a:lnTo>
                  <a:cubicBezTo>
                    <a:pt x="5616" y="6339"/>
                    <a:pt x="5542" y="6265"/>
                    <a:pt x="5497" y="6190"/>
                  </a:cubicBezTo>
                  <a:cubicBezTo>
                    <a:pt x="5482" y="6160"/>
                    <a:pt x="5452" y="6145"/>
                    <a:pt x="5437" y="6115"/>
                  </a:cubicBezTo>
                  <a:cubicBezTo>
                    <a:pt x="5407" y="6086"/>
                    <a:pt x="5377" y="6056"/>
                    <a:pt x="5348" y="6026"/>
                  </a:cubicBezTo>
                  <a:lnTo>
                    <a:pt x="5392" y="5891"/>
                  </a:lnTo>
                  <a:cubicBezTo>
                    <a:pt x="5392" y="5891"/>
                    <a:pt x="5392" y="5891"/>
                    <a:pt x="5377" y="5876"/>
                  </a:cubicBezTo>
                  <a:lnTo>
                    <a:pt x="5303" y="5966"/>
                  </a:lnTo>
                  <a:lnTo>
                    <a:pt x="5303" y="5951"/>
                  </a:lnTo>
                  <a:cubicBezTo>
                    <a:pt x="5094" y="5697"/>
                    <a:pt x="4870" y="5443"/>
                    <a:pt x="4661" y="5159"/>
                  </a:cubicBezTo>
                  <a:cubicBezTo>
                    <a:pt x="4302" y="4682"/>
                    <a:pt x="3929" y="4189"/>
                    <a:pt x="3540" y="3726"/>
                  </a:cubicBezTo>
                  <a:cubicBezTo>
                    <a:pt x="3316" y="3442"/>
                    <a:pt x="3077" y="3173"/>
                    <a:pt x="2838" y="2904"/>
                  </a:cubicBezTo>
                  <a:cubicBezTo>
                    <a:pt x="2734" y="2785"/>
                    <a:pt x="2614" y="2650"/>
                    <a:pt x="2480" y="2561"/>
                  </a:cubicBezTo>
                  <a:lnTo>
                    <a:pt x="2465" y="2561"/>
                  </a:lnTo>
                  <a:lnTo>
                    <a:pt x="2047" y="2113"/>
                  </a:lnTo>
                  <a:cubicBezTo>
                    <a:pt x="1838" y="1889"/>
                    <a:pt x="1644" y="1679"/>
                    <a:pt x="1434" y="1455"/>
                  </a:cubicBezTo>
                  <a:lnTo>
                    <a:pt x="1390" y="1411"/>
                  </a:lnTo>
                  <a:cubicBezTo>
                    <a:pt x="1330" y="1366"/>
                    <a:pt x="1285" y="1321"/>
                    <a:pt x="1225" y="1276"/>
                  </a:cubicBezTo>
                  <a:lnTo>
                    <a:pt x="1180" y="1187"/>
                  </a:lnTo>
                  <a:cubicBezTo>
                    <a:pt x="1180" y="1172"/>
                    <a:pt x="1180" y="1172"/>
                    <a:pt x="1180" y="1157"/>
                  </a:cubicBezTo>
                  <a:cubicBezTo>
                    <a:pt x="1168" y="1120"/>
                    <a:pt x="1146" y="1093"/>
                    <a:pt x="1105" y="1093"/>
                  </a:cubicBezTo>
                  <a:cubicBezTo>
                    <a:pt x="1096" y="1093"/>
                    <a:pt x="1087" y="1094"/>
                    <a:pt x="1076" y="1097"/>
                  </a:cubicBezTo>
                  <a:lnTo>
                    <a:pt x="1016" y="1007"/>
                  </a:lnTo>
                  <a:cubicBezTo>
                    <a:pt x="1001" y="1022"/>
                    <a:pt x="1001" y="1022"/>
                    <a:pt x="986" y="1022"/>
                  </a:cubicBezTo>
                  <a:cubicBezTo>
                    <a:pt x="1001" y="1022"/>
                    <a:pt x="1001" y="1007"/>
                    <a:pt x="1016" y="992"/>
                  </a:cubicBezTo>
                  <a:cubicBezTo>
                    <a:pt x="1001" y="918"/>
                    <a:pt x="986" y="858"/>
                    <a:pt x="897" y="828"/>
                  </a:cubicBezTo>
                  <a:cubicBezTo>
                    <a:pt x="897" y="828"/>
                    <a:pt x="897" y="843"/>
                    <a:pt x="882" y="843"/>
                  </a:cubicBezTo>
                  <a:lnTo>
                    <a:pt x="882" y="798"/>
                  </a:lnTo>
                  <a:cubicBezTo>
                    <a:pt x="867" y="709"/>
                    <a:pt x="792" y="664"/>
                    <a:pt x="717" y="649"/>
                  </a:cubicBezTo>
                  <a:cubicBezTo>
                    <a:pt x="717" y="619"/>
                    <a:pt x="717" y="589"/>
                    <a:pt x="717" y="559"/>
                  </a:cubicBezTo>
                  <a:cubicBezTo>
                    <a:pt x="688" y="529"/>
                    <a:pt x="643" y="499"/>
                    <a:pt x="613" y="470"/>
                  </a:cubicBezTo>
                  <a:cubicBezTo>
                    <a:pt x="598" y="455"/>
                    <a:pt x="598" y="440"/>
                    <a:pt x="583" y="410"/>
                  </a:cubicBezTo>
                  <a:lnTo>
                    <a:pt x="553" y="350"/>
                  </a:lnTo>
                  <a:cubicBezTo>
                    <a:pt x="553" y="335"/>
                    <a:pt x="538" y="335"/>
                    <a:pt x="538" y="320"/>
                  </a:cubicBezTo>
                  <a:cubicBezTo>
                    <a:pt x="538" y="320"/>
                    <a:pt x="538" y="305"/>
                    <a:pt x="523" y="305"/>
                  </a:cubicBezTo>
                  <a:lnTo>
                    <a:pt x="523" y="290"/>
                  </a:lnTo>
                  <a:close/>
                  <a:moveTo>
                    <a:pt x="196" y="0"/>
                  </a:moveTo>
                  <a:cubicBezTo>
                    <a:pt x="181" y="0"/>
                    <a:pt x="165" y="2"/>
                    <a:pt x="150" y="7"/>
                  </a:cubicBezTo>
                  <a:cubicBezTo>
                    <a:pt x="45" y="36"/>
                    <a:pt x="1" y="111"/>
                    <a:pt x="45" y="201"/>
                  </a:cubicBezTo>
                  <a:cubicBezTo>
                    <a:pt x="75" y="261"/>
                    <a:pt x="120" y="350"/>
                    <a:pt x="180" y="365"/>
                  </a:cubicBezTo>
                  <a:cubicBezTo>
                    <a:pt x="284" y="395"/>
                    <a:pt x="284" y="485"/>
                    <a:pt x="299" y="559"/>
                  </a:cubicBezTo>
                  <a:cubicBezTo>
                    <a:pt x="314" y="589"/>
                    <a:pt x="329" y="604"/>
                    <a:pt x="359" y="634"/>
                  </a:cubicBezTo>
                  <a:lnTo>
                    <a:pt x="419" y="709"/>
                  </a:lnTo>
                  <a:cubicBezTo>
                    <a:pt x="419" y="724"/>
                    <a:pt x="419" y="724"/>
                    <a:pt x="434" y="724"/>
                  </a:cubicBezTo>
                  <a:cubicBezTo>
                    <a:pt x="449" y="753"/>
                    <a:pt x="479" y="768"/>
                    <a:pt x="508" y="783"/>
                  </a:cubicBezTo>
                  <a:lnTo>
                    <a:pt x="523" y="783"/>
                  </a:lnTo>
                  <a:lnTo>
                    <a:pt x="538" y="798"/>
                  </a:lnTo>
                  <a:lnTo>
                    <a:pt x="538" y="813"/>
                  </a:lnTo>
                  <a:cubicBezTo>
                    <a:pt x="538" y="798"/>
                    <a:pt x="523" y="798"/>
                    <a:pt x="508" y="783"/>
                  </a:cubicBezTo>
                  <a:lnTo>
                    <a:pt x="479" y="828"/>
                  </a:lnTo>
                  <a:lnTo>
                    <a:pt x="568" y="843"/>
                  </a:lnTo>
                  <a:cubicBezTo>
                    <a:pt x="598" y="888"/>
                    <a:pt x="613" y="933"/>
                    <a:pt x="643" y="977"/>
                  </a:cubicBezTo>
                  <a:cubicBezTo>
                    <a:pt x="673" y="1007"/>
                    <a:pt x="703" y="1022"/>
                    <a:pt x="732" y="1052"/>
                  </a:cubicBezTo>
                  <a:cubicBezTo>
                    <a:pt x="732" y="1127"/>
                    <a:pt x="777" y="1157"/>
                    <a:pt x="822" y="1187"/>
                  </a:cubicBezTo>
                  <a:cubicBezTo>
                    <a:pt x="762" y="1291"/>
                    <a:pt x="867" y="1306"/>
                    <a:pt x="912" y="1351"/>
                  </a:cubicBezTo>
                  <a:cubicBezTo>
                    <a:pt x="927" y="1351"/>
                    <a:pt x="927" y="1366"/>
                    <a:pt x="942" y="1366"/>
                  </a:cubicBezTo>
                  <a:cubicBezTo>
                    <a:pt x="971" y="1411"/>
                    <a:pt x="1016" y="1440"/>
                    <a:pt x="1046" y="1485"/>
                  </a:cubicBezTo>
                  <a:lnTo>
                    <a:pt x="1046" y="1470"/>
                  </a:lnTo>
                  <a:cubicBezTo>
                    <a:pt x="1061" y="1485"/>
                    <a:pt x="1061" y="1500"/>
                    <a:pt x="1076" y="1500"/>
                  </a:cubicBezTo>
                  <a:cubicBezTo>
                    <a:pt x="1061" y="1515"/>
                    <a:pt x="1046" y="1545"/>
                    <a:pt x="1061" y="1560"/>
                  </a:cubicBezTo>
                  <a:cubicBezTo>
                    <a:pt x="1121" y="1635"/>
                    <a:pt x="1180" y="1709"/>
                    <a:pt x="1255" y="1769"/>
                  </a:cubicBezTo>
                  <a:cubicBezTo>
                    <a:pt x="1255" y="1784"/>
                    <a:pt x="1255" y="1784"/>
                    <a:pt x="1255" y="1784"/>
                  </a:cubicBezTo>
                  <a:cubicBezTo>
                    <a:pt x="1315" y="1859"/>
                    <a:pt x="1375" y="1918"/>
                    <a:pt x="1434" y="1978"/>
                  </a:cubicBezTo>
                  <a:cubicBezTo>
                    <a:pt x="1479" y="2008"/>
                    <a:pt x="1524" y="2053"/>
                    <a:pt x="1569" y="2083"/>
                  </a:cubicBezTo>
                  <a:cubicBezTo>
                    <a:pt x="1599" y="2128"/>
                    <a:pt x="1629" y="2172"/>
                    <a:pt x="1644" y="2217"/>
                  </a:cubicBezTo>
                  <a:cubicBezTo>
                    <a:pt x="1652" y="2252"/>
                    <a:pt x="1671" y="2267"/>
                    <a:pt x="1694" y="2267"/>
                  </a:cubicBezTo>
                  <a:cubicBezTo>
                    <a:pt x="1711" y="2267"/>
                    <a:pt x="1729" y="2259"/>
                    <a:pt x="1748" y="2247"/>
                  </a:cubicBezTo>
                  <a:lnTo>
                    <a:pt x="1748" y="2247"/>
                  </a:lnTo>
                  <a:cubicBezTo>
                    <a:pt x="1718" y="2366"/>
                    <a:pt x="1808" y="2411"/>
                    <a:pt x="1868" y="2471"/>
                  </a:cubicBezTo>
                  <a:cubicBezTo>
                    <a:pt x="1957" y="2576"/>
                    <a:pt x="2047" y="2680"/>
                    <a:pt x="2136" y="2785"/>
                  </a:cubicBezTo>
                  <a:lnTo>
                    <a:pt x="2178" y="2834"/>
                  </a:lnTo>
                  <a:lnTo>
                    <a:pt x="2178" y="2834"/>
                  </a:lnTo>
                  <a:cubicBezTo>
                    <a:pt x="2174" y="2830"/>
                    <a:pt x="2170" y="2826"/>
                    <a:pt x="2166" y="2822"/>
                  </a:cubicBezTo>
                  <a:lnTo>
                    <a:pt x="2166" y="2822"/>
                  </a:lnTo>
                  <a:lnTo>
                    <a:pt x="2196" y="2859"/>
                  </a:lnTo>
                  <a:cubicBezTo>
                    <a:pt x="2194" y="2854"/>
                    <a:pt x="2191" y="2850"/>
                    <a:pt x="2187" y="2845"/>
                  </a:cubicBezTo>
                  <a:lnTo>
                    <a:pt x="2187" y="2845"/>
                  </a:lnTo>
                  <a:lnTo>
                    <a:pt x="2228" y="2893"/>
                  </a:lnTo>
                  <a:lnTo>
                    <a:pt x="2228" y="2893"/>
                  </a:lnTo>
                  <a:cubicBezTo>
                    <a:pt x="2217" y="2881"/>
                    <a:pt x="2207" y="2870"/>
                    <a:pt x="2196" y="2859"/>
                  </a:cubicBezTo>
                  <a:lnTo>
                    <a:pt x="2196" y="2859"/>
                  </a:lnTo>
                  <a:lnTo>
                    <a:pt x="2297" y="2979"/>
                  </a:lnTo>
                  <a:lnTo>
                    <a:pt x="2297" y="2979"/>
                  </a:lnTo>
                  <a:cubicBezTo>
                    <a:pt x="2283" y="2961"/>
                    <a:pt x="2270" y="2944"/>
                    <a:pt x="2257" y="2928"/>
                  </a:cubicBezTo>
                  <a:lnTo>
                    <a:pt x="2257" y="2928"/>
                  </a:lnTo>
                  <a:lnTo>
                    <a:pt x="2390" y="3086"/>
                  </a:lnTo>
                  <a:lnTo>
                    <a:pt x="2390" y="3086"/>
                  </a:lnTo>
                  <a:cubicBezTo>
                    <a:pt x="2380" y="3075"/>
                    <a:pt x="2370" y="3064"/>
                    <a:pt x="2360" y="3054"/>
                  </a:cubicBezTo>
                  <a:lnTo>
                    <a:pt x="2360" y="3054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47" y="4582"/>
                    <a:pt x="3646" y="4580"/>
                    <a:pt x="3645" y="4578"/>
                  </a:cubicBezTo>
                  <a:lnTo>
                    <a:pt x="3645" y="4578"/>
                  </a:lnTo>
                  <a:lnTo>
                    <a:pt x="5228" y="6459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64" y="4611"/>
                    <a:pt x="3691" y="4639"/>
                    <a:pt x="3705" y="4667"/>
                  </a:cubicBezTo>
                  <a:cubicBezTo>
                    <a:pt x="3809" y="4801"/>
                    <a:pt x="3929" y="4935"/>
                    <a:pt x="4033" y="5070"/>
                  </a:cubicBezTo>
                  <a:cubicBezTo>
                    <a:pt x="4227" y="5309"/>
                    <a:pt x="4422" y="5563"/>
                    <a:pt x="4616" y="5802"/>
                  </a:cubicBezTo>
                  <a:cubicBezTo>
                    <a:pt x="4750" y="5981"/>
                    <a:pt x="4885" y="6145"/>
                    <a:pt x="5019" y="6310"/>
                  </a:cubicBezTo>
                  <a:cubicBezTo>
                    <a:pt x="5034" y="6354"/>
                    <a:pt x="5079" y="6354"/>
                    <a:pt x="5124" y="6384"/>
                  </a:cubicBezTo>
                  <a:cubicBezTo>
                    <a:pt x="5138" y="6384"/>
                    <a:pt x="5138" y="6399"/>
                    <a:pt x="5138" y="6399"/>
                  </a:cubicBezTo>
                  <a:lnTo>
                    <a:pt x="5124" y="6384"/>
                  </a:lnTo>
                  <a:lnTo>
                    <a:pt x="5109" y="6474"/>
                  </a:lnTo>
                  <a:lnTo>
                    <a:pt x="5138" y="6474"/>
                  </a:lnTo>
                  <a:lnTo>
                    <a:pt x="5138" y="6444"/>
                  </a:lnTo>
                  <a:cubicBezTo>
                    <a:pt x="5153" y="6459"/>
                    <a:pt x="5168" y="6474"/>
                    <a:pt x="5183" y="6474"/>
                  </a:cubicBezTo>
                  <a:cubicBezTo>
                    <a:pt x="5183" y="6489"/>
                    <a:pt x="5183" y="6489"/>
                    <a:pt x="5183" y="6489"/>
                  </a:cubicBezTo>
                  <a:cubicBezTo>
                    <a:pt x="5228" y="6534"/>
                    <a:pt x="5273" y="6593"/>
                    <a:pt x="5318" y="6638"/>
                  </a:cubicBezTo>
                  <a:cubicBezTo>
                    <a:pt x="5333" y="6638"/>
                    <a:pt x="5348" y="6623"/>
                    <a:pt x="5363" y="6623"/>
                  </a:cubicBezTo>
                  <a:lnTo>
                    <a:pt x="5363" y="6623"/>
                  </a:lnTo>
                  <a:lnTo>
                    <a:pt x="5363" y="6623"/>
                  </a:lnTo>
                  <a:cubicBezTo>
                    <a:pt x="5377" y="6638"/>
                    <a:pt x="5407" y="6653"/>
                    <a:pt x="5422" y="6683"/>
                  </a:cubicBezTo>
                  <a:cubicBezTo>
                    <a:pt x="5452" y="6728"/>
                    <a:pt x="5482" y="6773"/>
                    <a:pt x="5512" y="6802"/>
                  </a:cubicBezTo>
                  <a:cubicBezTo>
                    <a:pt x="5542" y="6847"/>
                    <a:pt x="5572" y="6877"/>
                    <a:pt x="5601" y="6922"/>
                  </a:cubicBezTo>
                  <a:lnTo>
                    <a:pt x="5616" y="6922"/>
                  </a:lnTo>
                  <a:cubicBezTo>
                    <a:pt x="5631" y="6967"/>
                    <a:pt x="5661" y="7012"/>
                    <a:pt x="5676" y="7056"/>
                  </a:cubicBezTo>
                  <a:cubicBezTo>
                    <a:pt x="5691" y="7086"/>
                    <a:pt x="5691" y="7101"/>
                    <a:pt x="5706" y="7131"/>
                  </a:cubicBezTo>
                  <a:cubicBezTo>
                    <a:pt x="5721" y="7131"/>
                    <a:pt x="5721" y="7116"/>
                    <a:pt x="5736" y="7101"/>
                  </a:cubicBezTo>
                  <a:lnTo>
                    <a:pt x="5751" y="7101"/>
                  </a:lnTo>
                  <a:cubicBezTo>
                    <a:pt x="5796" y="7116"/>
                    <a:pt x="5855" y="7146"/>
                    <a:pt x="5915" y="7146"/>
                  </a:cubicBezTo>
                  <a:cubicBezTo>
                    <a:pt x="5945" y="7146"/>
                    <a:pt x="5990" y="7116"/>
                    <a:pt x="6020" y="7101"/>
                  </a:cubicBezTo>
                  <a:cubicBezTo>
                    <a:pt x="6005" y="7086"/>
                    <a:pt x="5975" y="7071"/>
                    <a:pt x="5975" y="7071"/>
                  </a:cubicBezTo>
                  <a:cubicBezTo>
                    <a:pt x="6020" y="6982"/>
                    <a:pt x="6050" y="6892"/>
                    <a:pt x="6094" y="6817"/>
                  </a:cubicBezTo>
                  <a:lnTo>
                    <a:pt x="6094" y="6802"/>
                  </a:lnTo>
                  <a:cubicBezTo>
                    <a:pt x="6124" y="6758"/>
                    <a:pt x="6154" y="6698"/>
                    <a:pt x="6184" y="6638"/>
                  </a:cubicBezTo>
                  <a:cubicBezTo>
                    <a:pt x="6184" y="6623"/>
                    <a:pt x="6169" y="6578"/>
                    <a:pt x="6154" y="6549"/>
                  </a:cubicBezTo>
                  <a:lnTo>
                    <a:pt x="6154" y="6534"/>
                  </a:lnTo>
                  <a:cubicBezTo>
                    <a:pt x="6214" y="6489"/>
                    <a:pt x="6303" y="6489"/>
                    <a:pt x="6318" y="6384"/>
                  </a:cubicBezTo>
                  <a:cubicBezTo>
                    <a:pt x="6318" y="6384"/>
                    <a:pt x="6318" y="6369"/>
                    <a:pt x="6318" y="6369"/>
                  </a:cubicBezTo>
                  <a:cubicBezTo>
                    <a:pt x="6348" y="6310"/>
                    <a:pt x="6378" y="6265"/>
                    <a:pt x="6408" y="6205"/>
                  </a:cubicBezTo>
                  <a:cubicBezTo>
                    <a:pt x="6423" y="6160"/>
                    <a:pt x="6423" y="6115"/>
                    <a:pt x="6453" y="6071"/>
                  </a:cubicBezTo>
                  <a:cubicBezTo>
                    <a:pt x="6587" y="5891"/>
                    <a:pt x="6752" y="5712"/>
                    <a:pt x="6796" y="5473"/>
                  </a:cubicBezTo>
                  <a:lnTo>
                    <a:pt x="6811" y="5473"/>
                  </a:lnTo>
                  <a:cubicBezTo>
                    <a:pt x="6886" y="5369"/>
                    <a:pt x="6946" y="5249"/>
                    <a:pt x="6946" y="5115"/>
                  </a:cubicBezTo>
                  <a:cubicBezTo>
                    <a:pt x="6946" y="5055"/>
                    <a:pt x="7065" y="5040"/>
                    <a:pt x="6991" y="4965"/>
                  </a:cubicBezTo>
                  <a:lnTo>
                    <a:pt x="6991" y="4950"/>
                  </a:lnTo>
                  <a:cubicBezTo>
                    <a:pt x="7020" y="4876"/>
                    <a:pt x="7065" y="4786"/>
                    <a:pt x="7095" y="4711"/>
                  </a:cubicBezTo>
                  <a:cubicBezTo>
                    <a:pt x="7110" y="4726"/>
                    <a:pt x="7125" y="4756"/>
                    <a:pt x="7140" y="4771"/>
                  </a:cubicBezTo>
                  <a:cubicBezTo>
                    <a:pt x="7155" y="4756"/>
                    <a:pt x="7170" y="4741"/>
                    <a:pt x="7185" y="4711"/>
                  </a:cubicBezTo>
                  <a:cubicBezTo>
                    <a:pt x="7200" y="4652"/>
                    <a:pt x="7215" y="4577"/>
                    <a:pt x="7244" y="4502"/>
                  </a:cubicBezTo>
                  <a:lnTo>
                    <a:pt x="7259" y="4502"/>
                  </a:lnTo>
                  <a:cubicBezTo>
                    <a:pt x="7379" y="4487"/>
                    <a:pt x="7289" y="4383"/>
                    <a:pt x="7319" y="4323"/>
                  </a:cubicBezTo>
                  <a:cubicBezTo>
                    <a:pt x="7334" y="4293"/>
                    <a:pt x="7349" y="4263"/>
                    <a:pt x="7364" y="4233"/>
                  </a:cubicBezTo>
                  <a:cubicBezTo>
                    <a:pt x="7394" y="4159"/>
                    <a:pt x="7468" y="4084"/>
                    <a:pt x="7409" y="3994"/>
                  </a:cubicBezTo>
                  <a:cubicBezTo>
                    <a:pt x="7409" y="3994"/>
                    <a:pt x="7439" y="3980"/>
                    <a:pt x="7439" y="3965"/>
                  </a:cubicBezTo>
                  <a:cubicBezTo>
                    <a:pt x="7483" y="3950"/>
                    <a:pt x="7528" y="3875"/>
                    <a:pt x="7528" y="3830"/>
                  </a:cubicBezTo>
                  <a:cubicBezTo>
                    <a:pt x="7543" y="3815"/>
                    <a:pt x="7543" y="3800"/>
                    <a:pt x="7528" y="3785"/>
                  </a:cubicBezTo>
                  <a:cubicBezTo>
                    <a:pt x="7558" y="3741"/>
                    <a:pt x="7588" y="3696"/>
                    <a:pt x="7618" y="3651"/>
                  </a:cubicBezTo>
                  <a:lnTo>
                    <a:pt x="7618" y="3636"/>
                  </a:lnTo>
                  <a:cubicBezTo>
                    <a:pt x="7663" y="3561"/>
                    <a:pt x="7693" y="3487"/>
                    <a:pt x="7722" y="3427"/>
                  </a:cubicBezTo>
                  <a:cubicBezTo>
                    <a:pt x="7782" y="3337"/>
                    <a:pt x="7842" y="3263"/>
                    <a:pt x="7887" y="3173"/>
                  </a:cubicBezTo>
                  <a:cubicBezTo>
                    <a:pt x="7917" y="3143"/>
                    <a:pt x="7931" y="3113"/>
                    <a:pt x="7961" y="3083"/>
                  </a:cubicBezTo>
                  <a:lnTo>
                    <a:pt x="8006" y="2949"/>
                  </a:lnTo>
                  <a:lnTo>
                    <a:pt x="8051" y="2949"/>
                  </a:lnTo>
                  <a:cubicBezTo>
                    <a:pt x="8036" y="2904"/>
                    <a:pt x="8081" y="2859"/>
                    <a:pt x="8066" y="2815"/>
                  </a:cubicBezTo>
                  <a:cubicBezTo>
                    <a:pt x="8066" y="2755"/>
                    <a:pt x="8141" y="2680"/>
                    <a:pt x="8185" y="2605"/>
                  </a:cubicBezTo>
                  <a:cubicBezTo>
                    <a:pt x="8193" y="2613"/>
                    <a:pt x="8197" y="2617"/>
                    <a:pt x="8200" y="2617"/>
                  </a:cubicBezTo>
                  <a:cubicBezTo>
                    <a:pt x="8204" y="2617"/>
                    <a:pt x="8208" y="2613"/>
                    <a:pt x="8215" y="2605"/>
                  </a:cubicBezTo>
                  <a:lnTo>
                    <a:pt x="8275" y="2605"/>
                  </a:lnTo>
                  <a:cubicBezTo>
                    <a:pt x="8290" y="2546"/>
                    <a:pt x="8380" y="2501"/>
                    <a:pt x="8290" y="2456"/>
                  </a:cubicBezTo>
                  <a:cubicBezTo>
                    <a:pt x="8350" y="2426"/>
                    <a:pt x="8409" y="2411"/>
                    <a:pt x="8380" y="2337"/>
                  </a:cubicBezTo>
                  <a:cubicBezTo>
                    <a:pt x="8394" y="2322"/>
                    <a:pt x="8409" y="2307"/>
                    <a:pt x="8424" y="2292"/>
                  </a:cubicBezTo>
                  <a:lnTo>
                    <a:pt x="8439" y="2292"/>
                  </a:lnTo>
                  <a:lnTo>
                    <a:pt x="8454" y="2232"/>
                  </a:lnTo>
                  <a:cubicBezTo>
                    <a:pt x="8484" y="2187"/>
                    <a:pt x="8514" y="2142"/>
                    <a:pt x="8544" y="2098"/>
                  </a:cubicBezTo>
                  <a:cubicBezTo>
                    <a:pt x="8574" y="2053"/>
                    <a:pt x="8604" y="2008"/>
                    <a:pt x="8633" y="1978"/>
                  </a:cubicBezTo>
                  <a:cubicBezTo>
                    <a:pt x="8738" y="1963"/>
                    <a:pt x="8693" y="1874"/>
                    <a:pt x="8708" y="1814"/>
                  </a:cubicBezTo>
                  <a:lnTo>
                    <a:pt x="8708" y="1814"/>
                  </a:lnTo>
                  <a:cubicBezTo>
                    <a:pt x="8693" y="1829"/>
                    <a:pt x="8693" y="1829"/>
                    <a:pt x="8693" y="1829"/>
                  </a:cubicBezTo>
                  <a:cubicBezTo>
                    <a:pt x="8693" y="1829"/>
                    <a:pt x="8693" y="1829"/>
                    <a:pt x="8693" y="1814"/>
                  </a:cubicBezTo>
                  <a:cubicBezTo>
                    <a:pt x="8708" y="1799"/>
                    <a:pt x="8708" y="1769"/>
                    <a:pt x="8708" y="1754"/>
                  </a:cubicBezTo>
                  <a:cubicBezTo>
                    <a:pt x="8718" y="1754"/>
                    <a:pt x="8731" y="1755"/>
                    <a:pt x="8744" y="1755"/>
                  </a:cubicBezTo>
                  <a:cubicBezTo>
                    <a:pt x="8790" y="1755"/>
                    <a:pt x="8838" y="1746"/>
                    <a:pt x="8768" y="1664"/>
                  </a:cubicBezTo>
                  <a:cubicBezTo>
                    <a:pt x="8798" y="1650"/>
                    <a:pt x="8828" y="1635"/>
                    <a:pt x="8857" y="1620"/>
                  </a:cubicBezTo>
                  <a:cubicBezTo>
                    <a:pt x="8857" y="1605"/>
                    <a:pt x="8857" y="1605"/>
                    <a:pt x="8857" y="1605"/>
                  </a:cubicBezTo>
                  <a:lnTo>
                    <a:pt x="8843" y="1530"/>
                  </a:lnTo>
                  <a:cubicBezTo>
                    <a:pt x="8872" y="1515"/>
                    <a:pt x="8917" y="1500"/>
                    <a:pt x="8962" y="1470"/>
                  </a:cubicBezTo>
                  <a:cubicBezTo>
                    <a:pt x="8947" y="1470"/>
                    <a:pt x="8932" y="1455"/>
                    <a:pt x="8917" y="1440"/>
                  </a:cubicBezTo>
                  <a:cubicBezTo>
                    <a:pt x="8902" y="1411"/>
                    <a:pt x="8902" y="1366"/>
                    <a:pt x="8887" y="1321"/>
                  </a:cubicBezTo>
                  <a:lnTo>
                    <a:pt x="8887" y="1321"/>
                  </a:lnTo>
                  <a:cubicBezTo>
                    <a:pt x="8917" y="1351"/>
                    <a:pt x="8962" y="1366"/>
                    <a:pt x="8992" y="1396"/>
                  </a:cubicBezTo>
                  <a:cubicBezTo>
                    <a:pt x="9007" y="1396"/>
                    <a:pt x="9037" y="1411"/>
                    <a:pt x="9052" y="1411"/>
                  </a:cubicBezTo>
                  <a:cubicBezTo>
                    <a:pt x="9156" y="1366"/>
                    <a:pt x="9171" y="1276"/>
                    <a:pt x="9111" y="1157"/>
                  </a:cubicBezTo>
                  <a:cubicBezTo>
                    <a:pt x="9186" y="1067"/>
                    <a:pt x="9186" y="1052"/>
                    <a:pt x="9067" y="1022"/>
                  </a:cubicBezTo>
                  <a:cubicBezTo>
                    <a:pt x="9007" y="1007"/>
                    <a:pt x="8947" y="963"/>
                    <a:pt x="8887" y="963"/>
                  </a:cubicBezTo>
                  <a:cubicBezTo>
                    <a:pt x="8860" y="968"/>
                    <a:pt x="8837" y="971"/>
                    <a:pt x="8816" y="971"/>
                  </a:cubicBezTo>
                  <a:cubicBezTo>
                    <a:pt x="8780" y="971"/>
                    <a:pt x="8751" y="961"/>
                    <a:pt x="8723" y="933"/>
                  </a:cubicBezTo>
                  <a:cubicBezTo>
                    <a:pt x="8708" y="918"/>
                    <a:pt x="8678" y="918"/>
                    <a:pt x="8648" y="918"/>
                  </a:cubicBezTo>
                  <a:lnTo>
                    <a:pt x="8469" y="918"/>
                  </a:lnTo>
                  <a:cubicBezTo>
                    <a:pt x="8454" y="903"/>
                    <a:pt x="8439" y="903"/>
                    <a:pt x="8409" y="888"/>
                  </a:cubicBezTo>
                  <a:cubicBezTo>
                    <a:pt x="8350" y="873"/>
                    <a:pt x="8290" y="843"/>
                    <a:pt x="8230" y="828"/>
                  </a:cubicBezTo>
                  <a:cubicBezTo>
                    <a:pt x="8230" y="828"/>
                    <a:pt x="8230" y="828"/>
                    <a:pt x="8230" y="813"/>
                  </a:cubicBezTo>
                  <a:cubicBezTo>
                    <a:pt x="8185" y="828"/>
                    <a:pt x="8156" y="843"/>
                    <a:pt x="8111" y="858"/>
                  </a:cubicBezTo>
                  <a:lnTo>
                    <a:pt x="8155" y="847"/>
                  </a:lnTo>
                  <a:lnTo>
                    <a:pt x="8155" y="847"/>
                  </a:lnTo>
                  <a:cubicBezTo>
                    <a:pt x="8144" y="851"/>
                    <a:pt x="8131" y="858"/>
                    <a:pt x="8111" y="858"/>
                  </a:cubicBezTo>
                  <a:cubicBezTo>
                    <a:pt x="8096" y="858"/>
                    <a:pt x="8081" y="858"/>
                    <a:pt x="8066" y="873"/>
                  </a:cubicBezTo>
                  <a:cubicBezTo>
                    <a:pt x="8006" y="843"/>
                    <a:pt x="7931" y="828"/>
                    <a:pt x="7872" y="798"/>
                  </a:cubicBezTo>
                  <a:cubicBezTo>
                    <a:pt x="7830" y="798"/>
                    <a:pt x="7786" y="801"/>
                    <a:pt x="7742" y="801"/>
                  </a:cubicBezTo>
                  <a:cubicBezTo>
                    <a:pt x="7676" y="801"/>
                    <a:pt x="7612" y="795"/>
                    <a:pt x="7558" y="768"/>
                  </a:cubicBezTo>
                  <a:cubicBezTo>
                    <a:pt x="7513" y="759"/>
                    <a:pt x="7473" y="745"/>
                    <a:pt x="7435" y="745"/>
                  </a:cubicBezTo>
                  <a:cubicBezTo>
                    <a:pt x="7411" y="745"/>
                    <a:pt x="7387" y="751"/>
                    <a:pt x="7364" y="768"/>
                  </a:cubicBezTo>
                  <a:cubicBezTo>
                    <a:pt x="7349" y="768"/>
                    <a:pt x="7319" y="753"/>
                    <a:pt x="7319" y="753"/>
                  </a:cubicBezTo>
                  <a:cubicBezTo>
                    <a:pt x="7311" y="712"/>
                    <a:pt x="7289" y="703"/>
                    <a:pt x="7266" y="703"/>
                  </a:cubicBezTo>
                  <a:cubicBezTo>
                    <a:pt x="7247" y="703"/>
                    <a:pt x="7228" y="709"/>
                    <a:pt x="7215" y="709"/>
                  </a:cubicBezTo>
                  <a:cubicBezTo>
                    <a:pt x="7200" y="738"/>
                    <a:pt x="7185" y="753"/>
                    <a:pt x="7170" y="783"/>
                  </a:cubicBezTo>
                  <a:cubicBezTo>
                    <a:pt x="7155" y="753"/>
                    <a:pt x="7125" y="738"/>
                    <a:pt x="7110" y="709"/>
                  </a:cubicBezTo>
                  <a:cubicBezTo>
                    <a:pt x="7089" y="730"/>
                    <a:pt x="7065" y="738"/>
                    <a:pt x="7041" y="738"/>
                  </a:cubicBezTo>
                  <a:cubicBezTo>
                    <a:pt x="6998" y="738"/>
                    <a:pt x="6954" y="713"/>
                    <a:pt x="6916" y="694"/>
                  </a:cubicBezTo>
                  <a:lnTo>
                    <a:pt x="6901" y="694"/>
                  </a:lnTo>
                  <a:cubicBezTo>
                    <a:pt x="6781" y="604"/>
                    <a:pt x="6677" y="529"/>
                    <a:pt x="6557" y="440"/>
                  </a:cubicBezTo>
                  <a:cubicBezTo>
                    <a:pt x="6498" y="410"/>
                    <a:pt x="6453" y="395"/>
                    <a:pt x="6393" y="380"/>
                  </a:cubicBezTo>
                  <a:lnTo>
                    <a:pt x="6393" y="380"/>
                  </a:lnTo>
                  <a:cubicBezTo>
                    <a:pt x="6438" y="410"/>
                    <a:pt x="6468" y="440"/>
                    <a:pt x="6498" y="470"/>
                  </a:cubicBezTo>
                  <a:cubicBezTo>
                    <a:pt x="6528" y="499"/>
                    <a:pt x="6572" y="544"/>
                    <a:pt x="6602" y="544"/>
                  </a:cubicBezTo>
                  <a:cubicBezTo>
                    <a:pt x="6692" y="544"/>
                    <a:pt x="6707" y="589"/>
                    <a:pt x="6722" y="649"/>
                  </a:cubicBezTo>
                  <a:cubicBezTo>
                    <a:pt x="6692" y="664"/>
                    <a:pt x="6662" y="679"/>
                    <a:pt x="6632" y="694"/>
                  </a:cubicBezTo>
                  <a:cubicBezTo>
                    <a:pt x="6614" y="667"/>
                    <a:pt x="6602" y="657"/>
                    <a:pt x="6592" y="657"/>
                  </a:cubicBezTo>
                  <a:cubicBezTo>
                    <a:pt x="6570" y="657"/>
                    <a:pt x="6563" y="709"/>
                    <a:pt x="6542" y="709"/>
                  </a:cubicBezTo>
                  <a:cubicBezTo>
                    <a:pt x="6528" y="694"/>
                    <a:pt x="6528" y="679"/>
                    <a:pt x="6513" y="664"/>
                  </a:cubicBezTo>
                  <a:lnTo>
                    <a:pt x="6498" y="664"/>
                  </a:lnTo>
                  <a:cubicBezTo>
                    <a:pt x="6483" y="664"/>
                    <a:pt x="6453" y="649"/>
                    <a:pt x="6438" y="649"/>
                  </a:cubicBezTo>
                  <a:cubicBezTo>
                    <a:pt x="6424" y="644"/>
                    <a:pt x="6411" y="643"/>
                    <a:pt x="6397" y="643"/>
                  </a:cubicBezTo>
                  <a:cubicBezTo>
                    <a:pt x="6342" y="643"/>
                    <a:pt x="6283" y="670"/>
                    <a:pt x="6227" y="670"/>
                  </a:cubicBezTo>
                  <a:cubicBezTo>
                    <a:pt x="6202" y="670"/>
                    <a:pt x="6178" y="664"/>
                    <a:pt x="6154" y="649"/>
                  </a:cubicBezTo>
                  <a:cubicBezTo>
                    <a:pt x="6139" y="634"/>
                    <a:pt x="6139" y="634"/>
                    <a:pt x="6124" y="634"/>
                  </a:cubicBezTo>
                  <a:lnTo>
                    <a:pt x="5990" y="619"/>
                  </a:lnTo>
                  <a:cubicBezTo>
                    <a:pt x="5930" y="634"/>
                    <a:pt x="5855" y="634"/>
                    <a:pt x="5781" y="649"/>
                  </a:cubicBezTo>
                  <a:cubicBezTo>
                    <a:pt x="5751" y="619"/>
                    <a:pt x="5736" y="589"/>
                    <a:pt x="5691" y="574"/>
                  </a:cubicBezTo>
                  <a:cubicBezTo>
                    <a:pt x="5685" y="571"/>
                    <a:pt x="5679" y="570"/>
                    <a:pt x="5673" y="570"/>
                  </a:cubicBezTo>
                  <a:cubicBezTo>
                    <a:pt x="5649" y="570"/>
                    <a:pt x="5625" y="589"/>
                    <a:pt x="5601" y="589"/>
                  </a:cubicBezTo>
                  <a:cubicBezTo>
                    <a:pt x="5482" y="559"/>
                    <a:pt x="5363" y="529"/>
                    <a:pt x="5243" y="514"/>
                  </a:cubicBezTo>
                  <a:cubicBezTo>
                    <a:pt x="5228" y="514"/>
                    <a:pt x="5213" y="514"/>
                    <a:pt x="5198" y="499"/>
                  </a:cubicBezTo>
                  <a:lnTo>
                    <a:pt x="5198" y="499"/>
                  </a:lnTo>
                  <a:lnTo>
                    <a:pt x="5243" y="514"/>
                  </a:lnTo>
                  <a:cubicBezTo>
                    <a:pt x="5203" y="458"/>
                    <a:pt x="5184" y="432"/>
                    <a:pt x="5171" y="432"/>
                  </a:cubicBezTo>
                  <a:cubicBezTo>
                    <a:pt x="5160" y="432"/>
                    <a:pt x="5152" y="450"/>
                    <a:pt x="5138" y="485"/>
                  </a:cubicBezTo>
                  <a:cubicBezTo>
                    <a:pt x="5094" y="470"/>
                    <a:pt x="5049" y="455"/>
                    <a:pt x="5004" y="455"/>
                  </a:cubicBezTo>
                  <a:cubicBezTo>
                    <a:pt x="4989" y="440"/>
                    <a:pt x="4989" y="425"/>
                    <a:pt x="4989" y="425"/>
                  </a:cubicBezTo>
                  <a:cubicBezTo>
                    <a:pt x="4914" y="410"/>
                    <a:pt x="4825" y="410"/>
                    <a:pt x="4735" y="395"/>
                  </a:cubicBezTo>
                  <a:lnTo>
                    <a:pt x="4720" y="395"/>
                  </a:lnTo>
                  <a:cubicBezTo>
                    <a:pt x="4690" y="395"/>
                    <a:pt x="4646" y="380"/>
                    <a:pt x="4601" y="380"/>
                  </a:cubicBezTo>
                  <a:lnTo>
                    <a:pt x="4317" y="380"/>
                  </a:lnTo>
                  <a:cubicBezTo>
                    <a:pt x="4212" y="380"/>
                    <a:pt x="4093" y="365"/>
                    <a:pt x="3988" y="365"/>
                  </a:cubicBezTo>
                  <a:lnTo>
                    <a:pt x="3824" y="365"/>
                  </a:lnTo>
                  <a:cubicBezTo>
                    <a:pt x="3779" y="350"/>
                    <a:pt x="3735" y="350"/>
                    <a:pt x="3690" y="335"/>
                  </a:cubicBezTo>
                  <a:cubicBezTo>
                    <a:pt x="3525" y="320"/>
                    <a:pt x="3376" y="305"/>
                    <a:pt x="3212" y="290"/>
                  </a:cubicBezTo>
                  <a:cubicBezTo>
                    <a:pt x="3182" y="290"/>
                    <a:pt x="3137" y="305"/>
                    <a:pt x="3107" y="320"/>
                  </a:cubicBezTo>
                  <a:cubicBezTo>
                    <a:pt x="3053" y="293"/>
                    <a:pt x="3000" y="272"/>
                    <a:pt x="2946" y="272"/>
                  </a:cubicBezTo>
                  <a:cubicBezTo>
                    <a:pt x="2910" y="272"/>
                    <a:pt x="2874" y="281"/>
                    <a:pt x="2838" y="305"/>
                  </a:cubicBezTo>
                  <a:cubicBezTo>
                    <a:pt x="2823" y="305"/>
                    <a:pt x="2794" y="320"/>
                    <a:pt x="2794" y="320"/>
                  </a:cubicBezTo>
                  <a:cubicBezTo>
                    <a:pt x="2771" y="268"/>
                    <a:pt x="2738" y="257"/>
                    <a:pt x="2700" y="257"/>
                  </a:cubicBezTo>
                  <a:cubicBezTo>
                    <a:pt x="2672" y="257"/>
                    <a:pt x="2642" y="263"/>
                    <a:pt x="2613" y="263"/>
                  </a:cubicBezTo>
                  <a:cubicBezTo>
                    <a:pt x="2603" y="263"/>
                    <a:pt x="2594" y="262"/>
                    <a:pt x="2584" y="261"/>
                  </a:cubicBezTo>
                  <a:cubicBezTo>
                    <a:pt x="2580" y="256"/>
                    <a:pt x="2576" y="254"/>
                    <a:pt x="2571" y="254"/>
                  </a:cubicBezTo>
                  <a:cubicBezTo>
                    <a:pt x="2561" y="254"/>
                    <a:pt x="2550" y="265"/>
                    <a:pt x="2540" y="275"/>
                  </a:cubicBezTo>
                  <a:lnTo>
                    <a:pt x="2495" y="290"/>
                  </a:lnTo>
                  <a:lnTo>
                    <a:pt x="2420" y="290"/>
                  </a:lnTo>
                  <a:cubicBezTo>
                    <a:pt x="2409" y="292"/>
                    <a:pt x="2401" y="292"/>
                    <a:pt x="2394" y="292"/>
                  </a:cubicBezTo>
                  <a:cubicBezTo>
                    <a:pt x="2329" y="292"/>
                    <a:pt x="2458" y="231"/>
                    <a:pt x="2390" y="231"/>
                  </a:cubicBezTo>
                  <a:cubicBezTo>
                    <a:pt x="2375" y="231"/>
                    <a:pt x="2331" y="231"/>
                    <a:pt x="2286" y="246"/>
                  </a:cubicBezTo>
                  <a:cubicBezTo>
                    <a:pt x="2196" y="231"/>
                    <a:pt x="2092" y="231"/>
                    <a:pt x="2002" y="231"/>
                  </a:cubicBezTo>
                  <a:cubicBezTo>
                    <a:pt x="1897" y="231"/>
                    <a:pt x="1808" y="216"/>
                    <a:pt x="1703" y="216"/>
                  </a:cubicBezTo>
                  <a:cubicBezTo>
                    <a:pt x="1658" y="201"/>
                    <a:pt x="1599" y="201"/>
                    <a:pt x="1554" y="186"/>
                  </a:cubicBezTo>
                  <a:cubicBezTo>
                    <a:pt x="1539" y="186"/>
                    <a:pt x="1524" y="171"/>
                    <a:pt x="1494" y="171"/>
                  </a:cubicBezTo>
                  <a:cubicBezTo>
                    <a:pt x="1479" y="171"/>
                    <a:pt x="1464" y="156"/>
                    <a:pt x="1434" y="141"/>
                  </a:cubicBezTo>
                  <a:cubicBezTo>
                    <a:pt x="1315" y="111"/>
                    <a:pt x="1195" y="81"/>
                    <a:pt x="1076" y="51"/>
                  </a:cubicBezTo>
                  <a:lnTo>
                    <a:pt x="1001" y="51"/>
                  </a:lnTo>
                  <a:cubicBezTo>
                    <a:pt x="988" y="51"/>
                    <a:pt x="969" y="46"/>
                    <a:pt x="952" y="46"/>
                  </a:cubicBezTo>
                  <a:cubicBezTo>
                    <a:pt x="930" y="46"/>
                    <a:pt x="912" y="55"/>
                    <a:pt x="912" y="96"/>
                  </a:cubicBezTo>
                  <a:cubicBezTo>
                    <a:pt x="897" y="96"/>
                    <a:pt x="882" y="96"/>
                    <a:pt x="867" y="111"/>
                  </a:cubicBezTo>
                  <a:lnTo>
                    <a:pt x="867" y="96"/>
                  </a:lnTo>
                  <a:cubicBezTo>
                    <a:pt x="844" y="69"/>
                    <a:pt x="821" y="60"/>
                    <a:pt x="798" y="60"/>
                  </a:cubicBezTo>
                  <a:cubicBezTo>
                    <a:pt x="751" y="60"/>
                    <a:pt x="705" y="98"/>
                    <a:pt x="658" y="98"/>
                  </a:cubicBezTo>
                  <a:cubicBezTo>
                    <a:pt x="653" y="98"/>
                    <a:pt x="648" y="97"/>
                    <a:pt x="643" y="96"/>
                  </a:cubicBezTo>
                  <a:lnTo>
                    <a:pt x="643" y="96"/>
                  </a:lnTo>
                  <a:cubicBezTo>
                    <a:pt x="658" y="141"/>
                    <a:pt x="762" y="141"/>
                    <a:pt x="673" y="201"/>
                  </a:cubicBezTo>
                  <a:cubicBezTo>
                    <a:pt x="628" y="186"/>
                    <a:pt x="598" y="186"/>
                    <a:pt x="553" y="171"/>
                  </a:cubicBezTo>
                  <a:cubicBezTo>
                    <a:pt x="568" y="141"/>
                    <a:pt x="583" y="111"/>
                    <a:pt x="598" y="81"/>
                  </a:cubicBezTo>
                  <a:cubicBezTo>
                    <a:pt x="598" y="51"/>
                    <a:pt x="598" y="36"/>
                    <a:pt x="613" y="7"/>
                  </a:cubicBezTo>
                  <a:cubicBezTo>
                    <a:pt x="583" y="7"/>
                    <a:pt x="568" y="22"/>
                    <a:pt x="538" y="22"/>
                  </a:cubicBezTo>
                  <a:cubicBezTo>
                    <a:pt x="508" y="22"/>
                    <a:pt x="493" y="22"/>
                    <a:pt x="464" y="36"/>
                  </a:cubicBezTo>
                  <a:cubicBezTo>
                    <a:pt x="448" y="41"/>
                    <a:pt x="433" y="43"/>
                    <a:pt x="418" y="43"/>
                  </a:cubicBezTo>
                  <a:cubicBezTo>
                    <a:pt x="344" y="43"/>
                    <a:pt x="270" y="0"/>
                    <a:pt x="1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3"/>
            <p:cNvSpPr/>
            <p:nvPr/>
          </p:nvSpPr>
          <p:spPr>
            <a:xfrm>
              <a:off x="8675925" y="189250"/>
              <a:ext cx="1615875" cy="2307723"/>
            </a:xfrm>
            <a:custGeom>
              <a:avLst/>
              <a:gdLst/>
              <a:ahLst/>
              <a:cxnLst/>
              <a:rect l="l" t="t" r="r" b="b"/>
              <a:pathLst>
                <a:path w="22718" h="22211" extrusionOk="0">
                  <a:moveTo>
                    <a:pt x="7498" y="1"/>
                  </a:moveTo>
                  <a:cubicBezTo>
                    <a:pt x="7483" y="16"/>
                    <a:pt x="7468" y="16"/>
                    <a:pt x="7468" y="31"/>
                  </a:cubicBezTo>
                  <a:cubicBezTo>
                    <a:pt x="7483" y="31"/>
                    <a:pt x="7498" y="45"/>
                    <a:pt x="7513" y="60"/>
                  </a:cubicBezTo>
                  <a:cubicBezTo>
                    <a:pt x="7513" y="60"/>
                    <a:pt x="7528" y="45"/>
                    <a:pt x="7543" y="45"/>
                  </a:cubicBezTo>
                  <a:cubicBezTo>
                    <a:pt x="7528" y="31"/>
                    <a:pt x="7513" y="16"/>
                    <a:pt x="7498" y="1"/>
                  </a:cubicBezTo>
                  <a:close/>
                  <a:moveTo>
                    <a:pt x="7468" y="90"/>
                  </a:moveTo>
                  <a:cubicBezTo>
                    <a:pt x="7453" y="90"/>
                    <a:pt x="7438" y="105"/>
                    <a:pt x="7438" y="105"/>
                  </a:cubicBezTo>
                  <a:cubicBezTo>
                    <a:pt x="7438" y="120"/>
                    <a:pt x="7453" y="135"/>
                    <a:pt x="7453" y="135"/>
                  </a:cubicBezTo>
                  <a:cubicBezTo>
                    <a:pt x="7468" y="135"/>
                    <a:pt x="7483" y="135"/>
                    <a:pt x="7513" y="120"/>
                  </a:cubicBezTo>
                  <a:cubicBezTo>
                    <a:pt x="7483" y="105"/>
                    <a:pt x="7483" y="90"/>
                    <a:pt x="7468" y="90"/>
                  </a:cubicBezTo>
                  <a:close/>
                  <a:moveTo>
                    <a:pt x="7871" y="120"/>
                  </a:moveTo>
                  <a:lnTo>
                    <a:pt x="7826" y="165"/>
                  </a:lnTo>
                  <a:lnTo>
                    <a:pt x="7812" y="165"/>
                  </a:lnTo>
                  <a:cubicBezTo>
                    <a:pt x="7782" y="299"/>
                    <a:pt x="7916" y="255"/>
                    <a:pt x="7976" y="284"/>
                  </a:cubicBezTo>
                  <a:cubicBezTo>
                    <a:pt x="7931" y="240"/>
                    <a:pt x="7886" y="210"/>
                    <a:pt x="7841" y="165"/>
                  </a:cubicBezTo>
                  <a:cubicBezTo>
                    <a:pt x="7856" y="165"/>
                    <a:pt x="7871" y="150"/>
                    <a:pt x="7886" y="150"/>
                  </a:cubicBezTo>
                  <a:cubicBezTo>
                    <a:pt x="7886" y="150"/>
                    <a:pt x="7871" y="135"/>
                    <a:pt x="7871" y="120"/>
                  </a:cubicBezTo>
                  <a:close/>
                  <a:moveTo>
                    <a:pt x="7184" y="269"/>
                  </a:moveTo>
                  <a:lnTo>
                    <a:pt x="7199" y="299"/>
                  </a:lnTo>
                  <a:cubicBezTo>
                    <a:pt x="7184" y="284"/>
                    <a:pt x="7184" y="284"/>
                    <a:pt x="7184" y="269"/>
                  </a:cubicBezTo>
                  <a:close/>
                  <a:moveTo>
                    <a:pt x="6169" y="583"/>
                  </a:moveTo>
                  <a:lnTo>
                    <a:pt x="6198" y="598"/>
                  </a:lnTo>
                  <a:cubicBezTo>
                    <a:pt x="6198" y="613"/>
                    <a:pt x="6184" y="613"/>
                    <a:pt x="6184" y="613"/>
                  </a:cubicBezTo>
                  <a:lnTo>
                    <a:pt x="6169" y="583"/>
                  </a:lnTo>
                  <a:close/>
                  <a:moveTo>
                    <a:pt x="7005" y="613"/>
                  </a:moveTo>
                  <a:cubicBezTo>
                    <a:pt x="6990" y="628"/>
                    <a:pt x="6990" y="643"/>
                    <a:pt x="6975" y="643"/>
                  </a:cubicBezTo>
                  <a:cubicBezTo>
                    <a:pt x="6990" y="643"/>
                    <a:pt x="7005" y="658"/>
                    <a:pt x="7005" y="658"/>
                  </a:cubicBezTo>
                  <a:cubicBezTo>
                    <a:pt x="7020" y="658"/>
                    <a:pt x="7035" y="643"/>
                    <a:pt x="7050" y="628"/>
                  </a:cubicBezTo>
                  <a:cubicBezTo>
                    <a:pt x="7020" y="628"/>
                    <a:pt x="7005" y="613"/>
                    <a:pt x="7005" y="613"/>
                  </a:cubicBezTo>
                  <a:close/>
                  <a:moveTo>
                    <a:pt x="5357" y="713"/>
                  </a:moveTo>
                  <a:lnTo>
                    <a:pt x="5362" y="718"/>
                  </a:lnTo>
                  <a:lnTo>
                    <a:pt x="5347" y="718"/>
                  </a:lnTo>
                  <a:cubicBezTo>
                    <a:pt x="5350" y="716"/>
                    <a:pt x="5354" y="714"/>
                    <a:pt x="5357" y="713"/>
                  </a:cubicBezTo>
                  <a:close/>
                  <a:moveTo>
                    <a:pt x="5437" y="673"/>
                  </a:moveTo>
                  <a:cubicBezTo>
                    <a:pt x="5422" y="688"/>
                    <a:pt x="5392" y="703"/>
                    <a:pt x="5377" y="718"/>
                  </a:cubicBezTo>
                  <a:cubicBezTo>
                    <a:pt x="5373" y="713"/>
                    <a:pt x="5369" y="710"/>
                    <a:pt x="5367" y="707"/>
                  </a:cubicBezTo>
                  <a:lnTo>
                    <a:pt x="5367" y="707"/>
                  </a:lnTo>
                  <a:cubicBezTo>
                    <a:pt x="5390" y="696"/>
                    <a:pt x="5414" y="684"/>
                    <a:pt x="5437" y="673"/>
                  </a:cubicBezTo>
                  <a:close/>
                  <a:moveTo>
                    <a:pt x="5019" y="882"/>
                  </a:moveTo>
                  <a:cubicBezTo>
                    <a:pt x="5011" y="889"/>
                    <a:pt x="5007" y="893"/>
                    <a:pt x="5005" y="893"/>
                  </a:cubicBezTo>
                  <a:cubicBezTo>
                    <a:pt x="5004" y="893"/>
                    <a:pt x="5004" y="889"/>
                    <a:pt x="5004" y="882"/>
                  </a:cubicBezTo>
                  <a:close/>
                  <a:moveTo>
                    <a:pt x="1150" y="2704"/>
                  </a:moveTo>
                  <a:lnTo>
                    <a:pt x="1135" y="2734"/>
                  </a:lnTo>
                  <a:cubicBezTo>
                    <a:pt x="1135" y="2719"/>
                    <a:pt x="1135" y="2719"/>
                    <a:pt x="1150" y="2704"/>
                  </a:cubicBezTo>
                  <a:close/>
                  <a:moveTo>
                    <a:pt x="1718" y="2928"/>
                  </a:moveTo>
                  <a:cubicBezTo>
                    <a:pt x="1673" y="2973"/>
                    <a:pt x="1628" y="3018"/>
                    <a:pt x="1598" y="3062"/>
                  </a:cubicBezTo>
                  <a:lnTo>
                    <a:pt x="1628" y="3062"/>
                  </a:lnTo>
                  <a:cubicBezTo>
                    <a:pt x="1658" y="3033"/>
                    <a:pt x="1703" y="2988"/>
                    <a:pt x="1748" y="2958"/>
                  </a:cubicBezTo>
                  <a:cubicBezTo>
                    <a:pt x="1733" y="2943"/>
                    <a:pt x="1718" y="2943"/>
                    <a:pt x="1718" y="2928"/>
                  </a:cubicBezTo>
                  <a:close/>
                  <a:moveTo>
                    <a:pt x="8767" y="3779"/>
                  </a:moveTo>
                  <a:cubicBezTo>
                    <a:pt x="8752" y="3779"/>
                    <a:pt x="8723" y="3809"/>
                    <a:pt x="8708" y="3824"/>
                  </a:cubicBezTo>
                  <a:cubicBezTo>
                    <a:pt x="8767" y="3839"/>
                    <a:pt x="8812" y="3869"/>
                    <a:pt x="8857" y="3899"/>
                  </a:cubicBezTo>
                  <a:cubicBezTo>
                    <a:pt x="8872" y="3884"/>
                    <a:pt x="8872" y="3869"/>
                    <a:pt x="8887" y="3854"/>
                  </a:cubicBezTo>
                  <a:cubicBezTo>
                    <a:pt x="8842" y="3824"/>
                    <a:pt x="8812" y="3794"/>
                    <a:pt x="8767" y="3779"/>
                  </a:cubicBezTo>
                  <a:close/>
                  <a:moveTo>
                    <a:pt x="6527" y="3929"/>
                  </a:moveTo>
                  <a:lnTo>
                    <a:pt x="6497" y="3944"/>
                  </a:lnTo>
                  <a:cubicBezTo>
                    <a:pt x="6497" y="3929"/>
                    <a:pt x="6512" y="3929"/>
                    <a:pt x="6527" y="3929"/>
                  </a:cubicBezTo>
                  <a:close/>
                  <a:moveTo>
                    <a:pt x="8125" y="3914"/>
                  </a:moveTo>
                  <a:lnTo>
                    <a:pt x="8080" y="3944"/>
                  </a:lnTo>
                  <a:cubicBezTo>
                    <a:pt x="8095" y="3929"/>
                    <a:pt x="8110" y="3914"/>
                    <a:pt x="8125" y="3914"/>
                  </a:cubicBezTo>
                  <a:close/>
                  <a:moveTo>
                    <a:pt x="9096" y="3929"/>
                  </a:moveTo>
                  <a:cubicBezTo>
                    <a:pt x="9096" y="3929"/>
                    <a:pt x="9111" y="3929"/>
                    <a:pt x="9111" y="3944"/>
                  </a:cubicBezTo>
                  <a:lnTo>
                    <a:pt x="9096" y="3929"/>
                  </a:lnTo>
                  <a:close/>
                  <a:moveTo>
                    <a:pt x="11050" y="3892"/>
                  </a:moveTo>
                  <a:cubicBezTo>
                    <a:pt x="11037" y="3892"/>
                    <a:pt x="11025" y="3918"/>
                    <a:pt x="11008" y="3944"/>
                  </a:cubicBezTo>
                  <a:lnTo>
                    <a:pt x="11082" y="3944"/>
                  </a:lnTo>
                  <a:cubicBezTo>
                    <a:pt x="11070" y="3906"/>
                    <a:pt x="11060" y="3892"/>
                    <a:pt x="11050" y="3892"/>
                  </a:cubicBezTo>
                  <a:close/>
                  <a:moveTo>
                    <a:pt x="9230" y="3951"/>
                  </a:moveTo>
                  <a:lnTo>
                    <a:pt x="9245" y="3959"/>
                  </a:lnTo>
                  <a:cubicBezTo>
                    <a:pt x="9238" y="3959"/>
                    <a:pt x="9234" y="3955"/>
                    <a:pt x="9230" y="3951"/>
                  </a:cubicBezTo>
                  <a:close/>
                  <a:moveTo>
                    <a:pt x="866" y="3974"/>
                  </a:moveTo>
                  <a:cubicBezTo>
                    <a:pt x="851" y="4003"/>
                    <a:pt x="837" y="4033"/>
                    <a:pt x="822" y="4048"/>
                  </a:cubicBezTo>
                  <a:cubicBezTo>
                    <a:pt x="837" y="4063"/>
                    <a:pt x="851" y="4063"/>
                    <a:pt x="851" y="4078"/>
                  </a:cubicBezTo>
                  <a:cubicBezTo>
                    <a:pt x="866" y="4048"/>
                    <a:pt x="881" y="4018"/>
                    <a:pt x="896" y="3989"/>
                  </a:cubicBezTo>
                  <a:cubicBezTo>
                    <a:pt x="881" y="3989"/>
                    <a:pt x="881" y="3989"/>
                    <a:pt x="866" y="3974"/>
                  </a:cubicBezTo>
                  <a:close/>
                  <a:moveTo>
                    <a:pt x="9066" y="4048"/>
                  </a:moveTo>
                  <a:lnTo>
                    <a:pt x="9081" y="4063"/>
                  </a:lnTo>
                  <a:lnTo>
                    <a:pt x="9066" y="4078"/>
                  </a:lnTo>
                  <a:cubicBezTo>
                    <a:pt x="9066" y="4078"/>
                    <a:pt x="9066" y="4063"/>
                    <a:pt x="9066" y="4048"/>
                  </a:cubicBezTo>
                  <a:close/>
                  <a:moveTo>
                    <a:pt x="11207" y="4009"/>
                  </a:moveTo>
                  <a:cubicBezTo>
                    <a:pt x="11186" y="4009"/>
                    <a:pt x="11159" y="4031"/>
                    <a:pt x="11112" y="4078"/>
                  </a:cubicBezTo>
                  <a:cubicBezTo>
                    <a:pt x="11172" y="4078"/>
                    <a:pt x="11217" y="4063"/>
                    <a:pt x="11262" y="4063"/>
                  </a:cubicBezTo>
                  <a:cubicBezTo>
                    <a:pt x="11240" y="4028"/>
                    <a:pt x="11226" y="4009"/>
                    <a:pt x="11207" y="4009"/>
                  </a:cubicBezTo>
                  <a:close/>
                  <a:moveTo>
                    <a:pt x="10918" y="4018"/>
                  </a:moveTo>
                  <a:cubicBezTo>
                    <a:pt x="10888" y="4033"/>
                    <a:pt x="10858" y="4048"/>
                    <a:pt x="10829" y="4063"/>
                  </a:cubicBezTo>
                  <a:cubicBezTo>
                    <a:pt x="10829" y="4063"/>
                    <a:pt x="10844" y="4093"/>
                    <a:pt x="10844" y="4093"/>
                  </a:cubicBezTo>
                  <a:cubicBezTo>
                    <a:pt x="10873" y="4078"/>
                    <a:pt x="10903" y="4063"/>
                    <a:pt x="10933" y="4063"/>
                  </a:cubicBezTo>
                  <a:cubicBezTo>
                    <a:pt x="10933" y="4048"/>
                    <a:pt x="10933" y="4033"/>
                    <a:pt x="10918" y="4018"/>
                  </a:cubicBezTo>
                  <a:close/>
                  <a:moveTo>
                    <a:pt x="11336" y="4018"/>
                  </a:moveTo>
                  <a:cubicBezTo>
                    <a:pt x="11336" y="4033"/>
                    <a:pt x="11321" y="4033"/>
                    <a:pt x="11321" y="4048"/>
                  </a:cubicBezTo>
                  <a:cubicBezTo>
                    <a:pt x="11321" y="4063"/>
                    <a:pt x="11336" y="4078"/>
                    <a:pt x="11336" y="4093"/>
                  </a:cubicBezTo>
                  <a:cubicBezTo>
                    <a:pt x="11351" y="4078"/>
                    <a:pt x="11351" y="4063"/>
                    <a:pt x="11366" y="4048"/>
                  </a:cubicBezTo>
                  <a:cubicBezTo>
                    <a:pt x="11366" y="4048"/>
                    <a:pt x="11351" y="4033"/>
                    <a:pt x="11336" y="4018"/>
                  </a:cubicBezTo>
                  <a:close/>
                  <a:moveTo>
                    <a:pt x="12352" y="4048"/>
                  </a:moveTo>
                  <a:cubicBezTo>
                    <a:pt x="12367" y="4063"/>
                    <a:pt x="12382" y="4078"/>
                    <a:pt x="12382" y="4093"/>
                  </a:cubicBezTo>
                  <a:cubicBezTo>
                    <a:pt x="12397" y="4093"/>
                    <a:pt x="12397" y="4078"/>
                    <a:pt x="12412" y="4063"/>
                  </a:cubicBezTo>
                  <a:cubicBezTo>
                    <a:pt x="12382" y="4063"/>
                    <a:pt x="12367" y="4048"/>
                    <a:pt x="12352" y="4048"/>
                  </a:cubicBezTo>
                  <a:close/>
                  <a:moveTo>
                    <a:pt x="12352" y="4003"/>
                  </a:moveTo>
                  <a:cubicBezTo>
                    <a:pt x="12337" y="4003"/>
                    <a:pt x="12322" y="4018"/>
                    <a:pt x="12307" y="4033"/>
                  </a:cubicBezTo>
                  <a:cubicBezTo>
                    <a:pt x="12307" y="4048"/>
                    <a:pt x="12307" y="4078"/>
                    <a:pt x="12292" y="4108"/>
                  </a:cubicBezTo>
                  <a:cubicBezTo>
                    <a:pt x="12322" y="4093"/>
                    <a:pt x="12337" y="4078"/>
                    <a:pt x="12352" y="4048"/>
                  </a:cubicBezTo>
                  <a:cubicBezTo>
                    <a:pt x="12352" y="4033"/>
                    <a:pt x="12352" y="4018"/>
                    <a:pt x="12352" y="4003"/>
                  </a:cubicBezTo>
                  <a:close/>
                  <a:moveTo>
                    <a:pt x="11486" y="4033"/>
                  </a:moveTo>
                  <a:cubicBezTo>
                    <a:pt x="11486" y="4063"/>
                    <a:pt x="11351" y="4138"/>
                    <a:pt x="11501" y="4138"/>
                  </a:cubicBezTo>
                  <a:cubicBezTo>
                    <a:pt x="11501" y="4108"/>
                    <a:pt x="11501" y="4063"/>
                    <a:pt x="11486" y="4033"/>
                  </a:cubicBezTo>
                  <a:close/>
                  <a:moveTo>
                    <a:pt x="6213" y="4153"/>
                  </a:moveTo>
                  <a:lnTo>
                    <a:pt x="6228" y="4168"/>
                  </a:lnTo>
                  <a:lnTo>
                    <a:pt x="6198" y="4168"/>
                  </a:lnTo>
                  <a:lnTo>
                    <a:pt x="6213" y="4153"/>
                  </a:lnTo>
                  <a:close/>
                  <a:moveTo>
                    <a:pt x="11008" y="4078"/>
                  </a:moveTo>
                  <a:lnTo>
                    <a:pt x="11008" y="4287"/>
                  </a:lnTo>
                  <a:cubicBezTo>
                    <a:pt x="11008" y="4287"/>
                    <a:pt x="11023" y="4302"/>
                    <a:pt x="11023" y="4302"/>
                  </a:cubicBezTo>
                  <a:lnTo>
                    <a:pt x="11112" y="4078"/>
                  </a:lnTo>
                  <a:close/>
                  <a:moveTo>
                    <a:pt x="11426" y="4242"/>
                  </a:moveTo>
                  <a:lnTo>
                    <a:pt x="11411" y="4302"/>
                  </a:lnTo>
                  <a:cubicBezTo>
                    <a:pt x="11426" y="4287"/>
                    <a:pt x="11426" y="4257"/>
                    <a:pt x="11426" y="4242"/>
                  </a:cubicBezTo>
                  <a:close/>
                  <a:moveTo>
                    <a:pt x="12382" y="4302"/>
                  </a:moveTo>
                  <a:lnTo>
                    <a:pt x="12382" y="4302"/>
                  </a:lnTo>
                  <a:cubicBezTo>
                    <a:pt x="12367" y="4317"/>
                    <a:pt x="12367" y="4332"/>
                    <a:pt x="12352" y="4332"/>
                  </a:cubicBezTo>
                  <a:lnTo>
                    <a:pt x="12382" y="4302"/>
                  </a:lnTo>
                  <a:close/>
                  <a:moveTo>
                    <a:pt x="11217" y="4183"/>
                  </a:moveTo>
                  <a:cubicBezTo>
                    <a:pt x="11217" y="4198"/>
                    <a:pt x="11217" y="4227"/>
                    <a:pt x="11217" y="4242"/>
                  </a:cubicBezTo>
                  <a:cubicBezTo>
                    <a:pt x="11262" y="4272"/>
                    <a:pt x="11321" y="4302"/>
                    <a:pt x="11366" y="4332"/>
                  </a:cubicBezTo>
                  <a:cubicBezTo>
                    <a:pt x="11381" y="4347"/>
                    <a:pt x="11396" y="4377"/>
                    <a:pt x="11411" y="4392"/>
                  </a:cubicBezTo>
                  <a:cubicBezTo>
                    <a:pt x="11411" y="4362"/>
                    <a:pt x="11411" y="4332"/>
                    <a:pt x="11411" y="4302"/>
                  </a:cubicBezTo>
                  <a:cubicBezTo>
                    <a:pt x="11396" y="4287"/>
                    <a:pt x="11411" y="4272"/>
                    <a:pt x="11426" y="4242"/>
                  </a:cubicBezTo>
                  <a:lnTo>
                    <a:pt x="11426" y="4242"/>
                  </a:lnTo>
                  <a:cubicBezTo>
                    <a:pt x="11426" y="4242"/>
                    <a:pt x="11426" y="4242"/>
                    <a:pt x="11426" y="4242"/>
                  </a:cubicBezTo>
                  <a:lnTo>
                    <a:pt x="11426" y="4242"/>
                  </a:lnTo>
                  <a:lnTo>
                    <a:pt x="11426" y="4242"/>
                  </a:lnTo>
                  <a:cubicBezTo>
                    <a:pt x="11426" y="4242"/>
                    <a:pt x="11426" y="4227"/>
                    <a:pt x="11426" y="4227"/>
                  </a:cubicBezTo>
                  <a:lnTo>
                    <a:pt x="11217" y="4183"/>
                  </a:lnTo>
                  <a:close/>
                  <a:moveTo>
                    <a:pt x="14070" y="4437"/>
                  </a:moveTo>
                  <a:cubicBezTo>
                    <a:pt x="14070" y="4452"/>
                    <a:pt x="14070" y="4452"/>
                    <a:pt x="14055" y="4452"/>
                  </a:cubicBezTo>
                  <a:cubicBezTo>
                    <a:pt x="14055" y="4452"/>
                    <a:pt x="14070" y="4437"/>
                    <a:pt x="14070" y="4437"/>
                  </a:cubicBezTo>
                  <a:close/>
                  <a:moveTo>
                    <a:pt x="14757" y="4556"/>
                  </a:moveTo>
                  <a:cubicBezTo>
                    <a:pt x="14742" y="4571"/>
                    <a:pt x="14727" y="4571"/>
                    <a:pt x="14727" y="4586"/>
                  </a:cubicBezTo>
                  <a:cubicBezTo>
                    <a:pt x="14727" y="4601"/>
                    <a:pt x="14742" y="4616"/>
                    <a:pt x="14742" y="4631"/>
                  </a:cubicBezTo>
                  <a:cubicBezTo>
                    <a:pt x="14757" y="4601"/>
                    <a:pt x="14757" y="4586"/>
                    <a:pt x="14757" y="4556"/>
                  </a:cubicBezTo>
                  <a:close/>
                  <a:moveTo>
                    <a:pt x="2091" y="4676"/>
                  </a:moveTo>
                  <a:cubicBezTo>
                    <a:pt x="2106" y="4676"/>
                    <a:pt x="2121" y="4691"/>
                    <a:pt x="2121" y="4691"/>
                  </a:cubicBezTo>
                  <a:lnTo>
                    <a:pt x="2091" y="4676"/>
                  </a:lnTo>
                  <a:close/>
                  <a:moveTo>
                    <a:pt x="1270" y="4691"/>
                  </a:moveTo>
                  <a:lnTo>
                    <a:pt x="1270" y="4705"/>
                  </a:lnTo>
                  <a:lnTo>
                    <a:pt x="1210" y="4720"/>
                  </a:lnTo>
                  <a:cubicBezTo>
                    <a:pt x="1225" y="4705"/>
                    <a:pt x="1255" y="4705"/>
                    <a:pt x="1270" y="4691"/>
                  </a:cubicBezTo>
                  <a:close/>
                  <a:moveTo>
                    <a:pt x="14383" y="4780"/>
                  </a:moveTo>
                  <a:lnTo>
                    <a:pt x="14383" y="4795"/>
                  </a:lnTo>
                  <a:lnTo>
                    <a:pt x="14368" y="4780"/>
                  </a:lnTo>
                  <a:close/>
                  <a:moveTo>
                    <a:pt x="15100" y="4855"/>
                  </a:moveTo>
                  <a:lnTo>
                    <a:pt x="15100" y="4855"/>
                  </a:lnTo>
                  <a:cubicBezTo>
                    <a:pt x="15115" y="4870"/>
                    <a:pt x="15130" y="4885"/>
                    <a:pt x="15145" y="4900"/>
                  </a:cubicBezTo>
                  <a:cubicBezTo>
                    <a:pt x="15115" y="4900"/>
                    <a:pt x="15100" y="4885"/>
                    <a:pt x="15100" y="4855"/>
                  </a:cubicBezTo>
                  <a:close/>
                  <a:moveTo>
                    <a:pt x="15190" y="5004"/>
                  </a:moveTo>
                  <a:lnTo>
                    <a:pt x="15190" y="5019"/>
                  </a:lnTo>
                  <a:lnTo>
                    <a:pt x="15175" y="5004"/>
                  </a:lnTo>
                  <a:close/>
                  <a:moveTo>
                    <a:pt x="14906" y="5183"/>
                  </a:moveTo>
                  <a:cubicBezTo>
                    <a:pt x="14891" y="5198"/>
                    <a:pt x="14891" y="5213"/>
                    <a:pt x="14876" y="5213"/>
                  </a:cubicBezTo>
                  <a:cubicBezTo>
                    <a:pt x="14891" y="5228"/>
                    <a:pt x="14891" y="5228"/>
                    <a:pt x="14906" y="5243"/>
                  </a:cubicBezTo>
                  <a:cubicBezTo>
                    <a:pt x="14921" y="5228"/>
                    <a:pt x="14921" y="5213"/>
                    <a:pt x="14936" y="5213"/>
                  </a:cubicBezTo>
                  <a:cubicBezTo>
                    <a:pt x="14921" y="5198"/>
                    <a:pt x="14906" y="5183"/>
                    <a:pt x="14906" y="5183"/>
                  </a:cubicBezTo>
                  <a:close/>
                  <a:moveTo>
                    <a:pt x="7319" y="45"/>
                  </a:moveTo>
                  <a:cubicBezTo>
                    <a:pt x="7274" y="60"/>
                    <a:pt x="7244" y="60"/>
                    <a:pt x="7214" y="60"/>
                  </a:cubicBezTo>
                  <a:cubicBezTo>
                    <a:pt x="7139" y="75"/>
                    <a:pt x="7080" y="90"/>
                    <a:pt x="7005" y="120"/>
                  </a:cubicBezTo>
                  <a:lnTo>
                    <a:pt x="6960" y="120"/>
                  </a:lnTo>
                  <a:cubicBezTo>
                    <a:pt x="6915" y="135"/>
                    <a:pt x="6856" y="150"/>
                    <a:pt x="6796" y="165"/>
                  </a:cubicBezTo>
                  <a:cubicBezTo>
                    <a:pt x="6781" y="195"/>
                    <a:pt x="6751" y="210"/>
                    <a:pt x="6736" y="225"/>
                  </a:cubicBezTo>
                  <a:cubicBezTo>
                    <a:pt x="6734" y="230"/>
                    <a:pt x="6730" y="232"/>
                    <a:pt x="6725" y="232"/>
                  </a:cubicBezTo>
                  <a:cubicBezTo>
                    <a:pt x="6700" y="232"/>
                    <a:pt x="6647" y="192"/>
                    <a:pt x="6624" y="192"/>
                  </a:cubicBezTo>
                  <a:cubicBezTo>
                    <a:pt x="6608" y="192"/>
                    <a:pt x="6608" y="213"/>
                    <a:pt x="6647" y="284"/>
                  </a:cubicBezTo>
                  <a:lnTo>
                    <a:pt x="6572" y="299"/>
                  </a:lnTo>
                  <a:cubicBezTo>
                    <a:pt x="6549" y="262"/>
                    <a:pt x="6512" y="243"/>
                    <a:pt x="6465" y="243"/>
                  </a:cubicBezTo>
                  <a:cubicBezTo>
                    <a:pt x="6419" y="243"/>
                    <a:pt x="6363" y="262"/>
                    <a:pt x="6303" y="299"/>
                  </a:cubicBezTo>
                  <a:cubicBezTo>
                    <a:pt x="6303" y="314"/>
                    <a:pt x="6303" y="329"/>
                    <a:pt x="6303" y="329"/>
                  </a:cubicBezTo>
                  <a:cubicBezTo>
                    <a:pt x="6288" y="344"/>
                    <a:pt x="6269" y="348"/>
                    <a:pt x="6251" y="348"/>
                  </a:cubicBezTo>
                  <a:cubicBezTo>
                    <a:pt x="6232" y="348"/>
                    <a:pt x="6213" y="344"/>
                    <a:pt x="6198" y="344"/>
                  </a:cubicBezTo>
                  <a:cubicBezTo>
                    <a:pt x="6094" y="359"/>
                    <a:pt x="5989" y="374"/>
                    <a:pt x="5900" y="389"/>
                  </a:cubicBezTo>
                  <a:cubicBezTo>
                    <a:pt x="5885" y="404"/>
                    <a:pt x="5885" y="404"/>
                    <a:pt x="5885" y="419"/>
                  </a:cubicBezTo>
                  <a:lnTo>
                    <a:pt x="5840" y="523"/>
                  </a:lnTo>
                  <a:cubicBezTo>
                    <a:pt x="5829" y="468"/>
                    <a:pt x="5810" y="437"/>
                    <a:pt x="5770" y="437"/>
                  </a:cubicBezTo>
                  <a:cubicBezTo>
                    <a:pt x="5756" y="437"/>
                    <a:pt x="5740" y="441"/>
                    <a:pt x="5721" y="449"/>
                  </a:cubicBezTo>
                  <a:cubicBezTo>
                    <a:pt x="5556" y="494"/>
                    <a:pt x="5392" y="538"/>
                    <a:pt x="5228" y="568"/>
                  </a:cubicBezTo>
                  <a:lnTo>
                    <a:pt x="5228" y="583"/>
                  </a:lnTo>
                  <a:cubicBezTo>
                    <a:pt x="5138" y="598"/>
                    <a:pt x="5048" y="643"/>
                    <a:pt x="4959" y="658"/>
                  </a:cubicBezTo>
                  <a:cubicBezTo>
                    <a:pt x="4914" y="673"/>
                    <a:pt x="4869" y="688"/>
                    <a:pt x="4839" y="703"/>
                  </a:cubicBezTo>
                  <a:cubicBezTo>
                    <a:pt x="4690" y="747"/>
                    <a:pt x="4526" y="792"/>
                    <a:pt x="4376" y="837"/>
                  </a:cubicBezTo>
                  <a:cubicBezTo>
                    <a:pt x="4272" y="882"/>
                    <a:pt x="4182" y="927"/>
                    <a:pt x="4078" y="971"/>
                  </a:cubicBezTo>
                  <a:cubicBezTo>
                    <a:pt x="4018" y="986"/>
                    <a:pt x="3958" y="1001"/>
                    <a:pt x="3913" y="1016"/>
                  </a:cubicBezTo>
                  <a:lnTo>
                    <a:pt x="3898" y="1016"/>
                  </a:lnTo>
                  <a:cubicBezTo>
                    <a:pt x="3854" y="1046"/>
                    <a:pt x="3809" y="1076"/>
                    <a:pt x="3764" y="1091"/>
                  </a:cubicBezTo>
                  <a:lnTo>
                    <a:pt x="3749" y="1091"/>
                  </a:lnTo>
                  <a:cubicBezTo>
                    <a:pt x="3689" y="1121"/>
                    <a:pt x="3630" y="1136"/>
                    <a:pt x="3570" y="1166"/>
                  </a:cubicBezTo>
                  <a:cubicBezTo>
                    <a:pt x="3525" y="1196"/>
                    <a:pt x="3465" y="1225"/>
                    <a:pt x="3405" y="1255"/>
                  </a:cubicBezTo>
                  <a:cubicBezTo>
                    <a:pt x="3376" y="1285"/>
                    <a:pt x="3361" y="1300"/>
                    <a:pt x="3331" y="1315"/>
                  </a:cubicBezTo>
                  <a:lnTo>
                    <a:pt x="3331" y="1330"/>
                  </a:lnTo>
                  <a:cubicBezTo>
                    <a:pt x="3286" y="1315"/>
                    <a:pt x="3241" y="1315"/>
                    <a:pt x="3196" y="1315"/>
                  </a:cubicBezTo>
                  <a:cubicBezTo>
                    <a:pt x="2942" y="1375"/>
                    <a:pt x="2703" y="1464"/>
                    <a:pt x="2494" y="1629"/>
                  </a:cubicBezTo>
                  <a:lnTo>
                    <a:pt x="2509" y="1629"/>
                  </a:lnTo>
                  <a:cubicBezTo>
                    <a:pt x="2450" y="1629"/>
                    <a:pt x="2405" y="1644"/>
                    <a:pt x="2360" y="1659"/>
                  </a:cubicBezTo>
                  <a:cubicBezTo>
                    <a:pt x="2330" y="1673"/>
                    <a:pt x="2315" y="1703"/>
                    <a:pt x="2285" y="1733"/>
                  </a:cubicBezTo>
                  <a:cubicBezTo>
                    <a:pt x="2121" y="1823"/>
                    <a:pt x="1957" y="1912"/>
                    <a:pt x="1792" y="2017"/>
                  </a:cubicBezTo>
                  <a:cubicBezTo>
                    <a:pt x="1777" y="2010"/>
                    <a:pt x="1763" y="2006"/>
                    <a:pt x="1751" y="2006"/>
                  </a:cubicBezTo>
                  <a:cubicBezTo>
                    <a:pt x="1740" y="2006"/>
                    <a:pt x="1733" y="2010"/>
                    <a:pt x="1733" y="2017"/>
                  </a:cubicBezTo>
                  <a:cubicBezTo>
                    <a:pt x="1568" y="2166"/>
                    <a:pt x="1329" y="2226"/>
                    <a:pt x="1210" y="2420"/>
                  </a:cubicBezTo>
                  <a:cubicBezTo>
                    <a:pt x="1105" y="2525"/>
                    <a:pt x="986" y="2629"/>
                    <a:pt x="881" y="2734"/>
                  </a:cubicBezTo>
                  <a:cubicBezTo>
                    <a:pt x="807" y="2794"/>
                    <a:pt x="717" y="2853"/>
                    <a:pt x="642" y="2913"/>
                  </a:cubicBezTo>
                  <a:lnTo>
                    <a:pt x="627" y="2913"/>
                  </a:lnTo>
                  <a:cubicBezTo>
                    <a:pt x="523" y="3048"/>
                    <a:pt x="433" y="3182"/>
                    <a:pt x="329" y="3301"/>
                  </a:cubicBezTo>
                  <a:cubicBezTo>
                    <a:pt x="329" y="3376"/>
                    <a:pt x="314" y="3451"/>
                    <a:pt x="239" y="3481"/>
                  </a:cubicBezTo>
                  <a:cubicBezTo>
                    <a:pt x="239" y="3481"/>
                    <a:pt x="239" y="3526"/>
                    <a:pt x="239" y="3540"/>
                  </a:cubicBezTo>
                  <a:cubicBezTo>
                    <a:pt x="149" y="3585"/>
                    <a:pt x="120" y="3660"/>
                    <a:pt x="120" y="3750"/>
                  </a:cubicBezTo>
                  <a:lnTo>
                    <a:pt x="105" y="3750"/>
                  </a:lnTo>
                  <a:cubicBezTo>
                    <a:pt x="90" y="3809"/>
                    <a:pt x="75" y="3869"/>
                    <a:pt x="60" y="3944"/>
                  </a:cubicBezTo>
                  <a:cubicBezTo>
                    <a:pt x="75" y="3944"/>
                    <a:pt x="90" y="3959"/>
                    <a:pt x="120" y="3959"/>
                  </a:cubicBezTo>
                  <a:cubicBezTo>
                    <a:pt x="105" y="3959"/>
                    <a:pt x="93" y="3962"/>
                    <a:pt x="84" y="3962"/>
                  </a:cubicBezTo>
                  <a:cubicBezTo>
                    <a:pt x="75" y="3962"/>
                    <a:pt x="67" y="3959"/>
                    <a:pt x="60" y="3944"/>
                  </a:cubicBezTo>
                  <a:lnTo>
                    <a:pt x="30" y="3944"/>
                  </a:lnTo>
                  <a:cubicBezTo>
                    <a:pt x="15" y="3974"/>
                    <a:pt x="15" y="4018"/>
                    <a:pt x="0" y="4048"/>
                  </a:cubicBezTo>
                  <a:cubicBezTo>
                    <a:pt x="0" y="4093"/>
                    <a:pt x="0" y="4138"/>
                    <a:pt x="0" y="4183"/>
                  </a:cubicBezTo>
                  <a:lnTo>
                    <a:pt x="60" y="4093"/>
                  </a:lnTo>
                  <a:lnTo>
                    <a:pt x="60" y="4093"/>
                  </a:lnTo>
                  <a:cubicBezTo>
                    <a:pt x="45" y="4123"/>
                    <a:pt x="30" y="4153"/>
                    <a:pt x="0" y="4183"/>
                  </a:cubicBezTo>
                  <a:cubicBezTo>
                    <a:pt x="15" y="4213"/>
                    <a:pt x="15" y="4227"/>
                    <a:pt x="30" y="4242"/>
                  </a:cubicBezTo>
                  <a:lnTo>
                    <a:pt x="0" y="4362"/>
                  </a:lnTo>
                  <a:cubicBezTo>
                    <a:pt x="0" y="4377"/>
                    <a:pt x="0" y="4392"/>
                    <a:pt x="0" y="4407"/>
                  </a:cubicBezTo>
                  <a:cubicBezTo>
                    <a:pt x="15" y="4496"/>
                    <a:pt x="15" y="4571"/>
                    <a:pt x="30" y="4661"/>
                  </a:cubicBezTo>
                  <a:cubicBezTo>
                    <a:pt x="45" y="4735"/>
                    <a:pt x="75" y="4795"/>
                    <a:pt x="90" y="4870"/>
                  </a:cubicBezTo>
                  <a:cubicBezTo>
                    <a:pt x="90" y="4885"/>
                    <a:pt x="105" y="4900"/>
                    <a:pt x="105" y="4915"/>
                  </a:cubicBezTo>
                  <a:cubicBezTo>
                    <a:pt x="164" y="5019"/>
                    <a:pt x="239" y="5124"/>
                    <a:pt x="359" y="5154"/>
                  </a:cubicBezTo>
                  <a:cubicBezTo>
                    <a:pt x="388" y="5154"/>
                    <a:pt x="403" y="5168"/>
                    <a:pt x="418" y="5183"/>
                  </a:cubicBezTo>
                  <a:cubicBezTo>
                    <a:pt x="418" y="5198"/>
                    <a:pt x="403" y="5213"/>
                    <a:pt x="388" y="5228"/>
                  </a:cubicBezTo>
                  <a:cubicBezTo>
                    <a:pt x="418" y="5228"/>
                    <a:pt x="448" y="5228"/>
                    <a:pt x="463" y="5213"/>
                  </a:cubicBezTo>
                  <a:cubicBezTo>
                    <a:pt x="478" y="5213"/>
                    <a:pt x="493" y="5198"/>
                    <a:pt x="508" y="5183"/>
                  </a:cubicBezTo>
                  <a:cubicBezTo>
                    <a:pt x="524" y="5263"/>
                    <a:pt x="565" y="5279"/>
                    <a:pt x="611" y="5279"/>
                  </a:cubicBezTo>
                  <a:cubicBezTo>
                    <a:pt x="643" y="5279"/>
                    <a:pt x="678" y="5271"/>
                    <a:pt x="708" y="5271"/>
                  </a:cubicBezTo>
                  <a:cubicBezTo>
                    <a:pt x="716" y="5271"/>
                    <a:pt x="724" y="5271"/>
                    <a:pt x="732" y="5273"/>
                  </a:cubicBezTo>
                  <a:cubicBezTo>
                    <a:pt x="765" y="5276"/>
                    <a:pt x="798" y="5277"/>
                    <a:pt x="831" y="5277"/>
                  </a:cubicBezTo>
                  <a:cubicBezTo>
                    <a:pt x="962" y="5277"/>
                    <a:pt x="1093" y="5258"/>
                    <a:pt x="1225" y="5258"/>
                  </a:cubicBezTo>
                  <a:cubicBezTo>
                    <a:pt x="1285" y="5258"/>
                    <a:pt x="1329" y="5243"/>
                    <a:pt x="1374" y="5243"/>
                  </a:cubicBezTo>
                  <a:cubicBezTo>
                    <a:pt x="1407" y="5218"/>
                    <a:pt x="1435" y="5207"/>
                    <a:pt x="1467" y="5207"/>
                  </a:cubicBezTo>
                  <a:cubicBezTo>
                    <a:pt x="1492" y="5207"/>
                    <a:pt x="1520" y="5215"/>
                    <a:pt x="1553" y="5228"/>
                  </a:cubicBezTo>
                  <a:cubicBezTo>
                    <a:pt x="1556" y="5231"/>
                    <a:pt x="1560" y="5232"/>
                    <a:pt x="1564" y="5232"/>
                  </a:cubicBezTo>
                  <a:cubicBezTo>
                    <a:pt x="1580" y="5232"/>
                    <a:pt x="1604" y="5213"/>
                    <a:pt x="1628" y="5213"/>
                  </a:cubicBezTo>
                  <a:cubicBezTo>
                    <a:pt x="1673" y="5198"/>
                    <a:pt x="1718" y="5198"/>
                    <a:pt x="1763" y="5183"/>
                  </a:cubicBezTo>
                  <a:cubicBezTo>
                    <a:pt x="1792" y="5168"/>
                    <a:pt x="1822" y="5124"/>
                    <a:pt x="1852" y="5109"/>
                  </a:cubicBezTo>
                  <a:cubicBezTo>
                    <a:pt x="1852" y="5098"/>
                    <a:pt x="1867" y="5088"/>
                    <a:pt x="1876" y="5088"/>
                  </a:cubicBezTo>
                  <a:cubicBezTo>
                    <a:pt x="1879" y="5088"/>
                    <a:pt x="1882" y="5089"/>
                    <a:pt x="1882" y="5094"/>
                  </a:cubicBezTo>
                  <a:cubicBezTo>
                    <a:pt x="1916" y="5114"/>
                    <a:pt x="1949" y="5128"/>
                    <a:pt x="1981" y="5128"/>
                  </a:cubicBezTo>
                  <a:cubicBezTo>
                    <a:pt x="2021" y="5128"/>
                    <a:pt x="2058" y="5107"/>
                    <a:pt x="2091" y="5049"/>
                  </a:cubicBezTo>
                  <a:cubicBezTo>
                    <a:pt x="2121" y="5019"/>
                    <a:pt x="2240" y="4989"/>
                    <a:pt x="2240" y="4989"/>
                  </a:cubicBezTo>
                  <a:cubicBezTo>
                    <a:pt x="2278" y="5051"/>
                    <a:pt x="2318" y="5070"/>
                    <a:pt x="2361" y="5070"/>
                  </a:cubicBezTo>
                  <a:cubicBezTo>
                    <a:pt x="2422" y="5070"/>
                    <a:pt x="2491" y="5034"/>
                    <a:pt x="2569" y="5034"/>
                  </a:cubicBezTo>
                  <a:cubicBezTo>
                    <a:pt x="2509" y="5019"/>
                    <a:pt x="2479" y="5004"/>
                    <a:pt x="2450" y="4989"/>
                  </a:cubicBezTo>
                  <a:lnTo>
                    <a:pt x="2539" y="4989"/>
                  </a:lnTo>
                  <a:cubicBezTo>
                    <a:pt x="2599" y="4989"/>
                    <a:pt x="2659" y="4996"/>
                    <a:pt x="2714" y="4996"/>
                  </a:cubicBezTo>
                  <a:cubicBezTo>
                    <a:pt x="2742" y="4996"/>
                    <a:pt x="2768" y="4994"/>
                    <a:pt x="2793" y="4989"/>
                  </a:cubicBezTo>
                  <a:cubicBezTo>
                    <a:pt x="2868" y="4974"/>
                    <a:pt x="2913" y="4915"/>
                    <a:pt x="2972" y="4885"/>
                  </a:cubicBezTo>
                  <a:cubicBezTo>
                    <a:pt x="3002" y="4900"/>
                    <a:pt x="3032" y="4944"/>
                    <a:pt x="3062" y="4944"/>
                  </a:cubicBezTo>
                  <a:cubicBezTo>
                    <a:pt x="3167" y="4929"/>
                    <a:pt x="3256" y="4900"/>
                    <a:pt x="3361" y="4885"/>
                  </a:cubicBezTo>
                  <a:cubicBezTo>
                    <a:pt x="3376" y="4885"/>
                    <a:pt x="3405" y="4870"/>
                    <a:pt x="3435" y="4870"/>
                  </a:cubicBezTo>
                  <a:cubicBezTo>
                    <a:pt x="3465" y="4870"/>
                    <a:pt x="3510" y="4870"/>
                    <a:pt x="3525" y="4855"/>
                  </a:cubicBezTo>
                  <a:lnTo>
                    <a:pt x="3689" y="4825"/>
                  </a:lnTo>
                  <a:cubicBezTo>
                    <a:pt x="3749" y="4810"/>
                    <a:pt x="3794" y="4795"/>
                    <a:pt x="3839" y="4795"/>
                  </a:cubicBezTo>
                  <a:cubicBezTo>
                    <a:pt x="3854" y="4780"/>
                    <a:pt x="3854" y="4780"/>
                    <a:pt x="3868" y="4780"/>
                  </a:cubicBezTo>
                  <a:lnTo>
                    <a:pt x="3854" y="4795"/>
                  </a:lnTo>
                  <a:cubicBezTo>
                    <a:pt x="3868" y="4780"/>
                    <a:pt x="3898" y="4780"/>
                    <a:pt x="3928" y="4765"/>
                  </a:cubicBezTo>
                  <a:cubicBezTo>
                    <a:pt x="3943" y="4765"/>
                    <a:pt x="3958" y="4750"/>
                    <a:pt x="3973" y="4750"/>
                  </a:cubicBezTo>
                  <a:cubicBezTo>
                    <a:pt x="4003" y="4735"/>
                    <a:pt x="4048" y="4735"/>
                    <a:pt x="4063" y="4735"/>
                  </a:cubicBezTo>
                  <a:cubicBezTo>
                    <a:pt x="4101" y="4755"/>
                    <a:pt x="4134" y="4763"/>
                    <a:pt x="4162" y="4763"/>
                  </a:cubicBezTo>
                  <a:cubicBezTo>
                    <a:pt x="4222" y="4763"/>
                    <a:pt x="4266" y="4726"/>
                    <a:pt x="4317" y="4676"/>
                  </a:cubicBezTo>
                  <a:cubicBezTo>
                    <a:pt x="4361" y="4691"/>
                    <a:pt x="4406" y="4705"/>
                    <a:pt x="4451" y="4705"/>
                  </a:cubicBezTo>
                  <a:cubicBezTo>
                    <a:pt x="4466" y="4691"/>
                    <a:pt x="4481" y="4676"/>
                    <a:pt x="4511" y="4661"/>
                  </a:cubicBezTo>
                  <a:lnTo>
                    <a:pt x="4511" y="4661"/>
                  </a:lnTo>
                  <a:lnTo>
                    <a:pt x="4451" y="4705"/>
                  </a:lnTo>
                  <a:cubicBezTo>
                    <a:pt x="4526" y="4705"/>
                    <a:pt x="4600" y="4691"/>
                    <a:pt x="4675" y="4691"/>
                  </a:cubicBezTo>
                  <a:cubicBezTo>
                    <a:pt x="4719" y="4668"/>
                    <a:pt x="4764" y="4630"/>
                    <a:pt x="4814" y="4630"/>
                  </a:cubicBezTo>
                  <a:cubicBezTo>
                    <a:pt x="4832" y="4630"/>
                    <a:pt x="4850" y="4634"/>
                    <a:pt x="4869" y="4646"/>
                  </a:cubicBezTo>
                  <a:cubicBezTo>
                    <a:pt x="4871" y="4648"/>
                    <a:pt x="4874" y="4649"/>
                    <a:pt x="4877" y="4649"/>
                  </a:cubicBezTo>
                  <a:cubicBezTo>
                    <a:pt x="4896" y="4649"/>
                    <a:pt x="4933" y="4614"/>
                    <a:pt x="4959" y="4601"/>
                  </a:cubicBezTo>
                  <a:cubicBezTo>
                    <a:pt x="5019" y="4601"/>
                    <a:pt x="5078" y="4586"/>
                    <a:pt x="5138" y="4586"/>
                  </a:cubicBezTo>
                  <a:cubicBezTo>
                    <a:pt x="5183" y="4592"/>
                    <a:pt x="5224" y="4597"/>
                    <a:pt x="5262" y="4597"/>
                  </a:cubicBezTo>
                  <a:cubicBezTo>
                    <a:pt x="5325" y="4597"/>
                    <a:pt x="5381" y="4582"/>
                    <a:pt x="5437" y="4526"/>
                  </a:cubicBezTo>
                  <a:cubicBezTo>
                    <a:pt x="5441" y="4522"/>
                    <a:pt x="5448" y="4520"/>
                    <a:pt x="5456" y="4520"/>
                  </a:cubicBezTo>
                  <a:cubicBezTo>
                    <a:pt x="5477" y="4520"/>
                    <a:pt x="5505" y="4531"/>
                    <a:pt x="5526" y="4541"/>
                  </a:cubicBezTo>
                  <a:cubicBezTo>
                    <a:pt x="5586" y="4550"/>
                    <a:pt x="5646" y="4578"/>
                    <a:pt x="5703" y="4578"/>
                  </a:cubicBezTo>
                  <a:cubicBezTo>
                    <a:pt x="5746" y="4578"/>
                    <a:pt x="5787" y="4562"/>
                    <a:pt x="5825" y="4511"/>
                  </a:cubicBezTo>
                  <a:cubicBezTo>
                    <a:pt x="5855" y="4511"/>
                    <a:pt x="5885" y="4511"/>
                    <a:pt x="5915" y="4496"/>
                  </a:cubicBezTo>
                  <a:cubicBezTo>
                    <a:pt x="5974" y="4466"/>
                    <a:pt x="6049" y="4452"/>
                    <a:pt x="6109" y="4422"/>
                  </a:cubicBezTo>
                  <a:cubicBezTo>
                    <a:pt x="6154" y="4422"/>
                    <a:pt x="6198" y="4422"/>
                    <a:pt x="6243" y="4407"/>
                  </a:cubicBezTo>
                  <a:cubicBezTo>
                    <a:pt x="6273" y="4437"/>
                    <a:pt x="6318" y="4466"/>
                    <a:pt x="6348" y="4496"/>
                  </a:cubicBezTo>
                  <a:cubicBezTo>
                    <a:pt x="6423" y="4481"/>
                    <a:pt x="6497" y="4481"/>
                    <a:pt x="6572" y="4466"/>
                  </a:cubicBezTo>
                  <a:lnTo>
                    <a:pt x="6542" y="4422"/>
                  </a:lnTo>
                  <a:lnTo>
                    <a:pt x="6542" y="4422"/>
                  </a:lnTo>
                  <a:cubicBezTo>
                    <a:pt x="6557" y="4437"/>
                    <a:pt x="6572" y="4452"/>
                    <a:pt x="6572" y="4466"/>
                  </a:cubicBezTo>
                  <a:cubicBezTo>
                    <a:pt x="6751" y="4466"/>
                    <a:pt x="6915" y="4452"/>
                    <a:pt x="7080" y="4437"/>
                  </a:cubicBezTo>
                  <a:cubicBezTo>
                    <a:pt x="7095" y="4437"/>
                    <a:pt x="7110" y="4377"/>
                    <a:pt x="7124" y="4347"/>
                  </a:cubicBezTo>
                  <a:cubicBezTo>
                    <a:pt x="7124" y="4347"/>
                    <a:pt x="7124" y="4347"/>
                    <a:pt x="7124" y="4332"/>
                  </a:cubicBezTo>
                  <a:lnTo>
                    <a:pt x="7139" y="4332"/>
                  </a:lnTo>
                  <a:cubicBezTo>
                    <a:pt x="7169" y="4362"/>
                    <a:pt x="7214" y="4377"/>
                    <a:pt x="7259" y="4407"/>
                  </a:cubicBezTo>
                  <a:cubicBezTo>
                    <a:pt x="7259" y="4392"/>
                    <a:pt x="7289" y="4362"/>
                    <a:pt x="7319" y="4332"/>
                  </a:cubicBezTo>
                  <a:cubicBezTo>
                    <a:pt x="7363" y="4332"/>
                    <a:pt x="7393" y="4347"/>
                    <a:pt x="7423" y="4347"/>
                  </a:cubicBezTo>
                  <a:cubicBezTo>
                    <a:pt x="7393" y="4377"/>
                    <a:pt x="7363" y="4392"/>
                    <a:pt x="7319" y="4407"/>
                  </a:cubicBezTo>
                  <a:cubicBezTo>
                    <a:pt x="7334" y="4422"/>
                    <a:pt x="7349" y="4437"/>
                    <a:pt x="7349" y="4437"/>
                  </a:cubicBezTo>
                  <a:cubicBezTo>
                    <a:pt x="7408" y="4407"/>
                    <a:pt x="7453" y="4362"/>
                    <a:pt x="7513" y="4332"/>
                  </a:cubicBezTo>
                  <a:cubicBezTo>
                    <a:pt x="7513" y="4317"/>
                    <a:pt x="7528" y="4317"/>
                    <a:pt x="7528" y="4317"/>
                  </a:cubicBezTo>
                  <a:lnTo>
                    <a:pt x="7528" y="4317"/>
                  </a:lnTo>
                  <a:lnTo>
                    <a:pt x="7513" y="4332"/>
                  </a:lnTo>
                  <a:cubicBezTo>
                    <a:pt x="7525" y="4368"/>
                    <a:pt x="7537" y="4415"/>
                    <a:pt x="7581" y="4415"/>
                  </a:cubicBezTo>
                  <a:cubicBezTo>
                    <a:pt x="7592" y="4415"/>
                    <a:pt x="7603" y="4412"/>
                    <a:pt x="7617" y="4407"/>
                  </a:cubicBezTo>
                  <a:cubicBezTo>
                    <a:pt x="7627" y="4405"/>
                    <a:pt x="7637" y="4405"/>
                    <a:pt x="7648" y="4405"/>
                  </a:cubicBezTo>
                  <a:cubicBezTo>
                    <a:pt x="7702" y="4405"/>
                    <a:pt x="7762" y="4420"/>
                    <a:pt x="7818" y="4420"/>
                  </a:cubicBezTo>
                  <a:cubicBezTo>
                    <a:pt x="7877" y="4420"/>
                    <a:pt x="7933" y="4403"/>
                    <a:pt x="7976" y="4332"/>
                  </a:cubicBezTo>
                  <a:lnTo>
                    <a:pt x="8006" y="4332"/>
                  </a:lnTo>
                  <a:cubicBezTo>
                    <a:pt x="8006" y="4388"/>
                    <a:pt x="8013" y="4406"/>
                    <a:pt x="8023" y="4406"/>
                  </a:cubicBezTo>
                  <a:cubicBezTo>
                    <a:pt x="8041" y="4406"/>
                    <a:pt x="8071" y="4346"/>
                    <a:pt x="8091" y="4346"/>
                  </a:cubicBezTo>
                  <a:cubicBezTo>
                    <a:pt x="8093" y="4346"/>
                    <a:pt x="8094" y="4346"/>
                    <a:pt x="8095" y="4347"/>
                  </a:cubicBezTo>
                  <a:cubicBezTo>
                    <a:pt x="8140" y="4332"/>
                    <a:pt x="8185" y="4302"/>
                    <a:pt x="8230" y="4272"/>
                  </a:cubicBezTo>
                  <a:cubicBezTo>
                    <a:pt x="8275" y="4317"/>
                    <a:pt x="8334" y="4362"/>
                    <a:pt x="8409" y="4422"/>
                  </a:cubicBezTo>
                  <a:cubicBezTo>
                    <a:pt x="8394" y="4362"/>
                    <a:pt x="8379" y="4332"/>
                    <a:pt x="8364" y="4302"/>
                  </a:cubicBezTo>
                  <a:lnTo>
                    <a:pt x="8618" y="4302"/>
                  </a:lnTo>
                  <a:cubicBezTo>
                    <a:pt x="8663" y="4302"/>
                    <a:pt x="8693" y="4302"/>
                    <a:pt x="8723" y="4287"/>
                  </a:cubicBezTo>
                  <a:lnTo>
                    <a:pt x="8723" y="4287"/>
                  </a:lnTo>
                  <a:cubicBezTo>
                    <a:pt x="8723" y="4317"/>
                    <a:pt x="8708" y="4347"/>
                    <a:pt x="8708" y="4377"/>
                  </a:cubicBezTo>
                  <a:cubicBezTo>
                    <a:pt x="8733" y="4377"/>
                    <a:pt x="8759" y="4374"/>
                    <a:pt x="8780" y="4374"/>
                  </a:cubicBezTo>
                  <a:cubicBezTo>
                    <a:pt x="8821" y="4374"/>
                    <a:pt x="8837" y="4387"/>
                    <a:pt x="8767" y="4466"/>
                  </a:cubicBezTo>
                  <a:cubicBezTo>
                    <a:pt x="8767" y="4481"/>
                    <a:pt x="8782" y="4511"/>
                    <a:pt x="8782" y="4526"/>
                  </a:cubicBezTo>
                  <a:cubicBezTo>
                    <a:pt x="8872" y="4437"/>
                    <a:pt x="8962" y="4362"/>
                    <a:pt x="9066" y="4272"/>
                  </a:cubicBezTo>
                  <a:cubicBezTo>
                    <a:pt x="9081" y="4272"/>
                    <a:pt x="9096" y="4257"/>
                    <a:pt x="9111" y="4242"/>
                  </a:cubicBezTo>
                  <a:lnTo>
                    <a:pt x="9141" y="4242"/>
                  </a:lnTo>
                  <a:cubicBezTo>
                    <a:pt x="9216" y="4257"/>
                    <a:pt x="9290" y="4287"/>
                    <a:pt x="9365" y="4287"/>
                  </a:cubicBezTo>
                  <a:cubicBezTo>
                    <a:pt x="9374" y="4290"/>
                    <a:pt x="9382" y="4291"/>
                    <a:pt x="9390" y="4291"/>
                  </a:cubicBezTo>
                  <a:cubicBezTo>
                    <a:pt x="9422" y="4291"/>
                    <a:pt x="9449" y="4272"/>
                    <a:pt x="9484" y="4272"/>
                  </a:cubicBezTo>
                  <a:cubicBezTo>
                    <a:pt x="9470" y="4231"/>
                    <a:pt x="9469" y="4218"/>
                    <a:pt x="9477" y="4218"/>
                  </a:cubicBezTo>
                  <a:cubicBezTo>
                    <a:pt x="9486" y="4218"/>
                    <a:pt x="9505" y="4234"/>
                    <a:pt x="9529" y="4242"/>
                  </a:cubicBezTo>
                  <a:cubicBezTo>
                    <a:pt x="9604" y="4257"/>
                    <a:pt x="9679" y="4272"/>
                    <a:pt x="9753" y="4287"/>
                  </a:cubicBezTo>
                  <a:cubicBezTo>
                    <a:pt x="9775" y="4287"/>
                    <a:pt x="9781" y="4230"/>
                    <a:pt x="9806" y="4230"/>
                  </a:cubicBezTo>
                  <a:cubicBezTo>
                    <a:pt x="9816" y="4230"/>
                    <a:pt x="9827" y="4238"/>
                    <a:pt x="9843" y="4257"/>
                  </a:cubicBezTo>
                  <a:cubicBezTo>
                    <a:pt x="9868" y="4288"/>
                    <a:pt x="9889" y="4299"/>
                    <a:pt x="9907" y="4299"/>
                  </a:cubicBezTo>
                  <a:cubicBezTo>
                    <a:pt x="9941" y="4299"/>
                    <a:pt x="9968" y="4257"/>
                    <a:pt x="10007" y="4227"/>
                  </a:cubicBezTo>
                  <a:cubicBezTo>
                    <a:pt x="10008" y="4227"/>
                    <a:pt x="10009" y="4226"/>
                    <a:pt x="10010" y="4226"/>
                  </a:cubicBezTo>
                  <a:cubicBezTo>
                    <a:pt x="10022" y="4226"/>
                    <a:pt x="10050" y="4288"/>
                    <a:pt x="10097" y="4288"/>
                  </a:cubicBezTo>
                  <a:cubicBezTo>
                    <a:pt x="10114" y="4288"/>
                    <a:pt x="10134" y="4280"/>
                    <a:pt x="10156" y="4257"/>
                  </a:cubicBezTo>
                  <a:cubicBezTo>
                    <a:pt x="10156" y="4257"/>
                    <a:pt x="10156" y="4257"/>
                    <a:pt x="10156" y="4242"/>
                  </a:cubicBezTo>
                  <a:cubicBezTo>
                    <a:pt x="10216" y="4257"/>
                    <a:pt x="10291" y="4287"/>
                    <a:pt x="10351" y="4287"/>
                  </a:cubicBezTo>
                  <a:cubicBezTo>
                    <a:pt x="10404" y="4274"/>
                    <a:pt x="10455" y="4266"/>
                    <a:pt x="10505" y="4266"/>
                  </a:cubicBezTo>
                  <a:cubicBezTo>
                    <a:pt x="10567" y="4266"/>
                    <a:pt x="10628" y="4278"/>
                    <a:pt x="10694" y="4302"/>
                  </a:cubicBezTo>
                  <a:cubicBezTo>
                    <a:pt x="10694" y="4302"/>
                    <a:pt x="10724" y="4287"/>
                    <a:pt x="10739" y="4272"/>
                  </a:cubicBezTo>
                  <a:lnTo>
                    <a:pt x="10754" y="4272"/>
                  </a:lnTo>
                  <a:cubicBezTo>
                    <a:pt x="10799" y="4287"/>
                    <a:pt x="10844" y="4302"/>
                    <a:pt x="10873" y="4317"/>
                  </a:cubicBezTo>
                  <a:cubicBezTo>
                    <a:pt x="10888" y="4317"/>
                    <a:pt x="10903" y="4287"/>
                    <a:pt x="10903" y="4272"/>
                  </a:cubicBezTo>
                  <a:cubicBezTo>
                    <a:pt x="10858" y="4242"/>
                    <a:pt x="10814" y="4227"/>
                    <a:pt x="10769" y="4198"/>
                  </a:cubicBezTo>
                  <a:cubicBezTo>
                    <a:pt x="10769" y="4198"/>
                    <a:pt x="10769" y="4198"/>
                    <a:pt x="10754" y="4183"/>
                  </a:cubicBezTo>
                  <a:lnTo>
                    <a:pt x="10739" y="4138"/>
                  </a:lnTo>
                  <a:cubicBezTo>
                    <a:pt x="10754" y="4108"/>
                    <a:pt x="10769" y="4078"/>
                    <a:pt x="10784" y="4048"/>
                  </a:cubicBezTo>
                  <a:lnTo>
                    <a:pt x="10814" y="3944"/>
                  </a:lnTo>
                  <a:lnTo>
                    <a:pt x="10978" y="3944"/>
                  </a:lnTo>
                  <a:cubicBezTo>
                    <a:pt x="10978" y="3841"/>
                    <a:pt x="10971" y="3802"/>
                    <a:pt x="10889" y="3802"/>
                  </a:cubicBezTo>
                  <a:cubicBezTo>
                    <a:pt x="10852" y="3802"/>
                    <a:pt x="10799" y="3810"/>
                    <a:pt x="10724" y="3824"/>
                  </a:cubicBezTo>
                  <a:cubicBezTo>
                    <a:pt x="10769" y="3839"/>
                    <a:pt x="10784" y="3854"/>
                    <a:pt x="10814" y="3869"/>
                  </a:cubicBezTo>
                  <a:cubicBezTo>
                    <a:pt x="10784" y="3884"/>
                    <a:pt x="10754" y="3899"/>
                    <a:pt x="10724" y="3914"/>
                  </a:cubicBezTo>
                  <a:cubicBezTo>
                    <a:pt x="10672" y="3904"/>
                    <a:pt x="10621" y="3822"/>
                    <a:pt x="10564" y="3822"/>
                  </a:cubicBezTo>
                  <a:cubicBezTo>
                    <a:pt x="10539" y="3822"/>
                    <a:pt x="10513" y="3838"/>
                    <a:pt x="10485" y="3884"/>
                  </a:cubicBezTo>
                  <a:cubicBezTo>
                    <a:pt x="10395" y="3869"/>
                    <a:pt x="10306" y="3884"/>
                    <a:pt x="10261" y="3794"/>
                  </a:cubicBezTo>
                  <a:cubicBezTo>
                    <a:pt x="10257" y="3790"/>
                    <a:pt x="10247" y="3788"/>
                    <a:pt x="10235" y="3788"/>
                  </a:cubicBezTo>
                  <a:cubicBezTo>
                    <a:pt x="10205" y="3788"/>
                    <a:pt x="10158" y="3799"/>
                    <a:pt x="10127" y="3809"/>
                  </a:cubicBezTo>
                  <a:cubicBezTo>
                    <a:pt x="10112" y="3824"/>
                    <a:pt x="10082" y="3839"/>
                    <a:pt x="10067" y="3854"/>
                  </a:cubicBezTo>
                  <a:cubicBezTo>
                    <a:pt x="10037" y="3854"/>
                    <a:pt x="10007" y="3839"/>
                    <a:pt x="9992" y="3839"/>
                  </a:cubicBezTo>
                  <a:cubicBezTo>
                    <a:pt x="9962" y="3839"/>
                    <a:pt x="9947" y="3854"/>
                    <a:pt x="9917" y="3869"/>
                  </a:cubicBezTo>
                  <a:cubicBezTo>
                    <a:pt x="9947" y="3884"/>
                    <a:pt x="9962" y="3899"/>
                    <a:pt x="9992" y="3914"/>
                  </a:cubicBezTo>
                  <a:lnTo>
                    <a:pt x="10037" y="3914"/>
                  </a:lnTo>
                  <a:lnTo>
                    <a:pt x="10037" y="3944"/>
                  </a:lnTo>
                  <a:lnTo>
                    <a:pt x="9828" y="3944"/>
                  </a:lnTo>
                  <a:cubicBezTo>
                    <a:pt x="9813" y="3884"/>
                    <a:pt x="9798" y="3839"/>
                    <a:pt x="9783" y="3779"/>
                  </a:cubicBezTo>
                  <a:cubicBezTo>
                    <a:pt x="9768" y="3779"/>
                    <a:pt x="9753" y="3794"/>
                    <a:pt x="9738" y="3794"/>
                  </a:cubicBezTo>
                  <a:cubicBezTo>
                    <a:pt x="9753" y="3839"/>
                    <a:pt x="9753" y="3884"/>
                    <a:pt x="9768" y="3944"/>
                  </a:cubicBezTo>
                  <a:lnTo>
                    <a:pt x="9708" y="3944"/>
                  </a:lnTo>
                  <a:cubicBezTo>
                    <a:pt x="9664" y="3884"/>
                    <a:pt x="9708" y="3794"/>
                    <a:pt x="9634" y="3764"/>
                  </a:cubicBezTo>
                  <a:cubicBezTo>
                    <a:pt x="9625" y="3760"/>
                    <a:pt x="9617" y="3758"/>
                    <a:pt x="9611" y="3758"/>
                  </a:cubicBezTo>
                  <a:cubicBezTo>
                    <a:pt x="9595" y="3758"/>
                    <a:pt x="9585" y="3769"/>
                    <a:pt x="9574" y="3779"/>
                  </a:cubicBezTo>
                  <a:cubicBezTo>
                    <a:pt x="9544" y="3824"/>
                    <a:pt x="9514" y="3854"/>
                    <a:pt x="9484" y="3884"/>
                  </a:cubicBezTo>
                  <a:cubicBezTo>
                    <a:pt x="9469" y="3869"/>
                    <a:pt x="9454" y="3869"/>
                    <a:pt x="9440" y="3854"/>
                  </a:cubicBezTo>
                  <a:cubicBezTo>
                    <a:pt x="9415" y="3842"/>
                    <a:pt x="9381" y="3820"/>
                    <a:pt x="9361" y="3820"/>
                  </a:cubicBezTo>
                  <a:cubicBezTo>
                    <a:pt x="9357" y="3820"/>
                    <a:pt x="9353" y="3821"/>
                    <a:pt x="9350" y="3824"/>
                  </a:cubicBezTo>
                  <a:cubicBezTo>
                    <a:pt x="9320" y="3854"/>
                    <a:pt x="9305" y="3899"/>
                    <a:pt x="9275" y="3944"/>
                  </a:cubicBezTo>
                  <a:lnTo>
                    <a:pt x="9245" y="3944"/>
                  </a:lnTo>
                  <a:cubicBezTo>
                    <a:pt x="9228" y="3858"/>
                    <a:pt x="9211" y="3817"/>
                    <a:pt x="9174" y="3817"/>
                  </a:cubicBezTo>
                  <a:cubicBezTo>
                    <a:pt x="9147" y="3817"/>
                    <a:pt x="9108" y="3839"/>
                    <a:pt x="9051" y="3884"/>
                  </a:cubicBezTo>
                  <a:cubicBezTo>
                    <a:pt x="8991" y="3899"/>
                    <a:pt x="8947" y="3914"/>
                    <a:pt x="8887" y="3944"/>
                  </a:cubicBezTo>
                  <a:lnTo>
                    <a:pt x="8528" y="3944"/>
                  </a:lnTo>
                  <a:cubicBezTo>
                    <a:pt x="8543" y="3914"/>
                    <a:pt x="8573" y="3884"/>
                    <a:pt x="8588" y="3854"/>
                  </a:cubicBezTo>
                  <a:cubicBezTo>
                    <a:pt x="8558" y="3839"/>
                    <a:pt x="8528" y="3824"/>
                    <a:pt x="8499" y="3794"/>
                  </a:cubicBezTo>
                  <a:cubicBezTo>
                    <a:pt x="8364" y="3794"/>
                    <a:pt x="8364" y="3794"/>
                    <a:pt x="8394" y="3884"/>
                  </a:cubicBezTo>
                  <a:cubicBezTo>
                    <a:pt x="8394" y="3899"/>
                    <a:pt x="8394" y="3914"/>
                    <a:pt x="8394" y="3944"/>
                  </a:cubicBezTo>
                  <a:lnTo>
                    <a:pt x="8334" y="3944"/>
                  </a:lnTo>
                  <a:cubicBezTo>
                    <a:pt x="8319" y="3914"/>
                    <a:pt x="8304" y="3899"/>
                    <a:pt x="8289" y="3869"/>
                  </a:cubicBezTo>
                  <a:lnTo>
                    <a:pt x="8275" y="3809"/>
                  </a:lnTo>
                  <a:lnTo>
                    <a:pt x="8230" y="3854"/>
                  </a:lnTo>
                  <a:cubicBezTo>
                    <a:pt x="8170" y="3809"/>
                    <a:pt x="8107" y="3794"/>
                    <a:pt x="8041" y="3794"/>
                  </a:cubicBezTo>
                  <a:cubicBezTo>
                    <a:pt x="7976" y="3794"/>
                    <a:pt x="7909" y="3809"/>
                    <a:pt x="7841" y="3824"/>
                  </a:cubicBezTo>
                  <a:cubicBezTo>
                    <a:pt x="7782" y="3869"/>
                    <a:pt x="7737" y="3899"/>
                    <a:pt x="7677" y="3944"/>
                  </a:cubicBezTo>
                  <a:lnTo>
                    <a:pt x="7588" y="3944"/>
                  </a:lnTo>
                  <a:cubicBezTo>
                    <a:pt x="7632" y="3899"/>
                    <a:pt x="7662" y="3869"/>
                    <a:pt x="7707" y="3839"/>
                  </a:cubicBezTo>
                  <a:cubicBezTo>
                    <a:pt x="7707" y="3824"/>
                    <a:pt x="7692" y="3824"/>
                    <a:pt x="7692" y="3809"/>
                  </a:cubicBezTo>
                  <a:cubicBezTo>
                    <a:pt x="7573" y="3839"/>
                    <a:pt x="7438" y="3854"/>
                    <a:pt x="7319" y="3884"/>
                  </a:cubicBezTo>
                  <a:cubicBezTo>
                    <a:pt x="7229" y="3869"/>
                    <a:pt x="7139" y="3854"/>
                    <a:pt x="7050" y="3839"/>
                  </a:cubicBezTo>
                  <a:cubicBezTo>
                    <a:pt x="7035" y="3854"/>
                    <a:pt x="7035" y="3869"/>
                    <a:pt x="7035" y="3884"/>
                  </a:cubicBezTo>
                  <a:cubicBezTo>
                    <a:pt x="7080" y="3899"/>
                    <a:pt x="7110" y="3914"/>
                    <a:pt x="7154" y="3944"/>
                  </a:cubicBezTo>
                  <a:lnTo>
                    <a:pt x="7020" y="3944"/>
                  </a:lnTo>
                  <a:cubicBezTo>
                    <a:pt x="6991" y="3886"/>
                    <a:pt x="6964" y="3866"/>
                    <a:pt x="6939" y="3866"/>
                  </a:cubicBezTo>
                  <a:cubicBezTo>
                    <a:pt x="6899" y="3866"/>
                    <a:pt x="6862" y="3916"/>
                    <a:pt x="6826" y="3944"/>
                  </a:cubicBezTo>
                  <a:lnTo>
                    <a:pt x="6691" y="3944"/>
                  </a:lnTo>
                  <a:cubicBezTo>
                    <a:pt x="6699" y="3891"/>
                    <a:pt x="6684" y="3880"/>
                    <a:pt x="6663" y="3880"/>
                  </a:cubicBezTo>
                  <a:cubicBezTo>
                    <a:pt x="6648" y="3880"/>
                    <a:pt x="6629" y="3887"/>
                    <a:pt x="6615" y="3887"/>
                  </a:cubicBezTo>
                  <a:cubicBezTo>
                    <a:pt x="6610" y="3887"/>
                    <a:pt x="6605" y="3886"/>
                    <a:pt x="6602" y="3884"/>
                  </a:cubicBezTo>
                  <a:lnTo>
                    <a:pt x="6079" y="3944"/>
                  </a:lnTo>
                  <a:lnTo>
                    <a:pt x="5526" y="3944"/>
                  </a:lnTo>
                  <a:lnTo>
                    <a:pt x="5496" y="3974"/>
                  </a:lnTo>
                  <a:cubicBezTo>
                    <a:pt x="5437" y="3989"/>
                    <a:pt x="5377" y="4003"/>
                    <a:pt x="5302" y="4033"/>
                  </a:cubicBezTo>
                  <a:lnTo>
                    <a:pt x="5258" y="4033"/>
                  </a:lnTo>
                  <a:cubicBezTo>
                    <a:pt x="5249" y="4016"/>
                    <a:pt x="5240" y="4009"/>
                    <a:pt x="5222" y="4009"/>
                  </a:cubicBezTo>
                  <a:cubicBezTo>
                    <a:pt x="5210" y="4009"/>
                    <a:pt x="5193" y="4012"/>
                    <a:pt x="5168" y="4018"/>
                  </a:cubicBezTo>
                  <a:cubicBezTo>
                    <a:pt x="5168" y="4033"/>
                    <a:pt x="5153" y="4033"/>
                    <a:pt x="5153" y="4048"/>
                  </a:cubicBezTo>
                  <a:cubicBezTo>
                    <a:pt x="5146" y="4041"/>
                    <a:pt x="5138" y="4037"/>
                    <a:pt x="5131" y="4037"/>
                  </a:cubicBezTo>
                  <a:cubicBezTo>
                    <a:pt x="5123" y="4037"/>
                    <a:pt x="5116" y="4041"/>
                    <a:pt x="5108" y="4048"/>
                  </a:cubicBezTo>
                  <a:cubicBezTo>
                    <a:pt x="5078" y="4033"/>
                    <a:pt x="5033" y="4033"/>
                    <a:pt x="4989" y="4033"/>
                  </a:cubicBezTo>
                  <a:cubicBezTo>
                    <a:pt x="4899" y="4048"/>
                    <a:pt x="4809" y="4063"/>
                    <a:pt x="4705" y="4078"/>
                  </a:cubicBezTo>
                  <a:cubicBezTo>
                    <a:pt x="4675" y="4078"/>
                    <a:pt x="4630" y="4093"/>
                    <a:pt x="4600" y="4108"/>
                  </a:cubicBezTo>
                  <a:cubicBezTo>
                    <a:pt x="4585" y="4108"/>
                    <a:pt x="4570" y="4108"/>
                    <a:pt x="4556" y="4123"/>
                  </a:cubicBezTo>
                  <a:lnTo>
                    <a:pt x="4481" y="4123"/>
                  </a:lnTo>
                  <a:cubicBezTo>
                    <a:pt x="4436" y="4093"/>
                    <a:pt x="4391" y="4078"/>
                    <a:pt x="4332" y="4078"/>
                  </a:cubicBezTo>
                  <a:cubicBezTo>
                    <a:pt x="4018" y="4123"/>
                    <a:pt x="3704" y="4183"/>
                    <a:pt x="3405" y="4213"/>
                  </a:cubicBezTo>
                  <a:cubicBezTo>
                    <a:pt x="3346" y="4227"/>
                    <a:pt x="3331" y="4272"/>
                    <a:pt x="3271" y="4272"/>
                  </a:cubicBezTo>
                  <a:cubicBezTo>
                    <a:pt x="3249" y="4270"/>
                    <a:pt x="3228" y="4269"/>
                    <a:pt x="3206" y="4269"/>
                  </a:cubicBezTo>
                  <a:cubicBezTo>
                    <a:pt x="3064" y="4269"/>
                    <a:pt x="2923" y="4310"/>
                    <a:pt x="2793" y="4362"/>
                  </a:cubicBezTo>
                  <a:cubicBezTo>
                    <a:pt x="2783" y="4372"/>
                    <a:pt x="2779" y="4383"/>
                    <a:pt x="2768" y="4383"/>
                  </a:cubicBezTo>
                  <a:cubicBezTo>
                    <a:pt x="2763" y="4383"/>
                    <a:pt x="2757" y="4381"/>
                    <a:pt x="2748" y="4377"/>
                  </a:cubicBezTo>
                  <a:cubicBezTo>
                    <a:pt x="2726" y="4362"/>
                    <a:pt x="2703" y="4354"/>
                    <a:pt x="2679" y="4354"/>
                  </a:cubicBezTo>
                  <a:cubicBezTo>
                    <a:pt x="2655" y="4354"/>
                    <a:pt x="2629" y="4362"/>
                    <a:pt x="2599" y="4377"/>
                  </a:cubicBezTo>
                  <a:cubicBezTo>
                    <a:pt x="2599" y="4377"/>
                    <a:pt x="2599" y="4392"/>
                    <a:pt x="2599" y="4392"/>
                  </a:cubicBezTo>
                  <a:lnTo>
                    <a:pt x="2450" y="4437"/>
                  </a:lnTo>
                  <a:lnTo>
                    <a:pt x="2390" y="4452"/>
                  </a:lnTo>
                  <a:lnTo>
                    <a:pt x="2375" y="4437"/>
                  </a:lnTo>
                  <a:cubicBezTo>
                    <a:pt x="2358" y="4425"/>
                    <a:pt x="2341" y="4420"/>
                    <a:pt x="2324" y="4420"/>
                  </a:cubicBezTo>
                  <a:cubicBezTo>
                    <a:pt x="2296" y="4420"/>
                    <a:pt x="2268" y="4433"/>
                    <a:pt x="2240" y="4452"/>
                  </a:cubicBezTo>
                  <a:lnTo>
                    <a:pt x="2240" y="4466"/>
                  </a:lnTo>
                  <a:lnTo>
                    <a:pt x="2061" y="4526"/>
                  </a:lnTo>
                  <a:cubicBezTo>
                    <a:pt x="2002" y="4526"/>
                    <a:pt x="1927" y="4541"/>
                    <a:pt x="1867" y="4541"/>
                  </a:cubicBezTo>
                  <a:lnTo>
                    <a:pt x="1733" y="4571"/>
                  </a:lnTo>
                  <a:lnTo>
                    <a:pt x="1509" y="4571"/>
                  </a:lnTo>
                  <a:lnTo>
                    <a:pt x="1509" y="4586"/>
                  </a:lnTo>
                  <a:lnTo>
                    <a:pt x="1464" y="4586"/>
                  </a:lnTo>
                  <a:cubicBezTo>
                    <a:pt x="1455" y="4582"/>
                    <a:pt x="1445" y="4580"/>
                    <a:pt x="1434" y="4580"/>
                  </a:cubicBezTo>
                  <a:cubicBezTo>
                    <a:pt x="1409" y="4580"/>
                    <a:pt x="1380" y="4590"/>
                    <a:pt x="1359" y="4601"/>
                  </a:cubicBezTo>
                  <a:lnTo>
                    <a:pt x="807" y="4601"/>
                  </a:lnTo>
                  <a:cubicBezTo>
                    <a:pt x="792" y="4601"/>
                    <a:pt x="792" y="4586"/>
                    <a:pt x="792" y="4586"/>
                  </a:cubicBezTo>
                  <a:cubicBezTo>
                    <a:pt x="687" y="4556"/>
                    <a:pt x="642" y="4481"/>
                    <a:pt x="657" y="4377"/>
                  </a:cubicBezTo>
                  <a:cubicBezTo>
                    <a:pt x="702" y="4227"/>
                    <a:pt x="747" y="4093"/>
                    <a:pt x="792" y="3944"/>
                  </a:cubicBezTo>
                  <a:lnTo>
                    <a:pt x="822" y="3944"/>
                  </a:lnTo>
                  <a:cubicBezTo>
                    <a:pt x="822" y="3929"/>
                    <a:pt x="822" y="3914"/>
                    <a:pt x="822" y="3899"/>
                  </a:cubicBezTo>
                  <a:lnTo>
                    <a:pt x="837" y="3899"/>
                  </a:lnTo>
                  <a:cubicBezTo>
                    <a:pt x="911" y="3839"/>
                    <a:pt x="926" y="3779"/>
                    <a:pt x="896" y="3690"/>
                  </a:cubicBezTo>
                  <a:lnTo>
                    <a:pt x="896" y="3675"/>
                  </a:lnTo>
                  <a:cubicBezTo>
                    <a:pt x="926" y="3660"/>
                    <a:pt x="971" y="3645"/>
                    <a:pt x="1001" y="3615"/>
                  </a:cubicBezTo>
                  <a:lnTo>
                    <a:pt x="956" y="3585"/>
                  </a:lnTo>
                  <a:cubicBezTo>
                    <a:pt x="1031" y="3555"/>
                    <a:pt x="1105" y="3540"/>
                    <a:pt x="1120" y="3436"/>
                  </a:cubicBezTo>
                  <a:lnTo>
                    <a:pt x="1105" y="3436"/>
                  </a:lnTo>
                  <a:cubicBezTo>
                    <a:pt x="1105" y="3421"/>
                    <a:pt x="1090" y="3406"/>
                    <a:pt x="1075" y="3406"/>
                  </a:cubicBezTo>
                  <a:lnTo>
                    <a:pt x="1046" y="3391"/>
                  </a:lnTo>
                  <a:lnTo>
                    <a:pt x="1046" y="3391"/>
                  </a:lnTo>
                  <a:cubicBezTo>
                    <a:pt x="1076" y="3406"/>
                    <a:pt x="1105" y="3406"/>
                    <a:pt x="1120" y="3436"/>
                  </a:cubicBezTo>
                  <a:lnTo>
                    <a:pt x="1180" y="3376"/>
                  </a:lnTo>
                  <a:cubicBezTo>
                    <a:pt x="1225" y="3301"/>
                    <a:pt x="1285" y="3227"/>
                    <a:pt x="1344" y="3152"/>
                  </a:cubicBezTo>
                  <a:cubicBezTo>
                    <a:pt x="1389" y="3122"/>
                    <a:pt x="1434" y="3107"/>
                    <a:pt x="1479" y="3077"/>
                  </a:cubicBezTo>
                  <a:cubicBezTo>
                    <a:pt x="1524" y="3033"/>
                    <a:pt x="1553" y="2988"/>
                    <a:pt x="1598" y="2958"/>
                  </a:cubicBezTo>
                  <a:lnTo>
                    <a:pt x="1598" y="2943"/>
                  </a:lnTo>
                  <a:cubicBezTo>
                    <a:pt x="1613" y="2928"/>
                    <a:pt x="1613" y="2898"/>
                    <a:pt x="1628" y="2868"/>
                  </a:cubicBezTo>
                  <a:lnTo>
                    <a:pt x="1658" y="2868"/>
                  </a:lnTo>
                  <a:lnTo>
                    <a:pt x="1763" y="2898"/>
                  </a:lnTo>
                  <a:lnTo>
                    <a:pt x="1777" y="2824"/>
                  </a:lnTo>
                  <a:lnTo>
                    <a:pt x="1807" y="2824"/>
                  </a:lnTo>
                  <a:cubicBezTo>
                    <a:pt x="1867" y="2779"/>
                    <a:pt x="1927" y="2719"/>
                    <a:pt x="1942" y="2659"/>
                  </a:cubicBezTo>
                  <a:cubicBezTo>
                    <a:pt x="1965" y="2601"/>
                    <a:pt x="1988" y="2579"/>
                    <a:pt x="2025" y="2579"/>
                  </a:cubicBezTo>
                  <a:cubicBezTo>
                    <a:pt x="2036" y="2579"/>
                    <a:pt x="2048" y="2581"/>
                    <a:pt x="2061" y="2585"/>
                  </a:cubicBezTo>
                  <a:cubicBezTo>
                    <a:pt x="2061" y="2585"/>
                    <a:pt x="2046" y="2599"/>
                    <a:pt x="2061" y="2614"/>
                  </a:cubicBezTo>
                  <a:cubicBezTo>
                    <a:pt x="2072" y="2636"/>
                    <a:pt x="2091" y="2650"/>
                    <a:pt x="2118" y="2650"/>
                  </a:cubicBezTo>
                  <a:cubicBezTo>
                    <a:pt x="2128" y="2650"/>
                    <a:pt x="2139" y="2648"/>
                    <a:pt x="2151" y="2644"/>
                  </a:cubicBezTo>
                  <a:cubicBezTo>
                    <a:pt x="2270" y="2570"/>
                    <a:pt x="2390" y="2510"/>
                    <a:pt x="2509" y="2435"/>
                  </a:cubicBezTo>
                  <a:lnTo>
                    <a:pt x="2405" y="2375"/>
                  </a:lnTo>
                  <a:cubicBezTo>
                    <a:pt x="2420" y="2361"/>
                    <a:pt x="2450" y="2361"/>
                    <a:pt x="2479" y="2346"/>
                  </a:cubicBezTo>
                  <a:cubicBezTo>
                    <a:pt x="2479" y="2346"/>
                    <a:pt x="2494" y="2331"/>
                    <a:pt x="2494" y="2331"/>
                  </a:cubicBezTo>
                  <a:lnTo>
                    <a:pt x="2524" y="2286"/>
                  </a:lnTo>
                  <a:cubicBezTo>
                    <a:pt x="2524" y="2271"/>
                    <a:pt x="2524" y="2256"/>
                    <a:pt x="2524" y="2226"/>
                  </a:cubicBezTo>
                  <a:lnTo>
                    <a:pt x="2539" y="2226"/>
                  </a:lnTo>
                  <a:cubicBezTo>
                    <a:pt x="2614" y="2211"/>
                    <a:pt x="2703" y="2211"/>
                    <a:pt x="2778" y="2181"/>
                  </a:cubicBezTo>
                  <a:cubicBezTo>
                    <a:pt x="2853" y="2151"/>
                    <a:pt x="2898" y="2077"/>
                    <a:pt x="2972" y="2062"/>
                  </a:cubicBezTo>
                  <a:cubicBezTo>
                    <a:pt x="3107" y="2032"/>
                    <a:pt x="3181" y="1927"/>
                    <a:pt x="3301" y="1883"/>
                  </a:cubicBezTo>
                  <a:lnTo>
                    <a:pt x="3316" y="1883"/>
                  </a:lnTo>
                  <a:cubicBezTo>
                    <a:pt x="3331" y="1883"/>
                    <a:pt x="3361" y="1883"/>
                    <a:pt x="3376" y="1897"/>
                  </a:cubicBezTo>
                  <a:cubicBezTo>
                    <a:pt x="3376" y="1868"/>
                    <a:pt x="3361" y="1838"/>
                    <a:pt x="3361" y="1823"/>
                  </a:cubicBezTo>
                  <a:cubicBezTo>
                    <a:pt x="3435" y="1793"/>
                    <a:pt x="3510" y="1763"/>
                    <a:pt x="3570" y="1733"/>
                  </a:cubicBezTo>
                  <a:lnTo>
                    <a:pt x="3719" y="1733"/>
                  </a:lnTo>
                  <a:lnTo>
                    <a:pt x="3794" y="1688"/>
                  </a:lnTo>
                  <a:lnTo>
                    <a:pt x="3809" y="1688"/>
                  </a:lnTo>
                  <a:cubicBezTo>
                    <a:pt x="3839" y="1659"/>
                    <a:pt x="3883" y="1644"/>
                    <a:pt x="3928" y="1629"/>
                  </a:cubicBezTo>
                  <a:lnTo>
                    <a:pt x="3958" y="1629"/>
                  </a:lnTo>
                  <a:cubicBezTo>
                    <a:pt x="4063" y="1614"/>
                    <a:pt x="4137" y="1584"/>
                    <a:pt x="4107" y="1464"/>
                  </a:cubicBezTo>
                  <a:lnTo>
                    <a:pt x="4152" y="1464"/>
                  </a:lnTo>
                  <a:cubicBezTo>
                    <a:pt x="4167" y="1479"/>
                    <a:pt x="4182" y="1479"/>
                    <a:pt x="4197" y="1479"/>
                  </a:cubicBezTo>
                  <a:lnTo>
                    <a:pt x="4287" y="1479"/>
                  </a:lnTo>
                  <a:cubicBezTo>
                    <a:pt x="4332" y="1479"/>
                    <a:pt x="4376" y="1464"/>
                    <a:pt x="4421" y="1464"/>
                  </a:cubicBezTo>
                  <a:cubicBezTo>
                    <a:pt x="4481" y="1434"/>
                    <a:pt x="4541" y="1405"/>
                    <a:pt x="4600" y="1375"/>
                  </a:cubicBezTo>
                  <a:cubicBezTo>
                    <a:pt x="4735" y="1330"/>
                    <a:pt x="4869" y="1285"/>
                    <a:pt x="5004" y="1240"/>
                  </a:cubicBezTo>
                  <a:cubicBezTo>
                    <a:pt x="5019" y="1240"/>
                    <a:pt x="5033" y="1225"/>
                    <a:pt x="5048" y="1225"/>
                  </a:cubicBezTo>
                  <a:cubicBezTo>
                    <a:pt x="5063" y="1225"/>
                    <a:pt x="5063" y="1225"/>
                    <a:pt x="5063" y="1210"/>
                  </a:cubicBezTo>
                  <a:cubicBezTo>
                    <a:pt x="5123" y="1196"/>
                    <a:pt x="5198" y="1181"/>
                    <a:pt x="5258" y="1151"/>
                  </a:cubicBezTo>
                  <a:cubicBezTo>
                    <a:pt x="5437" y="1091"/>
                    <a:pt x="5631" y="1016"/>
                    <a:pt x="5810" y="957"/>
                  </a:cubicBezTo>
                  <a:cubicBezTo>
                    <a:pt x="5825" y="942"/>
                    <a:pt x="5840" y="942"/>
                    <a:pt x="5840" y="942"/>
                  </a:cubicBezTo>
                  <a:cubicBezTo>
                    <a:pt x="5871" y="890"/>
                    <a:pt x="5881" y="874"/>
                    <a:pt x="5913" y="874"/>
                  </a:cubicBezTo>
                  <a:cubicBezTo>
                    <a:pt x="5928" y="874"/>
                    <a:pt x="5947" y="877"/>
                    <a:pt x="5974" y="882"/>
                  </a:cubicBezTo>
                  <a:cubicBezTo>
                    <a:pt x="5974" y="897"/>
                    <a:pt x="5974" y="912"/>
                    <a:pt x="5974" y="927"/>
                  </a:cubicBezTo>
                  <a:cubicBezTo>
                    <a:pt x="6064" y="882"/>
                    <a:pt x="6154" y="852"/>
                    <a:pt x="6243" y="807"/>
                  </a:cubicBezTo>
                  <a:cubicBezTo>
                    <a:pt x="6258" y="822"/>
                    <a:pt x="6288" y="837"/>
                    <a:pt x="6303" y="852"/>
                  </a:cubicBezTo>
                  <a:lnTo>
                    <a:pt x="6363" y="747"/>
                  </a:lnTo>
                  <a:cubicBezTo>
                    <a:pt x="6372" y="743"/>
                    <a:pt x="6383" y="741"/>
                    <a:pt x="6394" y="741"/>
                  </a:cubicBezTo>
                  <a:cubicBezTo>
                    <a:pt x="6423" y="741"/>
                    <a:pt x="6456" y="752"/>
                    <a:pt x="6486" y="752"/>
                  </a:cubicBezTo>
                  <a:cubicBezTo>
                    <a:pt x="6517" y="752"/>
                    <a:pt x="6544" y="739"/>
                    <a:pt x="6557" y="688"/>
                  </a:cubicBezTo>
                  <a:lnTo>
                    <a:pt x="6572" y="688"/>
                  </a:lnTo>
                  <a:cubicBezTo>
                    <a:pt x="6654" y="657"/>
                    <a:pt x="6730" y="605"/>
                    <a:pt x="6798" y="605"/>
                  </a:cubicBezTo>
                  <a:cubicBezTo>
                    <a:pt x="6829" y="605"/>
                    <a:pt x="6858" y="615"/>
                    <a:pt x="6886" y="643"/>
                  </a:cubicBezTo>
                  <a:cubicBezTo>
                    <a:pt x="6930" y="583"/>
                    <a:pt x="6960" y="538"/>
                    <a:pt x="6990" y="494"/>
                  </a:cubicBezTo>
                  <a:cubicBezTo>
                    <a:pt x="7020" y="479"/>
                    <a:pt x="7050" y="464"/>
                    <a:pt x="7065" y="449"/>
                  </a:cubicBezTo>
                  <a:lnTo>
                    <a:pt x="7378" y="449"/>
                  </a:lnTo>
                  <a:cubicBezTo>
                    <a:pt x="7378" y="419"/>
                    <a:pt x="7393" y="389"/>
                    <a:pt x="7393" y="359"/>
                  </a:cubicBezTo>
                  <a:cubicBezTo>
                    <a:pt x="7438" y="359"/>
                    <a:pt x="7468" y="344"/>
                    <a:pt x="7513" y="329"/>
                  </a:cubicBezTo>
                  <a:lnTo>
                    <a:pt x="7543" y="329"/>
                  </a:lnTo>
                  <a:cubicBezTo>
                    <a:pt x="7558" y="344"/>
                    <a:pt x="7573" y="359"/>
                    <a:pt x="7588" y="374"/>
                  </a:cubicBezTo>
                  <a:cubicBezTo>
                    <a:pt x="7632" y="374"/>
                    <a:pt x="7677" y="374"/>
                    <a:pt x="7707" y="359"/>
                  </a:cubicBezTo>
                  <a:cubicBezTo>
                    <a:pt x="7737" y="359"/>
                    <a:pt x="7767" y="344"/>
                    <a:pt x="7797" y="329"/>
                  </a:cubicBezTo>
                  <a:cubicBezTo>
                    <a:pt x="7767" y="314"/>
                    <a:pt x="7737" y="299"/>
                    <a:pt x="7707" y="269"/>
                  </a:cubicBezTo>
                  <a:cubicBezTo>
                    <a:pt x="7692" y="269"/>
                    <a:pt x="7662" y="284"/>
                    <a:pt x="7647" y="284"/>
                  </a:cubicBezTo>
                  <a:lnTo>
                    <a:pt x="7573" y="284"/>
                  </a:lnTo>
                  <a:cubicBezTo>
                    <a:pt x="7558" y="284"/>
                    <a:pt x="7543" y="269"/>
                    <a:pt x="7543" y="269"/>
                  </a:cubicBezTo>
                  <a:lnTo>
                    <a:pt x="7528" y="210"/>
                  </a:lnTo>
                  <a:cubicBezTo>
                    <a:pt x="7528" y="195"/>
                    <a:pt x="7528" y="180"/>
                    <a:pt x="7513" y="165"/>
                  </a:cubicBezTo>
                  <a:cubicBezTo>
                    <a:pt x="7438" y="150"/>
                    <a:pt x="7363" y="135"/>
                    <a:pt x="7289" y="120"/>
                  </a:cubicBezTo>
                  <a:lnTo>
                    <a:pt x="7289" y="105"/>
                  </a:lnTo>
                  <a:cubicBezTo>
                    <a:pt x="7289" y="90"/>
                    <a:pt x="7304" y="75"/>
                    <a:pt x="7319" y="45"/>
                  </a:cubicBezTo>
                  <a:close/>
                  <a:moveTo>
                    <a:pt x="15832" y="5213"/>
                  </a:moveTo>
                  <a:cubicBezTo>
                    <a:pt x="15817" y="5228"/>
                    <a:pt x="15802" y="5243"/>
                    <a:pt x="15787" y="5243"/>
                  </a:cubicBezTo>
                  <a:cubicBezTo>
                    <a:pt x="15817" y="5258"/>
                    <a:pt x="15832" y="5273"/>
                    <a:pt x="15847" y="5288"/>
                  </a:cubicBezTo>
                  <a:cubicBezTo>
                    <a:pt x="15847" y="5273"/>
                    <a:pt x="15832" y="5243"/>
                    <a:pt x="15832" y="5213"/>
                  </a:cubicBezTo>
                  <a:close/>
                  <a:moveTo>
                    <a:pt x="16266" y="5401"/>
                  </a:moveTo>
                  <a:cubicBezTo>
                    <a:pt x="16260" y="5401"/>
                    <a:pt x="16255" y="5402"/>
                    <a:pt x="16250" y="5407"/>
                  </a:cubicBezTo>
                  <a:cubicBezTo>
                    <a:pt x="16250" y="5407"/>
                    <a:pt x="16235" y="5437"/>
                    <a:pt x="16235" y="5452"/>
                  </a:cubicBezTo>
                  <a:cubicBezTo>
                    <a:pt x="16250" y="5437"/>
                    <a:pt x="16280" y="5422"/>
                    <a:pt x="16310" y="5407"/>
                  </a:cubicBezTo>
                  <a:cubicBezTo>
                    <a:pt x="16290" y="5407"/>
                    <a:pt x="16277" y="5401"/>
                    <a:pt x="16266" y="5401"/>
                  </a:cubicBezTo>
                  <a:close/>
                  <a:moveTo>
                    <a:pt x="16295" y="5497"/>
                  </a:moveTo>
                  <a:cubicBezTo>
                    <a:pt x="16265" y="5497"/>
                    <a:pt x="16235" y="5512"/>
                    <a:pt x="16205" y="5512"/>
                  </a:cubicBezTo>
                  <a:lnTo>
                    <a:pt x="16176" y="5512"/>
                  </a:lnTo>
                  <a:cubicBezTo>
                    <a:pt x="16161" y="5512"/>
                    <a:pt x="16146" y="5512"/>
                    <a:pt x="16131" y="5527"/>
                  </a:cubicBezTo>
                  <a:cubicBezTo>
                    <a:pt x="16146" y="5542"/>
                    <a:pt x="16161" y="5557"/>
                    <a:pt x="16176" y="5572"/>
                  </a:cubicBezTo>
                  <a:lnTo>
                    <a:pt x="16265" y="5572"/>
                  </a:lnTo>
                  <a:cubicBezTo>
                    <a:pt x="16265" y="5542"/>
                    <a:pt x="16280" y="5512"/>
                    <a:pt x="16295" y="5497"/>
                  </a:cubicBezTo>
                  <a:close/>
                  <a:moveTo>
                    <a:pt x="16280" y="5676"/>
                  </a:moveTo>
                  <a:lnTo>
                    <a:pt x="16303" y="5691"/>
                  </a:lnTo>
                  <a:lnTo>
                    <a:pt x="16303" y="5691"/>
                  </a:lnTo>
                  <a:cubicBezTo>
                    <a:pt x="16295" y="5687"/>
                    <a:pt x="16288" y="5684"/>
                    <a:pt x="16280" y="5676"/>
                  </a:cubicBezTo>
                  <a:close/>
                  <a:moveTo>
                    <a:pt x="11501" y="3944"/>
                  </a:moveTo>
                  <a:cubicBezTo>
                    <a:pt x="11516" y="3959"/>
                    <a:pt x="11516" y="3959"/>
                    <a:pt x="11531" y="3974"/>
                  </a:cubicBezTo>
                  <a:cubicBezTo>
                    <a:pt x="11545" y="3974"/>
                    <a:pt x="11560" y="3989"/>
                    <a:pt x="11575" y="4003"/>
                  </a:cubicBezTo>
                  <a:lnTo>
                    <a:pt x="11531" y="3974"/>
                  </a:lnTo>
                  <a:cubicBezTo>
                    <a:pt x="11516" y="4018"/>
                    <a:pt x="11516" y="4078"/>
                    <a:pt x="11501" y="4138"/>
                  </a:cubicBezTo>
                  <a:lnTo>
                    <a:pt x="11590" y="4242"/>
                  </a:lnTo>
                  <a:cubicBezTo>
                    <a:pt x="11601" y="4191"/>
                    <a:pt x="11604" y="4175"/>
                    <a:pt x="11644" y="4175"/>
                  </a:cubicBezTo>
                  <a:cubicBezTo>
                    <a:pt x="11662" y="4175"/>
                    <a:pt x="11688" y="4178"/>
                    <a:pt x="11725" y="4183"/>
                  </a:cubicBezTo>
                  <a:lnTo>
                    <a:pt x="11590" y="4242"/>
                  </a:lnTo>
                  <a:cubicBezTo>
                    <a:pt x="11560" y="4302"/>
                    <a:pt x="11531" y="4362"/>
                    <a:pt x="11501" y="4437"/>
                  </a:cubicBezTo>
                  <a:cubicBezTo>
                    <a:pt x="11521" y="4449"/>
                    <a:pt x="11540" y="4454"/>
                    <a:pt x="11556" y="4454"/>
                  </a:cubicBezTo>
                  <a:cubicBezTo>
                    <a:pt x="11600" y="4454"/>
                    <a:pt x="11633" y="4416"/>
                    <a:pt x="11665" y="4362"/>
                  </a:cubicBezTo>
                  <a:cubicBezTo>
                    <a:pt x="11680" y="4392"/>
                    <a:pt x="11695" y="4422"/>
                    <a:pt x="11695" y="4437"/>
                  </a:cubicBezTo>
                  <a:cubicBezTo>
                    <a:pt x="11710" y="4437"/>
                    <a:pt x="11725" y="4422"/>
                    <a:pt x="11740" y="4422"/>
                  </a:cubicBezTo>
                  <a:lnTo>
                    <a:pt x="11665" y="4332"/>
                  </a:lnTo>
                  <a:cubicBezTo>
                    <a:pt x="11665" y="4302"/>
                    <a:pt x="11665" y="4287"/>
                    <a:pt x="11665" y="4272"/>
                  </a:cubicBezTo>
                  <a:cubicBezTo>
                    <a:pt x="11740" y="4272"/>
                    <a:pt x="11814" y="4257"/>
                    <a:pt x="11889" y="4242"/>
                  </a:cubicBezTo>
                  <a:lnTo>
                    <a:pt x="11904" y="4332"/>
                  </a:lnTo>
                  <a:cubicBezTo>
                    <a:pt x="11889" y="4347"/>
                    <a:pt x="11859" y="4362"/>
                    <a:pt x="11844" y="4377"/>
                  </a:cubicBezTo>
                  <a:cubicBezTo>
                    <a:pt x="11919" y="4392"/>
                    <a:pt x="11979" y="4422"/>
                    <a:pt x="12053" y="4437"/>
                  </a:cubicBezTo>
                  <a:lnTo>
                    <a:pt x="12277" y="4437"/>
                  </a:lnTo>
                  <a:cubicBezTo>
                    <a:pt x="12297" y="4437"/>
                    <a:pt x="12317" y="4496"/>
                    <a:pt x="12342" y="4496"/>
                  </a:cubicBezTo>
                  <a:cubicBezTo>
                    <a:pt x="12354" y="4496"/>
                    <a:pt x="12367" y="4481"/>
                    <a:pt x="12382" y="4437"/>
                  </a:cubicBezTo>
                  <a:lnTo>
                    <a:pt x="12472" y="4437"/>
                  </a:lnTo>
                  <a:cubicBezTo>
                    <a:pt x="12486" y="4422"/>
                    <a:pt x="12516" y="4407"/>
                    <a:pt x="12546" y="4377"/>
                  </a:cubicBezTo>
                  <a:cubicBezTo>
                    <a:pt x="12561" y="4392"/>
                    <a:pt x="12606" y="4437"/>
                    <a:pt x="12651" y="4466"/>
                  </a:cubicBezTo>
                  <a:cubicBezTo>
                    <a:pt x="12681" y="4466"/>
                    <a:pt x="12710" y="4452"/>
                    <a:pt x="12710" y="4452"/>
                  </a:cubicBezTo>
                  <a:cubicBezTo>
                    <a:pt x="12759" y="4519"/>
                    <a:pt x="12820" y="4537"/>
                    <a:pt x="12881" y="4537"/>
                  </a:cubicBezTo>
                  <a:cubicBezTo>
                    <a:pt x="12914" y="4537"/>
                    <a:pt x="12948" y="4531"/>
                    <a:pt x="12979" y="4526"/>
                  </a:cubicBezTo>
                  <a:cubicBezTo>
                    <a:pt x="13009" y="4511"/>
                    <a:pt x="13009" y="4496"/>
                    <a:pt x="13024" y="4481"/>
                  </a:cubicBezTo>
                  <a:lnTo>
                    <a:pt x="13024" y="4481"/>
                  </a:lnTo>
                  <a:cubicBezTo>
                    <a:pt x="13024" y="4496"/>
                    <a:pt x="13009" y="4511"/>
                    <a:pt x="12979" y="4526"/>
                  </a:cubicBezTo>
                  <a:cubicBezTo>
                    <a:pt x="12994" y="4541"/>
                    <a:pt x="13009" y="4586"/>
                    <a:pt x="13009" y="4586"/>
                  </a:cubicBezTo>
                  <a:cubicBezTo>
                    <a:pt x="13084" y="4601"/>
                    <a:pt x="13159" y="4601"/>
                    <a:pt x="13233" y="4601"/>
                  </a:cubicBezTo>
                  <a:lnTo>
                    <a:pt x="13368" y="4661"/>
                  </a:lnTo>
                  <a:lnTo>
                    <a:pt x="13562" y="4705"/>
                  </a:lnTo>
                  <a:cubicBezTo>
                    <a:pt x="13574" y="4755"/>
                    <a:pt x="13679" y="4784"/>
                    <a:pt x="13757" y="4784"/>
                  </a:cubicBezTo>
                  <a:cubicBezTo>
                    <a:pt x="13773" y="4784"/>
                    <a:pt x="13788" y="4783"/>
                    <a:pt x="13801" y="4780"/>
                  </a:cubicBezTo>
                  <a:cubicBezTo>
                    <a:pt x="13846" y="4780"/>
                    <a:pt x="13920" y="4810"/>
                    <a:pt x="13980" y="4825"/>
                  </a:cubicBezTo>
                  <a:lnTo>
                    <a:pt x="14070" y="4929"/>
                  </a:lnTo>
                  <a:cubicBezTo>
                    <a:pt x="14085" y="4915"/>
                    <a:pt x="14114" y="4900"/>
                    <a:pt x="14144" y="4885"/>
                  </a:cubicBezTo>
                  <a:lnTo>
                    <a:pt x="14174" y="4885"/>
                  </a:lnTo>
                  <a:cubicBezTo>
                    <a:pt x="14189" y="4900"/>
                    <a:pt x="14219" y="4900"/>
                    <a:pt x="14249" y="4900"/>
                  </a:cubicBezTo>
                  <a:lnTo>
                    <a:pt x="14324" y="4900"/>
                  </a:lnTo>
                  <a:cubicBezTo>
                    <a:pt x="14398" y="4900"/>
                    <a:pt x="14473" y="4900"/>
                    <a:pt x="14548" y="4915"/>
                  </a:cubicBezTo>
                  <a:cubicBezTo>
                    <a:pt x="14563" y="4915"/>
                    <a:pt x="14577" y="4929"/>
                    <a:pt x="14577" y="4929"/>
                  </a:cubicBezTo>
                  <a:lnTo>
                    <a:pt x="14577" y="4944"/>
                  </a:lnTo>
                  <a:cubicBezTo>
                    <a:pt x="14577" y="4959"/>
                    <a:pt x="14563" y="5019"/>
                    <a:pt x="14577" y="5019"/>
                  </a:cubicBezTo>
                  <a:cubicBezTo>
                    <a:pt x="14652" y="5049"/>
                    <a:pt x="14727" y="5079"/>
                    <a:pt x="14801" y="5109"/>
                  </a:cubicBezTo>
                  <a:cubicBezTo>
                    <a:pt x="14816" y="5109"/>
                    <a:pt x="14816" y="5124"/>
                    <a:pt x="14831" y="5124"/>
                  </a:cubicBezTo>
                  <a:cubicBezTo>
                    <a:pt x="14861" y="5139"/>
                    <a:pt x="14906" y="5139"/>
                    <a:pt x="14936" y="5154"/>
                  </a:cubicBezTo>
                  <a:lnTo>
                    <a:pt x="15070" y="5183"/>
                  </a:lnTo>
                  <a:lnTo>
                    <a:pt x="15115" y="5183"/>
                  </a:lnTo>
                  <a:cubicBezTo>
                    <a:pt x="15145" y="5228"/>
                    <a:pt x="15190" y="5273"/>
                    <a:pt x="15220" y="5318"/>
                  </a:cubicBezTo>
                  <a:cubicBezTo>
                    <a:pt x="15250" y="5318"/>
                    <a:pt x="15294" y="5333"/>
                    <a:pt x="15324" y="5348"/>
                  </a:cubicBezTo>
                  <a:cubicBezTo>
                    <a:pt x="15324" y="5318"/>
                    <a:pt x="15339" y="5303"/>
                    <a:pt x="15339" y="5288"/>
                  </a:cubicBezTo>
                  <a:lnTo>
                    <a:pt x="15354" y="5243"/>
                  </a:lnTo>
                  <a:cubicBezTo>
                    <a:pt x="15369" y="5228"/>
                    <a:pt x="15369" y="5213"/>
                    <a:pt x="15384" y="5213"/>
                  </a:cubicBezTo>
                  <a:cubicBezTo>
                    <a:pt x="15399" y="5213"/>
                    <a:pt x="15399" y="5228"/>
                    <a:pt x="15399" y="5228"/>
                  </a:cubicBezTo>
                  <a:lnTo>
                    <a:pt x="15414" y="5213"/>
                  </a:lnTo>
                  <a:cubicBezTo>
                    <a:pt x="15414" y="5228"/>
                    <a:pt x="15414" y="5228"/>
                    <a:pt x="15414" y="5243"/>
                  </a:cubicBezTo>
                  <a:cubicBezTo>
                    <a:pt x="15414" y="5258"/>
                    <a:pt x="15444" y="5288"/>
                    <a:pt x="15444" y="5318"/>
                  </a:cubicBezTo>
                  <a:cubicBezTo>
                    <a:pt x="15459" y="5348"/>
                    <a:pt x="15444" y="5392"/>
                    <a:pt x="15429" y="5422"/>
                  </a:cubicBezTo>
                  <a:cubicBezTo>
                    <a:pt x="15474" y="5407"/>
                    <a:pt x="15518" y="5378"/>
                    <a:pt x="15548" y="5363"/>
                  </a:cubicBezTo>
                  <a:cubicBezTo>
                    <a:pt x="15578" y="5363"/>
                    <a:pt x="15623" y="5348"/>
                    <a:pt x="15653" y="5348"/>
                  </a:cubicBezTo>
                  <a:cubicBezTo>
                    <a:pt x="15653" y="5363"/>
                    <a:pt x="15653" y="5378"/>
                    <a:pt x="15653" y="5378"/>
                  </a:cubicBezTo>
                  <a:cubicBezTo>
                    <a:pt x="15518" y="5467"/>
                    <a:pt x="15503" y="5497"/>
                    <a:pt x="15638" y="5572"/>
                  </a:cubicBezTo>
                  <a:cubicBezTo>
                    <a:pt x="15653" y="5587"/>
                    <a:pt x="15683" y="5587"/>
                    <a:pt x="15713" y="5587"/>
                  </a:cubicBezTo>
                  <a:cubicBezTo>
                    <a:pt x="15742" y="5617"/>
                    <a:pt x="15757" y="5631"/>
                    <a:pt x="15787" y="5646"/>
                  </a:cubicBezTo>
                  <a:lnTo>
                    <a:pt x="15892" y="5676"/>
                  </a:lnTo>
                  <a:cubicBezTo>
                    <a:pt x="15907" y="5676"/>
                    <a:pt x="15922" y="5691"/>
                    <a:pt x="15937" y="5706"/>
                  </a:cubicBezTo>
                  <a:cubicBezTo>
                    <a:pt x="15937" y="5721"/>
                    <a:pt x="15937" y="5766"/>
                    <a:pt x="15952" y="5781"/>
                  </a:cubicBezTo>
                  <a:cubicBezTo>
                    <a:pt x="15966" y="5781"/>
                    <a:pt x="15996" y="5766"/>
                    <a:pt x="16026" y="5766"/>
                  </a:cubicBezTo>
                  <a:cubicBezTo>
                    <a:pt x="15996" y="5736"/>
                    <a:pt x="15981" y="5706"/>
                    <a:pt x="15952" y="5676"/>
                  </a:cubicBezTo>
                  <a:cubicBezTo>
                    <a:pt x="15981" y="5676"/>
                    <a:pt x="15996" y="5661"/>
                    <a:pt x="16011" y="5646"/>
                  </a:cubicBezTo>
                  <a:cubicBezTo>
                    <a:pt x="16041" y="5646"/>
                    <a:pt x="16086" y="5661"/>
                    <a:pt x="16116" y="5661"/>
                  </a:cubicBezTo>
                  <a:cubicBezTo>
                    <a:pt x="16086" y="5631"/>
                    <a:pt x="16071" y="5617"/>
                    <a:pt x="16056" y="5602"/>
                  </a:cubicBezTo>
                  <a:cubicBezTo>
                    <a:pt x="16071" y="5557"/>
                    <a:pt x="16086" y="5512"/>
                    <a:pt x="16116" y="5482"/>
                  </a:cubicBezTo>
                  <a:cubicBezTo>
                    <a:pt x="16161" y="5437"/>
                    <a:pt x="16176" y="5407"/>
                    <a:pt x="16116" y="5363"/>
                  </a:cubicBezTo>
                  <a:cubicBezTo>
                    <a:pt x="16116" y="5313"/>
                    <a:pt x="16106" y="5298"/>
                    <a:pt x="16091" y="5298"/>
                  </a:cubicBezTo>
                  <a:cubicBezTo>
                    <a:pt x="16069" y="5298"/>
                    <a:pt x="16037" y="5334"/>
                    <a:pt x="16017" y="5334"/>
                  </a:cubicBezTo>
                  <a:cubicBezTo>
                    <a:pt x="16015" y="5334"/>
                    <a:pt x="16013" y="5334"/>
                    <a:pt x="16011" y="5333"/>
                  </a:cubicBezTo>
                  <a:lnTo>
                    <a:pt x="16011" y="5333"/>
                  </a:lnTo>
                  <a:lnTo>
                    <a:pt x="16026" y="5348"/>
                  </a:lnTo>
                  <a:cubicBezTo>
                    <a:pt x="16011" y="5348"/>
                    <a:pt x="16011" y="5348"/>
                    <a:pt x="16011" y="5333"/>
                  </a:cubicBezTo>
                  <a:cubicBezTo>
                    <a:pt x="15981" y="5318"/>
                    <a:pt x="15952" y="5303"/>
                    <a:pt x="15937" y="5288"/>
                  </a:cubicBezTo>
                  <a:cubicBezTo>
                    <a:pt x="15952" y="5288"/>
                    <a:pt x="15966" y="5273"/>
                    <a:pt x="15996" y="5273"/>
                  </a:cubicBezTo>
                  <a:cubicBezTo>
                    <a:pt x="15981" y="5258"/>
                    <a:pt x="15952" y="5243"/>
                    <a:pt x="15937" y="5243"/>
                  </a:cubicBezTo>
                  <a:cubicBezTo>
                    <a:pt x="15907" y="5258"/>
                    <a:pt x="15877" y="5273"/>
                    <a:pt x="15847" y="5288"/>
                  </a:cubicBezTo>
                  <a:cubicBezTo>
                    <a:pt x="15832" y="5318"/>
                    <a:pt x="15832" y="5348"/>
                    <a:pt x="15817" y="5363"/>
                  </a:cubicBezTo>
                  <a:cubicBezTo>
                    <a:pt x="15802" y="5363"/>
                    <a:pt x="15802" y="5378"/>
                    <a:pt x="15787" y="5378"/>
                  </a:cubicBezTo>
                  <a:cubicBezTo>
                    <a:pt x="15742" y="5348"/>
                    <a:pt x="15698" y="5333"/>
                    <a:pt x="15653" y="5318"/>
                  </a:cubicBezTo>
                  <a:cubicBezTo>
                    <a:pt x="15623" y="5303"/>
                    <a:pt x="15578" y="5303"/>
                    <a:pt x="15548" y="5288"/>
                  </a:cubicBezTo>
                  <a:cubicBezTo>
                    <a:pt x="15548" y="5288"/>
                    <a:pt x="15548" y="5273"/>
                    <a:pt x="15548" y="5258"/>
                  </a:cubicBezTo>
                  <a:cubicBezTo>
                    <a:pt x="15554" y="5256"/>
                    <a:pt x="15561" y="5255"/>
                    <a:pt x="15568" y="5255"/>
                  </a:cubicBezTo>
                  <a:cubicBezTo>
                    <a:pt x="15587" y="5255"/>
                    <a:pt x="15610" y="5260"/>
                    <a:pt x="15629" y="5260"/>
                  </a:cubicBezTo>
                  <a:cubicBezTo>
                    <a:pt x="15661" y="5260"/>
                    <a:pt x="15684" y="5248"/>
                    <a:pt x="15668" y="5183"/>
                  </a:cubicBezTo>
                  <a:cubicBezTo>
                    <a:pt x="15668" y="5139"/>
                    <a:pt x="15623" y="5109"/>
                    <a:pt x="15608" y="5064"/>
                  </a:cubicBezTo>
                  <a:cubicBezTo>
                    <a:pt x="15563" y="5094"/>
                    <a:pt x="15533" y="5124"/>
                    <a:pt x="15489" y="5139"/>
                  </a:cubicBezTo>
                  <a:cubicBezTo>
                    <a:pt x="15489" y="5154"/>
                    <a:pt x="15474" y="5154"/>
                    <a:pt x="15459" y="5154"/>
                  </a:cubicBezTo>
                  <a:cubicBezTo>
                    <a:pt x="15459" y="5124"/>
                    <a:pt x="15444" y="5109"/>
                    <a:pt x="15444" y="5079"/>
                  </a:cubicBezTo>
                  <a:cubicBezTo>
                    <a:pt x="15459" y="5064"/>
                    <a:pt x="15474" y="5049"/>
                    <a:pt x="15503" y="5034"/>
                  </a:cubicBezTo>
                  <a:cubicBezTo>
                    <a:pt x="15459" y="5019"/>
                    <a:pt x="15414" y="5019"/>
                    <a:pt x="15384" y="5019"/>
                  </a:cubicBezTo>
                  <a:lnTo>
                    <a:pt x="15324" y="5019"/>
                  </a:lnTo>
                  <a:cubicBezTo>
                    <a:pt x="15309" y="4974"/>
                    <a:pt x="15309" y="4944"/>
                    <a:pt x="15294" y="4915"/>
                  </a:cubicBezTo>
                  <a:cubicBezTo>
                    <a:pt x="15279" y="4851"/>
                    <a:pt x="15246" y="4834"/>
                    <a:pt x="15208" y="4834"/>
                  </a:cubicBezTo>
                  <a:cubicBezTo>
                    <a:pt x="15174" y="4834"/>
                    <a:pt x="15135" y="4848"/>
                    <a:pt x="15100" y="4855"/>
                  </a:cubicBezTo>
                  <a:cubicBezTo>
                    <a:pt x="15085" y="4810"/>
                    <a:pt x="15055" y="4765"/>
                    <a:pt x="15026" y="4720"/>
                  </a:cubicBezTo>
                  <a:cubicBezTo>
                    <a:pt x="14981" y="4705"/>
                    <a:pt x="14936" y="4705"/>
                    <a:pt x="14891" y="4691"/>
                  </a:cubicBezTo>
                  <a:cubicBezTo>
                    <a:pt x="14897" y="4633"/>
                    <a:pt x="14883" y="4618"/>
                    <a:pt x="14861" y="4618"/>
                  </a:cubicBezTo>
                  <a:cubicBezTo>
                    <a:pt x="14835" y="4618"/>
                    <a:pt x="14797" y="4640"/>
                    <a:pt x="14768" y="4640"/>
                  </a:cubicBezTo>
                  <a:cubicBezTo>
                    <a:pt x="14758" y="4640"/>
                    <a:pt x="14749" y="4638"/>
                    <a:pt x="14742" y="4631"/>
                  </a:cubicBezTo>
                  <a:lnTo>
                    <a:pt x="14742" y="4631"/>
                  </a:lnTo>
                  <a:cubicBezTo>
                    <a:pt x="14772" y="4661"/>
                    <a:pt x="14802" y="4691"/>
                    <a:pt x="14831" y="4735"/>
                  </a:cubicBezTo>
                  <a:cubicBezTo>
                    <a:pt x="14816" y="4750"/>
                    <a:pt x="14801" y="4780"/>
                    <a:pt x="14772" y="4795"/>
                  </a:cubicBezTo>
                  <a:cubicBezTo>
                    <a:pt x="14772" y="4825"/>
                    <a:pt x="14772" y="4870"/>
                    <a:pt x="14757" y="4900"/>
                  </a:cubicBezTo>
                  <a:lnTo>
                    <a:pt x="14727" y="4825"/>
                  </a:lnTo>
                  <a:cubicBezTo>
                    <a:pt x="14712" y="4780"/>
                    <a:pt x="14652" y="4705"/>
                    <a:pt x="14607" y="4691"/>
                  </a:cubicBezTo>
                  <a:cubicBezTo>
                    <a:pt x="14592" y="4691"/>
                    <a:pt x="14592" y="4691"/>
                    <a:pt x="14577" y="4676"/>
                  </a:cubicBezTo>
                  <a:cubicBezTo>
                    <a:pt x="14607" y="4616"/>
                    <a:pt x="14622" y="4556"/>
                    <a:pt x="14637" y="4481"/>
                  </a:cubicBezTo>
                  <a:lnTo>
                    <a:pt x="14637" y="4481"/>
                  </a:lnTo>
                  <a:cubicBezTo>
                    <a:pt x="14548" y="4541"/>
                    <a:pt x="14458" y="4601"/>
                    <a:pt x="14353" y="4646"/>
                  </a:cubicBezTo>
                  <a:cubicBezTo>
                    <a:pt x="14324" y="4556"/>
                    <a:pt x="14294" y="4466"/>
                    <a:pt x="14264" y="4362"/>
                  </a:cubicBezTo>
                  <a:cubicBezTo>
                    <a:pt x="14234" y="4392"/>
                    <a:pt x="14204" y="4422"/>
                    <a:pt x="14189" y="4437"/>
                  </a:cubicBezTo>
                  <a:cubicBezTo>
                    <a:pt x="14189" y="4452"/>
                    <a:pt x="14189" y="4481"/>
                    <a:pt x="14189" y="4496"/>
                  </a:cubicBezTo>
                  <a:cubicBezTo>
                    <a:pt x="14204" y="4496"/>
                    <a:pt x="14219" y="4511"/>
                    <a:pt x="14219" y="4526"/>
                  </a:cubicBezTo>
                  <a:lnTo>
                    <a:pt x="14189" y="4496"/>
                  </a:lnTo>
                  <a:cubicBezTo>
                    <a:pt x="14174" y="4496"/>
                    <a:pt x="14159" y="4511"/>
                    <a:pt x="14144" y="4526"/>
                  </a:cubicBezTo>
                  <a:lnTo>
                    <a:pt x="14129" y="4526"/>
                  </a:lnTo>
                  <a:lnTo>
                    <a:pt x="14070" y="4437"/>
                  </a:lnTo>
                  <a:cubicBezTo>
                    <a:pt x="14070" y="4392"/>
                    <a:pt x="14055" y="4347"/>
                    <a:pt x="14055" y="4302"/>
                  </a:cubicBezTo>
                  <a:cubicBezTo>
                    <a:pt x="14047" y="4295"/>
                    <a:pt x="14040" y="4291"/>
                    <a:pt x="14032" y="4291"/>
                  </a:cubicBezTo>
                  <a:cubicBezTo>
                    <a:pt x="14025" y="4291"/>
                    <a:pt x="14017" y="4295"/>
                    <a:pt x="14010" y="4302"/>
                  </a:cubicBezTo>
                  <a:lnTo>
                    <a:pt x="13980" y="4302"/>
                  </a:lnTo>
                  <a:cubicBezTo>
                    <a:pt x="13946" y="4302"/>
                    <a:pt x="13908" y="4312"/>
                    <a:pt x="13871" y="4312"/>
                  </a:cubicBezTo>
                  <a:cubicBezTo>
                    <a:pt x="13829" y="4312"/>
                    <a:pt x="13788" y="4299"/>
                    <a:pt x="13756" y="4242"/>
                  </a:cubicBezTo>
                  <a:cubicBezTo>
                    <a:pt x="13711" y="4242"/>
                    <a:pt x="13658" y="4217"/>
                    <a:pt x="13628" y="4217"/>
                  </a:cubicBezTo>
                  <a:cubicBezTo>
                    <a:pt x="13618" y="4217"/>
                    <a:pt x="13610" y="4220"/>
                    <a:pt x="13607" y="4227"/>
                  </a:cubicBezTo>
                  <a:cubicBezTo>
                    <a:pt x="13573" y="4266"/>
                    <a:pt x="13544" y="4281"/>
                    <a:pt x="13517" y="4281"/>
                  </a:cubicBezTo>
                  <a:cubicBezTo>
                    <a:pt x="13472" y="4281"/>
                    <a:pt x="13435" y="4241"/>
                    <a:pt x="13398" y="4213"/>
                  </a:cubicBezTo>
                  <a:cubicBezTo>
                    <a:pt x="13368" y="4213"/>
                    <a:pt x="13338" y="4198"/>
                    <a:pt x="13323" y="4183"/>
                  </a:cubicBezTo>
                  <a:lnTo>
                    <a:pt x="13313" y="4193"/>
                  </a:lnTo>
                  <a:lnTo>
                    <a:pt x="13313" y="4193"/>
                  </a:lnTo>
                  <a:cubicBezTo>
                    <a:pt x="13287" y="4180"/>
                    <a:pt x="13261" y="4168"/>
                    <a:pt x="13248" y="4168"/>
                  </a:cubicBezTo>
                  <a:cubicBezTo>
                    <a:pt x="13173" y="4153"/>
                    <a:pt x="13114" y="4138"/>
                    <a:pt x="13039" y="4123"/>
                  </a:cubicBezTo>
                  <a:cubicBezTo>
                    <a:pt x="13024" y="4123"/>
                    <a:pt x="13009" y="4078"/>
                    <a:pt x="12994" y="4063"/>
                  </a:cubicBezTo>
                  <a:cubicBezTo>
                    <a:pt x="12964" y="4093"/>
                    <a:pt x="12935" y="4108"/>
                    <a:pt x="12920" y="4153"/>
                  </a:cubicBezTo>
                  <a:cubicBezTo>
                    <a:pt x="12890" y="4183"/>
                    <a:pt x="12890" y="4227"/>
                    <a:pt x="12875" y="4272"/>
                  </a:cubicBezTo>
                  <a:cubicBezTo>
                    <a:pt x="12860" y="4213"/>
                    <a:pt x="12860" y="4123"/>
                    <a:pt x="12815" y="4093"/>
                  </a:cubicBezTo>
                  <a:cubicBezTo>
                    <a:pt x="12770" y="4033"/>
                    <a:pt x="12681" y="4018"/>
                    <a:pt x="12606" y="3989"/>
                  </a:cubicBezTo>
                  <a:cubicBezTo>
                    <a:pt x="12591" y="4003"/>
                    <a:pt x="12591" y="4018"/>
                    <a:pt x="12591" y="4018"/>
                  </a:cubicBezTo>
                  <a:cubicBezTo>
                    <a:pt x="12606" y="4063"/>
                    <a:pt x="12636" y="4093"/>
                    <a:pt x="12651" y="4138"/>
                  </a:cubicBezTo>
                  <a:cubicBezTo>
                    <a:pt x="12636" y="4153"/>
                    <a:pt x="12621" y="4168"/>
                    <a:pt x="12606" y="4183"/>
                  </a:cubicBezTo>
                  <a:lnTo>
                    <a:pt x="12606" y="4198"/>
                  </a:lnTo>
                  <a:cubicBezTo>
                    <a:pt x="12576" y="4198"/>
                    <a:pt x="12546" y="4213"/>
                    <a:pt x="12516" y="4227"/>
                  </a:cubicBezTo>
                  <a:cubicBezTo>
                    <a:pt x="12606" y="4123"/>
                    <a:pt x="12546" y="4093"/>
                    <a:pt x="12457" y="4048"/>
                  </a:cubicBezTo>
                  <a:lnTo>
                    <a:pt x="12457" y="4048"/>
                  </a:lnTo>
                  <a:lnTo>
                    <a:pt x="12486" y="4272"/>
                  </a:lnTo>
                  <a:cubicBezTo>
                    <a:pt x="12472" y="4287"/>
                    <a:pt x="12442" y="4287"/>
                    <a:pt x="12412" y="4302"/>
                  </a:cubicBezTo>
                  <a:lnTo>
                    <a:pt x="12352" y="4302"/>
                  </a:lnTo>
                  <a:cubicBezTo>
                    <a:pt x="12337" y="4287"/>
                    <a:pt x="12307" y="4272"/>
                    <a:pt x="12277" y="4242"/>
                  </a:cubicBezTo>
                  <a:cubicBezTo>
                    <a:pt x="12262" y="4227"/>
                    <a:pt x="12262" y="4213"/>
                    <a:pt x="12247" y="4198"/>
                  </a:cubicBezTo>
                  <a:cubicBezTo>
                    <a:pt x="12233" y="4183"/>
                    <a:pt x="12233" y="4168"/>
                    <a:pt x="12247" y="4153"/>
                  </a:cubicBezTo>
                  <a:lnTo>
                    <a:pt x="12247" y="4198"/>
                  </a:lnTo>
                  <a:cubicBezTo>
                    <a:pt x="12262" y="4168"/>
                    <a:pt x="12277" y="4138"/>
                    <a:pt x="12292" y="4108"/>
                  </a:cubicBezTo>
                  <a:lnTo>
                    <a:pt x="12247" y="4108"/>
                  </a:lnTo>
                  <a:lnTo>
                    <a:pt x="12247" y="4048"/>
                  </a:lnTo>
                  <a:cubicBezTo>
                    <a:pt x="12233" y="4048"/>
                    <a:pt x="12233" y="4048"/>
                    <a:pt x="12233" y="4033"/>
                  </a:cubicBezTo>
                  <a:lnTo>
                    <a:pt x="12233" y="4033"/>
                  </a:lnTo>
                  <a:lnTo>
                    <a:pt x="12233" y="4033"/>
                  </a:lnTo>
                  <a:cubicBezTo>
                    <a:pt x="12218" y="4018"/>
                    <a:pt x="12218" y="3989"/>
                    <a:pt x="12188" y="3974"/>
                  </a:cubicBezTo>
                  <a:lnTo>
                    <a:pt x="12083" y="3974"/>
                  </a:lnTo>
                  <a:lnTo>
                    <a:pt x="12083" y="3944"/>
                  </a:lnTo>
                  <a:close/>
                  <a:moveTo>
                    <a:pt x="16489" y="6094"/>
                  </a:moveTo>
                  <a:lnTo>
                    <a:pt x="16504" y="6109"/>
                  </a:lnTo>
                  <a:cubicBezTo>
                    <a:pt x="16491" y="6114"/>
                    <a:pt x="16483" y="6116"/>
                    <a:pt x="16479" y="6116"/>
                  </a:cubicBezTo>
                  <a:cubicBezTo>
                    <a:pt x="16468" y="6116"/>
                    <a:pt x="16479" y="6105"/>
                    <a:pt x="16489" y="6094"/>
                  </a:cubicBezTo>
                  <a:close/>
                  <a:moveTo>
                    <a:pt x="16937" y="6453"/>
                  </a:moveTo>
                  <a:cubicBezTo>
                    <a:pt x="16922" y="6453"/>
                    <a:pt x="16922" y="6468"/>
                    <a:pt x="16907" y="6483"/>
                  </a:cubicBezTo>
                  <a:cubicBezTo>
                    <a:pt x="16922" y="6483"/>
                    <a:pt x="16922" y="6498"/>
                    <a:pt x="16937" y="6498"/>
                  </a:cubicBezTo>
                  <a:cubicBezTo>
                    <a:pt x="16952" y="6498"/>
                    <a:pt x="16952" y="6483"/>
                    <a:pt x="16967" y="6468"/>
                  </a:cubicBezTo>
                  <a:cubicBezTo>
                    <a:pt x="16952" y="6468"/>
                    <a:pt x="16937" y="6453"/>
                    <a:pt x="16937" y="6453"/>
                  </a:cubicBezTo>
                  <a:close/>
                  <a:moveTo>
                    <a:pt x="16549" y="5631"/>
                  </a:moveTo>
                  <a:cubicBezTo>
                    <a:pt x="16519" y="5631"/>
                    <a:pt x="16489" y="5646"/>
                    <a:pt x="16474" y="5646"/>
                  </a:cubicBezTo>
                  <a:cubicBezTo>
                    <a:pt x="16459" y="5661"/>
                    <a:pt x="16444" y="5691"/>
                    <a:pt x="16429" y="5706"/>
                  </a:cubicBezTo>
                  <a:cubicBezTo>
                    <a:pt x="16385" y="5691"/>
                    <a:pt x="16340" y="5691"/>
                    <a:pt x="16295" y="5676"/>
                  </a:cubicBezTo>
                  <a:lnTo>
                    <a:pt x="16205" y="5676"/>
                  </a:lnTo>
                  <a:cubicBezTo>
                    <a:pt x="16176" y="5691"/>
                    <a:pt x="16161" y="5706"/>
                    <a:pt x="16146" y="5721"/>
                  </a:cubicBezTo>
                  <a:lnTo>
                    <a:pt x="16146" y="5736"/>
                  </a:lnTo>
                  <a:cubicBezTo>
                    <a:pt x="16131" y="5751"/>
                    <a:pt x="16101" y="5766"/>
                    <a:pt x="16086" y="5781"/>
                  </a:cubicBezTo>
                  <a:lnTo>
                    <a:pt x="16146" y="5781"/>
                  </a:lnTo>
                  <a:cubicBezTo>
                    <a:pt x="16146" y="5796"/>
                    <a:pt x="16146" y="5796"/>
                    <a:pt x="16146" y="5811"/>
                  </a:cubicBezTo>
                  <a:cubicBezTo>
                    <a:pt x="16086" y="5841"/>
                    <a:pt x="16011" y="5870"/>
                    <a:pt x="16101" y="5945"/>
                  </a:cubicBezTo>
                  <a:lnTo>
                    <a:pt x="16265" y="6109"/>
                  </a:lnTo>
                  <a:lnTo>
                    <a:pt x="16265" y="6124"/>
                  </a:lnTo>
                  <a:cubicBezTo>
                    <a:pt x="16280" y="6139"/>
                    <a:pt x="16310" y="6169"/>
                    <a:pt x="16325" y="6199"/>
                  </a:cubicBezTo>
                  <a:cubicBezTo>
                    <a:pt x="16367" y="6283"/>
                    <a:pt x="16396" y="6394"/>
                    <a:pt x="16512" y="6394"/>
                  </a:cubicBezTo>
                  <a:cubicBezTo>
                    <a:pt x="16519" y="6394"/>
                    <a:pt x="16526" y="6394"/>
                    <a:pt x="16534" y="6393"/>
                  </a:cubicBezTo>
                  <a:lnTo>
                    <a:pt x="16594" y="6557"/>
                  </a:lnTo>
                  <a:cubicBezTo>
                    <a:pt x="16564" y="6543"/>
                    <a:pt x="16534" y="6528"/>
                    <a:pt x="16519" y="6528"/>
                  </a:cubicBezTo>
                  <a:cubicBezTo>
                    <a:pt x="16474" y="6587"/>
                    <a:pt x="16493" y="6595"/>
                    <a:pt x="16523" y="6595"/>
                  </a:cubicBezTo>
                  <a:cubicBezTo>
                    <a:pt x="16533" y="6595"/>
                    <a:pt x="16544" y="6594"/>
                    <a:pt x="16555" y="6594"/>
                  </a:cubicBezTo>
                  <a:cubicBezTo>
                    <a:pt x="16576" y="6594"/>
                    <a:pt x="16594" y="6597"/>
                    <a:pt x="16594" y="6617"/>
                  </a:cubicBezTo>
                  <a:cubicBezTo>
                    <a:pt x="16594" y="6647"/>
                    <a:pt x="16609" y="6662"/>
                    <a:pt x="16624" y="6692"/>
                  </a:cubicBezTo>
                  <a:lnTo>
                    <a:pt x="16579" y="6752"/>
                  </a:lnTo>
                  <a:lnTo>
                    <a:pt x="16639" y="6752"/>
                  </a:lnTo>
                  <a:cubicBezTo>
                    <a:pt x="16668" y="6737"/>
                    <a:pt x="16683" y="6722"/>
                    <a:pt x="16698" y="6692"/>
                  </a:cubicBezTo>
                  <a:lnTo>
                    <a:pt x="16728" y="6692"/>
                  </a:lnTo>
                  <a:cubicBezTo>
                    <a:pt x="16713" y="6677"/>
                    <a:pt x="16713" y="6677"/>
                    <a:pt x="16728" y="6677"/>
                  </a:cubicBezTo>
                  <a:cubicBezTo>
                    <a:pt x="16728" y="6677"/>
                    <a:pt x="16728" y="6677"/>
                    <a:pt x="16728" y="6692"/>
                  </a:cubicBezTo>
                  <a:cubicBezTo>
                    <a:pt x="16773" y="6707"/>
                    <a:pt x="16818" y="6722"/>
                    <a:pt x="16863" y="6737"/>
                  </a:cubicBezTo>
                  <a:cubicBezTo>
                    <a:pt x="16878" y="6767"/>
                    <a:pt x="16878" y="6782"/>
                    <a:pt x="16893" y="6811"/>
                  </a:cubicBezTo>
                  <a:cubicBezTo>
                    <a:pt x="16937" y="6796"/>
                    <a:pt x="16997" y="6782"/>
                    <a:pt x="17042" y="6767"/>
                  </a:cubicBezTo>
                  <a:cubicBezTo>
                    <a:pt x="16997" y="6722"/>
                    <a:pt x="16967" y="6677"/>
                    <a:pt x="16922" y="6647"/>
                  </a:cubicBezTo>
                  <a:cubicBezTo>
                    <a:pt x="16907" y="6632"/>
                    <a:pt x="16878" y="6617"/>
                    <a:pt x="16863" y="6602"/>
                  </a:cubicBezTo>
                  <a:cubicBezTo>
                    <a:pt x="16833" y="6498"/>
                    <a:pt x="16907" y="6378"/>
                    <a:pt x="16788" y="6289"/>
                  </a:cubicBezTo>
                  <a:cubicBezTo>
                    <a:pt x="16803" y="6214"/>
                    <a:pt x="16803" y="6139"/>
                    <a:pt x="16818" y="6065"/>
                  </a:cubicBezTo>
                  <a:cubicBezTo>
                    <a:pt x="16788" y="6020"/>
                    <a:pt x="16758" y="5990"/>
                    <a:pt x="16728" y="5945"/>
                  </a:cubicBezTo>
                  <a:lnTo>
                    <a:pt x="16624" y="5915"/>
                  </a:lnTo>
                  <a:cubicBezTo>
                    <a:pt x="16624" y="5915"/>
                    <a:pt x="16624" y="5900"/>
                    <a:pt x="16624" y="5900"/>
                  </a:cubicBezTo>
                  <a:cubicBezTo>
                    <a:pt x="16639" y="5811"/>
                    <a:pt x="16624" y="5751"/>
                    <a:pt x="16534" y="5706"/>
                  </a:cubicBezTo>
                  <a:cubicBezTo>
                    <a:pt x="16534" y="5676"/>
                    <a:pt x="16534" y="5661"/>
                    <a:pt x="16549" y="5631"/>
                  </a:cubicBezTo>
                  <a:close/>
                  <a:moveTo>
                    <a:pt x="16624" y="6916"/>
                  </a:moveTo>
                  <a:lnTo>
                    <a:pt x="16624" y="6916"/>
                  </a:lnTo>
                  <a:cubicBezTo>
                    <a:pt x="16594" y="6931"/>
                    <a:pt x="16564" y="6931"/>
                    <a:pt x="16534" y="6946"/>
                  </a:cubicBezTo>
                  <a:cubicBezTo>
                    <a:pt x="16549" y="6961"/>
                    <a:pt x="16549" y="6976"/>
                    <a:pt x="16564" y="6991"/>
                  </a:cubicBezTo>
                  <a:cubicBezTo>
                    <a:pt x="16579" y="6961"/>
                    <a:pt x="16594" y="6946"/>
                    <a:pt x="16624" y="6916"/>
                  </a:cubicBezTo>
                  <a:close/>
                  <a:moveTo>
                    <a:pt x="17012" y="7080"/>
                  </a:moveTo>
                  <a:cubicBezTo>
                    <a:pt x="16997" y="7110"/>
                    <a:pt x="16982" y="7125"/>
                    <a:pt x="16982" y="7140"/>
                  </a:cubicBezTo>
                  <a:cubicBezTo>
                    <a:pt x="16982" y="7155"/>
                    <a:pt x="16997" y="7155"/>
                    <a:pt x="17012" y="7170"/>
                  </a:cubicBezTo>
                  <a:cubicBezTo>
                    <a:pt x="17027" y="7155"/>
                    <a:pt x="17027" y="7155"/>
                    <a:pt x="17027" y="7140"/>
                  </a:cubicBezTo>
                  <a:cubicBezTo>
                    <a:pt x="17027" y="7125"/>
                    <a:pt x="17027" y="7110"/>
                    <a:pt x="17012" y="7080"/>
                  </a:cubicBezTo>
                  <a:close/>
                  <a:moveTo>
                    <a:pt x="16848" y="7215"/>
                  </a:moveTo>
                  <a:cubicBezTo>
                    <a:pt x="16803" y="7230"/>
                    <a:pt x="16773" y="7245"/>
                    <a:pt x="16743" y="7259"/>
                  </a:cubicBezTo>
                  <a:cubicBezTo>
                    <a:pt x="16755" y="7272"/>
                    <a:pt x="16777" y="7293"/>
                    <a:pt x="16793" y="7293"/>
                  </a:cubicBezTo>
                  <a:cubicBezTo>
                    <a:pt x="16797" y="7293"/>
                    <a:pt x="16800" y="7292"/>
                    <a:pt x="16803" y="7289"/>
                  </a:cubicBezTo>
                  <a:cubicBezTo>
                    <a:pt x="16833" y="7289"/>
                    <a:pt x="16863" y="7259"/>
                    <a:pt x="16907" y="7230"/>
                  </a:cubicBezTo>
                  <a:cubicBezTo>
                    <a:pt x="16863" y="7215"/>
                    <a:pt x="16848" y="7215"/>
                    <a:pt x="16848" y="7215"/>
                  </a:cubicBezTo>
                  <a:close/>
                  <a:moveTo>
                    <a:pt x="16474" y="7274"/>
                  </a:moveTo>
                  <a:lnTo>
                    <a:pt x="16474" y="7274"/>
                  </a:lnTo>
                  <a:cubicBezTo>
                    <a:pt x="16501" y="7314"/>
                    <a:pt x="16468" y="7343"/>
                    <a:pt x="16461" y="7370"/>
                  </a:cubicBezTo>
                  <a:lnTo>
                    <a:pt x="16461" y="7370"/>
                  </a:lnTo>
                  <a:lnTo>
                    <a:pt x="16474" y="7274"/>
                  </a:lnTo>
                  <a:close/>
                  <a:moveTo>
                    <a:pt x="16176" y="7633"/>
                  </a:moveTo>
                  <a:cubicBezTo>
                    <a:pt x="16163" y="7645"/>
                    <a:pt x="16151" y="7668"/>
                    <a:pt x="16139" y="7684"/>
                  </a:cubicBezTo>
                  <a:lnTo>
                    <a:pt x="16139" y="7684"/>
                  </a:lnTo>
                  <a:cubicBezTo>
                    <a:pt x="16160" y="7677"/>
                    <a:pt x="16179" y="7674"/>
                    <a:pt x="16191" y="7663"/>
                  </a:cubicBezTo>
                  <a:cubicBezTo>
                    <a:pt x="16191" y="7663"/>
                    <a:pt x="16176" y="7648"/>
                    <a:pt x="16176" y="7633"/>
                  </a:cubicBezTo>
                  <a:close/>
                  <a:moveTo>
                    <a:pt x="16116" y="7678"/>
                  </a:moveTo>
                  <a:cubicBezTo>
                    <a:pt x="16113" y="7683"/>
                    <a:pt x="16110" y="7688"/>
                    <a:pt x="16108" y="7693"/>
                  </a:cubicBezTo>
                  <a:lnTo>
                    <a:pt x="16116" y="7693"/>
                  </a:lnTo>
                  <a:lnTo>
                    <a:pt x="16116" y="7678"/>
                  </a:lnTo>
                  <a:close/>
                  <a:moveTo>
                    <a:pt x="16139" y="7684"/>
                  </a:moveTo>
                  <a:lnTo>
                    <a:pt x="16139" y="7684"/>
                  </a:lnTo>
                  <a:cubicBezTo>
                    <a:pt x="16131" y="7686"/>
                    <a:pt x="16124" y="7689"/>
                    <a:pt x="16116" y="7693"/>
                  </a:cubicBezTo>
                  <a:lnTo>
                    <a:pt x="16131" y="7693"/>
                  </a:lnTo>
                  <a:cubicBezTo>
                    <a:pt x="16133" y="7690"/>
                    <a:pt x="16136" y="7687"/>
                    <a:pt x="16139" y="7684"/>
                  </a:cubicBezTo>
                  <a:close/>
                  <a:moveTo>
                    <a:pt x="15907" y="7693"/>
                  </a:moveTo>
                  <a:lnTo>
                    <a:pt x="15847" y="7722"/>
                  </a:lnTo>
                  <a:cubicBezTo>
                    <a:pt x="15847" y="7722"/>
                    <a:pt x="15832" y="7737"/>
                    <a:pt x="15817" y="7737"/>
                  </a:cubicBezTo>
                  <a:cubicBezTo>
                    <a:pt x="15824" y="7823"/>
                    <a:pt x="15855" y="7844"/>
                    <a:pt x="15892" y="7844"/>
                  </a:cubicBezTo>
                  <a:cubicBezTo>
                    <a:pt x="15927" y="7844"/>
                    <a:pt x="15967" y="7826"/>
                    <a:pt x="15998" y="7826"/>
                  </a:cubicBezTo>
                  <a:cubicBezTo>
                    <a:pt x="16003" y="7826"/>
                    <a:pt x="16007" y="7826"/>
                    <a:pt x="16011" y="7827"/>
                  </a:cubicBezTo>
                  <a:cubicBezTo>
                    <a:pt x="16041" y="7812"/>
                    <a:pt x="16041" y="7797"/>
                    <a:pt x="16056" y="7767"/>
                  </a:cubicBezTo>
                  <a:cubicBezTo>
                    <a:pt x="16056" y="7767"/>
                    <a:pt x="16071" y="7752"/>
                    <a:pt x="16071" y="7737"/>
                  </a:cubicBezTo>
                  <a:cubicBezTo>
                    <a:pt x="16083" y="7725"/>
                    <a:pt x="16095" y="7713"/>
                    <a:pt x="16108" y="7693"/>
                  </a:cubicBezTo>
                  <a:close/>
                  <a:moveTo>
                    <a:pt x="16295" y="7797"/>
                  </a:moveTo>
                  <a:cubicBezTo>
                    <a:pt x="16280" y="7797"/>
                    <a:pt x="16280" y="7812"/>
                    <a:pt x="16265" y="7827"/>
                  </a:cubicBezTo>
                  <a:cubicBezTo>
                    <a:pt x="16280" y="7827"/>
                    <a:pt x="16280" y="7842"/>
                    <a:pt x="16295" y="7857"/>
                  </a:cubicBezTo>
                  <a:cubicBezTo>
                    <a:pt x="16310" y="7842"/>
                    <a:pt x="16310" y="7827"/>
                    <a:pt x="16325" y="7812"/>
                  </a:cubicBezTo>
                  <a:cubicBezTo>
                    <a:pt x="16310" y="7812"/>
                    <a:pt x="16295" y="7797"/>
                    <a:pt x="16295" y="7797"/>
                  </a:cubicBezTo>
                  <a:close/>
                  <a:moveTo>
                    <a:pt x="15817" y="7857"/>
                  </a:moveTo>
                  <a:cubicBezTo>
                    <a:pt x="15802" y="7872"/>
                    <a:pt x="15772" y="7887"/>
                    <a:pt x="15757" y="7917"/>
                  </a:cubicBezTo>
                  <a:cubicBezTo>
                    <a:pt x="15757" y="7917"/>
                    <a:pt x="15772" y="7932"/>
                    <a:pt x="15772" y="7932"/>
                  </a:cubicBezTo>
                  <a:cubicBezTo>
                    <a:pt x="15802" y="7917"/>
                    <a:pt x="15817" y="7887"/>
                    <a:pt x="15832" y="7872"/>
                  </a:cubicBezTo>
                  <a:cubicBezTo>
                    <a:pt x="15832" y="7857"/>
                    <a:pt x="15817" y="7857"/>
                    <a:pt x="15817" y="7857"/>
                  </a:cubicBezTo>
                  <a:close/>
                  <a:moveTo>
                    <a:pt x="16668" y="6841"/>
                  </a:moveTo>
                  <a:cubicBezTo>
                    <a:pt x="16642" y="6841"/>
                    <a:pt x="16624" y="6856"/>
                    <a:pt x="16624" y="6916"/>
                  </a:cubicBezTo>
                  <a:lnTo>
                    <a:pt x="16758" y="6916"/>
                  </a:lnTo>
                  <a:cubicBezTo>
                    <a:pt x="16863" y="6946"/>
                    <a:pt x="16848" y="6991"/>
                    <a:pt x="16788" y="7050"/>
                  </a:cubicBezTo>
                  <a:cubicBezTo>
                    <a:pt x="16758" y="7035"/>
                    <a:pt x="16743" y="7006"/>
                    <a:pt x="16728" y="6991"/>
                  </a:cubicBezTo>
                  <a:cubicBezTo>
                    <a:pt x="16713" y="7006"/>
                    <a:pt x="16698" y="7035"/>
                    <a:pt x="16668" y="7050"/>
                  </a:cubicBezTo>
                  <a:cubicBezTo>
                    <a:pt x="16668" y="7050"/>
                    <a:pt x="16654" y="7050"/>
                    <a:pt x="16654" y="7065"/>
                  </a:cubicBezTo>
                  <a:cubicBezTo>
                    <a:pt x="16624" y="7065"/>
                    <a:pt x="16594" y="7095"/>
                    <a:pt x="16564" y="7095"/>
                  </a:cubicBezTo>
                  <a:cubicBezTo>
                    <a:pt x="16444" y="7125"/>
                    <a:pt x="16429" y="7155"/>
                    <a:pt x="16474" y="7274"/>
                  </a:cubicBezTo>
                  <a:lnTo>
                    <a:pt x="16474" y="7274"/>
                  </a:lnTo>
                  <a:lnTo>
                    <a:pt x="16474" y="7274"/>
                  </a:lnTo>
                  <a:cubicBezTo>
                    <a:pt x="16444" y="7289"/>
                    <a:pt x="16400" y="7319"/>
                    <a:pt x="16355" y="7334"/>
                  </a:cubicBezTo>
                  <a:cubicBezTo>
                    <a:pt x="16385" y="7349"/>
                    <a:pt x="16429" y="7364"/>
                    <a:pt x="16459" y="7379"/>
                  </a:cubicBezTo>
                  <a:cubicBezTo>
                    <a:pt x="16459" y="7394"/>
                    <a:pt x="16459" y="7394"/>
                    <a:pt x="16459" y="7409"/>
                  </a:cubicBezTo>
                  <a:cubicBezTo>
                    <a:pt x="16400" y="7424"/>
                    <a:pt x="16355" y="7439"/>
                    <a:pt x="16429" y="7498"/>
                  </a:cubicBezTo>
                  <a:cubicBezTo>
                    <a:pt x="16400" y="7528"/>
                    <a:pt x="16370" y="7573"/>
                    <a:pt x="16340" y="7618"/>
                  </a:cubicBezTo>
                  <a:cubicBezTo>
                    <a:pt x="16370" y="7633"/>
                    <a:pt x="16415" y="7633"/>
                    <a:pt x="16474" y="7663"/>
                  </a:cubicBezTo>
                  <a:cubicBezTo>
                    <a:pt x="16400" y="7678"/>
                    <a:pt x="16340" y="7693"/>
                    <a:pt x="16265" y="7708"/>
                  </a:cubicBezTo>
                  <a:cubicBezTo>
                    <a:pt x="16340" y="7752"/>
                    <a:pt x="16385" y="7767"/>
                    <a:pt x="16429" y="7797"/>
                  </a:cubicBezTo>
                  <a:cubicBezTo>
                    <a:pt x="16415" y="7827"/>
                    <a:pt x="16400" y="7842"/>
                    <a:pt x="16385" y="7872"/>
                  </a:cubicBezTo>
                  <a:cubicBezTo>
                    <a:pt x="16370" y="7902"/>
                    <a:pt x="16370" y="7917"/>
                    <a:pt x="16370" y="7947"/>
                  </a:cubicBezTo>
                  <a:cubicBezTo>
                    <a:pt x="16370" y="7961"/>
                    <a:pt x="16415" y="7976"/>
                    <a:pt x="16415" y="7976"/>
                  </a:cubicBezTo>
                  <a:cubicBezTo>
                    <a:pt x="16444" y="7947"/>
                    <a:pt x="16459" y="7932"/>
                    <a:pt x="16474" y="7902"/>
                  </a:cubicBezTo>
                  <a:cubicBezTo>
                    <a:pt x="16489" y="7872"/>
                    <a:pt x="16504" y="7842"/>
                    <a:pt x="16519" y="7797"/>
                  </a:cubicBezTo>
                  <a:lnTo>
                    <a:pt x="16549" y="7797"/>
                  </a:lnTo>
                  <a:cubicBezTo>
                    <a:pt x="16579" y="7782"/>
                    <a:pt x="16594" y="7767"/>
                    <a:pt x="16624" y="7767"/>
                  </a:cubicBezTo>
                  <a:cubicBezTo>
                    <a:pt x="16713" y="7663"/>
                    <a:pt x="16698" y="7573"/>
                    <a:pt x="16639" y="7469"/>
                  </a:cubicBezTo>
                  <a:lnTo>
                    <a:pt x="16654" y="7469"/>
                  </a:lnTo>
                  <a:cubicBezTo>
                    <a:pt x="16683" y="7439"/>
                    <a:pt x="16713" y="7409"/>
                    <a:pt x="16758" y="7379"/>
                  </a:cubicBezTo>
                  <a:cubicBezTo>
                    <a:pt x="16728" y="7349"/>
                    <a:pt x="16698" y="7334"/>
                    <a:pt x="16668" y="7304"/>
                  </a:cubicBezTo>
                  <a:cubicBezTo>
                    <a:pt x="16668" y="7245"/>
                    <a:pt x="16668" y="7185"/>
                    <a:pt x="16668" y="7140"/>
                  </a:cubicBezTo>
                  <a:cubicBezTo>
                    <a:pt x="16683" y="7125"/>
                    <a:pt x="16683" y="7125"/>
                    <a:pt x="16698" y="7125"/>
                  </a:cubicBezTo>
                  <a:lnTo>
                    <a:pt x="16683" y="7110"/>
                  </a:lnTo>
                  <a:cubicBezTo>
                    <a:pt x="16698" y="7110"/>
                    <a:pt x="16698" y="7125"/>
                    <a:pt x="16698" y="7125"/>
                  </a:cubicBezTo>
                  <a:cubicBezTo>
                    <a:pt x="16728" y="7110"/>
                    <a:pt x="16758" y="7095"/>
                    <a:pt x="16788" y="7080"/>
                  </a:cubicBezTo>
                  <a:cubicBezTo>
                    <a:pt x="16818" y="7065"/>
                    <a:pt x="16848" y="7050"/>
                    <a:pt x="16863" y="7050"/>
                  </a:cubicBezTo>
                  <a:cubicBezTo>
                    <a:pt x="16863" y="7065"/>
                    <a:pt x="16848" y="7095"/>
                    <a:pt x="16848" y="7110"/>
                  </a:cubicBezTo>
                  <a:cubicBezTo>
                    <a:pt x="16848" y="7125"/>
                    <a:pt x="16863" y="7140"/>
                    <a:pt x="16878" y="7155"/>
                  </a:cubicBezTo>
                  <a:cubicBezTo>
                    <a:pt x="16893" y="7140"/>
                    <a:pt x="16907" y="7140"/>
                    <a:pt x="16922" y="7125"/>
                  </a:cubicBezTo>
                  <a:cubicBezTo>
                    <a:pt x="16967" y="7006"/>
                    <a:pt x="16893" y="6886"/>
                    <a:pt x="16758" y="6856"/>
                  </a:cubicBezTo>
                  <a:cubicBezTo>
                    <a:pt x="16728" y="6856"/>
                    <a:pt x="16695" y="6841"/>
                    <a:pt x="16668" y="6841"/>
                  </a:cubicBezTo>
                  <a:close/>
                  <a:moveTo>
                    <a:pt x="16146" y="7797"/>
                  </a:moveTo>
                  <a:cubicBezTo>
                    <a:pt x="16146" y="7812"/>
                    <a:pt x="16131" y="7827"/>
                    <a:pt x="16116" y="7842"/>
                  </a:cubicBezTo>
                  <a:lnTo>
                    <a:pt x="16056" y="7902"/>
                  </a:lnTo>
                  <a:lnTo>
                    <a:pt x="16041" y="7902"/>
                  </a:lnTo>
                  <a:cubicBezTo>
                    <a:pt x="16026" y="7947"/>
                    <a:pt x="15981" y="8006"/>
                    <a:pt x="16071" y="8021"/>
                  </a:cubicBezTo>
                  <a:cubicBezTo>
                    <a:pt x="16071" y="7991"/>
                    <a:pt x="16086" y="7961"/>
                    <a:pt x="16101" y="7932"/>
                  </a:cubicBezTo>
                  <a:cubicBezTo>
                    <a:pt x="16123" y="7958"/>
                    <a:pt x="16139" y="7967"/>
                    <a:pt x="16152" y="7967"/>
                  </a:cubicBezTo>
                  <a:cubicBezTo>
                    <a:pt x="16184" y="7967"/>
                    <a:pt x="16197" y="7909"/>
                    <a:pt x="16246" y="7909"/>
                  </a:cubicBezTo>
                  <a:cubicBezTo>
                    <a:pt x="16256" y="7909"/>
                    <a:pt x="16267" y="7911"/>
                    <a:pt x="16280" y="7917"/>
                  </a:cubicBezTo>
                  <a:lnTo>
                    <a:pt x="16146" y="7827"/>
                  </a:lnTo>
                  <a:cubicBezTo>
                    <a:pt x="16176" y="7812"/>
                    <a:pt x="16191" y="7797"/>
                    <a:pt x="16205" y="7797"/>
                  </a:cubicBezTo>
                  <a:close/>
                  <a:moveTo>
                    <a:pt x="16071" y="8021"/>
                  </a:moveTo>
                  <a:cubicBezTo>
                    <a:pt x="16045" y="8047"/>
                    <a:pt x="16042" y="8084"/>
                    <a:pt x="16080" y="8084"/>
                  </a:cubicBezTo>
                  <a:cubicBezTo>
                    <a:pt x="16086" y="8084"/>
                    <a:pt x="16093" y="8083"/>
                    <a:pt x="16101" y="8081"/>
                  </a:cubicBezTo>
                  <a:cubicBezTo>
                    <a:pt x="16161" y="8081"/>
                    <a:pt x="16205" y="8051"/>
                    <a:pt x="16250" y="8036"/>
                  </a:cubicBezTo>
                  <a:cubicBezTo>
                    <a:pt x="16220" y="8021"/>
                    <a:pt x="16191" y="8021"/>
                    <a:pt x="16161" y="8021"/>
                  </a:cubicBezTo>
                  <a:close/>
                  <a:moveTo>
                    <a:pt x="15205" y="8141"/>
                  </a:moveTo>
                  <a:cubicBezTo>
                    <a:pt x="15190" y="8156"/>
                    <a:pt x="15175" y="8171"/>
                    <a:pt x="15160" y="8185"/>
                  </a:cubicBezTo>
                  <a:cubicBezTo>
                    <a:pt x="15175" y="8171"/>
                    <a:pt x="15205" y="8171"/>
                    <a:pt x="15220" y="8171"/>
                  </a:cubicBezTo>
                  <a:cubicBezTo>
                    <a:pt x="15220" y="8156"/>
                    <a:pt x="15220" y="8156"/>
                    <a:pt x="15205" y="8141"/>
                  </a:cubicBezTo>
                  <a:close/>
                  <a:moveTo>
                    <a:pt x="14622" y="8245"/>
                  </a:moveTo>
                  <a:cubicBezTo>
                    <a:pt x="14607" y="8275"/>
                    <a:pt x="14592" y="8305"/>
                    <a:pt x="14577" y="8320"/>
                  </a:cubicBezTo>
                  <a:cubicBezTo>
                    <a:pt x="14577" y="8335"/>
                    <a:pt x="14592" y="8335"/>
                    <a:pt x="14607" y="8350"/>
                  </a:cubicBezTo>
                  <a:cubicBezTo>
                    <a:pt x="14622" y="8320"/>
                    <a:pt x="14637" y="8290"/>
                    <a:pt x="14652" y="8245"/>
                  </a:cubicBezTo>
                  <a:close/>
                  <a:moveTo>
                    <a:pt x="14787" y="8275"/>
                  </a:moveTo>
                  <a:cubicBezTo>
                    <a:pt x="14772" y="8290"/>
                    <a:pt x="14757" y="8290"/>
                    <a:pt x="14757" y="8290"/>
                  </a:cubicBezTo>
                  <a:cubicBezTo>
                    <a:pt x="14757" y="8305"/>
                    <a:pt x="14757" y="8320"/>
                    <a:pt x="14772" y="8350"/>
                  </a:cubicBezTo>
                  <a:cubicBezTo>
                    <a:pt x="14787" y="8335"/>
                    <a:pt x="14787" y="8320"/>
                    <a:pt x="14787" y="8305"/>
                  </a:cubicBezTo>
                  <a:cubicBezTo>
                    <a:pt x="14787" y="8290"/>
                    <a:pt x="14787" y="8290"/>
                    <a:pt x="14787" y="8275"/>
                  </a:cubicBezTo>
                  <a:close/>
                  <a:moveTo>
                    <a:pt x="15772" y="8021"/>
                  </a:moveTo>
                  <a:cubicBezTo>
                    <a:pt x="15742" y="8021"/>
                    <a:pt x="15728" y="8036"/>
                    <a:pt x="15713" y="8051"/>
                  </a:cubicBezTo>
                  <a:cubicBezTo>
                    <a:pt x="15683" y="8081"/>
                    <a:pt x="15653" y="8111"/>
                    <a:pt x="15623" y="8156"/>
                  </a:cubicBezTo>
                  <a:lnTo>
                    <a:pt x="15563" y="8156"/>
                  </a:lnTo>
                  <a:cubicBezTo>
                    <a:pt x="15518" y="8171"/>
                    <a:pt x="15474" y="8171"/>
                    <a:pt x="15429" y="8185"/>
                  </a:cubicBezTo>
                  <a:cubicBezTo>
                    <a:pt x="15414" y="8200"/>
                    <a:pt x="15369" y="8230"/>
                    <a:pt x="15369" y="8245"/>
                  </a:cubicBezTo>
                  <a:cubicBezTo>
                    <a:pt x="15384" y="8290"/>
                    <a:pt x="15429" y="8335"/>
                    <a:pt x="15459" y="8380"/>
                  </a:cubicBezTo>
                  <a:cubicBezTo>
                    <a:pt x="15474" y="8365"/>
                    <a:pt x="15489" y="8365"/>
                    <a:pt x="15503" y="8350"/>
                  </a:cubicBezTo>
                  <a:cubicBezTo>
                    <a:pt x="15474" y="8290"/>
                    <a:pt x="15459" y="8230"/>
                    <a:pt x="15429" y="8185"/>
                  </a:cubicBezTo>
                  <a:lnTo>
                    <a:pt x="15429" y="8185"/>
                  </a:lnTo>
                  <a:lnTo>
                    <a:pt x="15563" y="8200"/>
                  </a:lnTo>
                  <a:lnTo>
                    <a:pt x="15578" y="8200"/>
                  </a:lnTo>
                  <a:cubicBezTo>
                    <a:pt x="15638" y="8200"/>
                    <a:pt x="15698" y="8200"/>
                    <a:pt x="15772" y="8185"/>
                  </a:cubicBezTo>
                  <a:cubicBezTo>
                    <a:pt x="15802" y="8185"/>
                    <a:pt x="15832" y="8185"/>
                    <a:pt x="15847" y="8171"/>
                  </a:cubicBezTo>
                  <a:cubicBezTo>
                    <a:pt x="15862" y="8171"/>
                    <a:pt x="15877" y="8141"/>
                    <a:pt x="15877" y="8111"/>
                  </a:cubicBezTo>
                  <a:cubicBezTo>
                    <a:pt x="15892" y="8111"/>
                    <a:pt x="15847" y="8081"/>
                    <a:pt x="15847" y="8081"/>
                  </a:cubicBezTo>
                  <a:cubicBezTo>
                    <a:pt x="15832" y="8096"/>
                    <a:pt x="15817" y="8111"/>
                    <a:pt x="15802" y="8126"/>
                  </a:cubicBezTo>
                  <a:cubicBezTo>
                    <a:pt x="15787" y="8111"/>
                    <a:pt x="15772" y="8111"/>
                    <a:pt x="15757" y="8096"/>
                  </a:cubicBezTo>
                  <a:lnTo>
                    <a:pt x="15772" y="8021"/>
                  </a:lnTo>
                  <a:close/>
                  <a:moveTo>
                    <a:pt x="14189" y="8380"/>
                  </a:moveTo>
                  <a:cubicBezTo>
                    <a:pt x="14174" y="8380"/>
                    <a:pt x="14174" y="8395"/>
                    <a:pt x="14174" y="8410"/>
                  </a:cubicBezTo>
                  <a:cubicBezTo>
                    <a:pt x="14174" y="8424"/>
                    <a:pt x="14189" y="8424"/>
                    <a:pt x="14204" y="8439"/>
                  </a:cubicBezTo>
                  <a:cubicBezTo>
                    <a:pt x="14204" y="8424"/>
                    <a:pt x="14219" y="8410"/>
                    <a:pt x="14219" y="8395"/>
                  </a:cubicBezTo>
                  <a:cubicBezTo>
                    <a:pt x="14204" y="8395"/>
                    <a:pt x="14189" y="8380"/>
                    <a:pt x="14189" y="8380"/>
                  </a:cubicBezTo>
                  <a:close/>
                  <a:moveTo>
                    <a:pt x="15026" y="8096"/>
                  </a:moveTo>
                  <a:cubicBezTo>
                    <a:pt x="14831" y="8126"/>
                    <a:pt x="14787" y="8215"/>
                    <a:pt x="14891" y="8365"/>
                  </a:cubicBezTo>
                  <a:lnTo>
                    <a:pt x="14891" y="8380"/>
                  </a:lnTo>
                  <a:cubicBezTo>
                    <a:pt x="14877" y="8412"/>
                    <a:pt x="14880" y="8421"/>
                    <a:pt x="14891" y="8421"/>
                  </a:cubicBezTo>
                  <a:cubicBezTo>
                    <a:pt x="14907" y="8421"/>
                    <a:pt x="14938" y="8401"/>
                    <a:pt x="14955" y="8401"/>
                  </a:cubicBezTo>
                  <a:cubicBezTo>
                    <a:pt x="14964" y="8401"/>
                    <a:pt x="14969" y="8406"/>
                    <a:pt x="14966" y="8424"/>
                  </a:cubicBezTo>
                  <a:cubicBezTo>
                    <a:pt x="14981" y="8454"/>
                    <a:pt x="15011" y="8484"/>
                    <a:pt x="15026" y="8514"/>
                  </a:cubicBezTo>
                  <a:cubicBezTo>
                    <a:pt x="15040" y="8499"/>
                    <a:pt x="15070" y="8484"/>
                    <a:pt x="15085" y="8469"/>
                  </a:cubicBezTo>
                  <a:lnTo>
                    <a:pt x="15130" y="8424"/>
                  </a:lnTo>
                  <a:cubicBezTo>
                    <a:pt x="15205" y="8395"/>
                    <a:pt x="15265" y="8365"/>
                    <a:pt x="15339" y="8335"/>
                  </a:cubicBezTo>
                  <a:cubicBezTo>
                    <a:pt x="15294" y="8335"/>
                    <a:pt x="15274" y="8240"/>
                    <a:pt x="15235" y="8240"/>
                  </a:cubicBezTo>
                  <a:cubicBezTo>
                    <a:pt x="15222" y="8240"/>
                    <a:pt x="15208" y="8250"/>
                    <a:pt x="15190" y="8275"/>
                  </a:cubicBezTo>
                  <a:cubicBezTo>
                    <a:pt x="15190" y="8260"/>
                    <a:pt x="15175" y="8215"/>
                    <a:pt x="15160" y="8185"/>
                  </a:cubicBezTo>
                  <a:cubicBezTo>
                    <a:pt x="15145" y="8156"/>
                    <a:pt x="15130" y="8126"/>
                    <a:pt x="15100" y="8096"/>
                  </a:cubicBezTo>
                  <a:close/>
                  <a:moveTo>
                    <a:pt x="13786" y="8484"/>
                  </a:moveTo>
                  <a:lnTo>
                    <a:pt x="13786" y="8484"/>
                  </a:lnTo>
                  <a:cubicBezTo>
                    <a:pt x="13771" y="8514"/>
                    <a:pt x="13756" y="8514"/>
                    <a:pt x="13741" y="8529"/>
                  </a:cubicBezTo>
                  <a:lnTo>
                    <a:pt x="13786" y="8484"/>
                  </a:lnTo>
                  <a:close/>
                  <a:moveTo>
                    <a:pt x="14936" y="8469"/>
                  </a:moveTo>
                  <a:cubicBezTo>
                    <a:pt x="14921" y="8484"/>
                    <a:pt x="14921" y="8499"/>
                    <a:pt x="14921" y="8499"/>
                  </a:cubicBezTo>
                  <a:cubicBezTo>
                    <a:pt x="14921" y="8514"/>
                    <a:pt x="14936" y="8514"/>
                    <a:pt x="14936" y="8529"/>
                  </a:cubicBezTo>
                  <a:cubicBezTo>
                    <a:pt x="14951" y="8514"/>
                    <a:pt x="14966" y="8514"/>
                    <a:pt x="14951" y="8499"/>
                  </a:cubicBezTo>
                  <a:cubicBezTo>
                    <a:pt x="14951" y="8484"/>
                    <a:pt x="14936" y="8484"/>
                    <a:pt x="14936" y="8469"/>
                  </a:cubicBezTo>
                  <a:close/>
                  <a:moveTo>
                    <a:pt x="13368" y="8768"/>
                  </a:moveTo>
                  <a:lnTo>
                    <a:pt x="13368" y="8783"/>
                  </a:lnTo>
                  <a:lnTo>
                    <a:pt x="13353" y="8798"/>
                  </a:lnTo>
                  <a:cubicBezTo>
                    <a:pt x="13353" y="8783"/>
                    <a:pt x="13368" y="8768"/>
                    <a:pt x="13368" y="8768"/>
                  </a:cubicBezTo>
                  <a:close/>
                  <a:moveTo>
                    <a:pt x="11919" y="9022"/>
                  </a:moveTo>
                  <a:lnTo>
                    <a:pt x="11919" y="9037"/>
                  </a:lnTo>
                  <a:lnTo>
                    <a:pt x="11874" y="9022"/>
                  </a:lnTo>
                  <a:close/>
                  <a:moveTo>
                    <a:pt x="13427" y="9186"/>
                  </a:moveTo>
                  <a:lnTo>
                    <a:pt x="13412" y="9194"/>
                  </a:lnTo>
                  <a:lnTo>
                    <a:pt x="13412" y="9194"/>
                  </a:lnTo>
                  <a:cubicBezTo>
                    <a:pt x="13416" y="9190"/>
                    <a:pt x="13420" y="9186"/>
                    <a:pt x="13427" y="9186"/>
                  </a:cubicBezTo>
                  <a:close/>
                  <a:moveTo>
                    <a:pt x="7573" y="10769"/>
                  </a:moveTo>
                  <a:cubicBezTo>
                    <a:pt x="7554" y="10788"/>
                    <a:pt x="7541" y="10801"/>
                    <a:pt x="7524" y="10801"/>
                  </a:cubicBezTo>
                  <a:cubicBezTo>
                    <a:pt x="7513" y="10801"/>
                    <a:pt x="7500" y="10796"/>
                    <a:pt x="7483" y="10784"/>
                  </a:cubicBezTo>
                  <a:lnTo>
                    <a:pt x="7483" y="10784"/>
                  </a:lnTo>
                  <a:cubicBezTo>
                    <a:pt x="7495" y="10791"/>
                    <a:pt x="7508" y="10794"/>
                    <a:pt x="7519" y="10794"/>
                  </a:cubicBezTo>
                  <a:cubicBezTo>
                    <a:pt x="7535" y="10794"/>
                    <a:pt x="7549" y="10787"/>
                    <a:pt x="7558" y="10769"/>
                  </a:cubicBezTo>
                  <a:close/>
                  <a:moveTo>
                    <a:pt x="8260" y="10978"/>
                  </a:moveTo>
                  <a:cubicBezTo>
                    <a:pt x="8230" y="11008"/>
                    <a:pt x="8215" y="11023"/>
                    <a:pt x="8200" y="11038"/>
                  </a:cubicBezTo>
                  <a:lnTo>
                    <a:pt x="8275" y="11038"/>
                  </a:lnTo>
                  <a:cubicBezTo>
                    <a:pt x="8275" y="11023"/>
                    <a:pt x="8260" y="11008"/>
                    <a:pt x="8260" y="10978"/>
                  </a:cubicBezTo>
                  <a:close/>
                  <a:moveTo>
                    <a:pt x="7782" y="11188"/>
                  </a:moveTo>
                  <a:cubicBezTo>
                    <a:pt x="7752" y="11217"/>
                    <a:pt x="7722" y="11262"/>
                    <a:pt x="7707" y="11292"/>
                  </a:cubicBezTo>
                  <a:lnTo>
                    <a:pt x="7782" y="11292"/>
                  </a:lnTo>
                  <a:cubicBezTo>
                    <a:pt x="7782" y="11247"/>
                    <a:pt x="7782" y="11217"/>
                    <a:pt x="7782" y="11188"/>
                  </a:cubicBezTo>
                  <a:close/>
                  <a:moveTo>
                    <a:pt x="7901" y="11262"/>
                  </a:moveTo>
                  <a:cubicBezTo>
                    <a:pt x="7901" y="11277"/>
                    <a:pt x="7901" y="11307"/>
                    <a:pt x="7901" y="11322"/>
                  </a:cubicBezTo>
                  <a:cubicBezTo>
                    <a:pt x="7916" y="11307"/>
                    <a:pt x="7931" y="11292"/>
                    <a:pt x="7946" y="11277"/>
                  </a:cubicBezTo>
                  <a:cubicBezTo>
                    <a:pt x="7931" y="11277"/>
                    <a:pt x="7916" y="11277"/>
                    <a:pt x="7901" y="11262"/>
                  </a:cubicBezTo>
                  <a:close/>
                  <a:moveTo>
                    <a:pt x="5407" y="12353"/>
                  </a:moveTo>
                  <a:cubicBezTo>
                    <a:pt x="5407" y="12368"/>
                    <a:pt x="5407" y="12368"/>
                    <a:pt x="5407" y="12382"/>
                  </a:cubicBezTo>
                  <a:lnTo>
                    <a:pt x="5362" y="12382"/>
                  </a:lnTo>
                  <a:cubicBezTo>
                    <a:pt x="5377" y="12368"/>
                    <a:pt x="5392" y="12368"/>
                    <a:pt x="5407" y="12353"/>
                  </a:cubicBezTo>
                  <a:close/>
                  <a:moveTo>
                    <a:pt x="5183" y="12503"/>
                  </a:moveTo>
                  <a:cubicBezTo>
                    <a:pt x="5183" y="12504"/>
                    <a:pt x="5183" y="12507"/>
                    <a:pt x="5183" y="12517"/>
                  </a:cubicBezTo>
                  <a:cubicBezTo>
                    <a:pt x="5173" y="12507"/>
                    <a:pt x="5176" y="12504"/>
                    <a:pt x="5183" y="12503"/>
                  </a:cubicBezTo>
                  <a:close/>
                  <a:moveTo>
                    <a:pt x="20283" y="13294"/>
                  </a:moveTo>
                  <a:cubicBezTo>
                    <a:pt x="20268" y="13308"/>
                    <a:pt x="20238" y="13308"/>
                    <a:pt x="20223" y="13308"/>
                  </a:cubicBezTo>
                  <a:cubicBezTo>
                    <a:pt x="20238" y="13338"/>
                    <a:pt x="20268" y="13353"/>
                    <a:pt x="20283" y="13383"/>
                  </a:cubicBezTo>
                  <a:cubicBezTo>
                    <a:pt x="20283" y="13353"/>
                    <a:pt x="20283" y="13323"/>
                    <a:pt x="20283" y="13294"/>
                  </a:cubicBezTo>
                  <a:close/>
                  <a:moveTo>
                    <a:pt x="5228" y="13652"/>
                  </a:moveTo>
                  <a:cubicBezTo>
                    <a:pt x="5228" y="13682"/>
                    <a:pt x="5228" y="13712"/>
                    <a:pt x="5228" y="13727"/>
                  </a:cubicBezTo>
                  <a:cubicBezTo>
                    <a:pt x="5243" y="13727"/>
                    <a:pt x="5258" y="13712"/>
                    <a:pt x="5272" y="13712"/>
                  </a:cubicBezTo>
                  <a:cubicBezTo>
                    <a:pt x="5258" y="13682"/>
                    <a:pt x="5243" y="13667"/>
                    <a:pt x="5228" y="13652"/>
                  </a:cubicBezTo>
                  <a:close/>
                  <a:moveTo>
                    <a:pt x="20761" y="13712"/>
                  </a:moveTo>
                  <a:lnTo>
                    <a:pt x="20761" y="13712"/>
                  </a:lnTo>
                  <a:cubicBezTo>
                    <a:pt x="20776" y="13727"/>
                    <a:pt x="20806" y="13727"/>
                    <a:pt x="20836" y="13727"/>
                  </a:cubicBezTo>
                  <a:cubicBezTo>
                    <a:pt x="20821" y="13727"/>
                    <a:pt x="20806" y="13730"/>
                    <a:pt x="20793" y="13730"/>
                  </a:cubicBezTo>
                  <a:cubicBezTo>
                    <a:pt x="20780" y="13730"/>
                    <a:pt x="20768" y="13727"/>
                    <a:pt x="20761" y="13712"/>
                  </a:cubicBezTo>
                  <a:close/>
                  <a:moveTo>
                    <a:pt x="14831" y="13816"/>
                  </a:moveTo>
                  <a:lnTo>
                    <a:pt x="14831" y="13831"/>
                  </a:lnTo>
                  <a:lnTo>
                    <a:pt x="14816" y="13831"/>
                  </a:lnTo>
                  <a:lnTo>
                    <a:pt x="14831" y="13816"/>
                  </a:lnTo>
                  <a:close/>
                  <a:moveTo>
                    <a:pt x="13188" y="14070"/>
                  </a:moveTo>
                  <a:lnTo>
                    <a:pt x="13188" y="14085"/>
                  </a:lnTo>
                  <a:lnTo>
                    <a:pt x="13173" y="14085"/>
                  </a:lnTo>
                  <a:lnTo>
                    <a:pt x="13188" y="14070"/>
                  </a:lnTo>
                  <a:close/>
                  <a:moveTo>
                    <a:pt x="19372" y="14130"/>
                  </a:moveTo>
                  <a:lnTo>
                    <a:pt x="19387" y="14145"/>
                  </a:lnTo>
                  <a:lnTo>
                    <a:pt x="19372" y="14145"/>
                  </a:lnTo>
                  <a:lnTo>
                    <a:pt x="19372" y="14130"/>
                  </a:lnTo>
                  <a:close/>
                  <a:moveTo>
                    <a:pt x="4481" y="15175"/>
                  </a:moveTo>
                  <a:lnTo>
                    <a:pt x="4466" y="15190"/>
                  </a:lnTo>
                  <a:cubicBezTo>
                    <a:pt x="4466" y="15175"/>
                    <a:pt x="4481" y="15175"/>
                    <a:pt x="4481" y="15175"/>
                  </a:cubicBezTo>
                  <a:close/>
                  <a:moveTo>
                    <a:pt x="8394" y="15414"/>
                  </a:moveTo>
                  <a:lnTo>
                    <a:pt x="8424" y="15459"/>
                  </a:lnTo>
                  <a:cubicBezTo>
                    <a:pt x="8409" y="15444"/>
                    <a:pt x="8394" y="15429"/>
                    <a:pt x="8394" y="15414"/>
                  </a:cubicBezTo>
                  <a:close/>
                  <a:moveTo>
                    <a:pt x="6975" y="15952"/>
                  </a:moveTo>
                  <a:cubicBezTo>
                    <a:pt x="6975" y="15967"/>
                    <a:pt x="6960" y="15967"/>
                    <a:pt x="6960" y="15967"/>
                  </a:cubicBezTo>
                  <a:cubicBezTo>
                    <a:pt x="6960" y="15967"/>
                    <a:pt x="6975" y="15952"/>
                    <a:pt x="6975" y="15952"/>
                  </a:cubicBezTo>
                  <a:close/>
                  <a:moveTo>
                    <a:pt x="22643" y="15907"/>
                  </a:moveTo>
                  <a:cubicBezTo>
                    <a:pt x="22628" y="15952"/>
                    <a:pt x="22628" y="15982"/>
                    <a:pt x="22613" y="16027"/>
                  </a:cubicBezTo>
                  <a:cubicBezTo>
                    <a:pt x="22643" y="15997"/>
                    <a:pt x="22658" y="15952"/>
                    <a:pt x="22673" y="15922"/>
                  </a:cubicBezTo>
                  <a:cubicBezTo>
                    <a:pt x="22673" y="15922"/>
                    <a:pt x="22658" y="15922"/>
                    <a:pt x="22643" y="15907"/>
                  </a:cubicBezTo>
                  <a:close/>
                  <a:moveTo>
                    <a:pt x="21433" y="16131"/>
                  </a:moveTo>
                  <a:cubicBezTo>
                    <a:pt x="21432" y="16132"/>
                    <a:pt x="21418" y="16146"/>
                    <a:pt x="21418" y="16146"/>
                  </a:cubicBezTo>
                  <a:lnTo>
                    <a:pt x="21388" y="16191"/>
                  </a:lnTo>
                  <a:cubicBezTo>
                    <a:pt x="21388" y="16161"/>
                    <a:pt x="21418" y="16146"/>
                    <a:pt x="21433" y="16131"/>
                  </a:cubicBezTo>
                  <a:close/>
                  <a:moveTo>
                    <a:pt x="22150" y="16475"/>
                  </a:moveTo>
                  <a:lnTo>
                    <a:pt x="22090" y="16520"/>
                  </a:lnTo>
                  <a:cubicBezTo>
                    <a:pt x="22120" y="16505"/>
                    <a:pt x="22135" y="16490"/>
                    <a:pt x="22150" y="16475"/>
                  </a:cubicBezTo>
                  <a:close/>
                  <a:moveTo>
                    <a:pt x="22284" y="16415"/>
                  </a:moveTo>
                  <a:cubicBezTo>
                    <a:pt x="22269" y="16445"/>
                    <a:pt x="22254" y="16475"/>
                    <a:pt x="22254" y="16505"/>
                  </a:cubicBezTo>
                  <a:cubicBezTo>
                    <a:pt x="22254" y="16505"/>
                    <a:pt x="22269" y="16505"/>
                    <a:pt x="22284" y="16520"/>
                  </a:cubicBezTo>
                  <a:cubicBezTo>
                    <a:pt x="22284" y="16490"/>
                    <a:pt x="22299" y="16460"/>
                    <a:pt x="22314" y="16430"/>
                  </a:cubicBezTo>
                  <a:cubicBezTo>
                    <a:pt x="22314" y="16430"/>
                    <a:pt x="22284" y="16430"/>
                    <a:pt x="22284" y="16415"/>
                  </a:cubicBezTo>
                  <a:close/>
                  <a:moveTo>
                    <a:pt x="15653" y="18148"/>
                  </a:moveTo>
                  <a:lnTo>
                    <a:pt x="15668" y="18163"/>
                  </a:lnTo>
                  <a:lnTo>
                    <a:pt x="15653" y="18163"/>
                  </a:lnTo>
                  <a:cubicBezTo>
                    <a:pt x="15653" y="18163"/>
                    <a:pt x="15653" y="18163"/>
                    <a:pt x="15653" y="18148"/>
                  </a:cubicBezTo>
                  <a:close/>
                  <a:moveTo>
                    <a:pt x="14742" y="18193"/>
                  </a:moveTo>
                  <a:cubicBezTo>
                    <a:pt x="14742" y="18207"/>
                    <a:pt x="14727" y="18207"/>
                    <a:pt x="14727" y="18207"/>
                  </a:cubicBezTo>
                  <a:lnTo>
                    <a:pt x="14742" y="18193"/>
                  </a:lnTo>
                  <a:close/>
                  <a:moveTo>
                    <a:pt x="12830" y="19372"/>
                  </a:moveTo>
                  <a:cubicBezTo>
                    <a:pt x="12815" y="19372"/>
                    <a:pt x="12815" y="19387"/>
                    <a:pt x="12800" y="19402"/>
                  </a:cubicBezTo>
                  <a:cubicBezTo>
                    <a:pt x="12800" y="19387"/>
                    <a:pt x="12800" y="19372"/>
                    <a:pt x="12815" y="19372"/>
                  </a:cubicBezTo>
                  <a:close/>
                  <a:moveTo>
                    <a:pt x="10858" y="19671"/>
                  </a:moveTo>
                  <a:cubicBezTo>
                    <a:pt x="10844" y="19671"/>
                    <a:pt x="10844" y="19686"/>
                    <a:pt x="10829" y="19701"/>
                  </a:cubicBezTo>
                  <a:lnTo>
                    <a:pt x="10858" y="19701"/>
                  </a:lnTo>
                  <a:cubicBezTo>
                    <a:pt x="10873" y="19701"/>
                    <a:pt x="10873" y="19686"/>
                    <a:pt x="10888" y="19686"/>
                  </a:cubicBezTo>
                  <a:cubicBezTo>
                    <a:pt x="10873" y="19671"/>
                    <a:pt x="10858" y="19671"/>
                    <a:pt x="10858" y="19671"/>
                  </a:cubicBezTo>
                  <a:close/>
                  <a:moveTo>
                    <a:pt x="10769" y="19880"/>
                  </a:moveTo>
                  <a:cubicBezTo>
                    <a:pt x="10754" y="19880"/>
                    <a:pt x="10754" y="19895"/>
                    <a:pt x="10739" y="19910"/>
                  </a:cubicBezTo>
                  <a:cubicBezTo>
                    <a:pt x="10754" y="19910"/>
                    <a:pt x="10754" y="19925"/>
                    <a:pt x="10769" y="19925"/>
                  </a:cubicBezTo>
                  <a:cubicBezTo>
                    <a:pt x="10769" y="19925"/>
                    <a:pt x="10784" y="19925"/>
                    <a:pt x="10799" y="19910"/>
                  </a:cubicBezTo>
                  <a:cubicBezTo>
                    <a:pt x="10784" y="19895"/>
                    <a:pt x="10784" y="19895"/>
                    <a:pt x="10769" y="19880"/>
                  </a:cubicBezTo>
                  <a:close/>
                  <a:moveTo>
                    <a:pt x="10201" y="20313"/>
                  </a:moveTo>
                  <a:lnTo>
                    <a:pt x="10201" y="20313"/>
                  </a:lnTo>
                  <a:cubicBezTo>
                    <a:pt x="10171" y="20328"/>
                    <a:pt x="10142" y="20343"/>
                    <a:pt x="10097" y="20358"/>
                  </a:cubicBezTo>
                  <a:cubicBezTo>
                    <a:pt x="10112" y="20373"/>
                    <a:pt x="10112" y="20373"/>
                    <a:pt x="10127" y="20388"/>
                  </a:cubicBezTo>
                  <a:cubicBezTo>
                    <a:pt x="10156" y="20373"/>
                    <a:pt x="10171" y="20343"/>
                    <a:pt x="10201" y="20313"/>
                  </a:cubicBezTo>
                  <a:close/>
                  <a:moveTo>
                    <a:pt x="10201" y="20313"/>
                  </a:moveTo>
                  <a:cubicBezTo>
                    <a:pt x="10216" y="20343"/>
                    <a:pt x="10231" y="20373"/>
                    <a:pt x="10231" y="20403"/>
                  </a:cubicBezTo>
                  <a:cubicBezTo>
                    <a:pt x="10246" y="20403"/>
                    <a:pt x="10261" y="20388"/>
                    <a:pt x="10276" y="20388"/>
                  </a:cubicBezTo>
                  <a:cubicBezTo>
                    <a:pt x="10246" y="20358"/>
                    <a:pt x="10231" y="20343"/>
                    <a:pt x="10201" y="20313"/>
                  </a:cubicBezTo>
                  <a:close/>
                  <a:moveTo>
                    <a:pt x="10067" y="20463"/>
                  </a:moveTo>
                  <a:lnTo>
                    <a:pt x="10082" y="20470"/>
                  </a:lnTo>
                  <a:lnTo>
                    <a:pt x="10082" y="20470"/>
                  </a:lnTo>
                  <a:cubicBezTo>
                    <a:pt x="10078" y="20466"/>
                    <a:pt x="10074" y="20463"/>
                    <a:pt x="10067" y="20463"/>
                  </a:cubicBezTo>
                  <a:close/>
                  <a:moveTo>
                    <a:pt x="10082" y="20470"/>
                  </a:moveTo>
                  <a:cubicBezTo>
                    <a:pt x="10086" y="20474"/>
                    <a:pt x="10089" y="20478"/>
                    <a:pt x="10097" y="20478"/>
                  </a:cubicBezTo>
                  <a:lnTo>
                    <a:pt x="10082" y="20470"/>
                  </a:lnTo>
                  <a:close/>
                  <a:moveTo>
                    <a:pt x="10112" y="20474"/>
                  </a:moveTo>
                  <a:cubicBezTo>
                    <a:pt x="10108" y="20474"/>
                    <a:pt x="10102" y="20475"/>
                    <a:pt x="10097" y="20478"/>
                  </a:cubicBezTo>
                  <a:cubicBezTo>
                    <a:pt x="10097" y="20508"/>
                    <a:pt x="10097" y="20537"/>
                    <a:pt x="10082" y="20552"/>
                  </a:cubicBezTo>
                  <a:cubicBezTo>
                    <a:pt x="10112" y="20537"/>
                    <a:pt x="10127" y="20523"/>
                    <a:pt x="10156" y="20508"/>
                  </a:cubicBezTo>
                  <a:cubicBezTo>
                    <a:pt x="10144" y="20495"/>
                    <a:pt x="10132" y="20474"/>
                    <a:pt x="10112" y="20474"/>
                  </a:cubicBezTo>
                  <a:close/>
                  <a:moveTo>
                    <a:pt x="10410" y="20612"/>
                  </a:moveTo>
                  <a:cubicBezTo>
                    <a:pt x="10410" y="20642"/>
                    <a:pt x="10410" y="20672"/>
                    <a:pt x="10395" y="20702"/>
                  </a:cubicBezTo>
                  <a:cubicBezTo>
                    <a:pt x="10410" y="20702"/>
                    <a:pt x="10425" y="20717"/>
                    <a:pt x="10440" y="20717"/>
                  </a:cubicBezTo>
                  <a:lnTo>
                    <a:pt x="10440" y="20612"/>
                  </a:lnTo>
                  <a:close/>
                  <a:moveTo>
                    <a:pt x="9738" y="20851"/>
                  </a:moveTo>
                  <a:cubicBezTo>
                    <a:pt x="9693" y="20956"/>
                    <a:pt x="9664" y="21015"/>
                    <a:pt x="9619" y="21135"/>
                  </a:cubicBezTo>
                  <a:cubicBezTo>
                    <a:pt x="9708" y="21060"/>
                    <a:pt x="9753" y="21030"/>
                    <a:pt x="9798" y="20986"/>
                  </a:cubicBezTo>
                  <a:cubicBezTo>
                    <a:pt x="9783" y="20971"/>
                    <a:pt x="9768" y="20926"/>
                    <a:pt x="9738" y="20851"/>
                  </a:cubicBezTo>
                  <a:close/>
                  <a:moveTo>
                    <a:pt x="10112" y="21344"/>
                  </a:moveTo>
                  <a:cubicBezTo>
                    <a:pt x="10097" y="21359"/>
                    <a:pt x="10082" y="21359"/>
                    <a:pt x="10082" y="21374"/>
                  </a:cubicBezTo>
                  <a:cubicBezTo>
                    <a:pt x="10067" y="21374"/>
                    <a:pt x="10082" y="21389"/>
                    <a:pt x="10082" y="21404"/>
                  </a:cubicBezTo>
                  <a:cubicBezTo>
                    <a:pt x="10097" y="21389"/>
                    <a:pt x="10112" y="21389"/>
                    <a:pt x="10112" y="21374"/>
                  </a:cubicBezTo>
                  <a:cubicBezTo>
                    <a:pt x="10112" y="21359"/>
                    <a:pt x="10112" y="21359"/>
                    <a:pt x="10112" y="21344"/>
                  </a:cubicBezTo>
                  <a:close/>
                  <a:moveTo>
                    <a:pt x="14408" y="8320"/>
                  </a:moveTo>
                  <a:cubicBezTo>
                    <a:pt x="14396" y="8320"/>
                    <a:pt x="14381" y="8331"/>
                    <a:pt x="14368" y="8350"/>
                  </a:cubicBezTo>
                  <a:cubicBezTo>
                    <a:pt x="14353" y="8380"/>
                    <a:pt x="14368" y="8439"/>
                    <a:pt x="14383" y="8484"/>
                  </a:cubicBezTo>
                  <a:cubicBezTo>
                    <a:pt x="14383" y="8499"/>
                    <a:pt x="14383" y="8499"/>
                    <a:pt x="14383" y="8514"/>
                  </a:cubicBezTo>
                  <a:cubicBezTo>
                    <a:pt x="14383" y="8529"/>
                    <a:pt x="14383" y="8544"/>
                    <a:pt x="14383" y="8559"/>
                  </a:cubicBezTo>
                  <a:cubicBezTo>
                    <a:pt x="14383" y="8589"/>
                    <a:pt x="14368" y="8604"/>
                    <a:pt x="14368" y="8619"/>
                  </a:cubicBezTo>
                  <a:cubicBezTo>
                    <a:pt x="14335" y="8561"/>
                    <a:pt x="14298" y="8540"/>
                    <a:pt x="14256" y="8540"/>
                  </a:cubicBezTo>
                  <a:cubicBezTo>
                    <a:pt x="14222" y="8540"/>
                    <a:pt x="14185" y="8554"/>
                    <a:pt x="14144" y="8574"/>
                  </a:cubicBezTo>
                  <a:cubicBezTo>
                    <a:pt x="14127" y="8581"/>
                    <a:pt x="14115" y="8583"/>
                    <a:pt x="14106" y="8583"/>
                  </a:cubicBezTo>
                  <a:cubicBezTo>
                    <a:pt x="14076" y="8583"/>
                    <a:pt x="14085" y="8549"/>
                    <a:pt x="14085" y="8514"/>
                  </a:cubicBezTo>
                  <a:cubicBezTo>
                    <a:pt x="14100" y="8469"/>
                    <a:pt x="14129" y="8439"/>
                    <a:pt x="14144" y="8395"/>
                  </a:cubicBezTo>
                  <a:cubicBezTo>
                    <a:pt x="14129" y="8395"/>
                    <a:pt x="14114" y="8380"/>
                    <a:pt x="14100" y="8380"/>
                  </a:cubicBezTo>
                  <a:cubicBezTo>
                    <a:pt x="14085" y="8424"/>
                    <a:pt x="14070" y="8469"/>
                    <a:pt x="14070" y="8514"/>
                  </a:cubicBezTo>
                  <a:lnTo>
                    <a:pt x="14025" y="8589"/>
                  </a:lnTo>
                  <a:lnTo>
                    <a:pt x="13980" y="8559"/>
                  </a:lnTo>
                  <a:cubicBezTo>
                    <a:pt x="13980" y="8529"/>
                    <a:pt x="13980" y="8499"/>
                    <a:pt x="13980" y="8454"/>
                  </a:cubicBezTo>
                  <a:cubicBezTo>
                    <a:pt x="13950" y="8469"/>
                    <a:pt x="13905" y="8484"/>
                    <a:pt x="13875" y="8484"/>
                  </a:cubicBezTo>
                  <a:lnTo>
                    <a:pt x="13786" y="8484"/>
                  </a:lnTo>
                  <a:cubicBezTo>
                    <a:pt x="13711" y="8499"/>
                    <a:pt x="13637" y="8514"/>
                    <a:pt x="13562" y="8529"/>
                  </a:cubicBezTo>
                  <a:cubicBezTo>
                    <a:pt x="13517" y="8574"/>
                    <a:pt x="13457" y="8604"/>
                    <a:pt x="13412" y="8634"/>
                  </a:cubicBezTo>
                  <a:cubicBezTo>
                    <a:pt x="13412" y="8649"/>
                    <a:pt x="13412" y="8678"/>
                    <a:pt x="13412" y="8693"/>
                  </a:cubicBezTo>
                  <a:cubicBezTo>
                    <a:pt x="13442" y="8693"/>
                    <a:pt x="13457" y="8678"/>
                    <a:pt x="13487" y="8678"/>
                  </a:cubicBezTo>
                  <a:cubicBezTo>
                    <a:pt x="13457" y="8708"/>
                    <a:pt x="13427" y="8723"/>
                    <a:pt x="13398" y="8753"/>
                  </a:cubicBezTo>
                  <a:cubicBezTo>
                    <a:pt x="13308" y="8680"/>
                    <a:pt x="13245" y="8642"/>
                    <a:pt x="13192" y="8642"/>
                  </a:cubicBezTo>
                  <a:cubicBezTo>
                    <a:pt x="13148" y="8642"/>
                    <a:pt x="13110" y="8669"/>
                    <a:pt x="13069" y="8723"/>
                  </a:cubicBezTo>
                  <a:cubicBezTo>
                    <a:pt x="13039" y="8723"/>
                    <a:pt x="13009" y="8723"/>
                    <a:pt x="12979" y="8738"/>
                  </a:cubicBezTo>
                  <a:cubicBezTo>
                    <a:pt x="12973" y="8739"/>
                    <a:pt x="12966" y="8740"/>
                    <a:pt x="12959" y="8740"/>
                  </a:cubicBezTo>
                  <a:cubicBezTo>
                    <a:pt x="12927" y="8740"/>
                    <a:pt x="12888" y="8729"/>
                    <a:pt x="12856" y="8729"/>
                  </a:cubicBezTo>
                  <a:cubicBezTo>
                    <a:pt x="12814" y="8729"/>
                    <a:pt x="12784" y="8749"/>
                    <a:pt x="12800" y="8843"/>
                  </a:cubicBezTo>
                  <a:cubicBezTo>
                    <a:pt x="12770" y="8858"/>
                    <a:pt x="12740" y="8858"/>
                    <a:pt x="12710" y="8873"/>
                  </a:cubicBezTo>
                  <a:cubicBezTo>
                    <a:pt x="12740" y="8873"/>
                    <a:pt x="12755" y="8887"/>
                    <a:pt x="12785" y="8887"/>
                  </a:cubicBezTo>
                  <a:cubicBezTo>
                    <a:pt x="12776" y="8892"/>
                    <a:pt x="12769" y="8894"/>
                    <a:pt x="12762" y="8894"/>
                  </a:cubicBezTo>
                  <a:cubicBezTo>
                    <a:pt x="12745" y="8894"/>
                    <a:pt x="12732" y="8883"/>
                    <a:pt x="12710" y="8873"/>
                  </a:cubicBezTo>
                  <a:cubicBezTo>
                    <a:pt x="12696" y="8843"/>
                    <a:pt x="12681" y="8813"/>
                    <a:pt x="12666" y="8813"/>
                  </a:cubicBezTo>
                  <a:cubicBezTo>
                    <a:pt x="12606" y="8813"/>
                    <a:pt x="12561" y="8828"/>
                    <a:pt x="12516" y="8843"/>
                  </a:cubicBezTo>
                  <a:lnTo>
                    <a:pt x="12486" y="8843"/>
                  </a:lnTo>
                  <a:lnTo>
                    <a:pt x="12307" y="8917"/>
                  </a:lnTo>
                  <a:lnTo>
                    <a:pt x="12233" y="8917"/>
                  </a:lnTo>
                  <a:cubicBezTo>
                    <a:pt x="12098" y="8947"/>
                    <a:pt x="11949" y="8977"/>
                    <a:pt x="11799" y="9007"/>
                  </a:cubicBezTo>
                  <a:lnTo>
                    <a:pt x="11755" y="9082"/>
                  </a:lnTo>
                  <a:cubicBezTo>
                    <a:pt x="11740" y="9097"/>
                    <a:pt x="11725" y="9097"/>
                    <a:pt x="11725" y="9112"/>
                  </a:cubicBezTo>
                  <a:cubicBezTo>
                    <a:pt x="11695" y="9097"/>
                    <a:pt x="11680" y="9067"/>
                    <a:pt x="11665" y="9067"/>
                  </a:cubicBezTo>
                  <a:cubicBezTo>
                    <a:pt x="11531" y="9097"/>
                    <a:pt x="11366" y="9097"/>
                    <a:pt x="11277" y="9231"/>
                  </a:cubicBezTo>
                  <a:cubicBezTo>
                    <a:pt x="11247" y="9216"/>
                    <a:pt x="11217" y="9186"/>
                    <a:pt x="11202" y="9186"/>
                  </a:cubicBezTo>
                  <a:cubicBezTo>
                    <a:pt x="11023" y="9231"/>
                    <a:pt x="10844" y="9291"/>
                    <a:pt x="10679" y="9336"/>
                  </a:cubicBezTo>
                  <a:cubicBezTo>
                    <a:pt x="10619" y="9350"/>
                    <a:pt x="10575" y="9350"/>
                    <a:pt x="10530" y="9365"/>
                  </a:cubicBezTo>
                  <a:cubicBezTo>
                    <a:pt x="10380" y="9410"/>
                    <a:pt x="10231" y="9455"/>
                    <a:pt x="10082" y="9500"/>
                  </a:cubicBezTo>
                  <a:cubicBezTo>
                    <a:pt x="9962" y="9545"/>
                    <a:pt x="9858" y="9589"/>
                    <a:pt x="9738" y="9634"/>
                  </a:cubicBezTo>
                  <a:lnTo>
                    <a:pt x="9723" y="9634"/>
                  </a:lnTo>
                  <a:cubicBezTo>
                    <a:pt x="9649" y="9664"/>
                    <a:pt x="9559" y="9694"/>
                    <a:pt x="9484" y="9709"/>
                  </a:cubicBezTo>
                  <a:cubicBezTo>
                    <a:pt x="9380" y="9754"/>
                    <a:pt x="9260" y="9799"/>
                    <a:pt x="9156" y="9828"/>
                  </a:cubicBezTo>
                  <a:cubicBezTo>
                    <a:pt x="9051" y="9873"/>
                    <a:pt x="8932" y="9918"/>
                    <a:pt x="8827" y="9963"/>
                  </a:cubicBezTo>
                  <a:lnTo>
                    <a:pt x="8528" y="10082"/>
                  </a:lnTo>
                  <a:cubicBezTo>
                    <a:pt x="8349" y="10157"/>
                    <a:pt x="8170" y="10247"/>
                    <a:pt x="8006" y="10321"/>
                  </a:cubicBezTo>
                  <a:cubicBezTo>
                    <a:pt x="7946" y="10351"/>
                    <a:pt x="7901" y="10381"/>
                    <a:pt x="7856" y="10411"/>
                  </a:cubicBezTo>
                  <a:cubicBezTo>
                    <a:pt x="7841" y="10426"/>
                    <a:pt x="7826" y="10441"/>
                    <a:pt x="7826" y="10456"/>
                  </a:cubicBezTo>
                  <a:cubicBezTo>
                    <a:pt x="7804" y="10416"/>
                    <a:pt x="7785" y="10402"/>
                    <a:pt x="7769" y="10402"/>
                  </a:cubicBezTo>
                  <a:cubicBezTo>
                    <a:pt x="7744" y="10402"/>
                    <a:pt x="7725" y="10437"/>
                    <a:pt x="7707" y="10456"/>
                  </a:cubicBezTo>
                  <a:lnTo>
                    <a:pt x="7707" y="10471"/>
                  </a:lnTo>
                  <a:lnTo>
                    <a:pt x="7692" y="10456"/>
                  </a:lnTo>
                  <a:cubicBezTo>
                    <a:pt x="7647" y="10486"/>
                    <a:pt x="7588" y="10501"/>
                    <a:pt x="7528" y="10515"/>
                  </a:cubicBezTo>
                  <a:cubicBezTo>
                    <a:pt x="7438" y="10515"/>
                    <a:pt x="7393" y="10575"/>
                    <a:pt x="7363" y="10650"/>
                  </a:cubicBezTo>
                  <a:cubicBezTo>
                    <a:pt x="7355" y="10649"/>
                    <a:pt x="7347" y="10648"/>
                    <a:pt x="7339" y="10648"/>
                  </a:cubicBezTo>
                  <a:cubicBezTo>
                    <a:pt x="7233" y="10648"/>
                    <a:pt x="7257" y="10744"/>
                    <a:pt x="7229" y="10814"/>
                  </a:cubicBezTo>
                  <a:cubicBezTo>
                    <a:pt x="7197" y="10814"/>
                    <a:pt x="7180" y="10745"/>
                    <a:pt x="7145" y="10745"/>
                  </a:cubicBezTo>
                  <a:cubicBezTo>
                    <a:pt x="7132" y="10745"/>
                    <a:pt x="7116" y="10755"/>
                    <a:pt x="7095" y="10784"/>
                  </a:cubicBezTo>
                  <a:lnTo>
                    <a:pt x="6900" y="10859"/>
                  </a:lnTo>
                  <a:cubicBezTo>
                    <a:pt x="6886" y="10859"/>
                    <a:pt x="6871" y="10859"/>
                    <a:pt x="6856" y="10874"/>
                  </a:cubicBezTo>
                  <a:cubicBezTo>
                    <a:pt x="6856" y="10904"/>
                    <a:pt x="6856" y="10919"/>
                    <a:pt x="6856" y="10934"/>
                  </a:cubicBezTo>
                  <a:cubicBezTo>
                    <a:pt x="6751" y="11008"/>
                    <a:pt x="6632" y="11068"/>
                    <a:pt x="6542" y="11158"/>
                  </a:cubicBezTo>
                  <a:cubicBezTo>
                    <a:pt x="6467" y="11232"/>
                    <a:pt x="6333" y="11232"/>
                    <a:pt x="6318" y="11367"/>
                  </a:cubicBezTo>
                  <a:cubicBezTo>
                    <a:pt x="6288" y="11382"/>
                    <a:pt x="6258" y="11382"/>
                    <a:pt x="6228" y="11397"/>
                  </a:cubicBezTo>
                  <a:lnTo>
                    <a:pt x="6213" y="11397"/>
                  </a:lnTo>
                  <a:cubicBezTo>
                    <a:pt x="6109" y="11456"/>
                    <a:pt x="5989" y="11501"/>
                    <a:pt x="5945" y="11621"/>
                  </a:cubicBezTo>
                  <a:lnTo>
                    <a:pt x="5930" y="11621"/>
                  </a:lnTo>
                  <a:cubicBezTo>
                    <a:pt x="5810" y="11680"/>
                    <a:pt x="5706" y="11785"/>
                    <a:pt x="5661" y="11919"/>
                  </a:cubicBezTo>
                  <a:cubicBezTo>
                    <a:pt x="5673" y="11990"/>
                    <a:pt x="5657" y="12014"/>
                    <a:pt x="5613" y="12014"/>
                  </a:cubicBezTo>
                  <a:cubicBezTo>
                    <a:pt x="5601" y="12014"/>
                    <a:pt x="5587" y="12012"/>
                    <a:pt x="5571" y="12009"/>
                  </a:cubicBezTo>
                  <a:cubicBezTo>
                    <a:pt x="5562" y="12005"/>
                    <a:pt x="5554" y="12003"/>
                    <a:pt x="5545" y="12003"/>
                  </a:cubicBezTo>
                  <a:cubicBezTo>
                    <a:pt x="5524" y="12003"/>
                    <a:pt x="5503" y="12013"/>
                    <a:pt x="5482" y="12024"/>
                  </a:cubicBezTo>
                  <a:lnTo>
                    <a:pt x="5526" y="12084"/>
                  </a:lnTo>
                  <a:cubicBezTo>
                    <a:pt x="5496" y="12114"/>
                    <a:pt x="5467" y="12129"/>
                    <a:pt x="5437" y="12143"/>
                  </a:cubicBezTo>
                  <a:cubicBezTo>
                    <a:pt x="5407" y="12173"/>
                    <a:pt x="5377" y="12233"/>
                    <a:pt x="5347" y="12248"/>
                  </a:cubicBezTo>
                  <a:cubicBezTo>
                    <a:pt x="5198" y="12263"/>
                    <a:pt x="5153" y="12397"/>
                    <a:pt x="5078" y="12502"/>
                  </a:cubicBezTo>
                  <a:lnTo>
                    <a:pt x="4750" y="12935"/>
                  </a:lnTo>
                  <a:cubicBezTo>
                    <a:pt x="4750" y="12950"/>
                    <a:pt x="4750" y="12965"/>
                    <a:pt x="4750" y="12965"/>
                  </a:cubicBezTo>
                  <a:lnTo>
                    <a:pt x="4705" y="13084"/>
                  </a:lnTo>
                  <a:cubicBezTo>
                    <a:pt x="4675" y="13129"/>
                    <a:pt x="4660" y="13174"/>
                    <a:pt x="4645" y="13219"/>
                  </a:cubicBezTo>
                  <a:cubicBezTo>
                    <a:pt x="4585" y="13323"/>
                    <a:pt x="4511" y="13428"/>
                    <a:pt x="4466" y="13533"/>
                  </a:cubicBezTo>
                  <a:cubicBezTo>
                    <a:pt x="4436" y="13577"/>
                    <a:pt x="4436" y="13637"/>
                    <a:pt x="4421" y="13682"/>
                  </a:cubicBezTo>
                  <a:lnTo>
                    <a:pt x="4346" y="13846"/>
                  </a:lnTo>
                  <a:cubicBezTo>
                    <a:pt x="4302" y="13966"/>
                    <a:pt x="4227" y="14085"/>
                    <a:pt x="4287" y="14235"/>
                  </a:cubicBezTo>
                  <a:cubicBezTo>
                    <a:pt x="4287" y="14235"/>
                    <a:pt x="4287" y="14249"/>
                    <a:pt x="4287" y="14264"/>
                  </a:cubicBezTo>
                  <a:cubicBezTo>
                    <a:pt x="4242" y="14354"/>
                    <a:pt x="4197" y="14444"/>
                    <a:pt x="4182" y="14533"/>
                  </a:cubicBezTo>
                  <a:cubicBezTo>
                    <a:pt x="4167" y="14623"/>
                    <a:pt x="4227" y="14742"/>
                    <a:pt x="4197" y="14817"/>
                  </a:cubicBezTo>
                  <a:cubicBezTo>
                    <a:pt x="4122" y="15026"/>
                    <a:pt x="4167" y="15205"/>
                    <a:pt x="4227" y="15385"/>
                  </a:cubicBezTo>
                  <a:cubicBezTo>
                    <a:pt x="4227" y="15414"/>
                    <a:pt x="4212" y="15459"/>
                    <a:pt x="4212" y="15489"/>
                  </a:cubicBezTo>
                  <a:cubicBezTo>
                    <a:pt x="4242" y="15624"/>
                    <a:pt x="4287" y="15758"/>
                    <a:pt x="4317" y="15877"/>
                  </a:cubicBezTo>
                  <a:cubicBezTo>
                    <a:pt x="4317" y="15892"/>
                    <a:pt x="4317" y="15892"/>
                    <a:pt x="4332" y="15892"/>
                  </a:cubicBezTo>
                  <a:cubicBezTo>
                    <a:pt x="4346" y="15922"/>
                    <a:pt x="4361" y="15937"/>
                    <a:pt x="4376" y="15967"/>
                  </a:cubicBezTo>
                  <a:lnTo>
                    <a:pt x="4481" y="16191"/>
                  </a:lnTo>
                  <a:cubicBezTo>
                    <a:pt x="4496" y="16206"/>
                    <a:pt x="4496" y="16221"/>
                    <a:pt x="4511" y="16236"/>
                  </a:cubicBezTo>
                  <a:cubicBezTo>
                    <a:pt x="4556" y="16326"/>
                    <a:pt x="4615" y="16415"/>
                    <a:pt x="4660" y="16490"/>
                  </a:cubicBezTo>
                  <a:cubicBezTo>
                    <a:pt x="4681" y="16511"/>
                    <a:pt x="4706" y="16525"/>
                    <a:pt x="4730" y="16525"/>
                  </a:cubicBezTo>
                  <a:cubicBezTo>
                    <a:pt x="4758" y="16525"/>
                    <a:pt x="4786" y="16507"/>
                    <a:pt x="4809" y="16460"/>
                  </a:cubicBezTo>
                  <a:cubicBezTo>
                    <a:pt x="4869" y="16505"/>
                    <a:pt x="4929" y="16535"/>
                    <a:pt x="5004" y="16579"/>
                  </a:cubicBezTo>
                  <a:cubicBezTo>
                    <a:pt x="4989" y="16639"/>
                    <a:pt x="4974" y="16684"/>
                    <a:pt x="5063" y="16684"/>
                  </a:cubicBezTo>
                  <a:cubicBezTo>
                    <a:pt x="5138" y="16684"/>
                    <a:pt x="5213" y="16699"/>
                    <a:pt x="5272" y="16714"/>
                  </a:cubicBezTo>
                  <a:cubicBezTo>
                    <a:pt x="5287" y="16714"/>
                    <a:pt x="5302" y="16699"/>
                    <a:pt x="5302" y="16699"/>
                  </a:cubicBezTo>
                  <a:lnTo>
                    <a:pt x="5452" y="16699"/>
                  </a:lnTo>
                  <a:cubicBezTo>
                    <a:pt x="5482" y="16714"/>
                    <a:pt x="5496" y="16714"/>
                    <a:pt x="5526" y="16714"/>
                  </a:cubicBezTo>
                  <a:lnTo>
                    <a:pt x="5661" y="16714"/>
                  </a:lnTo>
                  <a:cubicBezTo>
                    <a:pt x="5678" y="16714"/>
                    <a:pt x="5700" y="16724"/>
                    <a:pt x="5718" y="16724"/>
                  </a:cubicBezTo>
                  <a:cubicBezTo>
                    <a:pt x="5732" y="16724"/>
                    <a:pt x="5744" y="16718"/>
                    <a:pt x="5750" y="16699"/>
                  </a:cubicBezTo>
                  <a:lnTo>
                    <a:pt x="5870" y="16699"/>
                  </a:lnTo>
                  <a:cubicBezTo>
                    <a:pt x="5885" y="16699"/>
                    <a:pt x="5900" y="16699"/>
                    <a:pt x="5915" y="16684"/>
                  </a:cubicBezTo>
                  <a:cubicBezTo>
                    <a:pt x="5922" y="16691"/>
                    <a:pt x="5926" y="16695"/>
                    <a:pt x="5930" y="16695"/>
                  </a:cubicBezTo>
                  <a:cubicBezTo>
                    <a:pt x="5933" y="16695"/>
                    <a:pt x="5937" y="16691"/>
                    <a:pt x="5945" y="16684"/>
                  </a:cubicBezTo>
                  <a:cubicBezTo>
                    <a:pt x="6004" y="16669"/>
                    <a:pt x="6064" y="16669"/>
                    <a:pt x="6124" y="16654"/>
                  </a:cubicBezTo>
                  <a:cubicBezTo>
                    <a:pt x="6243" y="16624"/>
                    <a:pt x="6348" y="16594"/>
                    <a:pt x="6467" y="16579"/>
                  </a:cubicBezTo>
                  <a:cubicBezTo>
                    <a:pt x="6497" y="16565"/>
                    <a:pt x="6542" y="16550"/>
                    <a:pt x="6572" y="16535"/>
                  </a:cubicBezTo>
                  <a:lnTo>
                    <a:pt x="6527" y="16520"/>
                  </a:lnTo>
                  <a:cubicBezTo>
                    <a:pt x="6542" y="16520"/>
                    <a:pt x="6557" y="16520"/>
                    <a:pt x="6572" y="16535"/>
                  </a:cubicBezTo>
                  <a:lnTo>
                    <a:pt x="6706" y="16490"/>
                  </a:lnTo>
                  <a:cubicBezTo>
                    <a:pt x="6826" y="16460"/>
                    <a:pt x="6930" y="16415"/>
                    <a:pt x="7035" y="16385"/>
                  </a:cubicBezTo>
                  <a:cubicBezTo>
                    <a:pt x="7124" y="16355"/>
                    <a:pt x="7229" y="16326"/>
                    <a:pt x="7319" y="16296"/>
                  </a:cubicBezTo>
                  <a:cubicBezTo>
                    <a:pt x="7319" y="16296"/>
                    <a:pt x="7319" y="16281"/>
                    <a:pt x="7334" y="16281"/>
                  </a:cubicBezTo>
                  <a:lnTo>
                    <a:pt x="7319" y="16296"/>
                  </a:lnTo>
                  <a:cubicBezTo>
                    <a:pt x="7363" y="16281"/>
                    <a:pt x="7423" y="16266"/>
                    <a:pt x="7483" y="16236"/>
                  </a:cubicBezTo>
                  <a:lnTo>
                    <a:pt x="7528" y="16221"/>
                  </a:lnTo>
                  <a:cubicBezTo>
                    <a:pt x="7632" y="16176"/>
                    <a:pt x="7722" y="16146"/>
                    <a:pt x="7812" y="16101"/>
                  </a:cubicBezTo>
                  <a:cubicBezTo>
                    <a:pt x="7946" y="16072"/>
                    <a:pt x="8080" y="16027"/>
                    <a:pt x="8215" y="15997"/>
                  </a:cubicBezTo>
                  <a:cubicBezTo>
                    <a:pt x="8245" y="15982"/>
                    <a:pt x="8289" y="15967"/>
                    <a:pt x="8319" y="15952"/>
                  </a:cubicBezTo>
                  <a:cubicBezTo>
                    <a:pt x="8319" y="15937"/>
                    <a:pt x="8304" y="15922"/>
                    <a:pt x="8304" y="15907"/>
                  </a:cubicBezTo>
                  <a:cubicBezTo>
                    <a:pt x="8304" y="15877"/>
                    <a:pt x="8289" y="15848"/>
                    <a:pt x="8289" y="15788"/>
                  </a:cubicBezTo>
                  <a:lnTo>
                    <a:pt x="8289" y="15788"/>
                  </a:lnTo>
                  <a:cubicBezTo>
                    <a:pt x="8336" y="15857"/>
                    <a:pt x="8382" y="15887"/>
                    <a:pt x="8428" y="15887"/>
                  </a:cubicBezTo>
                  <a:cubicBezTo>
                    <a:pt x="8472" y="15887"/>
                    <a:pt x="8515" y="15861"/>
                    <a:pt x="8558" y="15818"/>
                  </a:cubicBezTo>
                  <a:cubicBezTo>
                    <a:pt x="8573" y="15803"/>
                    <a:pt x="8663" y="15833"/>
                    <a:pt x="8603" y="15758"/>
                  </a:cubicBezTo>
                  <a:lnTo>
                    <a:pt x="8603" y="15758"/>
                  </a:lnTo>
                  <a:cubicBezTo>
                    <a:pt x="8650" y="15777"/>
                    <a:pt x="8689" y="15787"/>
                    <a:pt x="8719" y="15787"/>
                  </a:cubicBezTo>
                  <a:cubicBezTo>
                    <a:pt x="8786" y="15787"/>
                    <a:pt x="8817" y="15741"/>
                    <a:pt x="8827" y="15638"/>
                  </a:cubicBezTo>
                  <a:cubicBezTo>
                    <a:pt x="8872" y="15668"/>
                    <a:pt x="8917" y="15683"/>
                    <a:pt x="8962" y="15713"/>
                  </a:cubicBezTo>
                  <a:cubicBezTo>
                    <a:pt x="8991" y="15713"/>
                    <a:pt x="9021" y="15698"/>
                    <a:pt x="9051" y="15698"/>
                  </a:cubicBezTo>
                  <a:cubicBezTo>
                    <a:pt x="9066" y="15683"/>
                    <a:pt x="9096" y="15668"/>
                    <a:pt x="9126" y="15653"/>
                  </a:cubicBezTo>
                  <a:lnTo>
                    <a:pt x="9126" y="15668"/>
                  </a:lnTo>
                  <a:lnTo>
                    <a:pt x="9216" y="15638"/>
                  </a:lnTo>
                  <a:cubicBezTo>
                    <a:pt x="9245" y="15624"/>
                    <a:pt x="9260" y="15624"/>
                    <a:pt x="9290" y="15609"/>
                  </a:cubicBezTo>
                  <a:lnTo>
                    <a:pt x="9350" y="15594"/>
                  </a:lnTo>
                  <a:cubicBezTo>
                    <a:pt x="9350" y="15594"/>
                    <a:pt x="9365" y="15594"/>
                    <a:pt x="9365" y="15579"/>
                  </a:cubicBezTo>
                  <a:lnTo>
                    <a:pt x="9380" y="15579"/>
                  </a:lnTo>
                  <a:cubicBezTo>
                    <a:pt x="9440" y="15564"/>
                    <a:pt x="9499" y="15549"/>
                    <a:pt x="9574" y="15534"/>
                  </a:cubicBezTo>
                  <a:cubicBezTo>
                    <a:pt x="9604" y="15519"/>
                    <a:pt x="9649" y="15504"/>
                    <a:pt x="9693" y="15489"/>
                  </a:cubicBezTo>
                  <a:cubicBezTo>
                    <a:pt x="9693" y="15489"/>
                    <a:pt x="9708" y="15474"/>
                    <a:pt x="9708" y="15474"/>
                  </a:cubicBezTo>
                  <a:lnTo>
                    <a:pt x="9738" y="15474"/>
                  </a:lnTo>
                  <a:cubicBezTo>
                    <a:pt x="9768" y="15459"/>
                    <a:pt x="9798" y="15444"/>
                    <a:pt x="9813" y="15414"/>
                  </a:cubicBezTo>
                  <a:cubicBezTo>
                    <a:pt x="9962" y="15370"/>
                    <a:pt x="10097" y="15325"/>
                    <a:pt x="10231" y="15280"/>
                  </a:cubicBezTo>
                  <a:cubicBezTo>
                    <a:pt x="10291" y="15265"/>
                    <a:pt x="10336" y="15235"/>
                    <a:pt x="10395" y="15220"/>
                  </a:cubicBezTo>
                  <a:cubicBezTo>
                    <a:pt x="10515" y="15190"/>
                    <a:pt x="10619" y="15190"/>
                    <a:pt x="10724" y="15175"/>
                  </a:cubicBezTo>
                  <a:cubicBezTo>
                    <a:pt x="10784" y="15146"/>
                    <a:pt x="10858" y="15131"/>
                    <a:pt x="10918" y="15116"/>
                  </a:cubicBezTo>
                  <a:cubicBezTo>
                    <a:pt x="10963" y="15101"/>
                    <a:pt x="11008" y="15071"/>
                    <a:pt x="11053" y="15056"/>
                  </a:cubicBezTo>
                  <a:cubicBezTo>
                    <a:pt x="11292" y="14996"/>
                    <a:pt x="11531" y="14936"/>
                    <a:pt x="11770" y="14862"/>
                  </a:cubicBezTo>
                  <a:cubicBezTo>
                    <a:pt x="11829" y="14847"/>
                    <a:pt x="11889" y="14832"/>
                    <a:pt x="11949" y="14817"/>
                  </a:cubicBezTo>
                  <a:cubicBezTo>
                    <a:pt x="11979" y="14817"/>
                    <a:pt x="12008" y="14817"/>
                    <a:pt x="12038" y="14802"/>
                  </a:cubicBezTo>
                  <a:lnTo>
                    <a:pt x="12053" y="14802"/>
                  </a:lnTo>
                  <a:lnTo>
                    <a:pt x="12053" y="14817"/>
                  </a:lnTo>
                  <a:cubicBezTo>
                    <a:pt x="12098" y="14787"/>
                    <a:pt x="12143" y="14772"/>
                    <a:pt x="12188" y="14757"/>
                  </a:cubicBezTo>
                  <a:cubicBezTo>
                    <a:pt x="12233" y="14757"/>
                    <a:pt x="12277" y="14742"/>
                    <a:pt x="12322" y="14742"/>
                  </a:cubicBezTo>
                  <a:lnTo>
                    <a:pt x="12322" y="14727"/>
                  </a:lnTo>
                  <a:cubicBezTo>
                    <a:pt x="12516" y="14683"/>
                    <a:pt x="12710" y="14638"/>
                    <a:pt x="12905" y="14593"/>
                  </a:cubicBezTo>
                  <a:lnTo>
                    <a:pt x="12920" y="14593"/>
                  </a:lnTo>
                  <a:cubicBezTo>
                    <a:pt x="12994" y="14578"/>
                    <a:pt x="13054" y="14563"/>
                    <a:pt x="13114" y="14533"/>
                  </a:cubicBezTo>
                  <a:cubicBezTo>
                    <a:pt x="13203" y="14533"/>
                    <a:pt x="13278" y="14518"/>
                    <a:pt x="13368" y="14503"/>
                  </a:cubicBezTo>
                  <a:cubicBezTo>
                    <a:pt x="13442" y="14488"/>
                    <a:pt x="13517" y="14473"/>
                    <a:pt x="13592" y="14459"/>
                  </a:cubicBezTo>
                  <a:lnTo>
                    <a:pt x="14249" y="14339"/>
                  </a:lnTo>
                  <a:cubicBezTo>
                    <a:pt x="14383" y="14309"/>
                    <a:pt x="14518" y="14294"/>
                    <a:pt x="14652" y="14264"/>
                  </a:cubicBezTo>
                  <a:cubicBezTo>
                    <a:pt x="14682" y="14249"/>
                    <a:pt x="14712" y="14235"/>
                    <a:pt x="14742" y="14220"/>
                  </a:cubicBezTo>
                  <a:lnTo>
                    <a:pt x="14742" y="14205"/>
                  </a:lnTo>
                  <a:cubicBezTo>
                    <a:pt x="14815" y="14228"/>
                    <a:pt x="14885" y="14236"/>
                    <a:pt x="14954" y="14236"/>
                  </a:cubicBezTo>
                  <a:cubicBezTo>
                    <a:pt x="15110" y="14236"/>
                    <a:pt x="15258" y="14191"/>
                    <a:pt x="15414" y="14160"/>
                  </a:cubicBezTo>
                  <a:cubicBezTo>
                    <a:pt x="15503" y="14160"/>
                    <a:pt x="15593" y="14160"/>
                    <a:pt x="15683" y="14145"/>
                  </a:cubicBezTo>
                  <a:cubicBezTo>
                    <a:pt x="15817" y="14145"/>
                    <a:pt x="15952" y="14130"/>
                    <a:pt x="16086" y="14130"/>
                  </a:cubicBezTo>
                  <a:cubicBezTo>
                    <a:pt x="16131" y="14115"/>
                    <a:pt x="16161" y="14115"/>
                    <a:pt x="16191" y="14115"/>
                  </a:cubicBezTo>
                  <a:cubicBezTo>
                    <a:pt x="16220" y="14100"/>
                    <a:pt x="16235" y="14100"/>
                    <a:pt x="16250" y="14100"/>
                  </a:cubicBezTo>
                  <a:lnTo>
                    <a:pt x="16265" y="14100"/>
                  </a:lnTo>
                  <a:cubicBezTo>
                    <a:pt x="16415" y="14085"/>
                    <a:pt x="16564" y="14070"/>
                    <a:pt x="16713" y="14070"/>
                  </a:cubicBezTo>
                  <a:cubicBezTo>
                    <a:pt x="17057" y="14055"/>
                    <a:pt x="17415" y="14055"/>
                    <a:pt x="17774" y="14040"/>
                  </a:cubicBezTo>
                  <a:cubicBezTo>
                    <a:pt x="17789" y="14040"/>
                    <a:pt x="17804" y="14040"/>
                    <a:pt x="17819" y="14055"/>
                  </a:cubicBezTo>
                  <a:cubicBezTo>
                    <a:pt x="17833" y="14055"/>
                    <a:pt x="17848" y="14055"/>
                    <a:pt x="17863" y="14040"/>
                  </a:cubicBezTo>
                  <a:lnTo>
                    <a:pt x="17908" y="14055"/>
                  </a:lnTo>
                  <a:cubicBezTo>
                    <a:pt x="17913" y="14060"/>
                    <a:pt x="17921" y="14062"/>
                    <a:pt x="17931" y="14062"/>
                  </a:cubicBezTo>
                  <a:cubicBezTo>
                    <a:pt x="17950" y="14062"/>
                    <a:pt x="17973" y="14055"/>
                    <a:pt x="17983" y="14055"/>
                  </a:cubicBezTo>
                  <a:lnTo>
                    <a:pt x="18117" y="14055"/>
                  </a:lnTo>
                  <a:lnTo>
                    <a:pt x="18296" y="14070"/>
                  </a:lnTo>
                  <a:lnTo>
                    <a:pt x="18207" y="14055"/>
                  </a:lnTo>
                  <a:cubicBezTo>
                    <a:pt x="18237" y="14055"/>
                    <a:pt x="18267" y="14055"/>
                    <a:pt x="18296" y="14070"/>
                  </a:cubicBezTo>
                  <a:lnTo>
                    <a:pt x="18730" y="14070"/>
                  </a:lnTo>
                  <a:cubicBezTo>
                    <a:pt x="18924" y="14100"/>
                    <a:pt x="19103" y="14130"/>
                    <a:pt x="19282" y="14160"/>
                  </a:cubicBezTo>
                  <a:cubicBezTo>
                    <a:pt x="19297" y="14167"/>
                    <a:pt x="19308" y="14171"/>
                    <a:pt x="19320" y="14171"/>
                  </a:cubicBezTo>
                  <a:cubicBezTo>
                    <a:pt x="19331" y="14171"/>
                    <a:pt x="19342" y="14167"/>
                    <a:pt x="19357" y="14160"/>
                  </a:cubicBezTo>
                  <a:lnTo>
                    <a:pt x="19447" y="14175"/>
                  </a:lnTo>
                  <a:cubicBezTo>
                    <a:pt x="19447" y="14175"/>
                    <a:pt x="19461" y="14190"/>
                    <a:pt x="19476" y="14190"/>
                  </a:cubicBezTo>
                  <a:cubicBezTo>
                    <a:pt x="19760" y="14264"/>
                    <a:pt x="20044" y="14354"/>
                    <a:pt x="20313" y="14429"/>
                  </a:cubicBezTo>
                  <a:cubicBezTo>
                    <a:pt x="20402" y="14444"/>
                    <a:pt x="20492" y="14429"/>
                    <a:pt x="20552" y="14518"/>
                  </a:cubicBezTo>
                  <a:lnTo>
                    <a:pt x="20552" y="14503"/>
                  </a:lnTo>
                  <a:cubicBezTo>
                    <a:pt x="20582" y="14518"/>
                    <a:pt x="20626" y="14533"/>
                    <a:pt x="20656" y="14533"/>
                  </a:cubicBezTo>
                  <a:cubicBezTo>
                    <a:pt x="20671" y="14533"/>
                    <a:pt x="20671" y="14548"/>
                    <a:pt x="20686" y="14548"/>
                  </a:cubicBezTo>
                  <a:cubicBezTo>
                    <a:pt x="20776" y="14563"/>
                    <a:pt x="20910" y="14548"/>
                    <a:pt x="20970" y="14608"/>
                  </a:cubicBezTo>
                  <a:cubicBezTo>
                    <a:pt x="21075" y="14712"/>
                    <a:pt x="21224" y="14727"/>
                    <a:pt x="21343" y="14817"/>
                  </a:cubicBezTo>
                  <a:lnTo>
                    <a:pt x="21284" y="14862"/>
                  </a:lnTo>
                  <a:cubicBezTo>
                    <a:pt x="21388" y="14922"/>
                    <a:pt x="21493" y="14981"/>
                    <a:pt x="21597" y="15026"/>
                  </a:cubicBezTo>
                  <a:cubicBezTo>
                    <a:pt x="21597" y="15026"/>
                    <a:pt x="21612" y="15026"/>
                    <a:pt x="21612" y="15011"/>
                  </a:cubicBezTo>
                  <a:lnTo>
                    <a:pt x="21627" y="15011"/>
                  </a:lnTo>
                  <a:cubicBezTo>
                    <a:pt x="21642" y="15026"/>
                    <a:pt x="21657" y="15041"/>
                    <a:pt x="21672" y="15056"/>
                  </a:cubicBezTo>
                  <a:cubicBezTo>
                    <a:pt x="21657" y="15071"/>
                    <a:pt x="21642" y="15101"/>
                    <a:pt x="21627" y="15116"/>
                  </a:cubicBezTo>
                  <a:cubicBezTo>
                    <a:pt x="21687" y="15161"/>
                    <a:pt x="21747" y="15220"/>
                    <a:pt x="21806" y="15265"/>
                  </a:cubicBezTo>
                  <a:lnTo>
                    <a:pt x="21821" y="15280"/>
                  </a:lnTo>
                  <a:cubicBezTo>
                    <a:pt x="21836" y="15340"/>
                    <a:pt x="21851" y="15400"/>
                    <a:pt x="21866" y="15459"/>
                  </a:cubicBezTo>
                  <a:cubicBezTo>
                    <a:pt x="21866" y="15474"/>
                    <a:pt x="21851" y="15489"/>
                    <a:pt x="21851" y="15504"/>
                  </a:cubicBezTo>
                  <a:lnTo>
                    <a:pt x="21821" y="15638"/>
                  </a:lnTo>
                  <a:cubicBezTo>
                    <a:pt x="21747" y="15728"/>
                    <a:pt x="21672" y="15818"/>
                    <a:pt x="21582" y="15907"/>
                  </a:cubicBezTo>
                  <a:cubicBezTo>
                    <a:pt x="21463" y="16012"/>
                    <a:pt x="21343" y="16116"/>
                    <a:pt x="21209" y="16221"/>
                  </a:cubicBezTo>
                  <a:cubicBezTo>
                    <a:pt x="21149" y="16266"/>
                    <a:pt x="21075" y="16311"/>
                    <a:pt x="21015" y="16355"/>
                  </a:cubicBezTo>
                  <a:cubicBezTo>
                    <a:pt x="20970" y="16370"/>
                    <a:pt x="20940" y="16370"/>
                    <a:pt x="20895" y="16385"/>
                  </a:cubicBezTo>
                  <a:cubicBezTo>
                    <a:pt x="20701" y="16475"/>
                    <a:pt x="20507" y="16550"/>
                    <a:pt x="20298" y="16639"/>
                  </a:cubicBezTo>
                  <a:cubicBezTo>
                    <a:pt x="20268" y="16654"/>
                    <a:pt x="20223" y="16669"/>
                    <a:pt x="20193" y="16684"/>
                  </a:cubicBezTo>
                  <a:cubicBezTo>
                    <a:pt x="20119" y="16699"/>
                    <a:pt x="20059" y="16729"/>
                    <a:pt x="19999" y="16759"/>
                  </a:cubicBezTo>
                  <a:cubicBezTo>
                    <a:pt x="19342" y="16953"/>
                    <a:pt x="18700" y="17177"/>
                    <a:pt x="18043" y="17356"/>
                  </a:cubicBezTo>
                  <a:cubicBezTo>
                    <a:pt x="17624" y="17476"/>
                    <a:pt x="17191" y="17550"/>
                    <a:pt x="16773" y="17655"/>
                  </a:cubicBezTo>
                  <a:cubicBezTo>
                    <a:pt x="16415" y="17744"/>
                    <a:pt x="16056" y="17834"/>
                    <a:pt x="15698" y="17924"/>
                  </a:cubicBezTo>
                  <a:cubicBezTo>
                    <a:pt x="15668" y="17924"/>
                    <a:pt x="15653" y="17954"/>
                    <a:pt x="15623" y="17968"/>
                  </a:cubicBezTo>
                  <a:cubicBezTo>
                    <a:pt x="15608" y="17983"/>
                    <a:pt x="15593" y="17998"/>
                    <a:pt x="15578" y="17998"/>
                  </a:cubicBezTo>
                  <a:lnTo>
                    <a:pt x="15578" y="18013"/>
                  </a:lnTo>
                  <a:lnTo>
                    <a:pt x="15563" y="18013"/>
                  </a:lnTo>
                  <a:cubicBezTo>
                    <a:pt x="15533" y="18013"/>
                    <a:pt x="15489" y="17998"/>
                    <a:pt x="15459" y="17998"/>
                  </a:cubicBezTo>
                  <a:cubicBezTo>
                    <a:pt x="15459" y="17998"/>
                    <a:pt x="15459" y="17998"/>
                    <a:pt x="15459" y="17998"/>
                  </a:cubicBezTo>
                  <a:lnTo>
                    <a:pt x="15459" y="17998"/>
                  </a:lnTo>
                  <a:cubicBezTo>
                    <a:pt x="15444" y="18021"/>
                    <a:pt x="15425" y="18024"/>
                    <a:pt x="15406" y="18024"/>
                  </a:cubicBezTo>
                  <a:cubicBezTo>
                    <a:pt x="15400" y="18024"/>
                    <a:pt x="15394" y="18024"/>
                    <a:pt x="15388" y="18024"/>
                  </a:cubicBezTo>
                  <a:lnTo>
                    <a:pt x="15388" y="18024"/>
                  </a:lnTo>
                  <a:cubicBezTo>
                    <a:pt x="15412" y="18018"/>
                    <a:pt x="15439" y="18008"/>
                    <a:pt x="15459" y="17998"/>
                  </a:cubicBezTo>
                  <a:lnTo>
                    <a:pt x="15459" y="17998"/>
                  </a:lnTo>
                  <a:cubicBezTo>
                    <a:pt x="15429" y="18013"/>
                    <a:pt x="15384" y="18013"/>
                    <a:pt x="15354" y="18028"/>
                  </a:cubicBezTo>
                  <a:cubicBezTo>
                    <a:pt x="15324" y="18043"/>
                    <a:pt x="15294" y="18043"/>
                    <a:pt x="15265" y="18058"/>
                  </a:cubicBezTo>
                  <a:lnTo>
                    <a:pt x="15220" y="18058"/>
                  </a:lnTo>
                  <a:cubicBezTo>
                    <a:pt x="15055" y="18103"/>
                    <a:pt x="14906" y="18148"/>
                    <a:pt x="14742" y="18193"/>
                  </a:cubicBezTo>
                  <a:lnTo>
                    <a:pt x="14682" y="18207"/>
                  </a:lnTo>
                  <a:cubicBezTo>
                    <a:pt x="14667" y="18207"/>
                    <a:pt x="14652" y="18207"/>
                    <a:pt x="14637" y="18222"/>
                  </a:cubicBezTo>
                  <a:lnTo>
                    <a:pt x="14548" y="18252"/>
                  </a:lnTo>
                  <a:cubicBezTo>
                    <a:pt x="14458" y="18282"/>
                    <a:pt x="14368" y="18312"/>
                    <a:pt x="14279" y="18327"/>
                  </a:cubicBezTo>
                  <a:lnTo>
                    <a:pt x="14189" y="18327"/>
                  </a:lnTo>
                  <a:lnTo>
                    <a:pt x="14204" y="18342"/>
                  </a:lnTo>
                  <a:lnTo>
                    <a:pt x="14189" y="18342"/>
                  </a:lnTo>
                  <a:cubicBezTo>
                    <a:pt x="14070" y="18372"/>
                    <a:pt x="13950" y="18402"/>
                    <a:pt x="13831" y="18446"/>
                  </a:cubicBezTo>
                  <a:cubicBezTo>
                    <a:pt x="13562" y="18521"/>
                    <a:pt x="13278" y="18611"/>
                    <a:pt x="13009" y="18700"/>
                  </a:cubicBezTo>
                  <a:lnTo>
                    <a:pt x="13009" y="18685"/>
                  </a:lnTo>
                  <a:cubicBezTo>
                    <a:pt x="12949" y="18700"/>
                    <a:pt x="12905" y="18730"/>
                    <a:pt x="12845" y="18745"/>
                  </a:cubicBezTo>
                  <a:cubicBezTo>
                    <a:pt x="12710" y="18805"/>
                    <a:pt x="12591" y="18850"/>
                    <a:pt x="12457" y="18909"/>
                  </a:cubicBezTo>
                  <a:cubicBezTo>
                    <a:pt x="12448" y="18908"/>
                    <a:pt x="12439" y="18907"/>
                    <a:pt x="12431" y="18907"/>
                  </a:cubicBezTo>
                  <a:cubicBezTo>
                    <a:pt x="12371" y="18907"/>
                    <a:pt x="12335" y="18956"/>
                    <a:pt x="12322" y="19074"/>
                  </a:cubicBezTo>
                  <a:cubicBezTo>
                    <a:pt x="12282" y="19053"/>
                    <a:pt x="12255" y="18992"/>
                    <a:pt x="12218" y="18992"/>
                  </a:cubicBezTo>
                  <a:cubicBezTo>
                    <a:pt x="12201" y="18992"/>
                    <a:pt x="12182" y="19006"/>
                    <a:pt x="12158" y="19044"/>
                  </a:cubicBezTo>
                  <a:cubicBezTo>
                    <a:pt x="12113" y="19074"/>
                    <a:pt x="12083" y="19104"/>
                    <a:pt x="12038" y="19119"/>
                  </a:cubicBezTo>
                  <a:cubicBezTo>
                    <a:pt x="11994" y="19133"/>
                    <a:pt x="11934" y="19148"/>
                    <a:pt x="11889" y="19163"/>
                  </a:cubicBezTo>
                  <a:lnTo>
                    <a:pt x="11859" y="19193"/>
                  </a:lnTo>
                  <a:cubicBezTo>
                    <a:pt x="11834" y="19187"/>
                    <a:pt x="11811" y="19184"/>
                    <a:pt x="11789" y="19184"/>
                  </a:cubicBezTo>
                  <a:cubicBezTo>
                    <a:pt x="11651" y="19184"/>
                    <a:pt x="11557" y="19293"/>
                    <a:pt x="11441" y="19358"/>
                  </a:cubicBezTo>
                  <a:cubicBezTo>
                    <a:pt x="11411" y="19387"/>
                    <a:pt x="11381" y="19432"/>
                    <a:pt x="11366" y="19462"/>
                  </a:cubicBezTo>
                  <a:lnTo>
                    <a:pt x="11336" y="19462"/>
                  </a:lnTo>
                  <a:cubicBezTo>
                    <a:pt x="11321" y="19435"/>
                    <a:pt x="11310" y="19425"/>
                    <a:pt x="11302" y="19425"/>
                  </a:cubicBezTo>
                  <a:cubicBezTo>
                    <a:pt x="11287" y="19425"/>
                    <a:pt x="11282" y="19464"/>
                    <a:pt x="11268" y="19483"/>
                  </a:cubicBezTo>
                  <a:lnTo>
                    <a:pt x="11268" y="19483"/>
                  </a:lnTo>
                  <a:cubicBezTo>
                    <a:pt x="11285" y="19478"/>
                    <a:pt x="11301" y="19475"/>
                    <a:pt x="11318" y="19470"/>
                  </a:cubicBezTo>
                  <a:lnTo>
                    <a:pt x="11318" y="19470"/>
                  </a:lnTo>
                  <a:cubicBezTo>
                    <a:pt x="11303" y="19481"/>
                    <a:pt x="11290" y="19500"/>
                    <a:pt x="11270" y="19500"/>
                  </a:cubicBezTo>
                  <a:cubicBezTo>
                    <a:pt x="11264" y="19500"/>
                    <a:pt x="11256" y="19498"/>
                    <a:pt x="11247" y="19492"/>
                  </a:cubicBezTo>
                  <a:lnTo>
                    <a:pt x="11247" y="19492"/>
                  </a:lnTo>
                  <a:cubicBezTo>
                    <a:pt x="11249" y="19493"/>
                    <a:pt x="11251" y="19493"/>
                    <a:pt x="11253" y="19493"/>
                  </a:cubicBezTo>
                  <a:cubicBezTo>
                    <a:pt x="11259" y="19493"/>
                    <a:pt x="11264" y="19489"/>
                    <a:pt x="11268" y="19483"/>
                  </a:cubicBezTo>
                  <a:lnTo>
                    <a:pt x="11268" y="19483"/>
                  </a:lnTo>
                  <a:cubicBezTo>
                    <a:pt x="11261" y="19486"/>
                    <a:pt x="11254" y="19488"/>
                    <a:pt x="11247" y="19492"/>
                  </a:cubicBezTo>
                  <a:cubicBezTo>
                    <a:pt x="11236" y="19481"/>
                    <a:pt x="11226" y="19471"/>
                    <a:pt x="11215" y="19471"/>
                  </a:cubicBezTo>
                  <a:cubicBezTo>
                    <a:pt x="11211" y="19471"/>
                    <a:pt x="11206" y="19473"/>
                    <a:pt x="11202" y="19477"/>
                  </a:cubicBezTo>
                  <a:cubicBezTo>
                    <a:pt x="11157" y="19507"/>
                    <a:pt x="11112" y="19552"/>
                    <a:pt x="11053" y="19596"/>
                  </a:cubicBezTo>
                  <a:cubicBezTo>
                    <a:pt x="11023" y="19611"/>
                    <a:pt x="10978" y="19626"/>
                    <a:pt x="10933" y="19626"/>
                  </a:cubicBezTo>
                  <a:cubicBezTo>
                    <a:pt x="10963" y="19656"/>
                    <a:pt x="10993" y="19686"/>
                    <a:pt x="11023" y="19716"/>
                  </a:cubicBezTo>
                  <a:cubicBezTo>
                    <a:pt x="11023" y="19716"/>
                    <a:pt x="11023" y="19731"/>
                    <a:pt x="11038" y="19731"/>
                  </a:cubicBezTo>
                  <a:lnTo>
                    <a:pt x="11038" y="19731"/>
                  </a:lnTo>
                  <a:lnTo>
                    <a:pt x="11038" y="19731"/>
                  </a:lnTo>
                  <a:cubicBezTo>
                    <a:pt x="11023" y="19746"/>
                    <a:pt x="11023" y="19761"/>
                    <a:pt x="11008" y="19776"/>
                  </a:cubicBezTo>
                  <a:cubicBezTo>
                    <a:pt x="10978" y="19791"/>
                    <a:pt x="10948" y="19806"/>
                    <a:pt x="10948" y="19850"/>
                  </a:cubicBezTo>
                  <a:cubicBezTo>
                    <a:pt x="10978" y="19835"/>
                    <a:pt x="11023" y="19835"/>
                    <a:pt x="11068" y="19821"/>
                  </a:cubicBezTo>
                  <a:lnTo>
                    <a:pt x="11068" y="19821"/>
                  </a:lnTo>
                  <a:cubicBezTo>
                    <a:pt x="11038" y="19835"/>
                    <a:pt x="11023" y="19865"/>
                    <a:pt x="11008" y="19880"/>
                  </a:cubicBezTo>
                  <a:cubicBezTo>
                    <a:pt x="10933" y="19895"/>
                    <a:pt x="10829" y="19880"/>
                    <a:pt x="10888" y="20015"/>
                  </a:cubicBezTo>
                  <a:cubicBezTo>
                    <a:pt x="10829" y="20015"/>
                    <a:pt x="10769" y="20030"/>
                    <a:pt x="10694" y="20045"/>
                  </a:cubicBezTo>
                  <a:lnTo>
                    <a:pt x="10694" y="20030"/>
                  </a:lnTo>
                  <a:lnTo>
                    <a:pt x="10530" y="19925"/>
                  </a:lnTo>
                  <a:cubicBezTo>
                    <a:pt x="10515" y="19910"/>
                    <a:pt x="10485" y="19895"/>
                    <a:pt x="10485" y="19895"/>
                  </a:cubicBezTo>
                  <a:cubicBezTo>
                    <a:pt x="10440" y="19955"/>
                    <a:pt x="10395" y="20015"/>
                    <a:pt x="10336" y="20059"/>
                  </a:cubicBezTo>
                  <a:cubicBezTo>
                    <a:pt x="10321" y="20074"/>
                    <a:pt x="10306" y="20089"/>
                    <a:pt x="10291" y="20104"/>
                  </a:cubicBezTo>
                  <a:cubicBezTo>
                    <a:pt x="10291" y="20089"/>
                    <a:pt x="10291" y="20089"/>
                    <a:pt x="10291" y="20074"/>
                  </a:cubicBezTo>
                  <a:cubicBezTo>
                    <a:pt x="10201" y="20119"/>
                    <a:pt x="10127" y="20179"/>
                    <a:pt x="10052" y="20224"/>
                  </a:cubicBezTo>
                  <a:cubicBezTo>
                    <a:pt x="10052" y="20224"/>
                    <a:pt x="10052" y="20254"/>
                    <a:pt x="10067" y="20269"/>
                  </a:cubicBezTo>
                  <a:cubicBezTo>
                    <a:pt x="10052" y="20284"/>
                    <a:pt x="10037" y="20313"/>
                    <a:pt x="10022" y="20343"/>
                  </a:cubicBezTo>
                  <a:lnTo>
                    <a:pt x="10007" y="20343"/>
                  </a:lnTo>
                  <a:cubicBezTo>
                    <a:pt x="9992" y="20373"/>
                    <a:pt x="9962" y="20403"/>
                    <a:pt x="9932" y="20433"/>
                  </a:cubicBezTo>
                  <a:cubicBezTo>
                    <a:pt x="9947" y="20448"/>
                    <a:pt x="9962" y="20448"/>
                    <a:pt x="9977" y="20463"/>
                  </a:cubicBezTo>
                  <a:cubicBezTo>
                    <a:pt x="9992" y="20418"/>
                    <a:pt x="10022" y="20388"/>
                    <a:pt x="10052" y="20343"/>
                  </a:cubicBezTo>
                  <a:cubicBezTo>
                    <a:pt x="10097" y="20313"/>
                    <a:pt x="10142" y="20269"/>
                    <a:pt x="10171" y="20224"/>
                  </a:cubicBezTo>
                  <a:lnTo>
                    <a:pt x="10186" y="20224"/>
                  </a:lnTo>
                  <a:lnTo>
                    <a:pt x="10261" y="20209"/>
                  </a:lnTo>
                  <a:lnTo>
                    <a:pt x="10216" y="20209"/>
                  </a:lnTo>
                  <a:cubicBezTo>
                    <a:pt x="10224" y="20201"/>
                    <a:pt x="10231" y="20198"/>
                    <a:pt x="10239" y="20198"/>
                  </a:cubicBezTo>
                  <a:cubicBezTo>
                    <a:pt x="10246" y="20198"/>
                    <a:pt x="10254" y="20201"/>
                    <a:pt x="10261" y="20209"/>
                  </a:cubicBezTo>
                  <a:cubicBezTo>
                    <a:pt x="10291" y="20194"/>
                    <a:pt x="10321" y="20164"/>
                    <a:pt x="10336" y="20149"/>
                  </a:cubicBezTo>
                  <a:lnTo>
                    <a:pt x="10351" y="20149"/>
                  </a:lnTo>
                  <a:cubicBezTo>
                    <a:pt x="10351" y="20194"/>
                    <a:pt x="10366" y="20239"/>
                    <a:pt x="10380" y="20298"/>
                  </a:cubicBezTo>
                  <a:cubicBezTo>
                    <a:pt x="10351" y="20328"/>
                    <a:pt x="10336" y="20358"/>
                    <a:pt x="10321" y="20388"/>
                  </a:cubicBezTo>
                  <a:lnTo>
                    <a:pt x="10291" y="20448"/>
                  </a:lnTo>
                  <a:cubicBezTo>
                    <a:pt x="10246" y="20523"/>
                    <a:pt x="10216" y="20582"/>
                    <a:pt x="10171" y="20642"/>
                  </a:cubicBezTo>
                  <a:cubicBezTo>
                    <a:pt x="10148" y="20607"/>
                    <a:pt x="10127" y="20592"/>
                    <a:pt x="10108" y="20592"/>
                  </a:cubicBezTo>
                  <a:cubicBezTo>
                    <a:pt x="10079" y="20592"/>
                    <a:pt x="10055" y="20627"/>
                    <a:pt x="10037" y="20672"/>
                  </a:cubicBezTo>
                  <a:cubicBezTo>
                    <a:pt x="10022" y="20687"/>
                    <a:pt x="10007" y="20702"/>
                    <a:pt x="9977" y="20732"/>
                  </a:cubicBezTo>
                  <a:cubicBezTo>
                    <a:pt x="9962" y="20717"/>
                    <a:pt x="9932" y="20702"/>
                    <a:pt x="9903" y="20702"/>
                  </a:cubicBezTo>
                  <a:cubicBezTo>
                    <a:pt x="9888" y="20672"/>
                    <a:pt x="9873" y="20642"/>
                    <a:pt x="9858" y="20627"/>
                  </a:cubicBezTo>
                  <a:cubicBezTo>
                    <a:pt x="9843" y="20642"/>
                    <a:pt x="9828" y="20672"/>
                    <a:pt x="9828" y="20687"/>
                  </a:cubicBezTo>
                  <a:cubicBezTo>
                    <a:pt x="9828" y="20702"/>
                    <a:pt x="9858" y="20717"/>
                    <a:pt x="9873" y="20732"/>
                  </a:cubicBezTo>
                  <a:cubicBezTo>
                    <a:pt x="9888" y="20791"/>
                    <a:pt x="9888" y="20851"/>
                    <a:pt x="9903" y="20926"/>
                  </a:cubicBezTo>
                  <a:cubicBezTo>
                    <a:pt x="9873" y="20896"/>
                    <a:pt x="9843" y="20881"/>
                    <a:pt x="9828" y="20866"/>
                  </a:cubicBezTo>
                  <a:lnTo>
                    <a:pt x="9828" y="20866"/>
                  </a:lnTo>
                  <a:cubicBezTo>
                    <a:pt x="9828" y="20896"/>
                    <a:pt x="9828" y="20941"/>
                    <a:pt x="9843" y="20971"/>
                  </a:cubicBezTo>
                  <a:cubicBezTo>
                    <a:pt x="9843" y="20986"/>
                    <a:pt x="9843" y="21000"/>
                    <a:pt x="9858" y="21000"/>
                  </a:cubicBezTo>
                  <a:cubicBezTo>
                    <a:pt x="9843" y="21030"/>
                    <a:pt x="9813" y="21060"/>
                    <a:pt x="9813" y="21090"/>
                  </a:cubicBezTo>
                  <a:cubicBezTo>
                    <a:pt x="9783" y="21180"/>
                    <a:pt x="9708" y="21269"/>
                    <a:pt x="9828" y="21329"/>
                  </a:cubicBezTo>
                  <a:lnTo>
                    <a:pt x="9798" y="21359"/>
                  </a:lnTo>
                  <a:cubicBezTo>
                    <a:pt x="9783" y="21359"/>
                    <a:pt x="9753" y="21344"/>
                    <a:pt x="9738" y="21344"/>
                  </a:cubicBezTo>
                  <a:cubicBezTo>
                    <a:pt x="9753" y="21359"/>
                    <a:pt x="9768" y="21389"/>
                    <a:pt x="9783" y="21404"/>
                  </a:cubicBezTo>
                  <a:cubicBezTo>
                    <a:pt x="9783" y="21404"/>
                    <a:pt x="9783" y="21419"/>
                    <a:pt x="9798" y="21419"/>
                  </a:cubicBezTo>
                  <a:lnTo>
                    <a:pt x="9813" y="21419"/>
                  </a:lnTo>
                  <a:cubicBezTo>
                    <a:pt x="9828" y="21463"/>
                    <a:pt x="9828" y="21508"/>
                    <a:pt x="9828" y="21538"/>
                  </a:cubicBezTo>
                  <a:cubicBezTo>
                    <a:pt x="9858" y="21523"/>
                    <a:pt x="9888" y="21523"/>
                    <a:pt x="9903" y="21508"/>
                  </a:cubicBezTo>
                  <a:cubicBezTo>
                    <a:pt x="9903" y="21478"/>
                    <a:pt x="9888" y="21449"/>
                    <a:pt x="9873" y="21419"/>
                  </a:cubicBezTo>
                  <a:cubicBezTo>
                    <a:pt x="9977" y="21389"/>
                    <a:pt x="9888" y="21359"/>
                    <a:pt x="9873" y="21329"/>
                  </a:cubicBezTo>
                  <a:cubicBezTo>
                    <a:pt x="9903" y="21329"/>
                    <a:pt x="9932" y="21314"/>
                    <a:pt x="9962" y="21314"/>
                  </a:cubicBezTo>
                  <a:cubicBezTo>
                    <a:pt x="10022" y="21284"/>
                    <a:pt x="10156" y="21254"/>
                    <a:pt x="10156" y="21239"/>
                  </a:cubicBezTo>
                  <a:cubicBezTo>
                    <a:pt x="10127" y="21105"/>
                    <a:pt x="10246" y="21045"/>
                    <a:pt x="10291" y="20941"/>
                  </a:cubicBezTo>
                  <a:cubicBezTo>
                    <a:pt x="10291" y="20941"/>
                    <a:pt x="10276" y="20896"/>
                    <a:pt x="10276" y="20896"/>
                  </a:cubicBezTo>
                  <a:cubicBezTo>
                    <a:pt x="10186" y="20881"/>
                    <a:pt x="10216" y="20836"/>
                    <a:pt x="10231" y="20791"/>
                  </a:cubicBezTo>
                  <a:cubicBezTo>
                    <a:pt x="10216" y="20761"/>
                    <a:pt x="10216" y="20747"/>
                    <a:pt x="10201" y="20732"/>
                  </a:cubicBezTo>
                  <a:cubicBezTo>
                    <a:pt x="10216" y="20717"/>
                    <a:pt x="10231" y="20687"/>
                    <a:pt x="10231" y="20672"/>
                  </a:cubicBezTo>
                  <a:cubicBezTo>
                    <a:pt x="10276" y="20627"/>
                    <a:pt x="10306" y="20567"/>
                    <a:pt x="10351" y="20508"/>
                  </a:cubicBezTo>
                  <a:cubicBezTo>
                    <a:pt x="10351" y="20523"/>
                    <a:pt x="10366" y="20523"/>
                    <a:pt x="10366" y="20537"/>
                  </a:cubicBezTo>
                  <a:cubicBezTo>
                    <a:pt x="10384" y="20544"/>
                    <a:pt x="10399" y="20547"/>
                    <a:pt x="10410" y="20547"/>
                  </a:cubicBezTo>
                  <a:cubicBezTo>
                    <a:pt x="10473" y="20547"/>
                    <a:pt x="10447" y="20458"/>
                    <a:pt x="10485" y="20433"/>
                  </a:cubicBezTo>
                  <a:cubicBezTo>
                    <a:pt x="10515" y="20418"/>
                    <a:pt x="10560" y="20403"/>
                    <a:pt x="10590" y="20403"/>
                  </a:cubicBezTo>
                  <a:lnTo>
                    <a:pt x="10590" y="20433"/>
                  </a:lnTo>
                  <a:cubicBezTo>
                    <a:pt x="10560" y="20463"/>
                    <a:pt x="10515" y="20508"/>
                    <a:pt x="10485" y="20552"/>
                  </a:cubicBezTo>
                  <a:cubicBezTo>
                    <a:pt x="10485" y="20552"/>
                    <a:pt x="10500" y="20567"/>
                    <a:pt x="10500" y="20567"/>
                  </a:cubicBezTo>
                  <a:cubicBezTo>
                    <a:pt x="10545" y="20537"/>
                    <a:pt x="10605" y="20493"/>
                    <a:pt x="10649" y="20448"/>
                  </a:cubicBezTo>
                  <a:lnTo>
                    <a:pt x="10709" y="20373"/>
                  </a:lnTo>
                  <a:cubicBezTo>
                    <a:pt x="10709" y="20358"/>
                    <a:pt x="10724" y="20358"/>
                    <a:pt x="10724" y="20343"/>
                  </a:cubicBezTo>
                  <a:cubicBezTo>
                    <a:pt x="10739" y="20313"/>
                    <a:pt x="10769" y="20269"/>
                    <a:pt x="10784" y="20239"/>
                  </a:cubicBezTo>
                  <a:cubicBezTo>
                    <a:pt x="10784" y="20254"/>
                    <a:pt x="10784" y="20269"/>
                    <a:pt x="10784" y="20284"/>
                  </a:cubicBezTo>
                  <a:cubicBezTo>
                    <a:pt x="10793" y="20288"/>
                    <a:pt x="10800" y="20290"/>
                    <a:pt x="10806" y="20290"/>
                  </a:cubicBezTo>
                  <a:cubicBezTo>
                    <a:pt x="10821" y="20290"/>
                    <a:pt x="10829" y="20279"/>
                    <a:pt x="10829" y="20269"/>
                  </a:cubicBezTo>
                  <a:lnTo>
                    <a:pt x="10873" y="20269"/>
                  </a:lnTo>
                  <a:cubicBezTo>
                    <a:pt x="10933" y="20254"/>
                    <a:pt x="10963" y="20224"/>
                    <a:pt x="10888" y="20179"/>
                  </a:cubicBezTo>
                  <a:cubicBezTo>
                    <a:pt x="10903" y="20164"/>
                    <a:pt x="10918" y="20149"/>
                    <a:pt x="10918" y="20119"/>
                  </a:cubicBezTo>
                  <a:cubicBezTo>
                    <a:pt x="10948" y="20149"/>
                    <a:pt x="10978" y="20179"/>
                    <a:pt x="11008" y="20209"/>
                  </a:cubicBezTo>
                  <a:cubicBezTo>
                    <a:pt x="11008" y="20194"/>
                    <a:pt x="11023" y="20194"/>
                    <a:pt x="11023" y="20179"/>
                  </a:cubicBezTo>
                  <a:cubicBezTo>
                    <a:pt x="11038" y="20179"/>
                    <a:pt x="11038" y="20164"/>
                    <a:pt x="11053" y="20149"/>
                  </a:cubicBezTo>
                  <a:lnTo>
                    <a:pt x="11053" y="20149"/>
                  </a:lnTo>
                  <a:lnTo>
                    <a:pt x="11053" y="20149"/>
                  </a:lnTo>
                  <a:cubicBezTo>
                    <a:pt x="11112" y="20119"/>
                    <a:pt x="11157" y="20089"/>
                    <a:pt x="11202" y="20045"/>
                  </a:cubicBezTo>
                  <a:cubicBezTo>
                    <a:pt x="11217" y="20000"/>
                    <a:pt x="11232" y="19970"/>
                    <a:pt x="11247" y="19925"/>
                  </a:cubicBezTo>
                  <a:cubicBezTo>
                    <a:pt x="11277" y="19925"/>
                    <a:pt x="11292" y="19910"/>
                    <a:pt x="11307" y="19910"/>
                  </a:cubicBezTo>
                  <a:cubicBezTo>
                    <a:pt x="11295" y="19945"/>
                    <a:pt x="11283" y="19999"/>
                    <a:pt x="11329" y="19999"/>
                  </a:cubicBezTo>
                  <a:cubicBezTo>
                    <a:pt x="11341" y="19999"/>
                    <a:pt x="11359" y="19995"/>
                    <a:pt x="11381" y="19985"/>
                  </a:cubicBezTo>
                  <a:cubicBezTo>
                    <a:pt x="11471" y="19955"/>
                    <a:pt x="11575" y="19910"/>
                    <a:pt x="11665" y="19865"/>
                  </a:cubicBezTo>
                  <a:cubicBezTo>
                    <a:pt x="11680" y="19865"/>
                    <a:pt x="11665" y="19821"/>
                    <a:pt x="11665" y="19791"/>
                  </a:cubicBezTo>
                  <a:cubicBezTo>
                    <a:pt x="11650" y="19791"/>
                    <a:pt x="11650" y="19776"/>
                    <a:pt x="11635" y="19776"/>
                  </a:cubicBezTo>
                  <a:cubicBezTo>
                    <a:pt x="11725" y="19731"/>
                    <a:pt x="11799" y="19686"/>
                    <a:pt x="11874" y="19626"/>
                  </a:cubicBezTo>
                  <a:cubicBezTo>
                    <a:pt x="11934" y="19641"/>
                    <a:pt x="12008" y="19641"/>
                    <a:pt x="12068" y="19641"/>
                  </a:cubicBezTo>
                  <a:cubicBezTo>
                    <a:pt x="12068" y="19641"/>
                    <a:pt x="12068" y="19596"/>
                    <a:pt x="12083" y="19582"/>
                  </a:cubicBezTo>
                  <a:cubicBezTo>
                    <a:pt x="12158" y="19552"/>
                    <a:pt x="12247" y="19537"/>
                    <a:pt x="12337" y="19522"/>
                  </a:cubicBezTo>
                  <a:cubicBezTo>
                    <a:pt x="12457" y="19492"/>
                    <a:pt x="12576" y="19462"/>
                    <a:pt x="12696" y="19447"/>
                  </a:cubicBezTo>
                  <a:cubicBezTo>
                    <a:pt x="12696" y="19447"/>
                    <a:pt x="12681" y="19417"/>
                    <a:pt x="12681" y="19387"/>
                  </a:cubicBezTo>
                  <a:lnTo>
                    <a:pt x="12681" y="19387"/>
                  </a:lnTo>
                  <a:cubicBezTo>
                    <a:pt x="12710" y="19402"/>
                    <a:pt x="12740" y="19417"/>
                    <a:pt x="12770" y="19432"/>
                  </a:cubicBezTo>
                  <a:cubicBezTo>
                    <a:pt x="12778" y="19440"/>
                    <a:pt x="12785" y="19443"/>
                    <a:pt x="12791" y="19443"/>
                  </a:cubicBezTo>
                  <a:cubicBezTo>
                    <a:pt x="12796" y="19443"/>
                    <a:pt x="12800" y="19440"/>
                    <a:pt x="12800" y="19432"/>
                  </a:cubicBezTo>
                  <a:lnTo>
                    <a:pt x="12979" y="19372"/>
                  </a:lnTo>
                  <a:lnTo>
                    <a:pt x="12979" y="19387"/>
                  </a:lnTo>
                  <a:cubicBezTo>
                    <a:pt x="13099" y="19343"/>
                    <a:pt x="13203" y="19313"/>
                    <a:pt x="13308" y="19268"/>
                  </a:cubicBezTo>
                  <a:cubicBezTo>
                    <a:pt x="13338" y="19268"/>
                    <a:pt x="13368" y="19253"/>
                    <a:pt x="13412" y="19253"/>
                  </a:cubicBezTo>
                  <a:cubicBezTo>
                    <a:pt x="13368" y="19238"/>
                    <a:pt x="13383" y="19208"/>
                    <a:pt x="13383" y="19193"/>
                  </a:cubicBezTo>
                  <a:lnTo>
                    <a:pt x="13383" y="19193"/>
                  </a:lnTo>
                  <a:cubicBezTo>
                    <a:pt x="13398" y="19208"/>
                    <a:pt x="13398" y="19223"/>
                    <a:pt x="13412" y="19253"/>
                  </a:cubicBezTo>
                  <a:lnTo>
                    <a:pt x="13487" y="19223"/>
                  </a:lnTo>
                  <a:lnTo>
                    <a:pt x="13562" y="19208"/>
                  </a:lnTo>
                  <a:cubicBezTo>
                    <a:pt x="13577" y="19208"/>
                    <a:pt x="13607" y="19208"/>
                    <a:pt x="13622" y="19193"/>
                  </a:cubicBezTo>
                  <a:cubicBezTo>
                    <a:pt x="13696" y="19163"/>
                    <a:pt x="13771" y="19133"/>
                    <a:pt x="13846" y="19104"/>
                  </a:cubicBezTo>
                  <a:cubicBezTo>
                    <a:pt x="14025" y="19059"/>
                    <a:pt x="14204" y="19014"/>
                    <a:pt x="14383" y="18969"/>
                  </a:cubicBezTo>
                  <a:lnTo>
                    <a:pt x="14398" y="18969"/>
                  </a:lnTo>
                  <a:cubicBezTo>
                    <a:pt x="14443" y="18939"/>
                    <a:pt x="14488" y="18924"/>
                    <a:pt x="14533" y="18909"/>
                  </a:cubicBezTo>
                  <a:cubicBezTo>
                    <a:pt x="14622" y="18880"/>
                    <a:pt x="14727" y="18865"/>
                    <a:pt x="14831" y="18835"/>
                  </a:cubicBezTo>
                  <a:cubicBezTo>
                    <a:pt x="14906" y="18805"/>
                    <a:pt x="14996" y="18790"/>
                    <a:pt x="15040" y="18700"/>
                  </a:cubicBezTo>
                  <a:lnTo>
                    <a:pt x="15070" y="18700"/>
                  </a:lnTo>
                  <a:cubicBezTo>
                    <a:pt x="15103" y="18749"/>
                    <a:pt x="15135" y="18764"/>
                    <a:pt x="15168" y="18764"/>
                  </a:cubicBezTo>
                  <a:cubicBezTo>
                    <a:pt x="15226" y="18764"/>
                    <a:pt x="15287" y="18715"/>
                    <a:pt x="15354" y="18715"/>
                  </a:cubicBezTo>
                  <a:cubicBezTo>
                    <a:pt x="15459" y="18685"/>
                    <a:pt x="15578" y="18670"/>
                    <a:pt x="15683" y="18641"/>
                  </a:cubicBezTo>
                  <a:cubicBezTo>
                    <a:pt x="15742" y="18611"/>
                    <a:pt x="15817" y="18596"/>
                    <a:pt x="15877" y="18581"/>
                  </a:cubicBezTo>
                  <a:cubicBezTo>
                    <a:pt x="16026" y="18551"/>
                    <a:pt x="16176" y="18506"/>
                    <a:pt x="16325" y="18476"/>
                  </a:cubicBezTo>
                  <a:lnTo>
                    <a:pt x="16340" y="18476"/>
                  </a:lnTo>
                  <a:cubicBezTo>
                    <a:pt x="16534" y="18431"/>
                    <a:pt x="16728" y="18387"/>
                    <a:pt x="16922" y="18327"/>
                  </a:cubicBezTo>
                  <a:cubicBezTo>
                    <a:pt x="17027" y="18312"/>
                    <a:pt x="17117" y="18297"/>
                    <a:pt x="17221" y="18282"/>
                  </a:cubicBezTo>
                  <a:cubicBezTo>
                    <a:pt x="17356" y="18237"/>
                    <a:pt x="17505" y="18207"/>
                    <a:pt x="17639" y="18178"/>
                  </a:cubicBezTo>
                  <a:lnTo>
                    <a:pt x="17639" y="18163"/>
                  </a:lnTo>
                  <a:cubicBezTo>
                    <a:pt x="17699" y="18148"/>
                    <a:pt x="17759" y="18133"/>
                    <a:pt x="17833" y="18118"/>
                  </a:cubicBezTo>
                  <a:cubicBezTo>
                    <a:pt x="17848" y="18118"/>
                    <a:pt x="17863" y="18103"/>
                    <a:pt x="17878" y="18103"/>
                  </a:cubicBezTo>
                  <a:lnTo>
                    <a:pt x="17998" y="18073"/>
                  </a:lnTo>
                  <a:cubicBezTo>
                    <a:pt x="18013" y="18073"/>
                    <a:pt x="18043" y="18073"/>
                    <a:pt x="18057" y="18058"/>
                  </a:cubicBezTo>
                  <a:cubicBezTo>
                    <a:pt x="18057" y="18028"/>
                    <a:pt x="18072" y="18013"/>
                    <a:pt x="18072" y="17983"/>
                  </a:cubicBezTo>
                  <a:cubicBezTo>
                    <a:pt x="18115" y="18014"/>
                    <a:pt x="18155" y="18024"/>
                    <a:pt x="18193" y="18024"/>
                  </a:cubicBezTo>
                  <a:cubicBezTo>
                    <a:pt x="18249" y="18024"/>
                    <a:pt x="18303" y="18001"/>
                    <a:pt x="18356" y="17983"/>
                  </a:cubicBezTo>
                  <a:cubicBezTo>
                    <a:pt x="18535" y="17939"/>
                    <a:pt x="18715" y="17894"/>
                    <a:pt x="18894" y="17849"/>
                  </a:cubicBezTo>
                  <a:lnTo>
                    <a:pt x="18909" y="17849"/>
                  </a:lnTo>
                  <a:cubicBezTo>
                    <a:pt x="19103" y="17789"/>
                    <a:pt x="19282" y="17730"/>
                    <a:pt x="19476" y="17670"/>
                  </a:cubicBezTo>
                  <a:lnTo>
                    <a:pt x="19491" y="17670"/>
                  </a:lnTo>
                  <a:cubicBezTo>
                    <a:pt x="19581" y="17640"/>
                    <a:pt x="19671" y="17625"/>
                    <a:pt x="19745" y="17595"/>
                  </a:cubicBezTo>
                  <a:lnTo>
                    <a:pt x="19760" y="17595"/>
                  </a:lnTo>
                  <a:cubicBezTo>
                    <a:pt x="20044" y="17505"/>
                    <a:pt x="20343" y="17401"/>
                    <a:pt x="20641" y="17296"/>
                  </a:cubicBezTo>
                  <a:lnTo>
                    <a:pt x="20731" y="17252"/>
                  </a:lnTo>
                  <a:cubicBezTo>
                    <a:pt x="20761" y="17252"/>
                    <a:pt x="20776" y="17252"/>
                    <a:pt x="20806" y="17237"/>
                  </a:cubicBezTo>
                  <a:cubicBezTo>
                    <a:pt x="20836" y="17222"/>
                    <a:pt x="20865" y="17222"/>
                    <a:pt x="20910" y="17207"/>
                  </a:cubicBezTo>
                  <a:lnTo>
                    <a:pt x="20955" y="17237"/>
                  </a:lnTo>
                  <a:cubicBezTo>
                    <a:pt x="21015" y="17207"/>
                    <a:pt x="21060" y="17177"/>
                    <a:pt x="21119" y="17147"/>
                  </a:cubicBezTo>
                  <a:cubicBezTo>
                    <a:pt x="21134" y="17147"/>
                    <a:pt x="21134" y="17132"/>
                    <a:pt x="21134" y="17117"/>
                  </a:cubicBezTo>
                  <a:cubicBezTo>
                    <a:pt x="21194" y="17102"/>
                    <a:pt x="21254" y="17072"/>
                    <a:pt x="21313" y="17042"/>
                  </a:cubicBezTo>
                  <a:lnTo>
                    <a:pt x="21328" y="17042"/>
                  </a:lnTo>
                  <a:cubicBezTo>
                    <a:pt x="21358" y="17028"/>
                    <a:pt x="21403" y="17013"/>
                    <a:pt x="21448" y="16998"/>
                  </a:cubicBezTo>
                  <a:lnTo>
                    <a:pt x="21463" y="16998"/>
                  </a:lnTo>
                  <a:cubicBezTo>
                    <a:pt x="21657" y="16878"/>
                    <a:pt x="21866" y="16774"/>
                    <a:pt x="22060" y="16654"/>
                  </a:cubicBezTo>
                  <a:cubicBezTo>
                    <a:pt x="22030" y="16624"/>
                    <a:pt x="22015" y="16609"/>
                    <a:pt x="21986" y="16579"/>
                  </a:cubicBezTo>
                  <a:lnTo>
                    <a:pt x="22090" y="16520"/>
                  </a:lnTo>
                  <a:cubicBezTo>
                    <a:pt x="22105" y="16505"/>
                    <a:pt x="22120" y="16475"/>
                    <a:pt x="22150" y="16475"/>
                  </a:cubicBezTo>
                  <a:cubicBezTo>
                    <a:pt x="22165" y="16445"/>
                    <a:pt x="22180" y="16430"/>
                    <a:pt x="22195" y="16415"/>
                  </a:cubicBezTo>
                  <a:cubicBezTo>
                    <a:pt x="22225" y="16400"/>
                    <a:pt x="22240" y="16385"/>
                    <a:pt x="22254" y="16370"/>
                  </a:cubicBezTo>
                  <a:cubicBezTo>
                    <a:pt x="22261" y="16367"/>
                    <a:pt x="22269" y="16365"/>
                    <a:pt x="22277" y="16365"/>
                  </a:cubicBezTo>
                  <a:cubicBezTo>
                    <a:pt x="22314" y="16365"/>
                    <a:pt x="22358" y="16399"/>
                    <a:pt x="22395" y="16399"/>
                  </a:cubicBezTo>
                  <a:cubicBezTo>
                    <a:pt x="22416" y="16399"/>
                    <a:pt x="22434" y="16389"/>
                    <a:pt x="22449" y="16355"/>
                  </a:cubicBezTo>
                  <a:lnTo>
                    <a:pt x="22434" y="16340"/>
                  </a:lnTo>
                  <a:lnTo>
                    <a:pt x="22434" y="16340"/>
                  </a:lnTo>
                  <a:cubicBezTo>
                    <a:pt x="22434" y="16340"/>
                    <a:pt x="22449" y="16340"/>
                    <a:pt x="22449" y="16355"/>
                  </a:cubicBezTo>
                  <a:cubicBezTo>
                    <a:pt x="22493" y="16311"/>
                    <a:pt x="22538" y="16266"/>
                    <a:pt x="22553" y="16221"/>
                  </a:cubicBezTo>
                  <a:cubicBezTo>
                    <a:pt x="22583" y="16161"/>
                    <a:pt x="22598" y="16087"/>
                    <a:pt x="22613" y="16027"/>
                  </a:cubicBezTo>
                  <a:lnTo>
                    <a:pt x="22538" y="16027"/>
                  </a:lnTo>
                  <a:cubicBezTo>
                    <a:pt x="22553" y="15997"/>
                    <a:pt x="22553" y="15967"/>
                    <a:pt x="22568" y="15937"/>
                  </a:cubicBezTo>
                  <a:cubicBezTo>
                    <a:pt x="22568" y="15922"/>
                    <a:pt x="22583" y="15907"/>
                    <a:pt x="22568" y="15907"/>
                  </a:cubicBezTo>
                  <a:cubicBezTo>
                    <a:pt x="22583" y="15848"/>
                    <a:pt x="22583" y="15803"/>
                    <a:pt x="22598" y="15758"/>
                  </a:cubicBezTo>
                  <a:cubicBezTo>
                    <a:pt x="22658" y="15713"/>
                    <a:pt x="22717" y="15668"/>
                    <a:pt x="22643" y="15579"/>
                  </a:cubicBezTo>
                  <a:lnTo>
                    <a:pt x="22613" y="15414"/>
                  </a:lnTo>
                  <a:cubicBezTo>
                    <a:pt x="22568" y="15265"/>
                    <a:pt x="22538" y="15101"/>
                    <a:pt x="22493" y="14951"/>
                  </a:cubicBezTo>
                  <a:cubicBezTo>
                    <a:pt x="22478" y="14907"/>
                    <a:pt x="22419" y="14877"/>
                    <a:pt x="22374" y="14847"/>
                  </a:cubicBezTo>
                  <a:cubicBezTo>
                    <a:pt x="22374" y="14847"/>
                    <a:pt x="22374" y="14847"/>
                    <a:pt x="22374" y="14832"/>
                  </a:cubicBezTo>
                  <a:cubicBezTo>
                    <a:pt x="22359" y="14802"/>
                    <a:pt x="22374" y="14742"/>
                    <a:pt x="22344" y="14712"/>
                  </a:cubicBezTo>
                  <a:cubicBezTo>
                    <a:pt x="22269" y="14608"/>
                    <a:pt x="22165" y="14518"/>
                    <a:pt x="22075" y="14429"/>
                  </a:cubicBezTo>
                  <a:lnTo>
                    <a:pt x="22060" y="14429"/>
                  </a:lnTo>
                  <a:cubicBezTo>
                    <a:pt x="21941" y="14324"/>
                    <a:pt x="21821" y="14235"/>
                    <a:pt x="21687" y="14145"/>
                  </a:cubicBezTo>
                  <a:cubicBezTo>
                    <a:pt x="21657" y="14115"/>
                    <a:pt x="21612" y="14100"/>
                    <a:pt x="21567" y="14070"/>
                  </a:cubicBezTo>
                  <a:cubicBezTo>
                    <a:pt x="21493" y="14025"/>
                    <a:pt x="21403" y="13981"/>
                    <a:pt x="21328" y="13936"/>
                  </a:cubicBezTo>
                  <a:cubicBezTo>
                    <a:pt x="21254" y="13906"/>
                    <a:pt x="21179" y="13876"/>
                    <a:pt x="21104" y="13846"/>
                  </a:cubicBezTo>
                  <a:lnTo>
                    <a:pt x="21104" y="13861"/>
                  </a:lnTo>
                  <a:cubicBezTo>
                    <a:pt x="21089" y="13846"/>
                    <a:pt x="21089" y="13846"/>
                    <a:pt x="21075" y="13846"/>
                  </a:cubicBezTo>
                  <a:cubicBezTo>
                    <a:pt x="21000" y="13816"/>
                    <a:pt x="20940" y="13786"/>
                    <a:pt x="20880" y="13742"/>
                  </a:cubicBezTo>
                  <a:cubicBezTo>
                    <a:pt x="20806" y="13697"/>
                    <a:pt x="20716" y="13652"/>
                    <a:pt x="20641" y="13622"/>
                  </a:cubicBezTo>
                  <a:cubicBezTo>
                    <a:pt x="20552" y="13592"/>
                    <a:pt x="20477" y="13577"/>
                    <a:pt x="20387" y="13562"/>
                  </a:cubicBezTo>
                  <a:cubicBezTo>
                    <a:pt x="20387" y="13547"/>
                    <a:pt x="20373" y="13533"/>
                    <a:pt x="20373" y="13518"/>
                  </a:cubicBezTo>
                  <a:lnTo>
                    <a:pt x="20328" y="13518"/>
                  </a:lnTo>
                  <a:lnTo>
                    <a:pt x="20328" y="13443"/>
                  </a:lnTo>
                  <a:lnTo>
                    <a:pt x="20253" y="13443"/>
                  </a:lnTo>
                  <a:cubicBezTo>
                    <a:pt x="20253" y="13473"/>
                    <a:pt x="20268" y="13488"/>
                    <a:pt x="20283" y="13518"/>
                  </a:cubicBezTo>
                  <a:lnTo>
                    <a:pt x="20193" y="13488"/>
                  </a:lnTo>
                  <a:lnTo>
                    <a:pt x="20163" y="13488"/>
                  </a:lnTo>
                  <a:cubicBezTo>
                    <a:pt x="20163" y="13488"/>
                    <a:pt x="20163" y="13473"/>
                    <a:pt x="20163" y="13473"/>
                  </a:cubicBezTo>
                  <a:cubicBezTo>
                    <a:pt x="20059" y="13413"/>
                    <a:pt x="19939" y="13398"/>
                    <a:pt x="19820" y="13368"/>
                  </a:cubicBezTo>
                  <a:lnTo>
                    <a:pt x="19775" y="13368"/>
                  </a:lnTo>
                  <a:lnTo>
                    <a:pt x="19730" y="13323"/>
                  </a:lnTo>
                  <a:lnTo>
                    <a:pt x="19700" y="13368"/>
                  </a:lnTo>
                  <a:cubicBezTo>
                    <a:pt x="19685" y="13383"/>
                    <a:pt x="19671" y="13383"/>
                    <a:pt x="19641" y="13383"/>
                  </a:cubicBezTo>
                  <a:lnTo>
                    <a:pt x="19566" y="13383"/>
                  </a:lnTo>
                  <a:cubicBezTo>
                    <a:pt x="19551" y="13428"/>
                    <a:pt x="19551" y="13473"/>
                    <a:pt x="19536" y="13518"/>
                  </a:cubicBezTo>
                  <a:cubicBezTo>
                    <a:pt x="19521" y="13518"/>
                    <a:pt x="19506" y="13503"/>
                    <a:pt x="19506" y="13488"/>
                  </a:cubicBezTo>
                  <a:lnTo>
                    <a:pt x="19491" y="13473"/>
                  </a:lnTo>
                  <a:cubicBezTo>
                    <a:pt x="19461" y="13443"/>
                    <a:pt x="19506" y="13383"/>
                    <a:pt x="19476" y="13353"/>
                  </a:cubicBezTo>
                  <a:cubicBezTo>
                    <a:pt x="19476" y="13338"/>
                    <a:pt x="19476" y="13338"/>
                    <a:pt x="19476" y="13323"/>
                  </a:cubicBezTo>
                  <a:cubicBezTo>
                    <a:pt x="19372" y="13323"/>
                    <a:pt x="19267" y="13308"/>
                    <a:pt x="19178" y="13308"/>
                  </a:cubicBezTo>
                  <a:lnTo>
                    <a:pt x="19178" y="13309"/>
                  </a:lnTo>
                  <a:lnTo>
                    <a:pt x="19178" y="13309"/>
                  </a:lnTo>
                  <a:cubicBezTo>
                    <a:pt x="19173" y="13308"/>
                    <a:pt x="19168" y="13308"/>
                    <a:pt x="19163" y="13308"/>
                  </a:cubicBezTo>
                  <a:cubicBezTo>
                    <a:pt x="18924" y="13294"/>
                    <a:pt x="18700" y="13279"/>
                    <a:pt x="18461" y="13279"/>
                  </a:cubicBezTo>
                  <a:cubicBezTo>
                    <a:pt x="18252" y="13279"/>
                    <a:pt x="18043" y="13275"/>
                    <a:pt x="17833" y="13275"/>
                  </a:cubicBezTo>
                  <a:cubicBezTo>
                    <a:pt x="17624" y="13275"/>
                    <a:pt x="17415" y="13279"/>
                    <a:pt x="17206" y="13294"/>
                  </a:cubicBezTo>
                  <a:cubicBezTo>
                    <a:pt x="16833" y="13308"/>
                    <a:pt x="16459" y="13368"/>
                    <a:pt x="16086" y="13398"/>
                  </a:cubicBezTo>
                  <a:cubicBezTo>
                    <a:pt x="15862" y="13428"/>
                    <a:pt x="15653" y="13443"/>
                    <a:pt x="15429" y="13473"/>
                  </a:cubicBezTo>
                  <a:lnTo>
                    <a:pt x="15429" y="13458"/>
                  </a:lnTo>
                  <a:lnTo>
                    <a:pt x="15339" y="13488"/>
                  </a:lnTo>
                  <a:lnTo>
                    <a:pt x="15324" y="13488"/>
                  </a:lnTo>
                  <a:cubicBezTo>
                    <a:pt x="15324" y="13488"/>
                    <a:pt x="15324" y="13488"/>
                    <a:pt x="15324" y="13503"/>
                  </a:cubicBezTo>
                  <a:cubicBezTo>
                    <a:pt x="15279" y="13503"/>
                    <a:pt x="15220" y="13503"/>
                    <a:pt x="15175" y="13518"/>
                  </a:cubicBezTo>
                  <a:lnTo>
                    <a:pt x="15175" y="13503"/>
                  </a:lnTo>
                  <a:cubicBezTo>
                    <a:pt x="14906" y="13562"/>
                    <a:pt x="14622" y="13592"/>
                    <a:pt x="14338" y="13652"/>
                  </a:cubicBezTo>
                  <a:cubicBezTo>
                    <a:pt x="14085" y="13697"/>
                    <a:pt x="13846" y="13742"/>
                    <a:pt x="13592" y="13786"/>
                  </a:cubicBezTo>
                  <a:lnTo>
                    <a:pt x="13532" y="13786"/>
                  </a:lnTo>
                  <a:cubicBezTo>
                    <a:pt x="13517" y="13786"/>
                    <a:pt x="13502" y="13786"/>
                    <a:pt x="13472" y="13801"/>
                  </a:cubicBezTo>
                  <a:lnTo>
                    <a:pt x="13129" y="13891"/>
                  </a:lnTo>
                  <a:cubicBezTo>
                    <a:pt x="13114" y="13891"/>
                    <a:pt x="13099" y="13891"/>
                    <a:pt x="13069" y="13906"/>
                  </a:cubicBezTo>
                  <a:cubicBezTo>
                    <a:pt x="12979" y="13921"/>
                    <a:pt x="12890" y="13921"/>
                    <a:pt x="12815" y="13936"/>
                  </a:cubicBezTo>
                  <a:cubicBezTo>
                    <a:pt x="12591" y="13996"/>
                    <a:pt x="12367" y="14040"/>
                    <a:pt x="12143" y="14100"/>
                  </a:cubicBezTo>
                  <a:cubicBezTo>
                    <a:pt x="12053" y="14130"/>
                    <a:pt x="11964" y="14175"/>
                    <a:pt x="11889" y="14205"/>
                  </a:cubicBezTo>
                  <a:lnTo>
                    <a:pt x="11874" y="14205"/>
                  </a:lnTo>
                  <a:cubicBezTo>
                    <a:pt x="11829" y="14220"/>
                    <a:pt x="11799" y="14220"/>
                    <a:pt x="11755" y="14235"/>
                  </a:cubicBezTo>
                  <a:cubicBezTo>
                    <a:pt x="11680" y="14264"/>
                    <a:pt x="11620" y="14294"/>
                    <a:pt x="11560" y="14309"/>
                  </a:cubicBezTo>
                  <a:cubicBezTo>
                    <a:pt x="11576" y="14261"/>
                    <a:pt x="11562" y="14247"/>
                    <a:pt x="11541" y="14247"/>
                  </a:cubicBezTo>
                  <a:cubicBezTo>
                    <a:pt x="11523" y="14247"/>
                    <a:pt x="11500" y="14257"/>
                    <a:pt x="11486" y="14264"/>
                  </a:cubicBezTo>
                  <a:cubicBezTo>
                    <a:pt x="11247" y="14369"/>
                    <a:pt x="11008" y="14444"/>
                    <a:pt x="10754" y="14488"/>
                  </a:cubicBezTo>
                  <a:lnTo>
                    <a:pt x="10709" y="14503"/>
                  </a:lnTo>
                  <a:lnTo>
                    <a:pt x="10694" y="14503"/>
                  </a:lnTo>
                  <a:cubicBezTo>
                    <a:pt x="10679" y="14533"/>
                    <a:pt x="10664" y="14548"/>
                    <a:pt x="10649" y="14578"/>
                  </a:cubicBezTo>
                  <a:cubicBezTo>
                    <a:pt x="10632" y="14537"/>
                    <a:pt x="10611" y="14523"/>
                    <a:pt x="10591" y="14523"/>
                  </a:cubicBezTo>
                  <a:cubicBezTo>
                    <a:pt x="10560" y="14523"/>
                    <a:pt x="10527" y="14554"/>
                    <a:pt x="10500" y="14563"/>
                  </a:cubicBezTo>
                  <a:cubicBezTo>
                    <a:pt x="10366" y="14608"/>
                    <a:pt x="10231" y="14668"/>
                    <a:pt x="10097" y="14712"/>
                  </a:cubicBezTo>
                  <a:cubicBezTo>
                    <a:pt x="10052" y="14727"/>
                    <a:pt x="10007" y="14727"/>
                    <a:pt x="9962" y="14727"/>
                  </a:cubicBezTo>
                  <a:cubicBezTo>
                    <a:pt x="9917" y="14742"/>
                    <a:pt x="9888" y="14757"/>
                    <a:pt x="9843" y="14757"/>
                  </a:cubicBezTo>
                  <a:cubicBezTo>
                    <a:pt x="9783" y="14772"/>
                    <a:pt x="9723" y="14802"/>
                    <a:pt x="9649" y="14817"/>
                  </a:cubicBezTo>
                  <a:lnTo>
                    <a:pt x="9619" y="14817"/>
                  </a:lnTo>
                  <a:cubicBezTo>
                    <a:pt x="9589" y="14832"/>
                    <a:pt x="9514" y="14832"/>
                    <a:pt x="9499" y="14862"/>
                  </a:cubicBezTo>
                  <a:cubicBezTo>
                    <a:pt x="9483" y="14912"/>
                    <a:pt x="9457" y="14920"/>
                    <a:pt x="9426" y="14920"/>
                  </a:cubicBezTo>
                  <a:cubicBezTo>
                    <a:pt x="9412" y="14920"/>
                    <a:pt x="9397" y="14918"/>
                    <a:pt x="9381" y="14918"/>
                  </a:cubicBezTo>
                  <a:cubicBezTo>
                    <a:pt x="9371" y="14918"/>
                    <a:pt x="9360" y="14919"/>
                    <a:pt x="9350" y="14922"/>
                  </a:cubicBezTo>
                  <a:cubicBezTo>
                    <a:pt x="9275" y="14951"/>
                    <a:pt x="9201" y="14996"/>
                    <a:pt x="9126" y="15026"/>
                  </a:cubicBezTo>
                  <a:cubicBezTo>
                    <a:pt x="9096" y="15041"/>
                    <a:pt x="9051" y="15071"/>
                    <a:pt x="9021" y="15086"/>
                  </a:cubicBezTo>
                  <a:lnTo>
                    <a:pt x="8991" y="15086"/>
                  </a:lnTo>
                  <a:cubicBezTo>
                    <a:pt x="8991" y="15071"/>
                    <a:pt x="8977" y="15056"/>
                    <a:pt x="8977" y="15041"/>
                  </a:cubicBezTo>
                  <a:cubicBezTo>
                    <a:pt x="8962" y="15056"/>
                    <a:pt x="8947" y="15071"/>
                    <a:pt x="8932" y="15086"/>
                  </a:cubicBezTo>
                  <a:cubicBezTo>
                    <a:pt x="8917" y="15086"/>
                    <a:pt x="8887" y="15071"/>
                    <a:pt x="8857" y="15071"/>
                  </a:cubicBezTo>
                  <a:cubicBezTo>
                    <a:pt x="8842" y="15071"/>
                    <a:pt x="8842" y="15086"/>
                    <a:pt x="8827" y="15086"/>
                  </a:cubicBezTo>
                  <a:lnTo>
                    <a:pt x="8767" y="15146"/>
                  </a:lnTo>
                  <a:cubicBezTo>
                    <a:pt x="8767" y="15161"/>
                    <a:pt x="8752" y="15175"/>
                    <a:pt x="8752" y="15190"/>
                  </a:cubicBezTo>
                  <a:cubicBezTo>
                    <a:pt x="8752" y="15220"/>
                    <a:pt x="8752" y="15235"/>
                    <a:pt x="8752" y="15250"/>
                  </a:cubicBezTo>
                  <a:lnTo>
                    <a:pt x="8693" y="15250"/>
                  </a:lnTo>
                  <a:cubicBezTo>
                    <a:pt x="8682" y="15229"/>
                    <a:pt x="8679" y="15176"/>
                    <a:pt x="8650" y="15176"/>
                  </a:cubicBezTo>
                  <a:cubicBezTo>
                    <a:pt x="8639" y="15176"/>
                    <a:pt x="8624" y="15184"/>
                    <a:pt x="8603" y="15205"/>
                  </a:cubicBezTo>
                  <a:cubicBezTo>
                    <a:pt x="8603" y="15190"/>
                    <a:pt x="8588" y="15190"/>
                    <a:pt x="8588" y="15190"/>
                  </a:cubicBezTo>
                  <a:lnTo>
                    <a:pt x="8454" y="15250"/>
                  </a:lnTo>
                  <a:lnTo>
                    <a:pt x="8364" y="15250"/>
                  </a:lnTo>
                  <a:cubicBezTo>
                    <a:pt x="8304" y="15280"/>
                    <a:pt x="8245" y="15310"/>
                    <a:pt x="8185" y="15325"/>
                  </a:cubicBezTo>
                  <a:lnTo>
                    <a:pt x="8185" y="15340"/>
                  </a:lnTo>
                  <a:cubicBezTo>
                    <a:pt x="8170" y="15340"/>
                    <a:pt x="8140" y="15355"/>
                    <a:pt x="8110" y="15355"/>
                  </a:cubicBezTo>
                  <a:cubicBezTo>
                    <a:pt x="8080" y="15385"/>
                    <a:pt x="8036" y="15400"/>
                    <a:pt x="8006" y="15414"/>
                  </a:cubicBezTo>
                  <a:lnTo>
                    <a:pt x="7886" y="15414"/>
                  </a:lnTo>
                  <a:lnTo>
                    <a:pt x="7617" y="15549"/>
                  </a:lnTo>
                  <a:lnTo>
                    <a:pt x="7588" y="15549"/>
                  </a:lnTo>
                  <a:lnTo>
                    <a:pt x="7588" y="15564"/>
                  </a:lnTo>
                  <a:cubicBezTo>
                    <a:pt x="7229" y="15668"/>
                    <a:pt x="6886" y="15788"/>
                    <a:pt x="6527" y="15907"/>
                  </a:cubicBezTo>
                  <a:lnTo>
                    <a:pt x="6512" y="15907"/>
                  </a:lnTo>
                  <a:cubicBezTo>
                    <a:pt x="6452" y="15922"/>
                    <a:pt x="6378" y="15937"/>
                    <a:pt x="6303" y="15952"/>
                  </a:cubicBezTo>
                  <a:cubicBezTo>
                    <a:pt x="6121" y="16003"/>
                    <a:pt x="5933" y="16046"/>
                    <a:pt x="5742" y="16046"/>
                  </a:cubicBezTo>
                  <a:cubicBezTo>
                    <a:pt x="5651" y="16046"/>
                    <a:pt x="5559" y="16036"/>
                    <a:pt x="5467" y="16012"/>
                  </a:cubicBezTo>
                  <a:cubicBezTo>
                    <a:pt x="5317" y="16012"/>
                    <a:pt x="5183" y="15982"/>
                    <a:pt x="5078" y="15863"/>
                  </a:cubicBezTo>
                  <a:cubicBezTo>
                    <a:pt x="4989" y="15758"/>
                    <a:pt x="4899" y="15638"/>
                    <a:pt x="4809" y="15534"/>
                  </a:cubicBezTo>
                  <a:cubicBezTo>
                    <a:pt x="4809" y="15444"/>
                    <a:pt x="4824" y="15355"/>
                    <a:pt x="4824" y="15280"/>
                  </a:cubicBezTo>
                  <a:cubicBezTo>
                    <a:pt x="4809" y="15220"/>
                    <a:pt x="4780" y="15026"/>
                    <a:pt x="4795" y="14981"/>
                  </a:cubicBezTo>
                  <a:cubicBezTo>
                    <a:pt x="4854" y="14877"/>
                    <a:pt x="4854" y="14772"/>
                    <a:pt x="4780" y="14683"/>
                  </a:cubicBezTo>
                  <a:cubicBezTo>
                    <a:pt x="4899" y="14623"/>
                    <a:pt x="4869" y="14518"/>
                    <a:pt x="4899" y="14429"/>
                  </a:cubicBezTo>
                  <a:cubicBezTo>
                    <a:pt x="4899" y="14414"/>
                    <a:pt x="4899" y="14414"/>
                    <a:pt x="4899" y="14399"/>
                  </a:cubicBezTo>
                  <a:cubicBezTo>
                    <a:pt x="4899" y="14384"/>
                    <a:pt x="4914" y="14369"/>
                    <a:pt x="4914" y="14339"/>
                  </a:cubicBezTo>
                  <a:lnTo>
                    <a:pt x="4929" y="14339"/>
                  </a:lnTo>
                  <a:cubicBezTo>
                    <a:pt x="4944" y="14339"/>
                    <a:pt x="4974" y="14324"/>
                    <a:pt x="4974" y="14309"/>
                  </a:cubicBezTo>
                  <a:cubicBezTo>
                    <a:pt x="4974" y="14205"/>
                    <a:pt x="4974" y="14085"/>
                    <a:pt x="5033" y="13981"/>
                  </a:cubicBezTo>
                  <a:cubicBezTo>
                    <a:pt x="5168" y="13981"/>
                    <a:pt x="5063" y="13891"/>
                    <a:pt x="5093" y="13846"/>
                  </a:cubicBezTo>
                  <a:lnTo>
                    <a:pt x="5093" y="13846"/>
                  </a:lnTo>
                  <a:cubicBezTo>
                    <a:pt x="5108" y="13861"/>
                    <a:pt x="5138" y="13876"/>
                    <a:pt x="5153" y="13876"/>
                  </a:cubicBezTo>
                  <a:cubicBezTo>
                    <a:pt x="5153" y="13861"/>
                    <a:pt x="5138" y="13831"/>
                    <a:pt x="5138" y="13816"/>
                  </a:cubicBezTo>
                  <a:cubicBezTo>
                    <a:pt x="5123" y="13801"/>
                    <a:pt x="5123" y="13786"/>
                    <a:pt x="5108" y="13771"/>
                  </a:cubicBezTo>
                  <a:lnTo>
                    <a:pt x="5093" y="13801"/>
                  </a:lnTo>
                  <a:cubicBezTo>
                    <a:pt x="5093" y="13786"/>
                    <a:pt x="5093" y="13771"/>
                    <a:pt x="5108" y="13771"/>
                  </a:cubicBezTo>
                  <a:cubicBezTo>
                    <a:pt x="5123" y="13742"/>
                    <a:pt x="5123" y="13727"/>
                    <a:pt x="5138" y="13712"/>
                  </a:cubicBezTo>
                  <a:cubicBezTo>
                    <a:pt x="5138" y="13697"/>
                    <a:pt x="5138" y="13697"/>
                    <a:pt x="5138" y="13682"/>
                  </a:cubicBezTo>
                  <a:cubicBezTo>
                    <a:pt x="5168" y="13682"/>
                    <a:pt x="5198" y="13667"/>
                    <a:pt x="5228" y="13652"/>
                  </a:cubicBezTo>
                  <a:cubicBezTo>
                    <a:pt x="5317" y="13607"/>
                    <a:pt x="5407" y="13547"/>
                    <a:pt x="5302" y="13428"/>
                  </a:cubicBezTo>
                  <a:lnTo>
                    <a:pt x="5302" y="13428"/>
                  </a:lnTo>
                  <a:cubicBezTo>
                    <a:pt x="5322" y="13441"/>
                    <a:pt x="5336" y="13446"/>
                    <a:pt x="5347" y="13446"/>
                  </a:cubicBezTo>
                  <a:cubicBezTo>
                    <a:pt x="5388" y="13446"/>
                    <a:pt x="5387" y="13377"/>
                    <a:pt x="5422" y="13353"/>
                  </a:cubicBezTo>
                  <a:cubicBezTo>
                    <a:pt x="5377" y="13323"/>
                    <a:pt x="5347" y="13308"/>
                    <a:pt x="5332" y="13294"/>
                  </a:cubicBezTo>
                  <a:cubicBezTo>
                    <a:pt x="5377" y="13234"/>
                    <a:pt x="5422" y="13189"/>
                    <a:pt x="5467" y="13129"/>
                  </a:cubicBezTo>
                  <a:cubicBezTo>
                    <a:pt x="5482" y="13114"/>
                    <a:pt x="5511" y="13099"/>
                    <a:pt x="5511" y="13084"/>
                  </a:cubicBezTo>
                  <a:cubicBezTo>
                    <a:pt x="5511" y="13025"/>
                    <a:pt x="5496" y="12965"/>
                    <a:pt x="5482" y="12905"/>
                  </a:cubicBezTo>
                  <a:lnTo>
                    <a:pt x="5482" y="12905"/>
                  </a:lnTo>
                  <a:cubicBezTo>
                    <a:pt x="5541" y="12920"/>
                    <a:pt x="5601" y="12920"/>
                    <a:pt x="5661" y="12935"/>
                  </a:cubicBezTo>
                  <a:lnTo>
                    <a:pt x="5676" y="12935"/>
                  </a:lnTo>
                  <a:cubicBezTo>
                    <a:pt x="5721" y="12905"/>
                    <a:pt x="5780" y="12875"/>
                    <a:pt x="5825" y="12845"/>
                  </a:cubicBezTo>
                  <a:cubicBezTo>
                    <a:pt x="5825" y="12831"/>
                    <a:pt x="5795" y="12771"/>
                    <a:pt x="5780" y="12726"/>
                  </a:cubicBezTo>
                  <a:lnTo>
                    <a:pt x="5780" y="12726"/>
                  </a:lnTo>
                  <a:cubicBezTo>
                    <a:pt x="5806" y="12739"/>
                    <a:pt x="5832" y="12749"/>
                    <a:pt x="5854" y="12749"/>
                  </a:cubicBezTo>
                  <a:cubicBezTo>
                    <a:pt x="5883" y="12749"/>
                    <a:pt x="5906" y="12732"/>
                    <a:pt x="5915" y="12681"/>
                  </a:cubicBezTo>
                  <a:cubicBezTo>
                    <a:pt x="5930" y="12621"/>
                    <a:pt x="5930" y="12547"/>
                    <a:pt x="5945" y="12472"/>
                  </a:cubicBezTo>
                  <a:cubicBezTo>
                    <a:pt x="6049" y="12353"/>
                    <a:pt x="6169" y="12233"/>
                    <a:pt x="6273" y="12114"/>
                  </a:cubicBezTo>
                  <a:lnTo>
                    <a:pt x="6318" y="12054"/>
                  </a:lnTo>
                  <a:lnTo>
                    <a:pt x="6348" y="12054"/>
                  </a:lnTo>
                  <a:cubicBezTo>
                    <a:pt x="6363" y="12039"/>
                    <a:pt x="6393" y="12009"/>
                    <a:pt x="6408" y="11979"/>
                  </a:cubicBezTo>
                  <a:cubicBezTo>
                    <a:pt x="6527" y="11979"/>
                    <a:pt x="6572" y="11875"/>
                    <a:pt x="6647" y="11800"/>
                  </a:cubicBezTo>
                  <a:cubicBezTo>
                    <a:pt x="6736" y="11710"/>
                    <a:pt x="6900" y="11695"/>
                    <a:pt x="6945" y="11546"/>
                  </a:cubicBezTo>
                  <a:cubicBezTo>
                    <a:pt x="6945" y="11531"/>
                    <a:pt x="6960" y="11531"/>
                    <a:pt x="6975" y="11531"/>
                  </a:cubicBezTo>
                  <a:cubicBezTo>
                    <a:pt x="6994" y="11544"/>
                    <a:pt x="7010" y="11549"/>
                    <a:pt x="7024" y="11549"/>
                  </a:cubicBezTo>
                  <a:cubicBezTo>
                    <a:pt x="7073" y="11549"/>
                    <a:pt x="7089" y="11480"/>
                    <a:pt x="7124" y="11456"/>
                  </a:cubicBezTo>
                  <a:lnTo>
                    <a:pt x="7154" y="11456"/>
                  </a:lnTo>
                  <a:lnTo>
                    <a:pt x="7124" y="11442"/>
                  </a:lnTo>
                  <a:cubicBezTo>
                    <a:pt x="7124" y="11437"/>
                    <a:pt x="7126" y="11435"/>
                    <a:pt x="7128" y="11435"/>
                  </a:cubicBezTo>
                  <a:cubicBezTo>
                    <a:pt x="7133" y="11435"/>
                    <a:pt x="7144" y="11446"/>
                    <a:pt x="7154" y="11456"/>
                  </a:cubicBezTo>
                  <a:cubicBezTo>
                    <a:pt x="7154" y="11456"/>
                    <a:pt x="7169" y="11442"/>
                    <a:pt x="7169" y="11442"/>
                  </a:cubicBezTo>
                  <a:cubicBezTo>
                    <a:pt x="7206" y="11473"/>
                    <a:pt x="7242" y="11488"/>
                    <a:pt x="7273" y="11488"/>
                  </a:cubicBezTo>
                  <a:cubicBezTo>
                    <a:pt x="7330" y="11488"/>
                    <a:pt x="7374" y="11439"/>
                    <a:pt x="7393" y="11352"/>
                  </a:cubicBezTo>
                  <a:lnTo>
                    <a:pt x="7393" y="11322"/>
                  </a:lnTo>
                  <a:cubicBezTo>
                    <a:pt x="7423" y="11292"/>
                    <a:pt x="7468" y="11262"/>
                    <a:pt x="7498" y="11232"/>
                  </a:cubicBezTo>
                  <a:cubicBezTo>
                    <a:pt x="7528" y="11203"/>
                    <a:pt x="7543" y="11158"/>
                    <a:pt x="7573" y="11128"/>
                  </a:cubicBezTo>
                  <a:cubicBezTo>
                    <a:pt x="7558" y="11113"/>
                    <a:pt x="7558" y="11113"/>
                    <a:pt x="7558" y="11098"/>
                  </a:cubicBezTo>
                  <a:lnTo>
                    <a:pt x="7558" y="11098"/>
                  </a:lnTo>
                  <a:lnTo>
                    <a:pt x="7573" y="11128"/>
                  </a:lnTo>
                  <a:cubicBezTo>
                    <a:pt x="7588" y="11098"/>
                    <a:pt x="7602" y="11068"/>
                    <a:pt x="7617" y="11038"/>
                  </a:cubicBezTo>
                  <a:lnTo>
                    <a:pt x="7617" y="11008"/>
                  </a:lnTo>
                  <a:cubicBezTo>
                    <a:pt x="7617" y="10993"/>
                    <a:pt x="7617" y="10993"/>
                    <a:pt x="7617" y="10978"/>
                  </a:cubicBezTo>
                  <a:lnTo>
                    <a:pt x="7647" y="10978"/>
                  </a:lnTo>
                  <a:cubicBezTo>
                    <a:pt x="7692" y="11008"/>
                    <a:pt x="7722" y="11038"/>
                    <a:pt x="7767" y="11068"/>
                  </a:cubicBezTo>
                  <a:lnTo>
                    <a:pt x="7797" y="10993"/>
                  </a:lnTo>
                  <a:cubicBezTo>
                    <a:pt x="7812" y="11020"/>
                    <a:pt x="7827" y="11029"/>
                    <a:pt x="7840" y="11029"/>
                  </a:cubicBezTo>
                  <a:cubicBezTo>
                    <a:pt x="7864" y="11029"/>
                    <a:pt x="7887" y="10998"/>
                    <a:pt x="7916" y="10978"/>
                  </a:cubicBezTo>
                  <a:lnTo>
                    <a:pt x="7916" y="10993"/>
                  </a:lnTo>
                  <a:cubicBezTo>
                    <a:pt x="7901" y="11038"/>
                    <a:pt x="7871" y="11083"/>
                    <a:pt x="7841" y="11128"/>
                  </a:cubicBezTo>
                  <a:cubicBezTo>
                    <a:pt x="7901" y="11098"/>
                    <a:pt x="7946" y="11068"/>
                    <a:pt x="8006" y="11038"/>
                  </a:cubicBezTo>
                  <a:lnTo>
                    <a:pt x="8065" y="11038"/>
                  </a:lnTo>
                  <a:lnTo>
                    <a:pt x="8065" y="10978"/>
                  </a:lnTo>
                  <a:cubicBezTo>
                    <a:pt x="8065" y="10978"/>
                    <a:pt x="8080" y="10964"/>
                    <a:pt x="8095" y="10949"/>
                  </a:cubicBezTo>
                  <a:cubicBezTo>
                    <a:pt x="8125" y="10919"/>
                    <a:pt x="8185" y="10919"/>
                    <a:pt x="8170" y="10859"/>
                  </a:cubicBezTo>
                  <a:lnTo>
                    <a:pt x="8170" y="10859"/>
                  </a:lnTo>
                  <a:cubicBezTo>
                    <a:pt x="8180" y="10861"/>
                    <a:pt x="8189" y="10862"/>
                    <a:pt x="8198" y="10862"/>
                  </a:cubicBezTo>
                  <a:cubicBezTo>
                    <a:pt x="8253" y="10862"/>
                    <a:pt x="8279" y="10823"/>
                    <a:pt x="8304" y="10784"/>
                  </a:cubicBezTo>
                  <a:lnTo>
                    <a:pt x="8304" y="10769"/>
                  </a:lnTo>
                  <a:lnTo>
                    <a:pt x="8379" y="10799"/>
                  </a:lnTo>
                  <a:lnTo>
                    <a:pt x="8394" y="10799"/>
                  </a:lnTo>
                  <a:cubicBezTo>
                    <a:pt x="8409" y="10814"/>
                    <a:pt x="8409" y="10814"/>
                    <a:pt x="8424" y="10829"/>
                  </a:cubicBezTo>
                  <a:cubicBezTo>
                    <a:pt x="8439" y="10829"/>
                    <a:pt x="8454" y="10844"/>
                    <a:pt x="8484" y="10844"/>
                  </a:cubicBezTo>
                  <a:lnTo>
                    <a:pt x="8499" y="10859"/>
                  </a:lnTo>
                  <a:lnTo>
                    <a:pt x="8499" y="10829"/>
                  </a:lnTo>
                  <a:cubicBezTo>
                    <a:pt x="8528" y="10829"/>
                    <a:pt x="8543" y="10814"/>
                    <a:pt x="8573" y="10814"/>
                  </a:cubicBezTo>
                  <a:lnTo>
                    <a:pt x="8603" y="10784"/>
                  </a:lnTo>
                  <a:cubicBezTo>
                    <a:pt x="8618" y="10784"/>
                    <a:pt x="8633" y="10784"/>
                    <a:pt x="8648" y="10769"/>
                  </a:cubicBezTo>
                  <a:cubicBezTo>
                    <a:pt x="8708" y="10769"/>
                    <a:pt x="8767" y="10769"/>
                    <a:pt x="8752" y="10680"/>
                  </a:cubicBezTo>
                  <a:lnTo>
                    <a:pt x="8723" y="10635"/>
                  </a:lnTo>
                  <a:cubicBezTo>
                    <a:pt x="8752" y="10635"/>
                    <a:pt x="8776" y="10642"/>
                    <a:pt x="8797" y="10642"/>
                  </a:cubicBezTo>
                  <a:cubicBezTo>
                    <a:pt x="8807" y="10642"/>
                    <a:pt x="8817" y="10640"/>
                    <a:pt x="8827" y="10635"/>
                  </a:cubicBezTo>
                  <a:cubicBezTo>
                    <a:pt x="8827" y="10605"/>
                    <a:pt x="8827" y="10590"/>
                    <a:pt x="8827" y="10560"/>
                  </a:cubicBezTo>
                  <a:lnTo>
                    <a:pt x="8991" y="10545"/>
                  </a:lnTo>
                  <a:cubicBezTo>
                    <a:pt x="9033" y="10504"/>
                    <a:pt x="9087" y="10424"/>
                    <a:pt x="9119" y="10424"/>
                  </a:cubicBezTo>
                  <a:cubicBezTo>
                    <a:pt x="9121" y="10424"/>
                    <a:pt x="9124" y="10425"/>
                    <a:pt x="9126" y="10426"/>
                  </a:cubicBezTo>
                  <a:cubicBezTo>
                    <a:pt x="9139" y="10429"/>
                    <a:pt x="9151" y="10430"/>
                    <a:pt x="9160" y="10430"/>
                  </a:cubicBezTo>
                  <a:cubicBezTo>
                    <a:pt x="9253" y="10430"/>
                    <a:pt x="9148" y="10306"/>
                    <a:pt x="9216" y="10306"/>
                  </a:cubicBezTo>
                  <a:cubicBezTo>
                    <a:pt x="9216" y="10336"/>
                    <a:pt x="9230" y="10351"/>
                    <a:pt x="9245" y="10381"/>
                  </a:cubicBezTo>
                  <a:cubicBezTo>
                    <a:pt x="9260" y="10396"/>
                    <a:pt x="9290" y="10411"/>
                    <a:pt x="9320" y="10411"/>
                  </a:cubicBezTo>
                  <a:cubicBezTo>
                    <a:pt x="9320" y="10381"/>
                    <a:pt x="9335" y="10351"/>
                    <a:pt x="9350" y="10321"/>
                  </a:cubicBezTo>
                  <a:cubicBezTo>
                    <a:pt x="9365" y="10306"/>
                    <a:pt x="9365" y="10306"/>
                    <a:pt x="9380" y="10291"/>
                  </a:cubicBezTo>
                  <a:cubicBezTo>
                    <a:pt x="9385" y="10286"/>
                    <a:pt x="9390" y="10285"/>
                    <a:pt x="9395" y="10285"/>
                  </a:cubicBezTo>
                  <a:cubicBezTo>
                    <a:pt x="9405" y="10285"/>
                    <a:pt x="9415" y="10291"/>
                    <a:pt x="9425" y="10291"/>
                  </a:cubicBezTo>
                  <a:lnTo>
                    <a:pt x="9380" y="10291"/>
                  </a:lnTo>
                  <a:cubicBezTo>
                    <a:pt x="9396" y="10324"/>
                    <a:pt x="9417" y="10348"/>
                    <a:pt x="9438" y="10348"/>
                  </a:cubicBezTo>
                  <a:cubicBezTo>
                    <a:pt x="9454" y="10348"/>
                    <a:pt x="9471" y="10332"/>
                    <a:pt x="9484" y="10291"/>
                  </a:cubicBezTo>
                  <a:lnTo>
                    <a:pt x="9574" y="10306"/>
                  </a:lnTo>
                  <a:cubicBezTo>
                    <a:pt x="9634" y="10277"/>
                    <a:pt x="9679" y="10262"/>
                    <a:pt x="9738" y="10232"/>
                  </a:cubicBezTo>
                  <a:cubicBezTo>
                    <a:pt x="9783" y="10217"/>
                    <a:pt x="9828" y="10202"/>
                    <a:pt x="9873" y="10187"/>
                  </a:cubicBezTo>
                  <a:lnTo>
                    <a:pt x="9873" y="10172"/>
                  </a:lnTo>
                  <a:lnTo>
                    <a:pt x="9917" y="10172"/>
                  </a:lnTo>
                  <a:cubicBezTo>
                    <a:pt x="9895" y="10112"/>
                    <a:pt x="9906" y="10097"/>
                    <a:pt x="9929" y="10097"/>
                  </a:cubicBezTo>
                  <a:cubicBezTo>
                    <a:pt x="9951" y="10097"/>
                    <a:pt x="9985" y="10112"/>
                    <a:pt x="10007" y="10112"/>
                  </a:cubicBezTo>
                  <a:cubicBezTo>
                    <a:pt x="10037" y="10112"/>
                    <a:pt x="10082" y="10112"/>
                    <a:pt x="10127" y="10097"/>
                  </a:cubicBezTo>
                  <a:cubicBezTo>
                    <a:pt x="10321" y="10038"/>
                    <a:pt x="10500" y="9948"/>
                    <a:pt x="10694" y="9903"/>
                  </a:cubicBezTo>
                  <a:cubicBezTo>
                    <a:pt x="10784" y="9873"/>
                    <a:pt x="10844" y="9858"/>
                    <a:pt x="10858" y="9784"/>
                  </a:cubicBezTo>
                  <a:lnTo>
                    <a:pt x="10858" y="9769"/>
                  </a:lnTo>
                  <a:lnTo>
                    <a:pt x="10873" y="9769"/>
                  </a:lnTo>
                  <a:lnTo>
                    <a:pt x="10873" y="9772"/>
                  </a:lnTo>
                  <a:cubicBezTo>
                    <a:pt x="10868" y="9771"/>
                    <a:pt x="10863" y="9770"/>
                    <a:pt x="10858" y="9769"/>
                  </a:cubicBezTo>
                  <a:lnTo>
                    <a:pt x="10858" y="9769"/>
                  </a:lnTo>
                  <a:lnTo>
                    <a:pt x="10873" y="9784"/>
                  </a:lnTo>
                  <a:lnTo>
                    <a:pt x="10873" y="9772"/>
                  </a:lnTo>
                  <a:lnTo>
                    <a:pt x="10873" y="9772"/>
                  </a:lnTo>
                  <a:cubicBezTo>
                    <a:pt x="10928" y="9786"/>
                    <a:pt x="10983" y="9800"/>
                    <a:pt x="11038" y="9813"/>
                  </a:cubicBezTo>
                  <a:cubicBezTo>
                    <a:pt x="11112" y="9784"/>
                    <a:pt x="11187" y="9769"/>
                    <a:pt x="11247" y="9739"/>
                  </a:cubicBezTo>
                  <a:lnTo>
                    <a:pt x="11202" y="9724"/>
                  </a:lnTo>
                  <a:cubicBezTo>
                    <a:pt x="11217" y="9724"/>
                    <a:pt x="11232" y="9724"/>
                    <a:pt x="11247" y="9739"/>
                  </a:cubicBezTo>
                  <a:cubicBezTo>
                    <a:pt x="11336" y="9709"/>
                    <a:pt x="11426" y="9694"/>
                    <a:pt x="11516" y="9664"/>
                  </a:cubicBezTo>
                  <a:cubicBezTo>
                    <a:pt x="11560" y="9649"/>
                    <a:pt x="11605" y="9634"/>
                    <a:pt x="11635" y="9619"/>
                  </a:cubicBezTo>
                  <a:cubicBezTo>
                    <a:pt x="11710" y="9575"/>
                    <a:pt x="11784" y="9515"/>
                    <a:pt x="11859" y="9470"/>
                  </a:cubicBezTo>
                  <a:cubicBezTo>
                    <a:pt x="11890" y="9525"/>
                    <a:pt x="11921" y="9545"/>
                    <a:pt x="11951" y="9545"/>
                  </a:cubicBezTo>
                  <a:cubicBezTo>
                    <a:pt x="11993" y="9545"/>
                    <a:pt x="12033" y="9505"/>
                    <a:pt x="12068" y="9470"/>
                  </a:cubicBezTo>
                  <a:cubicBezTo>
                    <a:pt x="12098" y="9455"/>
                    <a:pt x="12113" y="9455"/>
                    <a:pt x="12128" y="9440"/>
                  </a:cubicBezTo>
                  <a:lnTo>
                    <a:pt x="12158" y="9440"/>
                  </a:lnTo>
                  <a:cubicBezTo>
                    <a:pt x="12218" y="9440"/>
                    <a:pt x="12292" y="9425"/>
                    <a:pt x="12352" y="9410"/>
                  </a:cubicBezTo>
                  <a:lnTo>
                    <a:pt x="12382" y="9410"/>
                  </a:lnTo>
                  <a:lnTo>
                    <a:pt x="12531" y="9365"/>
                  </a:lnTo>
                  <a:lnTo>
                    <a:pt x="12576" y="9365"/>
                  </a:lnTo>
                  <a:cubicBezTo>
                    <a:pt x="12576" y="9336"/>
                    <a:pt x="12576" y="9321"/>
                    <a:pt x="12576" y="9306"/>
                  </a:cubicBezTo>
                  <a:cubicBezTo>
                    <a:pt x="12591" y="9291"/>
                    <a:pt x="12606" y="9291"/>
                    <a:pt x="12621" y="9291"/>
                  </a:cubicBezTo>
                  <a:cubicBezTo>
                    <a:pt x="12644" y="9314"/>
                    <a:pt x="12660" y="9326"/>
                    <a:pt x="12676" y="9326"/>
                  </a:cubicBezTo>
                  <a:cubicBezTo>
                    <a:pt x="12701" y="9326"/>
                    <a:pt x="12724" y="9295"/>
                    <a:pt x="12770" y="9231"/>
                  </a:cubicBezTo>
                  <a:cubicBezTo>
                    <a:pt x="12770" y="9231"/>
                    <a:pt x="12785" y="9231"/>
                    <a:pt x="12785" y="9216"/>
                  </a:cubicBezTo>
                  <a:cubicBezTo>
                    <a:pt x="12812" y="9225"/>
                    <a:pt x="12834" y="9230"/>
                    <a:pt x="12851" y="9230"/>
                  </a:cubicBezTo>
                  <a:cubicBezTo>
                    <a:pt x="12890" y="9230"/>
                    <a:pt x="12905" y="9204"/>
                    <a:pt x="12905" y="9141"/>
                  </a:cubicBezTo>
                  <a:cubicBezTo>
                    <a:pt x="12949" y="9156"/>
                    <a:pt x="13009" y="9156"/>
                    <a:pt x="13069" y="9171"/>
                  </a:cubicBezTo>
                  <a:lnTo>
                    <a:pt x="13159" y="9186"/>
                  </a:lnTo>
                  <a:cubicBezTo>
                    <a:pt x="13169" y="9186"/>
                    <a:pt x="13172" y="9193"/>
                    <a:pt x="13182" y="9193"/>
                  </a:cubicBezTo>
                  <a:cubicBezTo>
                    <a:pt x="13187" y="9193"/>
                    <a:pt x="13193" y="9191"/>
                    <a:pt x="13203" y="9186"/>
                  </a:cubicBezTo>
                  <a:cubicBezTo>
                    <a:pt x="13218" y="9171"/>
                    <a:pt x="13233" y="9156"/>
                    <a:pt x="13263" y="9141"/>
                  </a:cubicBezTo>
                  <a:cubicBezTo>
                    <a:pt x="13293" y="9156"/>
                    <a:pt x="13383" y="9141"/>
                    <a:pt x="13338" y="9231"/>
                  </a:cubicBezTo>
                  <a:cubicBezTo>
                    <a:pt x="13338" y="9231"/>
                    <a:pt x="13338" y="9246"/>
                    <a:pt x="13338" y="9261"/>
                  </a:cubicBezTo>
                  <a:lnTo>
                    <a:pt x="13398" y="9201"/>
                  </a:lnTo>
                  <a:cubicBezTo>
                    <a:pt x="13408" y="9244"/>
                    <a:pt x="13404" y="9324"/>
                    <a:pt x="13448" y="9324"/>
                  </a:cubicBezTo>
                  <a:cubicBezTo>
                    <a:pt x="13467" y="9324"/>
                    <a:pt x="13493" y="9310"/>
                    <a:pt x="13532" y="9276"/>
                  </a:cubicBezTo>
                  <a:cubicBezTo>
                    <a:pt x="13547" y="9246"/>
                    <a:pt x="13637" y="9246"/>
                    <a:pt x="13562" y="9201"/>
                  </a:cubicBezTo>
                  <a:cubicBezTo>
                    <a:pt x="13577" y="9186"/>
                    <a:pt x="13577" y="9156"/>
                    <a:pt x="13592" y="9141"/>
                  </a:cubicBezTo>
                  <a:cubicBezTo>
                    <a:pt x="13625" y="9141"/>
                    <a:pt x="13676" y="9116"/>
                    <a:pt x="13711" y="9116"/>
                  </a:cubicBezTo>
                  <a:cubicBezTo>
                    <a:pt x="13723" y="9116"/>
                    <a:pt x="13734" y="9119"/>
                    <a:pt x="13741" y="9126"/>
                  </a:cubicBezTo>
                  <a:cubicBezTo>
                    <a:pt x="13765" y="9137"/>
                    <a:pt x="13785" y="9141"/>
                    <a:pt x="13803" y="9141"/>
                  </a:cubicBezTo>
                  <a:cubicBezTo>
                    <a:pt x="13887" y="9141"/>
                    <a:pt x="13916" y="9044"/>
                    <a:pt x="13965" y="9007"/>
                  </a:cubicBezTo>
                  <a:lnTo>
                    <a:pt x="13890" y="9007"/>
                  </a:lnTo>
                  <a:cubicBezTo>
                    <a:pt x="13920" y="8977"/>
                    <a:pt x="13950" y="8902"/>
                    <a:pt x="13950" y="8902"/>
                  </a:cubicBezTo>
                  <a:cubicBezTo>
                    <a:pt x="13969" y="8909"/>
                    <a:pt x="13987" y="8912"/>
                    <a:pt x="14004" y="8912"/>
                  </a:cubicBezTo>
                  <a:cubicBezTo>
                    <a:pt x="14064" y="8912"/>
                    <a:pt x="14106" y="8872"/>
                    <a:pt x="14129" y="8813"/>
                  </a:cubicBezTo>
                  <a:cubicBezTo>
                    <a:pt x="14144" y="8843"/>
                    <a:pt x="14159" y="8887"/>
                    <a:pt x="14174" y="8917"/>
                  </a:cubicBezTo>
                  <a:cubicBezTo>
                    <a:pt x="14189" y="8902"/>
                    <a:pt x="14219" y="8887"/>
                    <a:pt x="14219" y="8887"/>
                  </a:cubicBezTo>
                  <a:cubicBezTo>
                    <a:pt x="14244" y="8786"/>
                    <a:pt x="14312" y="8750"/>
                    <a:pt x="14396" y="8750"/>
                  </a:cubicBezTo>
                  <a:cubicBezTo>
                    <a:pt x="14411" y="8750"/>
                    <a:pt x="14427" y="8751"/>
                    <a:pt x="14443" y="8753"/>
                  </a:cubicBezTo>
                  <a:cubicBezTo>
                    <a:pt x="14458" y="8768"/>
                    <a:pt x="14503" y="8798"/>
                    <a:pt x="14503" y="8798"/>
                  </a:cubicBezTo>
                  <a:cubicBezTo>
                    <a:pt x="14548" y="8753"/>
                    <a:pt x="14592" y="8693"/>
                    <a:pt x="14637" y="8649"/>
                  </a:cubicBezTo>
                  <a:lnTo>
                    <a:pt x="14787" y="8574"/>
                  </a:lnTo>
                  <a:cubicBezTo>
                    <a:pt x="14787" y="8559"/>
                    <a:pt x="14772" y="8544"/>
                    <a:pt x="14772" y="8529"/>
                  </a:cubicBezTo>
                  <a:cubicBezTo>
                    <a:pt x="14682" y="8559"/>
                    <a:pt x="14607" y="8574"/>
                    <a:pt x="14518" y="8589"/>
                  </a:cubicBezTo>
                  <a:cubicBezTo>
                    <a:pt x="14512" y="8592"/>
                    <a:pt x="14506" y="8593"/>
                    <a:pt x="14501" y="8593"/>
                  </a:cubicBezTo>
                  <a:cubicBezTo>
                    <a:pt x="14477" y="8593"/>
                    <a:pt x="14455" y="8571"/>
                    <a:pt x="14443" y="8559"/>
                  </a:cubicBezTo>
                  <a:cubicBezTo>
                    <a:pt x="14458" y="8559"/>
                    <a:pt x="14458" y="8544"/>
                    <a:pt x="14473" y="8544"/>
                  </a:cubicBezTo>
                  <a:lnTo>
                    <a:pt x="14697" y="8484"/>
                  </a:lnTo>
                  <a:lnTo>
                    <a:pt x="14742" y="8484"/>
                  </a:lnTo>
                  <a:cubicBezTo>
                    <a:pt x="14742" y="8484"/>
                    <a:pt x="14757" y="8469"/>
                    <a:pt x="14757" y="8469"/>
                  </a:cubicBezTo>
                  <a:cubicBezTo>
                    <a:pt x="14742" y="8469"/>
                    <a:pt x="14712" y="8454"/>
                    <a:pt x="14697" y="8454"/>
                  </a:cubicBezTo>
                  <a:cubicBezTo>
                    <a:pt x="14665" y="8422"/>
                    <a:pt x="14638" y="8407"/>
                    <a:pt x="14614" y="8407"/>
                  </a:cubicBezTo>
                  <a:cubicBezTo>
                    <a:pt x="14584" y="8407"/>
                    <a:pt x="14558" y="8433"/>
                    <a:pt x="14533" y="8484"/>
                  </a:cubicBezTo>
                  <a:cubicBezTo>
                    <a:pt x="14518" y="8499"/>
                    <a:pt x="14488" y="8499"/>
                    <a:pt x="14473" y="8514"/>
                  </a:cubicBezTo>
                  <a:cubicBezTo>
                    <a:pt x="14488" y="8484"/>
                    <a:pt x="14503" y="8454"/>
                    <a:pt x="14518" y="8424"/>
                  </a:cubicBezTo>
                  <a:cubicBezTo>
                    <a:pt x="14488" y="8424"/>
                    <a:pt x="14458" y="8439"/>
                    <a:pt x="14443" y="8454"/>
                  </a:cubicBezTo>
                  <a:cubicBezTo>
                    <a:pt x="14443" y="8439"/>
                    <a:pt x="14428" y="8410"/>
                    <a:pt x="14428" y="8395"/>
                  </a:cubicBezTo>
                  <a:cubicBezTo>
                    <a:pt x="14437" y="8342"/>
                    <a:pt x="14425" y="8320"/>
                    <a:pt x="14408" y="8320"/>
                  </a:cubicBezTo>
                  <a:close/>
                  <a:moveTo>
                    <a:pt x="13651" y="21523"/>
                  </a:moveTo>
                  <a:cubicBezTo>
                    <a:pt x="13622" y="21538"/>
                    <a:pt x="13592" y="21553"/>
                    <a:pt x="13562" y="21568"/>
                  </a:cubicBezTo>
                  <a:cubicBezTo>
                    <a:pt x="13577" y="21583"/>
                    <a:pt x="13577" y="21583"/>
                    <a:pt x="13577" y="21598"/>
                  </a:cubicBezTo>
                  <a:cubicBezTo>
                    <a:pt x="13607" y="21583"/>
                    <a:pt x="13637" y="21568"/>
                    <a:pt x="13666" y="21553"/>
                  </a:cubicBezTo>
                  <a:cubicBezTo>
                    <a:pt x="13651" y="21553"/>
                    <a:pt x="13651" y="21538"/>
                    <a:pt x="13651" y="21523"/>
                  </a:cubicBezTo>
                  <a:close/>
                  <a:moveTo>
                    <a:pt x="14100" y="21553"/>
                  </a:moveTo>
                  <a:cubicBezTo>
                    <a:pt x="14085" y="21553"/>
                    <a:pt x="14085" y="21568"/>
                    <a:pt x="14070" y="21568"/>
                  </a:cubicBezTo>
                  <a:cubicBezTo>
                    <a:pt x="14085" y="21583"/>
                    <a:pt x="14085" y="21598"/>
                    <a:pt x="14114" y="21613"/>
                  </a:cubicBezTo>
                  <a:cubicBezTo>
                    <a:pt x="14114" y="21598"/>
                    <a:pt x="14129" y="21583"/>
                    <a:pt x="14129" y="21583"/>
                  </a:cubicBezTo>
                  <a:cubicBezTo>
                    <a:pt x="14114" y="21568"/>
                    <a:pt x="14114" y="21553"/>
                    <a:pt x="14100" y="21553"/>
                  </a:cubicBezTo>
                  <a:close/>
                  <a:moveTo>
                    <a:pt x="9788" y="21591"/>
                  </a:moveTo>
                  <a:cubicBezTo>
                    <a:pt x="9785" y="21591"/>
                    <a:pt x="9783" y="21593"/>
                    <a:pt x="9783" y="21598"/>
                  </a:cubicBezTo>
                  <a:cubicBezTo>
                    <a:pt x="9768" y="21598"/>
                    <a:pt x="9768" y="21613"/>
                    <a:pt x="9753" y="21628"/>
                  </a:cubicBezTo>
                  <a:lnTo>
                    <a:pt x="9783" y="21628"/>
                  </a:lnTo>
                  <a:cubicBezTo>
                    <a:pt x="9798" y="21628"/>
                    <a:pt x="9813" y="21613"/>
                    <a:pt x="9828" y="21598"/>
                  </a:cubicBezTo>
                  <a:cubicBezTo>
                    <a:pt x="9808" y="21598"/>
                    <a:pt x="9795" y="21591"/>
                    <a:pt x="9788" y="21591"/>
                  </a:cubicBezTo>
                  <a:close/>
                  <a:moveTo>
                    <a:pt x="14264" y="21673"/>
                  </a:moveTo>
                  <a:cubicBezTo>
                    <a:pt x="14249" y="21673"/>
                    <a:pt x="14234" y="21688"/>
                    <a:pt x="14204" y="21688"/>
                  </a:cubicBezTo>
                  <a:cubicBezTo>
                    <a:pt x="14204" y="21688"/>
                    <a:pt x="14204" y="21702"/>
                    <a:pt x="14204" y="21717"/>
                  </a:cubicBezTo>
                  <a:cubicBezTo>
                    <a:pt x="14249" y="21717"/>
                    <a:pt x="14279" y="21717"/>
                    <a:pt x="14309" y="21732"/>
                  </a:cubicBezTo>
                  <a:cubicBezTo>
                    <a:pt x="14309" y="21717"/>
                    <a:pt x="14309" y="21717"/>
                    <a:pt x="14324" y="21702"/>
                  </a:cubicBezTo>
                  <a:cubicBezTo>
                    <a:pt x="14309" y="21702"/>
                    <a:pt x="14279" y="21688"/>
                    <a:pt x="14264" y="21673"/>
                  </a:cubicBezTo>
                  <a:close/>
                  <a:moveTo>
                    <a:pt x="10171" y="21673"/>
                  </a:moveTo>
                  <a:cubicBezTo>
                    <a:pt x="10156" y="21688"/>
                    <a:pt x="10142" y="21702"/>
                    <a:pt x="10142" y="21702"/>
                  </a:cubicBezTo>
                  <a:cubicBezTo>
                    <a:pt x="10142" y="21717"/>
                    <a:pt x="10156" y="21732"/>
                    <a:pt x="10171" y="21747"/>
                  </a:cubicBezTo>
                  <a:cubicBezTo>
                    <a:pt x="10186" y="21732"/>
                    <a:pt x="10201" y="21717"/>
                    <a:pt x="10201" y="21717"/>
                  </a:cubicBezTo>
                  <a:cubicBezTo>
                    <a:pt x="10186" y="21702"/>
                    <a:pt x="10186" y="21688"/>
                    <a:pt x="10171" y="21673"/>
                  </a:cubicBezTo>
                  <a:close/>
                  <a:moveTo>
                    <a:pt x="13069" y="21658"/>
                  </a:moveTo>
                  <a:cubicBezTo>
                    <a:pt x="13054" y="21673"/>
                    <a:pt x="13054" y="21702"/>
                    <a:pt x="13039" y="21717"/>
                  </a:cubicBezTo>
                  <a:cubicBezTo>
                    <a:pt x="13114" y="21732"/>
                    <a:pt x="13173" y="21762"/>
                    <a:pt x="13233" y="21777"/>
                  </a:cubicBezTo>
                  <a:cubicBezTo>
                    <a:pt x="13233" y="21762"/>
                    <a:pt x="13248" y="21747"/>
                    <a:pt x="13248" y="21732"/>
                  </a:cubicBezTo>
                  <a:cubicBezTo>
                    <a:pt x="13188" y="21702"/>
                    <a:pt x="13129" y="21688"/>
                    <a:pt x="13069" y="21658"/>
                  </a:cubicBezTo>
                  <a:close/>
                  <a:moveTo>
                    <a:pt x="10590" y="21792"/>
                  </a:moveTo>
                  <a:cubicBezTo>
                    <a:pt x="10590" y="21807"/>
                    <a:pt x="10575" y="21807"/>
                    <a:pt x="10575" y="21822"/>
                  </a:cubicBezTo>
                  <a:cubicBezTo>
                    <a:pt x="10560" y="21822"/>
                    <a:pt x="10575" y="21837"/>
                    <a:pt x="10575" y="21837"/>
                  </a:cubicBezTo>
                  <a:lnTo>
                    <a:pt x="10619" y="21837"/>
                  </a:lnTo>
                  <a:cubicBezTo>
                    <a:pt x="10605" y="21822"/>
                    <a:pt x="10605" y="21807"/>
                    <a:pt x="10590" y="21792"/>
                  </a:cubicBezTo>
                  <a:close/>
                  <a:moveTo>
                    <a:pt x="9872" y="21676"/>
                  </a:moveTo>
                  <a:cubicBezTo>
                    <a:pt x="9843" y="21676"/>
                    <a:pt x="9808" y="21691"/>
                    <a:pt x="9768" y="21717"/>
                  </a:cubicBezTo>
                  <a:cubicBezTo>
                    <a:pt x="9813" y="21747"/>
                    <a:pt x="9843" y="21762"/>
                    <a:pt x="9873" y="21777"/>
                  </a:cubicBezTo>
                  <a:lnTo>
                    <a:pt x="9932" y="21822"/>
                  </a:lnTo>
                  <a:cubicBezTo>
                    <a:pt x="9962" y="21837"/>
                    <a:pt x="10007" y="21852"/>
                    <a:pt x="10037" y="21852"/>
                  </a:cubicBezTo>
                  <a:cubicBezTo>
                    <a:pt x="10052" y="21837"/>
                    <a:pt x="10067" y="21807"/>
                    <a:pt x="10082" y="21777"/>
                  </a:cubicBezTo>
                  <a:lnTo>
                    <a:pt x="9962" y="21777"/>
                  </a:lnTo>
                  <a:cubicBezTo>
                    <a:pt x="9962" y="21762"/>
                    <a:pt x="9962" y="21762"/>
                    <a:pt x="9962" y="21747"/>
                  </a:cubicBezTo>
                  <a:cubicBezTo>
                    <a:pt x="9938" y="21698"/>
                    <a:pt x="9908" y="21676"/>
                    <a:pt x="9872" y="21676"/>
                  </a:cubicBezTo>
                  <a:close/>
                  <a:moveTo>
                    <a:pt x="12546" y="21792"/>
                  </a:moveTo>
                  <a:cubicBezTo>
                    <a:pt x="12531" y="21792"/>
                    <a:pt x="12516" y="21807"/>
                    <a:pt x="12516" y="21822"/>
                  </a:cubicBezTo>
                  <a:cubicBezTo>
                    <a:pt x="12516" y="21837"/>
                    <a:pt x="12531" y="21837"/>
                    <a:pt x="12546" y="21852"/>
                  </a:cubicBezTo>
                  <a:cubicBezTo>
                    <a:pt x="12546" y="21852"/>
                    <a:pt x="12561" y="21837"/>
                    <a:pt x="12591" y="21822"/>
                  </a:cubicBezTo>
                  <a:cubicBezTo>
                    <a:pt x="12561" y="21807"/>
                    <a:pt x="12546" y="21792"/>
                    <a:pt x="12546" y="21792"/>
                  </a:cubicBezTo>
                  <a:close/>
                  <a:moveTo>
                    <a:pt x="13054" y="21792"/>
                  </a:moveTo>
                  <a:cubicBezTo>
                    <a:pt x="13054" y="21807"/>
                    <a:pt x="13039" y="21822"/>
                    <a:pt x="13039" y="21822"/>
                  </a:cubicBezTo>
                  <a:cubicBezTo>
                    <a:pt x="13039" y="21837"/>
                    <a:pt x="13054" y="21852"/>
                    <a:pt x="13054" y="21852"/>
                  </a:cubicBezTo>
                  <a:cubicBezTo>
                    <a:pt x="13069" y="21852"/>
                    <a:pt x="13084" y="21837"/>
                    <a:pt x="13084" y="21822"/>
                  </a:cubicBezTo>
                  <a:cubicBezTo>
                    <a:pt x="13084" y="21822"/>
                    <a:pt x="13069" y="21807"/>
                    <a:pt x="13054" y="21792"/>
                  </a:cubicBezTo>
                  <a:close/>
                  <a:moveTo>
                    <a:pt x="13817" y="21664"/>
                  </a:moveTo>
                  <a:cubicBezTo>
                    <a:pt x="13768" y="21664"/>
                    <a:pt x="13726" y="21765"/>
                    <a:pt x="13679" y="21765"/>
                  </a:cubicBezTo>
                  <a:cubicBezTo>
                    <a:pt x="13675" y="21765"/>
                    <a:pt x="13671" y="21764"/>
                    <a:pt x="13666" y="21762"/>
                  </a:cubicBezTo>
                  <a:lnTo>
                    <a:pt x="13666" y="21762"/>
                  </a:lnTo>
                  <a:cubicBezTo>
                    <a:pt x="13696" y="21807"/>
                    <a:pt x="13726" y="21852"/>
                    <a:pt x="13756" y="21852"/>
                  </a:cubicBezTo>
                  <a:cubicBezTo>
                    <a:pt x="13762" y="21855"/>
                    <a:pt x="13768" y="21856"/>
                    <a:pt x="13775" y="21856"/>
                  </a:cubicBezTo>
                  <a:cubicBezTo>
                    <a:pt x="13802" y="21856"/>
                    <a:pt x="13836" y="21834"/>
                    <a:pt x="13861" y="21822"/>
                  </a:cubicBezTo>
                  <a:cubicBezTo>
                    <a:pt x="13874" y="21804"/>
                    <a:pt x="13897" y="21801"/>
                    <a:pt x="13922" y="21801"/>
                  </a:cubicBezTo>
                  <a:cubicBezTo>
                    <a:pt x="13935" y="21801"/>
                    <a:pt x="13948" y="21802"/>
                    <a:pt x="13960" y="21802"/>
                  </a:cubicBezTo>
                  <a:cubicBezTo>
                    <a:pt x="14004" y="21802"/>
                    <a:pt x="14041" y="21792"/>
                    <a:pt x="14025" y="21702"/>
                  </a:cubicBezTo>
                  <a:lnTo>
                    <a:pt x="14025" y="21702"/>
                  </a:lnTo>
                  <a:cubicBezTo>
                    <a:pt x="13980" y="21717"/>
                    <a:pt x="13935" y="21732"/>
                    <a:pt x="13890" y="21747"/>
                  </a:cubicBezTo>
                  <a:cubicBezTo>
                    <a:pt x="13864" y="21685"/>
                    <a:pt x="13840" y="21664"/>
                    <a:pt x="13817" y="21664"/>
                  </a:cubicBezTo>
                  <a:close/>
                  <a:moveTo>
                    <a:pt x="10679" y="21807"/>
                  </a:moveTo>
                  <a:cubicBezTo>
                    <a:pt x="10679" y="21822"/>
                    <a:pt x="10664" y="21822"/>
                    <a:pt x="10664" y="21837"/>
                  </a:cubicBezTo>
                  <a:cubicBezTo>
                    <a:pt x="10664" y="21837"/>
                    <a:pt x="10664" y="21852"/>
                    <a:pt x="10679" y="21867"/>
                  </a:cubicBezTo>
                  <a:cubicBezTo>
                    <a:pt x="10694" y="21852"/>
                    <a:pt x="10709" y="21852"/>
                    <a:pt x="10694" y="21837"/>
                  </a:cubicBezTo>
                  <a:cubicBezTo>
                    <a:pt x="10694" y="21822"/>
                    <a:pt x="10694" y="21822"/>
                    <a:pt x="10679" y="21807"/>
                  </a:cubicBezTo>
                  <a:close/>
                  <a:moveTo>
                    <a:pt x="12173" y="21807"/>
                  </a:moveTo>
                  <a:cubicBezTo>
                    <a:pt x="12158" y="21822"/>
                    <a:pt x="12158" y="21837"/>
                    <a:pt x="12143" y="21852"/>
                  </a:cubicBezTo>
                  <a:cubicBezTo>
                    <a:pt x="12188" y="21867"/>
                    <a:pt x="12218" y="21882"/>
                    <a:pt x="12262" y="21897"/>
                  </a:cubicBezTo>
                  <a:cubicBezTo>
                    <a:pt x="12262" y="21897"/>
                    <a:pt x="12277" y="21882"/>
                    <a:pt x="12277" y="21867"/>
                  </a:cubicBezTo>
                  <a:cubicBezTo>
                    <a:pt x="12247" y="21852"/>
                    <a:pt x="12203" y="21837"/>
                    <a:pt x="12173" y="21807"/>
                  </a:cubicBezTo>
                  <a:close/>
                  <a:moveTo>
                    <a:pt x="12681" y="21792"/>
                  </a:moveTo>
                  <a:cubicBezTo>
                    <a:pt x="12651" y="21807"/>
                    <a:pt x="12636" y="21822"/>
                    <a:pt x="12621" y="21837"/>
                  </a:cubicBezTo>
                  <a:cubicBezTo>
                    <a:pt x="12636" y="21852"/>
                    <a:pt x="12651" y="21867"/>
                    <a:pt x="12681" y="21897"/>
                  </a:cubicBezTo>
                  <a:cubicBezTo>
                    <a:pt x="12696" y="21867"/>
                    <a:pt x="12710" y="21852"/>
                    <a:pt x="12725" y="21822"/>
                  </a:cubicBezTo>
                  <a:cubicBezTo>
                    <a:pt x="12725" y="21822"/>
                    <a:pt x="12696" y="21792"/>
                    <a:pt x="12681" y="21792"/>
                  </a:cubicBezTo>
                  <a:close/>
                  <a:moveTo>
                    <a:pt x="13502" y="21837"/>
                  </a:moveTo>
                  <a:lnTo>
                    <a:pt x="13502" y="21852"/>
                  </a:lnTo>
                  <a:lnTo>
                    <a:pt x="13457" y="21912"/>
                  </a:lnTo>
                  <a:lnTo>
                    <a:pt x="13502" y="21912"/>
                  </a:lnTo>
                  <a:cubicBezTo>
                    <a:pt x="13577" y="21912"/>
                    <a:pt x="13637" y="21897"/>
                    <a:pt x="13711" y="21897"/>
                  </a:cubicBezTo>
                  <a:cubicBezTo>
                    <a:pt x="13696" y="21882"/>
                    <a:pt x="13696" y="21882"/>
                    <a:pt x="13696" y="21867"/>
                  </a:cubicBezTo>
                  <a:cubicBezTo>
                    <a:pt x="13637" y="21852"/>
                    <a:pt x="13577" y="21852"/>
                    <a:pt x="13502" y="21837"/>
                  </a:cubicBezTo>
                  <a:close/>
                  <a:moveTo>
                    <a:pt x="11082" y="21897"/>
                  </a:moveTo>
                  <a:cubicBezTo>
                    <a:pt x="11068" y="21912"/>
                    <a:pt x="11053" y="21912"/>
                    <a:pt x="11038" y="21926"/>
                  </a:cubicBezTo>
                  <a:cubicBezTo>
                    <a:pt x="11038" y="21926"/>
                    <a:pt x="11053" y="21941"/>
                    <a:pt x="11053" y="21956"/>
                  </a:cubicBezTo>
                  <a:cubicBezTo>
                    <a:pt x="11068" y="21941"/>
                    <a:pt x="11082" y="21941"/>
                    <a:pt x="11097" y="21926"/>
                  </a:cubicBezTo>
                  <a:cubicBezTo>
                    <a:pt x="11097" y="21926"/>
                    <a:pt x="11082" y="21912"/>
                    <a:pt x="11082" y="21897"/>
                  </a:cubicBezTo>
                  <a:close/>
                  <a:moveTo>
                    <a:pt x="13293" y="21882"/>
                  </a:moveTo>
                  <a:cubicBezTo>
                    <a:pt x="13293" y="21897"/>
                    <a:pt x="13293" y="21897"/>
                    <a:pt x="13278" y="21912"/>
                  </a:cubicBezTo>
                  <a:cubicBezTo>
                    <a:pt x="13308" y="21926"/>
                    <a:pt x="13338" y="21941"/>
                    <a:pt x="13353" y="21956"/>
                  </a:cubicBezTo>
                  <a:cubicBezTo>
                    <a:pt x="13353" y="21941"/>
                    <a:pt x="13368" y="21941"/>
                    <a:pt x="13368" y="21926"/>
                  </a:cubicBezTo>
                  <a:cubicBezTo>
                    <a:pt x="13338" y="21912"/>
                    <a:pt x="13323" y="21897"/>
                    <a:pt x="13293" y="21882"/>
                  </a:cubicBezTo>
                  <a:close/>
                  <a:moveTo>
                    <a:pt x="10037" y="21852"/>
                  </a:moveTo>
                  <a:lnTo>
                    <a:pt x="10037" y="21852"/>
                  </a:lnTo>
                  <a:cubicBezTo>
                    <a:pt x="10082" y="21897"/>
                    <a:pt x="10112" y="21941"/>
                    <a:pt x="10156" y="21986"/>
                  </a:cubicBezTo>
                  <a:cubicBezTo>
                    <a:pt x="10171" y="21971"/>
                    <a:pt x="10171" y="21956"/>
                    <a:pt x="10186" y="21941"/>
                  </a:cubicBezTo>
                  <a:cubicBezTo>
                    <a:pt x="10142" y="21912"/>
                    <a:pt x="10097" y="21882"/>
                    <a:pt x="10037" y="21852"/>
                  </a:cubicBezTo>
                  <a:close/>
                  <a:moveTo>
                    <a:pt x="10948" y="21897"/>
                  </a:moveTo>
                  <a:cubicBezTo>
                    <a:pt x="10938" y="21928"/>
                    <a:pt x="10927" y="21959"/>
                    <a:pt x="10917" y="21990"/>
                  </a:cubicBezTo>
                  <a:lnTo>
                    <a:pt x="10917" y="21990"/>
                  </a:lnTo>
                  <a:cubicBezTo>
                    <a:pt x="10943" y="21968"/>
                    <a:pt x="10972" y="21944"/>
                    <a:pt x="10993" y="21912"/>
                  </a:cubicBezTo>
                  <a:cubicBezTo>
                    <a:pt x="10978" y="21912"/>
                    <a:pt x="10963" y="21897"/>
                    <a:pt x="10948" y="21897"/>
                  </a:cubicBezTo>
                  <a:close/>
                  <a:moveTo>
                    <a:pt x="11575" y="21956"/>
                  </a:moveTo>
                  <a:cubicBezTo>
                    <a:pt x="11575" y="21956"/>
                    <a:pt x="11560" y="21971"/>
                    <a:pt x="11560" y="21971"/>
                  </a:cubicBezTo>
                  <a:cubicBezTo>
                    <a:pt x="11560" y="21986"/>
                    <a:pt x="11575" y="22001"/>
                    <a:pt x="11575" y="22001"/>
                  </a:cubicBezTo>
                  <a:cubicBezTo>
                    <a:pt x="11590" y="22001"/>
                    <a:pt x="11590" y="21986"/>
                    <a:pt x="11605" y="21971"/>
                  </a:cubicBezTo>
                  <a:cubicBezTo>
                    <a:pt x="11590" y="21971"/>
                    <a:pt x="11590" y="21956"/>
                    <a:pt x="11575" y="21956"/>
                  </a:cubicBezTo>
                  <a:close/>
                  <a:moveTo>
                    <a:pt x="13188" y="21912"/>
                  </a:moveTo>
                  <a:cubicBezTo>
                    <a:pt x="13173" y="21926"/>
                    <a:pt x="13173" y="21941"/>
                    <a:pt x="13159" y="21941"/>
                  </a:cubicBezTo>
                  <a:cubicBezTo>
                    <a:pt x="13188" y="21971"/>
                    <a:pt x="13218" y="21986"/>
                    <a:pt x="13248" y="22001"/>
                  </a:cubicBezTo>
                  <a:cubicBezTo>
                    <a:pt x="13263" y="22001"/>
                    <a:pt x="13263" y="21986"/>
                    <a:pt x="13278" y="21986"/>
                  </a:cubicBezTo>
                  <a:cubicBezTo>
                    <a:pt x="13248" y="21956"/>
                    <a:pt x="13218" y="21941"/>
                    <a:pt x="13188" y="21912"/>
                  </a:cubicBezTo>
                  <a:close/>
                  <a:moveTo>
                    <a:pt x="10261" y="21956"/>
                  </a:moveTo>
                  <a:cubicBezTo>
                    <a:pt x="10246" y="21971"/>
                    <a:pt x="10231" y="21971"/>
                    <a:pt x="10216" y="21986"/>
                  </a:cubicBezTo>
                  <a:cubicBezTo>
                    <a:pt x="10216" y="21986"/>
                    <a:pt x="10231" y="22001"/>
                    <a:pt x="10231" y="22016"/>
                  </a:cubicBezTo>
                  <a:cubicBezTo>
                    <a:pt x="10261" y="22001"/>
                    <a:pt x="10261" y="22001"/>
                    <a:pt x="10276" y="21986"/>
                  </a:cubicBezTo>
                  <a:cubicBezTo>
                    <a:pt x="10276" y="21986"/>
                    <a:pt x="10261" y="21956"/>
                    <a:pt x="10261" y="21956"/>
                  </a:cubicBezTo>
                  <a:close/>
                  <a:moveTo>
                    <a:pt x="10724" y="21926"/>
                  </a:moveTo>
                  <a:cubicBezTo>
                    <a:pt x="10709" y="21956"/>
                    <a:pt x="10694" y="21986"/>
                    <a:pt x="10679" y="22031"/>
                  </a:cubicBezTo>
                  <a:lnTo>
                    <a:pt x="10724" y="22031"/>
                  </a:lnTo>
                  <a:cubicBezTo>
                    <a:pt x="10724" y="22001"/>
                    <a:pt x="10739" y="21971"/>
                    <a:pt x="10754" y="21926"/>
                  </a:cubicBezTo>
                  <a:close/>
                  <a:moveTo>
                    <a:pt x="10917" y="21990"/>
                  </a:moveTo>
                  <a:cubicBezTo>
                    <a:pt x="10907" y="21999"/>
                    <a:pt x="10897" y="22008"/>
                    <a:pt x="10888" y="22016"/>
                  </a:cubicBezTo>
                  <a:cubicBezTo>
                    <a:pt x="10883" y="22024"/>
                    <a:pt x="10878" y="22032"/>
                    <a:pt x="10872" y="22040"/>
                  </a:cubicBezTo>
                  <a:lnTo>
                    <a:pt x="10872" y="22040"/>
                  </a:lnTo>
                  <a:cubicBezTo>
                    <a:pt x="10882" y="22037"/>
                    <a:pt x="10893" y="22034"/>
                    <a:pt x="10903" y="22031"/>
                  </a:cubicBezTo>
                  <a:cubicBezTo>
                    <a:pt x="10908" y="22017"/>
                    <a:pt x="10912" y="22004"/>
                    <a:pt x="10917" y="21990"/>
                  </a:cubicBezTo>
                  <a:close/>
                  <a:moveTo>
                    <a:pt x="12576" y="21941"/>
                  </a:moveTo>
                  <a:cubicBezTo>
                    <a:pt x="12576" y="21941"/>
                    <a:pt x="12561" y="21956"/>
                    <a:pt x="12561" y="21956"/>
                  </a:cubicBezTo>
                  <a:cubicBezTo>
                    <a:pt x="12576" y="21986"/>
                    <a:pt x="12591" y="22031"/>
                    <a:pt x="12621" y="22061"/>
                  </a:cubicBezTo>
                  <a:cubicBezTo>
                    <a:pt x="12621" y="22061"/>
                    <a:pt x="12651" y="22046"/>
                    <a:pt x="12666" y="22046"/>
                  </a:cubicBezTo>
                  <a:cubicBezTo>
                    <a:pt x="12636" y="22001"/>
                    <a:pt x="12606" y="21971"/>
                    <a:pt x="12576" y="21941"/>
                  </a:cubicBezTo>
                  <a:close/>
                  <a:moveTo>
                    <a:pt x="13129" y="21986"/>
                  </a:moveTo>
                  <a:cubicBezTo>
                    <a:pt x="13129" y="21986"/>
                    <a:pt x="13114" y="22001"/>
                    <a:pt x="13099" y="22016"/>
                  </a:cubicBezTo>
                  <a:cubicBezTo>
                    <a:pt x="13114" y="22031"/>
                    <a:pt x="13114" y="22046"/>
                    <a:pt x="13129" y="22061"/>
                  </a:cubicBezTo>
                  <a:cubicBezTo>
                    <a:pt x="13129" y="22061"/>
                    <a:pt x="13159" y="22046"/>
                    <a:pt x="13173" y="22031"/>
                  </a:cubicBezTo>
                  <a:cubicBezTo>
                    <a:pt x="13159" y="22016"/>
                    <a:pt x="13144" y="22001"/>
                    <a:pt x="13129" y="21986"/>
                  </a:cubicBezTo>
                  <a:close/>
                  <a:moveTo>
                    <a:pt x="12834" y="21879"/>
                  </a:moveTo>
                  <a:cubicBezTo>
                    <a:pt x="12776" y="21879"/>
                    <a:pt x="12740" y="21953"/>
                    <a:pt x="12696" y="21986"/>
                  </a:cubicBezTo>
                  <a:cubicBezTo>
                    <a:pt x="12725" y="21986"/>
                    <a:pt x="12755" y="21971"/>
                    <a:pt x="12800" y="21971"/>
                  </a:cubicBezTo>
                  <a:lnTo>
                    <a:pt x="12800" y="22001"/>
                  </a:lnTo>
                  <a:cubicBezTo>
                    <a:pt x="12770" y="22001"/>
                    <a:pt x="12740" y="22016"/>
                    <a:pt x="12710" y="22016"/>
                  </a:cubicBezTo>
                  <a:cubicBezTo>
                    <a:pt x="12725" y="22031"/>
                    <a:pt x="12740" y="22061"/>
                    <a:pt x="12755" y="22076"/>
                  </a:cubicBezTo>
                  <a:cubicBezTo>
                    <a:pt x="12785" y="22046"/>
                    <a:pt x="12815" y="22016"/>
                    <a:pt x="12845" y="22001"/>
                  </a:cubicBezTo>
                  <a:cubicBezTo>
                    <a:pt x="12887" y="22022"/>
                    <a:pt x="12915" y="22031"/>
                    <a:pt x="12934" y="22031"/>
                  </a:cubicBezTo>
                  <a:cubicBezTo>
                    <a:pt x="12994" y="22031"/>
                    <a:pt x="12953" y="21939"/>
                    <a:pt x="12964" y="21882"/>
                  </a:cubicBezTo>
                  <a:lnTo>
                    <a:pt x="12964" y="21882"/>
                  </a:lnTo>
                  <a:cubicBezTo>
                    <a:pt x="12979" y="21897"/>
                    <a:pt x="12994" y="21912"/>
                    <a:pt x="13024" y="21926"/>
                  </a:cubicBezTo>
                  <a:cubicBezTo>
                    <a:pt x="13024" y="21912"/>
                    <a:pt x="13024" y="21897"/>
                    <a:pt x="13024" y="21897"/>
                  </a:cubicBezTo>
                  <a:cubicBezTo>
                    <a:pt x="13009" y="21882"/>
                    <a:pt x="12979" y="21882"/>
                    <a:pt x="12964" y="21882"/>
                  </a:cubicBezTo>
                  <a:cubicBezTo>
                    <a:pt x="12935" y="21897"/>
                    <a:pt x="12920" y="21897"/>
                    <a:pt x="12905" y="21912"/>
                  </a:cubicBezTo>
                  <a:cubicBezTo>
                    <a:pt x="12877" y="21888"/>
                    <a:pt x="12854" y="21879"/>
                    <a:pt x="12834" y="21879"/>
                  </a:cubicBezTo>
                  <a:close/>
                  <a:moveTo>
                    <a:pt x="12352" y="22061"/>
                  </a:moveTo>
                  <a:cubicBezTo>
                    <a:pt x="12337" y="22061"/>
                    <a:pt x="12307" y="22076"/>
                    <a:pt x="12277" y="22091"/>
                  </a:cubicBezTo>
                  <a:cubicBezTo>
                    <a:pt x="12307" y="22106"/>
                    <a:pt x="12337" y="22121"/>
                    <a:pt x="12367" y="22121"/>
                  </a:cubicBezTo>
                  <a:cubicBezTo>
                    <a:pt x="12394" y="22148"/>
                    <a:pt x="12415" y="22159"/>
                    <a:pt x="12432" y="22159"/>
                  </a:cubicBezTo>
                  <a:cubicBezTo>
                    <a:pt x="12471" y="22159"/>
                    <a:pt x="12494" y="22102"/>
                    <a:pt x="12546" y="22061"/>
                  </a:cubicBezTo>
                  <a:close/>
                  <a:moveTo>
                    <a:pt x="10872" y="22040"/>
                  </a:moveTo>
                  <a:lnTo>
                    <a:pt x="10872" y="22040"/>
                  </a:lnTo>
                  <a:cubicBezTo>
                    <a:pt x="10823" y="22056"/>
                    <a:pt x="10773" y="22081"/>
                    <a:pt x="10724" y="22106"/>
                  </a:cubicBezTo>
                  <a:cubicBezTo>
                    <a:pt x="10724" y="22106"/>
                    <a:pt x="10709" y="22121"/>
                    <a:pt x="10709" y="22136"/>
                  </a:cubicBezTo>
                  <a:cubicBezTo>
                    <a:pt x="10664" y="22121"/>
                    <a:pt x="10634" y="22121"/>
                    <a:pt x="10590" y="22106"/>
                  </a:cubicBezTo>
                  <a:cubicBezTo>
                    <a:pt x="10575" y="22091"/>
                    <a:pt x="10545" y="22076"/>
                    <a:pt x="10530" y="22061"/>
                  </a:cubicBezTo>
                  <a:lnTo>
                    <a:pt x="10515" y="22121"/>
                  </a:lnTo>
                  <a:cubicBezTo>
                    <a:pt x="10545" y="22136"/>
                    <a:pt x="10560" y="22136"/>
                    <a:pt x="10590" y="22136"/>
                  </a:cubicBezTo>
                  <a:cubicBezTo>
                    <a:pt x="10634" y="22136"/>
                    <a:pt x="10664" y="22151"/>
                    <a:pt x="10694" y="22151"/>
                  </a:cubicBezTo>
                  <a:lnTo>
                    <a:pt x="10709" y="22151"/>
                  </a:lnTo>
                  <a:cubicBezTo>
                    <a:pt x="10739" y="22151"/>
                    <a:pt x="10754" y="22165"/>
                    <a:pt x="10784" y="22165"/>
                  </a:cubicBezTo>
                  <a:cubicBezTo>
                    <a:pt x="10809" y="22128"/>
                    <a:pt x="10844" y="22081"/>
                    <a:pt x="10872" y="22040"/>
                  </a:cubicBezTo>
                  <a:close/>
                  <a:moveTo>
                    <a:pt x="11321" y="22136"/>
                  </a:moveTo>
                  <a:cubicBezTo>
                    <a:pt x="11321" y="22136"/>
                    <a:pt x="11307" y="22151"/>
                    <a:pt x="11307" y="22151"/>
                  </a:cubicBezTo>
                  <a:cubicBezTo>
                    <a:pt x="11307" y="22151"/>
                    <a:pt x="11307" y="22165"/>
                    <a:pt x="11321" y="22180"/>
                  </a:cubicBezTo>
                  <a:cubicBezTo>
                    <a:pt x="11321" y="22180"/>
                    <a:pt x="11336" y="22165"/>
                    <a:pt x="11366" y="22165"/>
                  </a:cubicBezTo>
                  <a:cubicBezTo>
                    <a:pt x="11351" y="22151"/>
                    <a:pt x="11336" y="22136"/>
                    <a:pt x="11321" y="22136"/>
                  </a:cubicBezTo>
                  <a:close/>
                  <a:moveTo>
                    <a:pt x="12113" y="22106"/>
                  </a:moveTo>
                  <a:cubicBezTo>
                    <a:pt x="12098" y="22121"/>
                    <a:pt x="12083" y="22136"/>
                    <a:pt x="12053" y="22151"/>
                  </a:cubicBezTo>
                  <a:cubicBezTo>
                    <a:pt x="12068" y="22165"/>
                    <a:pt x="12098" y="22180"/>
                    <a:pt x="12113" y="22180"/>
                  </a:cubicBezTo>
                  <a:cubicBezTo>
                    <a:pt x="12128" y="22180"/>
                    <a:pt x="12143" y="22151"/>
                    <a:pt x="12173" y="22136"/>
                  </a:cubicBezTo>
                  <a:cubicBezTo>
                    <a:pt x="12143" y="22121"/>
                    <a:pt x="12128" y="22106"/>
                    <a:pt x="12113" y="22106"/>
                  </a:cubicBezTo>
                  <a:close/>
                  <a:moveTo>
                    <a:pt x="11411" y="22151"/>
                  </a:moveTo>
                  <a:cubicBezTo>
                    <a:pt x="11411" y="22165"/>
                    <a:pt x="11411" y="22180"/>
                    <a:pt x="11411" y="22195"/>
                  </a:cubicBezTo>
                  <a:lnTo>
                    <a:pt x="11590" y="22195"/>
                  </a:lnTo>
                  <a:cubicBezTo>
                    <a:pt x="11590" y="22180"/>
                    <a:pt x="11590" y="22165"/>
                    <a:pt x="11590" y="22151"/>
                  </a:cubicBezTo>
                  <a:close/>
                  <a:moveTo>
                    <a:pt x="12218" y="22106"/>
                  </a:moveTo>
                  <a:cubicBezTo>
                    <a:pt x="12203" y="22121"/>
                    <a:pt x="12203" y="22136"/>
                    <a:pt x="12188" y="22151"/>
                  </a:cubicBezTo>
                  <a:cubicBezTo>
                    <a:pt x="12233" y="22165"/>
                    <a:pt x="12262" y="22180"/>
                    <a:pt x="12292" y="22195"/>
                  </a:cubicBezTo>
                  <a:cubicBezTo>
                    <a:pt x="12292" y="22195"/>
                    <a:pt x="12307" y="22180"/>
                    <a:pt x="12307" y="22165"/>
                  </a:cubicBezTo>
                  <a:cubicBezTo>
                    <a:pt x="12277" y="22151"/>
                    <a:pt x="12247" y="22136"/>
                    <a:pt x="12218" y="22106"/>
                  </a:cubicBezTo>
                  <a:close/>
                  <a:moveTo>
                    <a:pt x="11710" y="22136"/>
                  </a:moveTo>
                  <a:cubicBezTo>
                    <a:pt x="11695" y="22136"/>
                    <a:pt x="11680" y="22151"/>
                    <a:pt x="11680" y="22165"/>
                  </a:cubicBezTo>
                  <a:cubicBezTo>
                    <a:pt x="11680" y="22180"/>
                    <a:pt x="11680" y="22195"/>
                    <a:pt x="11695" y="22210"/>
                  </a:cubicBezTo>
                  <a:cubicBezTo>
                    <a:pt x="11710" y="22180"/>
                    <a:pt x="11710" y="22165"/>
                    <a:pt x="11725" y="22151"/>
                  </a:cubicBezTo>
                  <a:cubicBezTo>
                    <a:pt x="11725" y="22151"/>
                    <a:pt x="11710" y="22136"/>
                    <a:pt x="11710" y="221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3"/>
            <p:cNvSpPr/>
            <p:nvPr/>
          </p:nvSpPr>
          <p:spPr>
            <a:xfrm>
              <a:off x="7370115" y="4971829"/>
              <a:ext cx="1263319" cy="971669"/>
            </a:xfrm>
            <a:custGeom>
              <a:avLst/>
              <a:gdLst/>
              <a:ahLst/>
              <a:cxnLst/>
              <a:rect l="l" t="t" r="r" b="b"/>
              <a:pathLst>
                <a:path w="8036" h="6181" extrusionOk="0">
                  <a:moveTo>
                    <a:pt x="7289" y="1136"/>
                  </a:moveTo>
                  <a:lnTo>
                    <a:pt x="7289" y="1136"/>
                  </a:lnTo>
                  <a:cubicBezTo>
                    <a:pt x="7304" y="1136"/>
                    <a:pt x="7319" y="1151"/>
                    <a:pt x="7319" y="1166"/>
                  </a:cubicBezTo>
                  <a:cubicBezTo>
                    <a:pt x="7304" y="1151"/>
                    <a:pt x="7304" y="1136"/>
                    <a:pt x="7289" y="1136"/>
                  </a:cubicBezTo>
                  <a:close/>
                  <a:moveTo>
                    <a:pt x="7364" y="1255"/>
                  </a:moveTo>
                  <a:cubicBezTo>
                    <a:pt x="7364" y="1315"/>
                    <a:pt x="7379" y="1375"/>
                    <a:pt x="7379" y="1434"/>
                  </a:cubicBezTo>
                  <a:cubicBezTo>
                    <a:pt x="7365" y="1381"/>
                    <a:pt x="7328" y="1327"/>
                    <a:pt x="7256" y="1327"/>
                  </a:cubicBezTo>
                  <a:cubicBezTo>
                    <a:pt x="7248" y="1327"/>
                    <a:pt x="7239" y="1328"/>
                    <a:pt x="7229" y="1330"/>
                  </a:cubicBezTo>
                  <a:cubicBezTo>
                    <a:pt x="7229" y="1330"/>
                    <a:pt x="7214" y="1315"/>
                    <a:pt x="7214" y="1300"/>
                  </a:cubicBezTo>
                  <a:lnTo>
                    <a:pt x="7214" y="1300"/>
                  </a:lnTo>
                  <a:cubicBezTo>
                    <a:pt x="7236" y="1311"/>
                    <a:pt x="7255" y="1315"/>
                    <a:pt x="7272" y="1315"/>
                  </a:cubicBezTo>
                  <a:cubicBezTo>
                    <a:pt x="7304" y="1315"/>
                    <a:pt x="7330" y="1299"/>
                    <a:pt x="7349" y="1270"/>
                  </a:cubicBezTo>
                  <a:cubicBezTo>
                    <a:pt x="7349" y="1270"/>
                    <a:pt x="7349" y="1255"/>
                    <a:pt x="7364" y="1255"/>
                  </a:cubicBezTo>
                  <a:close/>
                  <a:moveTo>
                    <a:pt x="7394" y="1449"/>
                  </a:moveTo>
                  <a:cubicBezTo>
                    <a:pt x="7394" y="1475"/>
                    <a:pt x="7404" y="1489"/>
                    <a:pt x="7408" y="1512"/>
                  </a:cubicBezTo>
                  <a:lnTo>
                    <a:pt x="7408" y="1512"/>
                  </a:lnTo>
                  <a:cubicBezTo>
                    <a:pt x="7406" y="1507"/>
                    <a:pt x="7403" y="1503"/>
                    <a:pt x="7394" y="1494"/>
                  </a:cubicBezTo>
                  <a:cubicBezTo>
                    <a:pt x="7394" y="1479"/>
                    <a:pt x="7394" y="1464"/>
                    <a:pt x="7394" y="1449"/>
                  </a:cubicBezTo>
                  <a:close/>
                  <a:moveTo>
                    <a:pt x="7423" y="1569"/>
                  </a:moveTo>
                  <a:cubicBezTo>
                    <a:pt x="7438" y="1584"/>
                    <a:pt x="7438" y="1614"/>
                    <a:pt x="7423" y="1643"/>
                  </a:cubicBezTo>
                  <a:lnTo>
                    <a:pt x="7423" y="1629"/>
                  </a:lnTo>
                  <a:cubicBezTo>
                    <a:pt x="7423" y="1614"/>
                    <a:pt x="7423" y="1584"/>
                    <a:pt x="7423" y="1569"/>
                  </a:cubicBezTo>
                  <a:close/>
                  <a:moveTo>
                    <a:pt x="6034" y="4138"/>
                  </a:moveTo>
                  <a:cubicBezTo>
                    <a:pt x="6049" y="4183"/>
                    <a:pt x="6094" y="4168"/>
                    <a:pt x="6124" y="4197"/>
                  </a:cubicBezTo>
                  <a:lnTo>
                    <a:pt x="6124" y="4212"/>
                  </a:lnTo>
                  <a:cubicBezTo>
                    <a:pt x="6079" y="4212"/>
                    <a:pt x="6049" y="4183"/>
                    <a:pt x="6034" y="4138"/>
                  </a:cubicBezTo>
                  <a:close/>
                  <a:moveTo>
                    <a:pt x="5829" y="4867"/>
                  </a:moveTo>
                  <a:cubicBezTo>
                    <a:pt x="5759" y="4867"/>
                    <a:pt x="5733" y="4921"/>
                    <a:pt x="5706" y="4974"/>
                  </a:cubicBezTo>
                  <a:cubicBezTo>
                    <a:pt x="5676" y="5079"/>
                    <a:pt x="5616" y="5153"/>
                    <a:pt x="5542" y="5213"/>
                  </a:cubicBezTo>
                  <a:cubicBezTo>
                    <a:pt x="5527" y="5243"/>
                    <a:pt x="5497" y="5273"/>
                    <a:pt x="5482" y="5303"/>
                  </a:cubicBezTo>
                  <a:cubicBezTo>
                    <a:pt x="5467" y="5333"/>
                    <a:pt x="5452" y="5362"/>
                    <a:pt x="5437" y="5392"/>
                  </a:cubicBezTo>
                  <a:cubicBezTo>
                    <a:pt x="5437" y="5392"/>
                    <a:pt x="5437" y="5407"/>
                    <a:pt x="5437" y="5422"/>
                  </a:cubicBezTo>
                  <a:cubicBezTo>
                    <a:pt x="5437" y="5452"/>
                    <a:pt x="5407" y="5482"/>
                    <a:pt x="5407" y="5527"/>
                  </a:cubicBezTo>
                  <a:cubicBezTo>
                    <a:pt x="5422" y="5542"/>
                    <a:pt x="5422" y="5542"/>
                    <a:pt x="5437" y="5557"/>
                  </a:cubicBezTo>
                  <a:cubicBezTo>
                    <a:pt x="5448" y="5564"/>
                    <a:pt x="5459" y="5567"/>
                    <a:pt x="5470" y="5567"/>
                  </a:cubicBezTo>
                  <a:cubicBezTo>
                    <a:pt x="5504" y="5567"/>
                    <a:pt x="5541" y="5538"/>
                    <a:pt x="5586" y="5527"/>
                  </a:cubicBezTo>
                  <a:cubicBezTo>
                    <a:pt x="5586" y="5512"/>
                    <a:pt x="5601" y="5512"/>
                    <a:pt x="5601" y="5497"/>
                  </a:cubicBezTo>
                  <a:cubicBezTo>
                    <a:pt x="5661" y="5422"/>
                    <a:pt x="5661" y="5318"/>
                    <a:pt x="5736" y="5258"/>
                  </a:cubicBezTo>
                  <a:cubicBezTo>
                    <a:pt x="5736" y="5243"/>
                    <a:pt x="5736" y="5228"/>
                    <a:pt x="5736" y="5213"/>
                  </a:cubicBezTo>
                  <a:cubicBezTo>
                    <a:pt x="5766" y="5198"/>
                    <a:pt x="5810" y="5198"/>
                    <a:pt x="5825" y="5168"/>
                  </a:cubicBezTo>
                  <a:cubicBezTo>
                    <a:pt x="5840" y="5153"/>
                    <a:pt x="5840" y="5153"/>
                    <a:pt x="5855" y="5138"/>
                  </a:cubicBezTo>
                  <a:cubicBezTo>
                    <a:pt x="5870" y="5138"/>
                    <a:pt x="5810" y="5109"/>
                    <a:pt x="5870" y="5094"/>
                  </a:cubicBezTo>
                  <a:cubicBezTo>
                    <a:pt x="5945" y="5079"/>
                    <a:pt x="5870" y="4974"/>
                    <a:pt x="5945" y="4944"/>
                  </a:cubicBezTo>
                  <a:cubicBezTo>
                    <a:pt x="5956" y="4877"/>
                    <a:pt x="5925" y="4869"/>
                    <a:pt x="5890" y="4869"/>
                  </a:cubicBezTo>
                  <a:cubicBezTo>
                    <a:pt x="5879" y="4869"/>
                    <a:pt x="5866" y="4870"/>
                    <a:pt x="5855" y="4870"/>
                  </a:cubicBezTo>
                  <a:cubicBezTo>
                    <a:pt x="5846" y="4868"/>
                    <a:pt x="5837" y="4867"/>
                    <a:pt x="5829" y="4867"/>
                  </a:cubicBezTo>
                  <a:close/>
                  <a:moveTo>
                    <a:pt x="5049" y="5676"/>
                  </a:moveTo>
                  <a:cubicBezTo>
                    <a:pt x="5064" y="5691"/>
                    <a:pt x="5064" y="5706"/>
                    <a:pt x="5064" y="5721"/>
                  </a:cubicBezTo>
                  <a:cubicBezTo>
                    <a:pt x="5049" y="5721"/>
                    <a:pt x="5034" y="5721"/>
                    <a:pt x="5019" y="5736"/>
                  </a:cubicBezTo>
                  <a:cubicBezTo>
                    <a:pt x="5019" y="5721"/>
                    <a:pt x="5034" y="5706"/>
                    <a:pt x="5034" y="5691"/>
                  </a:cubicBezTo>
                  <a:cubicBezTo>
                    <a:pt x="5049" y="5691"/>
                    <a:pt x="5049" y="5676"/>
                    <a:pt x="5049" y="5676"/>
                  </a:cubicBezTo>
                  <a:close/>
                  <a:moveTo>
                    <a:pt x="30" y="1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0" y="30"/>
                    <a:pt x="15" y="60"/>
                    <a:pt x="30" y="75"/>
                  </a:cubicBezTo>
                  <a:cubicBezTo>
                    <a:pt x="45" y="105"/>
                    <a:pt x="30" y="135"/>
                    <a:pt x="60" y="165"/>
                  </a:cubicBezTo>
                  <a:cubicBezTo>
                    <a:pt x="60" y="195"/>
                    <a:pt x="75" y="210"/>
                    <a:pt x="105" y="225"/>
                  </a:cubicBezTo>
                  <a:cubicBezTo>
                    <a:pt x="135" y="254"/>
                    <a:pt x="150" y="284"/>
                    <a:pt x="180" y="314"/>
                  </a:cubicBezTo>
                  <a:cubicBezTo>
                    <a:pt x="180" y="329"/>
                    <a:pt x="195" y="344"/>
                    <a:pt x="180" y="374"/>
                  </a:cubicBezTo>
                  <a:cubicBezTo>
                    <a:pt x="180" y="389"/>
                    <a:pt x="180" y="389"/>
                    <a:pt x="180" y="404"/>
                  </a:cubicBezTo>
                  <a:cubicBezTo>
                    <a:pt x="254" y="449"/>
                    <a:pt x="314" y="493"/>
                    <a:pt x="374" y="538"/>
                  </a:cubicBezTo>
                  <a:cubicBezTo>
                    <a:pt x="374" y="568"/>
                    <a:pt x="374" y="583"/>
                    <a:pt x="389" y="598"/>
                  </a:cubicBezTo>
                  <a:cubicBezTo>
                    <a:pt x="434" y="643"/>
                    <a:pt x="463" y="703"/>
                    <a:pt x="508" y="747"/>
                  </a:cubicBezTo>
                  <a:cubicBezTo>
                    <a:pt x="508" y="792"/>
                    <a:pt x="538" y="822"/>
                    <a:pt x="568" y="837"/>
                  </a:cubicBezTo>
                  <a:cubicBezTo>
                    <a:pt x="598" y="867"/>
                    <a:pt x="628" y="882"/>
                    <a:pt x="658" y="912"/>
                  </a:cubicBezTo>
                  <a:cubicBezTo>
                    <a:pt x="687" y="941"/>
                    <a:pt x="672" y="1001"/>
                    <a:pt x="717" y="1031"/>
                  </a:cubicBezTo>
                  <a:cubicBezTo>
                    <a:pt x="777" y="1076"/>
                    <a:pt x="807" y="1136"/>
                    <a:pt x="867" y="1166"/>
                  </a:cubicBezTo>
                  <a:cubicBezTo>
                    <a:pt x="882" y="1180"/>
                    <a:pt x="897" y="1210"/>
                    <a:pt x="911" y="1225"/>
                  </a:cubicBezTo>
                  <a:cubicBezTo>
                    <a:pt x="1106" y="1449"/>
                    <a:pt x="1315" y="1658"/>
                    <a:pt x="1524" y="1868"/>
                  </a:cubicBezTo>
                  <a:cubicBezTo>
                    <a:pt x="1643" y="2002"/>
                    <a:pt x="1778" y="2121"/>
                    <a:pt x="1882" y="2256"/>
                  </a:cubicBezTo>
                  <a:cubicBezTo>
                    <a:pt x="1912" y="2271"/>
                    <a:pt x="1927" y="2301"/>
                    <a:pt x="1972" y="2301"/>
                  </a:cubicBezTo>
                  <a:cubicBezTo>
                    <a:pt x="2300" y="2689"/>
                    <a:pt x="2644" y="3062"/>
                    <a:pt x="2973" y="3451"/>
                  </a:cubicBezTo>
                  <a:cubicBezTo>
                    <a:pt x="3197" y="3705"/>
                    <a:pt x="3406" y="3959"/>
                    <a:pt x="3615" y="4227"/>
                  </a:cubicBezTo>
                  <a:cubicBezTo>
                    <a:pt x="3869" y="4541"/>
                    <a:pt x="4108" y="4870"/>
                    <a:pt x="4347" y="5183"/>
                  </a:cubicBezTo>
                  <a:cubicBezTo>
                    <a:pt x="4496" y="5377"/>
                    <a:pt x="4645" y="5542"/>
                    <a:pt x="4780" y="5721"/>
                  </a:cubicBezTo>
                  <a:cubicBezTo>
                    <a:pt x="4797" y="5710"/>
                    <a:pt x="4808" y="5705"/>
                    <a:pt x="4814" y="5705"/>
                  </a:cubicBezTo>
                  <a:cubicBezTo>
                    <a:pt x="4825" y="5705"/>
                    <a:pt x="4825" y="5717"/>
                    <a:pt x="4825" y="5736"/>
                  </a:cubicBezTo>
                  <a:cubicBezTo>
                    <a:pt x="4825" y="5751"/>
                    <a:pt x="4825" y="5766"/>
                    <a:pt x="4840" y="5781"/>
                  </a:cubicBezTo>
                  <a:cubicBezTo>
                    <a:pt x="4855" y="5811"/>
                    <a:pt x="4884" y="5840"/>
                    <a:pt x="4899" y="5870"/>
                  </a:cubicBezTo>
                  <a:lnTo>
                    <a:pt x="4914" y="5870"/>
                  </a:lnTo>
                  <a:lnTo>
                    <a:pt x="4974" y="5945"/>
                  </a:lnTo>
                  <a:cubicBezTo>
                    <a:pt x="5034" y="6020"/>
                    <a:pt x="5093" y="6094"/>
                    <a:pt x="5153" y="6169"/>
                  </a:cubicBezTo>
                  <a:cubicBezTo>
                    <a:pt x="5161" y="6177"/>
                    <a:pt x="5172" y="6180"/>
                    <a:pt x="5185" y="6180"/>
                  </a:cubicBezTo>
                  <a:cubicBezTo>
                    <a:pt x="5198" y="6180"/>
                    <a:pt x="5213" y="6177"/>
                    <a:pt x="5228" y="6169"/>
                  </a:cubicBezTo>
                  <a:cubicBezTo>
                    <a:pt x="5213" y="6139"/>
                    <a:pt x="5183" y="6094"/>
                    <a:pt x="5198" y="6094"/>
                  </a:cubicBezTo>
                  <a:cubicBezTo>
                    <a:pt x="5273" y="6005"/>
                    <a:pt x="5347" y="5930"/>
                    <a:pt x="5407" y="5885"/>
                  </a:cubicBezTo>
                  <a:cubicBezTo>
                    <a:pt x="5407" y="5840"/>
                    <a:pt x="5422" y="5826"/>
                    <a:pt x="5422" y="5811"/>
                  </a:cubicBezTo>
                  <a:cubicBezTo>
                    <a:pt x="5452" y="5766"/>
                    <a:pt x="5482" y="5721"/>
                    <a:pt x="5482" y="5676"/>
                  </a:cubicBezTo>
                  <a:cubicBezTo>
                    <a:pt x="5482" y="5661"/>
                    <a:pt x="5482" y="5646"/>
                    <a:pt x="5482" y="5646"/>
                  </a:cubicBezTo>
                  <a:cubicBezTo>
                    <a:pt x="5452" y="5572"/>
                    <a:pt x="5392" y="5527"/>
                    <a:pt x="5318" y="5527"/>
                  </a:cubicBezTo>
                  <a:cubicBezTo>
                    <a:pt x="5303" y="5527"/>
                    <a:pt x="5303" y="5512"/>
                    <a:pt x="5303" y="5512"/>
                  </a:cubicBezTo>
                  <a:cubicBezTo>
                    <a:pt x="5303" y="5482"/>
                    <a:pt x="5288" y="5437"/>
                    <a:pt x="5273" y="5407"/>
                  </a:cubicBezTo>
                  <a:cubicBezTo>
                    <a:pt x="5273" y="5407"/>
                    <a:pt x="5273" y="5392"/>
                    <a:pt x="5273" y="5392"/>
                  </a:cubicBezTo>
                  <a:cubicBezTo>
                    <a:pt x="5273" y="5318"/>
                    <a:pt x="5303" y="5258"/>
                    <a:pt x="5288" y="5183"/>
                  </a:cubicBezTo>
                  <a:cubicBezTo>
                    <a:pt x="5288" y="5004"/>
                    <a:pt x="5392" y="4914"/>
                    <a:pt x="5542" y="4855"/>
                  </a:cubicBezTo>
                  <a:cubicBezTo>
                    <a:pt x="5556" y="4840"/>
                    <a:pt x="5586" y="4840"/>
                    <a:pt x="5601" y="4825"/>
                  </a:cubicBezTo>
                  <a:cubicBezTo>
                    <a:pt x="5646" y="4825"/>
                    <a:pt x="5691" y="4810"/>
                    <a:pt x="5721" y="4810"/>
                  </a:cubicBezTo>
                  <a:cubicBezTo>
                    <a:pt x="5766" y="4810"/>
                    <a:pt x="5810" y="4810"/>
                    <a:pt x="5840" y="4750"/>
                  </a:cubicBezTo>
                  <a:cubicBezTo>
                    <a:pt x="5825" y="4720"/>
                    <a:pt x="5825" y="4690"/>
                    <a:pt x="5840" y="4661"/>
                  </a:cubicBezTo>
                  <a:lnTo>
                    <a:pt x="5840" y="4661"/>
                  </a:lnTo>
                  <a:cubicBezTo>
                    <a:pt x="5840" y="4690"/>
                    <a:pt x="5825" y="4705"/>
                    <a:pt x="5855" y="4735"/>
                  </a:cubicBezTo>
                  <a:cubicBezTo>
                    <a:pt x="5870" y="4750"/>
                    <a:pt x="5870" y="4750"/>
                    <a:pt x="5885" y="4765"/>
                  </a:cubicBezTo>
                  <a:cubicBezTo>
                    <a:pt x="5885" y="4780"/>
                    <a:pt x="5885" y="4780"/>
                    <a:pt x="5900" y="4795"/>
                  </a:cubicBezTo>
                  <a:cubicBezTo>
                    <a:pt x="5914" y="4799"/>
                    <a:pt x="5928" y="4801"/>
                    <a:pt x="5940" y="4801"/>
                  </a:cubicBezTo>
                  <a:cubicBezTo>
                    <a:pt x="6017" y="4801"/>
                    <a:pt x="6058" y="4729"/>
                    <a:pt x="6109" y="4690"/>
                  </a:cubicBezTo>
                  <a:cubicBezTo>
                    <a:pt x="6139" y="4661"/>
                    <a:pt x="6154" y="4646"/>
                    <a:pt x="6154" y="4601"/>
                  </a:cubicBezTo>
                  <a:cubicBezTo>
                    <a:pt x="6109" y="4556"/>
                    <a:pt x="6169" y="4541"/>
                    <a:pt x="6184" y="4496"/>
                  </a:cubicBezTo>
                  <a:cubicBezTo>
                    <a:pt x="6199" y="4481"/>
                    <a:pt x="6214" y="4451"/>
                    <a:pt x="6229" y="4422"/>
                  </a:cubicBezTo>
                  <a:cubicBezTo>
                    <a:pt x="6244" y="4377"/>
                    <a:pt x="6244" y="4317"/>
                    <a:pt x="6258" y="4272"/>
                  </a:cubicBezTo>
                  <a:cubicBezTo>
                    <a:pt x="6258" y="4257"/>
                    <a:pt x="6258" y="4257"/>
                    <a:pt x="6258" y="4242"/>
                  </a:cubicBezTo>
                  <a:cubicBezTo>
                    <a:pt x="6258" y="4242"/>
                    <a:pt x="6258" y="4242"/>
                    <a:pt x="6258" y="4227"/>
                  </a:cubicBezTo>
                  <a:lnTo>
                    <a:pt x="6348" y="4003"/>
                  </a:lnTo>
                  <a:lnTo>
                    <a:pt x="6378" y="3959"/>
                  </a:lnTo>
                  <a:cubicBezTo>
                    <a:pt x="6393" y="3959"/>
                    <a:pt x="6408" y="3899"/>
                    <a:pt x="6438" y="3899"/>
                  </a:cubicBezTo>
                  <a:cubicBezTo>
                    <a:pt x="6512" y="3794"/>
                    <a:pt x="6542" y="3675"/>
                    <a:pt x="6587" y="3555"/>
                  </a:cubicBezTo>
                  <a:cubicBezTo>
                    <a:pt x="6602" y="3510"/>
                    <a:pt x="6557" y="3436"/>
                    <a:pt x="6647" y="3436"/>
                  </a:cubicBezTo>
                  <a:cubicBezTo>
                    <a:pt x="6707" y="3406"/>
                    <a:pt x="6692" y="3331"/>
                    <a:pt x="6736" y="3286"/>
                  </a:cubicBezTo>
                  <a:cubicBezTo>
                    <a:pt x="6751" y="3271"/>
                    <a:pt x="6766" y="3257"/>
                    <a:pt x="6766" y="3242"/>
                  </a:cubicBezTo>
                  <a:cubicBezTo>
                    <a:pt x="6781" y="3212"/>
                    <a:pt x="6826" y="3197"/>
                    <a:pt x="6841" y="3182"/>
                  </a:cubicBezTo>
                  <a:cubicBezTo>
                    <a:pt x="6856" y="3182"/>
                    <a:pt x="6856" y="3167"/>
                    <a:pt x="6856" y="3167"/>
                  </a:cubicBezTo>
                  <a:cubicBezTo>
                    <a:pt x="6901" y="3122"/>
                    <a:pt x="6856" y="3092"/>
                    <a:pt x="6856" y="3047"/>
                  </a:cubicBezTo>
                  <a:cubicBezTo>
                    <a:pt x="6856" y="3003"/>
                    <a:pt x="6901" y="2988"/>
                    <a:pt x="6916" y="2958"/>
                  </a:cubicBezTo>
                  <a:cubicBezTo>
                    <a:pt x="6960" y="2943"/>
                    <a:pt x="6990" y="2898"/>
                    <a:pt x="7005" y="2868"/>
                  </a:cubicBezTo>
                  <a:cubicBezTo>
                    <a:pt x="7020" y="2808"/>
                    <a:pt x="7050" y="2764"/>
                    <a:pt x="7095" y="2734"/>
                  </a:cubicBezTo>
                  <a:cubicBezTo>
                    <a:pt x="7110" y="2719"/>
                    <a:pt x="7125" y="2689"/>
                    <a:pt x="7110" y="2674"/>
                  </a:cubicBezTo>
                  <a:cubicBezTo>
                    <a:pt x="7110" y="2674"/>
                    <a:pt x="7095" y="2674"/>
                    <a:pt x="7095" y="2659"/>
                  </a:cubicBezTo>
                  <a:cubicBezTo>
                    <a:pt x="7065" y="2644"/>
                    <a:pt x="7080" y="2614"/>
                    <a:pt x="7095" y="2599"/>
                  </a:cubicBezTo>
                  <a:cubicBezTo>
                    <a:pt x="7170" y="2555"/>
                    <a:pt x="7185" y="2480"/>
                    <a:pt x="7229" y="2420"/>
                  </a:cubicBezTo>
                  <a:cubicBezTo>
                    <a:pt x="7244" y="2375"/>
                    <a:pt x="7259" y="2331"/>
                    <a:pt x="7274" y="2271"/>
                  </a:cubicBezTo>
                  <a:cubicBezTo>
                    <a:pt x="7289" y="2271"/>
                    <a:pt x="7289" y="2271"/>
                    <a:pt x="7304" y="2256"/>
                  </a:cubicBezTo>
                  <a:cubicBezTo>
                    <a:pt x="7304" y="2256"/>
                    <a:pt x="7304" y="2241"/>
                    <a:pt x="7304" y="2241"/>
                  </a:cubicBezTo>
                  <a:cubicBezTo>
                    <a:pt x="7334" y="2196"/>
                    <a:pt x="7379" y="2166"/>
                    <a:pt x="7409" y="2121"/>
                  </a:cubicBezTo>
                  <a:cubicBezTo>
                    <a:pt x="7423" y="2121"/>
                    <a:pt x="7438" y="2106"/>
                    <a:pt x="7453" y="2106"/>
                  </a:cubicBezTo>
                  <a:cubicBezTo>
                    <a:pt x="7468" y="2121"/>
                    <a:pt x="7498" y="2136"/>
                    <a:pt x="7528" y="2151"/>
                  </a:cubicBezTo>
                  <a:cubicBezTo>
                    <a:pt x="7528" y="2092"/>
                    <a:pt x="7453" y="2047"/>
                    <a:pt x="7528" y="1987"/>
                  </a:cubicBezTo>
                  <a:cubicBezTo>
                    <a:pt x="7558" y="1957"/>
                    <a:pt x="7543" y="1912"/>
                    <a:pt x="7513" y="1882"/>
                  </a:cubicBezTo>
                  <a:lnTo>
                    <a:pt x="7513" y="1882"/>
                  </a:lnTo>
                  <a:cubicBezTo>
                    <a:pt x="7529" y="1899"/>
                    <a:pt x="7541" y="1905"/>
                    <a:pt x="7550" y="1905"/>
                  </a:cubicBezTo>
                  <a:cubicBezTo>
                    <a:pt x="7574" y="1905"/>
                    <a:pt x="7577" y="1859"/>
                    <a:pt x="7588" y="1838"/>
                  </a:cubicBezTo>
                  <a:cubicBezTo>
                    <a:pt x="7633" y="1808"/>
                    <a:pt x="7722" y="1853"/>
                    <a:pt x="7722" y="1763"/>
                  </a:cubicBezTo>
                  <a:cubicBezTo>
                    <a:pt x="7752" y="1718"/>
                    <a:pt x="7677" y="1718"/>
                    <a:pt x="7692" y="1673"/>
                  </a:cubicBezTo>
                  <a:lnTo>
                    <a:pt x="7707" y="1673"/>
                  </a:lnTo>
                  <a:cubicBezTo>
                    <a:pt x="7722" y="1658"/>
                    <a:pt x="7737" y="1629"/>
                    <a:pt x="7737" y="1614"/>
                  </a:cubicBezTo>
                  <a:cubicBezTo>
                    <a:pt x="7737" y="1554"/>
                    <a:pt x="7722" y="1509"/>
                    <a:pt x="7797" y="1494"/>
                  </a:cubicBezTo>
                  <a:cubicBezTo>
                    <a:pt x="7857" y="1449"/>
                    <a:pt x="7916" y="1390"/>
                    <a:pt x="7931" y="1315"/>
                  </a:cubicBezTo>
                  <a:cubicBezTo>
                    <a:pt x="7946" y="1195"/>
                    <a:pt x="8036" y="1106"/>
                    <a:pt x="8036" y="971"/>
                  </a:cubicBezTo>
                  <a:cubicBezTo>
                    <a:pt x="7916" y="941"/>
                    <a:pt x="7797" y="912"/>
                    <a:pt x="7677" y="882"/>
                  </a:cubicBezTo>
                  <a:cubicBezTo>
                    <a:pt x="7670" y="874"/>
                    <a:pt x="7659" y="871"/>
                    <a:pt x="7648" y="871"/>
                  </a:cubicBezTo>
                  <a:cubicBezTo>
                    <a:pt x="7636" y="871"/>
                    <a:pt x="7625" y="874"/>
                    <a:pt x="7618" y="882"/>
                  </a:cubicBezTo>
                  <a:cubicBezTo>
                    <a:pt x="7528" y="822"/>
                    <a:pt x="7513" y="747"/>
                    <a:pt x="7498" y="658"/>
                  </a:cubicBezTo>
                  <a:cubicBezTo>
                    <a:pt x="7379" y="688"/>
                    <a:pt x="7334" y="747"/>
                    <a:pt x="7394" y="837"/>
                  </a:cubicBezTo>
                  <a:cubicBezTo>
                    <a:pt x="7274" y="837"/>
                    <a:pt x="7155" y="790"/>
                    <a:pt x="7025" y="790"/>
                  </a:cubicBezTo>
                  <a:cubicBezTo>
                    <a:pt x="7008" y="790"/>
                    <a:pt x="6992" y="790"/>
                    <a:pt x="6975" y="792"/>
                  </a:cubicBezTo>
                  <a:cubicBezTo>
                    <a:pt x="6964" y="804"/>
                    <a:pt x="6961" y="825"/>
                    <a:pt x="6968" y="833"/>
                  </a:cubicBezTo>
                  <a:lnTo>
                    <a:pt x="6968" y="833"/>
                  </a:lnTo>
                  <a:cubicBezTo>
                    <a:pt x="6940" y="819"/>
                    <a:pt x="6913" y="806"/>
                    <a:pt x="6886" y="792"/>
                  </a:cubicBezTo>
                  <a:cubicBezTo>
                    <a:pt x="6841" y="777"/>
                    <a:pt x="6796" y="747"/>
                    <a:pt x="6751" y="732"/>
                  </a:cubicBezTo>
                  <a:cubicBezTo>
                    <a:pt x="6751" y="717"/>
                    <a:pt x="6751" y="703"/>
                    <a:pt x="6751" y="673"/>
                  </a:cubicBezTo>
                  <a:lnTo>
                    <a:pt x="6766" y="673"/>
                  </a:lnTo>
                  <a:cubicBezTo>
                    <a:pt x="6758" y="655"/>
                    <a:pt x="6749" y="648"/>
                    <a:pt x="6737" y="648"/>
                  </a:cubicBezTo>
                  <a:cubicBezTo>
                    <a:pt x="6729" y="648"/>
                    <a:pt x="6719" y="652"/>
                    <a:pt x="6707" y="658"/>
                  </a:cubicBezTo>
                  <a:cubicBezTo>
                    <a:pt x="6666" y="642"/>
                    <a:pt x="6627" y="636"/>
                    <a:pt x="6589" y="636"/>
                  </a:cubicBezTo>
                  <a:cubicBezTo>
                    <a:pt x="6515" y="636"/>
                    <a:pt x="6443" y="656"/>
                    <a:pt x="6368" y="656"/>
                  </a:cubicBezTo>
                  <a:cubicBezTo>
                    <a:pt x="6337" y="656"/>
                    <a:pt x="6306" y="652"/>
                    <a:pt x="6273" y="643"/>
                  </a:cubicBezTo>
                  <a:cubicBezTo>
                    <a:pt x="6252" y="632"/>
                    <a:pt x="6231" y="622"/>
                    <a:pt x="6210" y="622"/>
                  </a:cubicBezTo>
                  <a:cubicBezTo>
                    <a:pt x="6201" y="622"/>
                    <a:pt x="6193" y="623"/>
                    <a:pt x="6184" y="628"/>
                  </a:cubicBezTo>
                  <a:cubicBezTo>
                    <a:pt x="6165" y="675"/>
                    <a:pt x="6135" y="698"/>
                    <a:pt x="6100" y="698"/>
                  </a:cubicBezTo>
                  <a:cubicBezTo>
                    <a:pt x="6079" y="698"/>
                    <a:pt x="6057" y="689"/>
                    <a:pt x="6034" y="673"/>
                  </a:cubicBezTo>
                  <a:cubicBezTo>
                    <a:pt x="6028" y="670"/>
                    <a:pt x="6022" y="668"/>
                    <a:pt x="6016" y="668"/>
                  </a:cubicBezTo>
                  <a:cubicBezTo>
                    <a:pt x="5992" y="668"/>
                    <a:pt x="5966" y="688"/>
                    <a:pt x="5930" y="688"/>
                  </a:cubicBezTo>
                  <a:cubicBezTo>
                    <a:pt x="5900" y="688"/>
                    <a:pt x="5885" y="673"/>
                    <a:pt x="5855" y="673"/>
                  </a:cubicBezTo>
                  <a:lnTo>
                    <a:pt x="5840" y="673"/>
                  </a:lnTo>
                  <a:cubicBezTo>
                    <a:pt x="5840" y="658"/>
                    <a:pt x="5840" y="658"/>
                    <a:pt x="5840" y="643"/>
                  </a:cubicBezTo>
                  <a:lnTo>
                    <a:pt x="5855" y="643"/>
                  </a:lnTo>
                  <a:cubicBezTo>
                    <a:pt x="5810" y="628"/>
                    <a:pt x="5781" y="613"/>
                    <a:pt x="5736" y="598"/>
                  </a:cubicBezTo>
                  <a:cubicBezTo>
                    <a:pt x="5691" y="688"/>
                    <a:pt x="5691" y="688"/>
                    <a:pt x="5512" y="688"/>
                  </a:cubicBezTo>
                  <a:cubicBezTo>
                    <a:pt x="5467" y="688"/>
                    <a:pt x="5407" y="658"/>
                    <a:pt x="5347" y="643"/>
                  </a:cubicBezTo>
                  <a:cubicBezTo>
                    <a:pt x="5273" y="628"/>
                    <a:pt x="5198" y="628"/>
                    <a:pt x="5123" y="613"/>
                  </a:cubicBezTo>
                  <a:cubicBezTo>
                    <a:pt x="5093" y="613"/>
                    <a:pt x="5079" y="613"/>
                    <a:pt x="5064" y="598"/>
                  </a:cubicBezTo>
                  <a:lnTo>
                    <a:pt x="5004" y="598"/>
                  </a:lnTo>
                  <a:cubicBezTo>
                    <a:pt x="5019" y="583"/>
                    <a:pt x="5019" y="568"/>
                    <a:pt x="5034" y="553"/>
                  </a:cubicBezTo>
                  <a:cubicBezTo>
                    <a:pt x="4989" y="553"/>
                    <a:pt x="4929" y="568"/>
                    <a:pt x="4884" y="568"/>
                  </a:cubicBezTo>
                  <a:cubicBezTo>
                    <a:pt x="4884" y="563"/>
                    <a:pt x="4876" y="563"/>
                    <a:pt x="4867" y="563"/>
                  </a:cubicBezTo>
                  <a:lnTo>
                    <a:pt x="4867" y="563"/>
                  </a:lnTo>
                  <a:cubicBezTo>
                    <a:pt x="4848" y="563"/>
                    <a:pt x="4825" y="563"/>
                    <a:pt x="4855" y="523"/>
                  </a:cubicBezTo>
                  <a:cubicBezTo>
                    <a:pt x="4879" y="499"/>
                    <a:pt x="4834" y="455"/>
                    <a:pt x="4793" y="455"/>
                  </a:cubicBezTo>
                  <a:cubicBezTo>
                    <a:pt x="4783" y="455"/>
                    <a:pt x="4773" y="458"/>
                    <a:pt x="4765" y="464"/>
                  </a:cubicBezTo>
                  <a:cubicBezTo>
                    <a:pt x="4735" y="493"/>
                    <a:pt x="4705" y="508"/>
                    <a:pt x="4675" y="538"/>
                  </a:cubicBezTo>
                  <a:cubicBezTo>
                    <a:pt x="4586" y="523"/>
                    <a:pt x="4511" y="493"/>
                    <a:pt x="4421" y="478"/>
                  </a:cubicBezTo>
                  <a:cubicBezTo>
                    <a:pt x="4377" y="464"/>
                    <a:pt x="4317" y="464"/>
                    <a:pt x="4272" y="449"/>
                  </a:cubicBezTo>
                  <a:cubicBezTo>
                    <a:pt x="4227" y="434"/>
                    <a:pt x="4167" y="434"/>
                    <a:pt x="4123" y="434"/>
                  </a:cubicBezTo>
                  <a:cubicBezTo>
                    <a:pt x="4078" y="421"/>
                    <a:pt x="4037" y="416"/>
                    <a:pt x="3997" y="416"/>
                  </a:cubicBezTo>
                  <a:cubicBezTo>
                    <a:pt x="3942" y="416"/>
                    <a:pt x="3891" y="425"/>
                    <a:pt x="3839" y="434"/>
                  </a:cubicBezTo>
                  <a:cubicBezTo>
                    <a:pt x="3821" y="438"/>
                    <a:pt x="3804" y="440"/>
                    <a:pt x="3787" y="440"/>
                  </a:cubicBezTo>
                  <a:cubicBezTo>
                    <a:pt x="3745" y="440"/>
                    <a:pt x="3706" y="429"/>
                    <a:pt x="3675" y="419"/>
                  </a:cubicBezTo>
                  <a:cubicBezTo>
                    <a:pt x="3660" y="404"/>
                    <a:pt x="3645" y="404"/>
                    <a:pt x="3615" y="404"/>
                  </a:cubicBezTo>
                  <a:lnTo>
                    <a:pt x="3376" y="404"/>
                  </a:lnTo>
                  <a:cubicBezTo>
                    <a:pt x="3361" y="404"/>
                    <a:pt x="3361" y="404"/>
                    <a:pt x="3346" y="419"/>
                  </a:cubicBezTo>
                  <a:lnTo>
                    <a:pt x="3122" y="419"/>
                  </a:lnTo>
                  <a:cubicBezTo>
                    <a:pt x="3073" y="389"/>
                    <a:pt x="3024" y="360"/>
                    <a:pt x="2971" y="360"/>
                  </a:cubicBezTo>
                  <a:cubicBezTo>
                    <a:pt x="2943" y="360"/>
                    <a:pt x="2914" y="368"/>
                    <a:pt x="2883" y="389"/>
                  </a:cubicBezTo>
                  <a:cubicBezTo>
                    <a:pt x="2876" y="396"/>
                    <a:pt x="2868" y="400"/>
                    <a:pt x="2859" y="400"/>
                  </a:cubicBezTo>
                  <a:cubicBezTo>
                    <a:pt x="2849" y="400"/>
                    <a:pt x="2838" y="396"/>
                    <a:pt x="2823" y="389"/>
                  </a:cubicBezTo>
                  <a:lnTo>
                    <a:pt x="2734" y="389"/>
                  </a:lnTo>
                  <a:cubicBezTo>
                    <a:pt x="2654" y="349"/>
                    <a:pt x="2574" y="342"/>
                    <a:pt x="2495" y="342"/>
                  </a:cubicBezTo>
                  <a:cubicBezTo>
                    <a:pt x="2455" y="342"/>
                    <a:pt x="2415" y="344"/>
                    <a:pt x="2375" y="344"/>
                  </a:cubicBezTo>
                  <a:cubicBezTo>
                    <a:pt x="2241" y="344"/>
                    <a:pt x="2106" y="329"/>
                    <a:pt x="1972" y="314"/>
                  </a:cubicBezTo>
                  <a:cubicBezTo>
                    <a:pt x="1942" y="299"/>
                    <a:pt x="1912" y="284"/>
                    <a:pt x="1882" y="284"/>
                  </a:cubicBezTo>
                  <a:cubicBezTo>
                    <a:pt x="1867" y="269"/>
                    <a:pt x="1837" y="269"/>
                    <a:pt x="1823" y="269"/>
                  </a:cubicBezTo>
                  <a:cubicBezTo>
                    <a:pt x="1793" y="269"/>
                    <a:pt x="1756" y="263"/>
                    <a:pt x="1722" y="263"/>
                  </a:cubicBezTo>
                  <a:cubicBezTo>
                    <a:pt x="1705" y="263"/>
                    <a:pt x="1688" y="264"/>
                    <a:pt x="1673" y="269"/>
                  </a:cubicBezTo>
                  <a:cubicBezTo>
                    <a:pt x="1643" y="284"/>
                    <a:pt x="1613" y="284"/>
                    <a:pt x="1584" y="299"/>
                  </a:cubicBezTo>
                  <a:cubicBezTo>
                    <a:pt x="1547" y="275"/>
                    <a:pt x="1520" y="250"/>
                    <a:pt x="1479" y="250"/>
                  </a:cubicBezTo>
                  <a:cubicBezTo>
                    <a:pt x="1470" y="250"/>
                    <a:pt x="1460" y="252"/>
                    <a:pt x="1449" y="254"/>
                  </a:cubicBezTo>
                  <a:lnTo>
                    <a:pt x="1404" y="254"/>
                  </a:lnTo>
                  <a:cubicBezTo>
                    <a:pt x="1330" y="254"/>
                    <a:pt x="1270" y="239"/>
                    <a:pt x="1195" y="239"/>
                  </a:cubicBezTo>
                  <a:cubicBezTo>
                    <a:pt x="1150" y="239"/>
                    <a:pt x="1136" y="195"/>
                    <a:pt x="1091" y="195"/>
                  </a:cubicBezTo>
                  <a:cubicBezTo>
                    <a:pt x="1076" y="195"/>
                    <a:pt x="1076" y="180"/>
                    <a:pt x="1061" y="180"/>
                  </a:cubicBezTo>
                  <a:cubicBezTo>
                    <a:pt x="1031" y="180"/>
                    <a:pt x="1001" y="180"/>
                    <a:pt x="986" y="165"/>
                  </a:cubicBezTo>
                  <a:cubicBezTo>
                    <a:pt x="941" y="135"/>
                    <a:pt x="897" y="150"/>
                    <a:pt x="867" y="105"/>
                  </a:cubicBezTo>
                  <a:cubicBezTo>
                    <a:pt x="852" y="105"/>
                    <a:pt x="852" y="105"/>
                    <a:pt x="837" y="90"/>
                  </a:cubicBezTo>
                  <a:lnTo>
                    <a:pt x="822" y="90"/>
                  </a:lnTo>
                  <a:cubicBezTo>
                    <a:pt x="792" y="90"/>
                    <a:pt x="762" y="105"/>
                    <a:pt x="732" y="105"/>
                  </a:cubicBezTo>
                  <a:lnTo>
                    <a:pt x="687" y="105"/>
                  </a:lnTo>
                  <a:cubicBezTo>
                    <a:pt x="678" y="102"/>
                    <a:pt x="668" y="101"/>
                    <a:pt x="657" y="101"/>
                  </a:cubicBezTo>
                  <a:cubicBezTo>
                    <a:pt x="628" y="101"/>
                    <a:pt x="595" y="109"/>
                    <a:pt x="561" y="109"/>
                  </a:cubicBezTo>
                  <a:cubicBezTo>
                    <a:pt x="548" y="109"/>
                    <a:pt x="536" y="108"/>
                    <a:pt x="523" y="105"/>
                  </a:cubicBezTo>
                  <a:cubicBezTo>
                    <a:pt x="493" y="90"/>
                    <a:pt x="478" y="75"/>
                    <a:pt x="463" y="60"/>
                  </a:cubicBezTo>
                  <a:cubicBezTo>
                    <a:pt x="463" y="45"/>
                    <a:pt x="463" y="45"/>
                    <a:pt x="448" y="45"/>
                  </a:cubicBezTo>
                  <a:cubicBezTo>
                    <a:pt x="419" y="30"/>
                    <a:pt x="389" y="15"/>
                    <a:pt x="359" y="1"/>
                  </a:cubicBezTo>
                  <a:cubicBezTo>
                    <a:pt x="353" y="31"/>
                    <a:pt x="342" y="39"/>
                    <a:pt x="329" y="39"/>
                  </a:cubicBezTo>
                  <a:cubicBezTo>
                    <a:pt x="314" y="39"/>
                    <a:pt x="296" y="28"/>
                    <a:pt x="281" y="28"/>
                  </a:cubicBezTo>
                  <a:cubicBezTo>
                    <a:pt x="277" y="28"/>
                    <a:pt x="273" y="29"/>
                    <a:pt x="269" y="30"/>
                  </a:cubicBezTo>
                  <a:cubicBezTo>
                    <a:pt x="239" y="68"/>
                    <a:pt x="206" y="79"/>
                    <a:pt x="170" y="79"/>
                  </a:cubicBezTo>
                  <a:cubicBezTo>
                    <a:pt x="135" y="79"/>
                    <a:pt x="97" y="68"/>
                    <a:pt x="60" y="60"/>
                  </a:cubicBezTo>
                  <a:cubicBezTo>
                    <a:pt x="45" y="30"/>
                    <a:pt x="45" y="15"/>
                    <a:pt x="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4"/>
          <p:cNvGrpSpPr/>
          <p:nvPr/>
        </p:nvGrpSpPr>
        <p:grpSpPr>
          <a:xfrm>
            <a:off x="-1011142" y="-1010700"/>
            <a:ext cx="10972054" cy="7726618"/>
            <a:chOff x="-1011142" y="-1010700"/>
            <a:chExt cx="10972054" cy="7726618"/>
          </a:xfrm>
        </p:grpSpPr>
        <p:grpSp>
          <p:nvGrpSpPr>
            <p:cNvPr id="143" name="Google Shape;143;p44"/>
            <p:cNvGrpSpPr/>
            <p:nvPr/>
          </p:nvGrpSpPr>
          <p:grpSpPr>
            <a:xfrm rot="4564129">
              <a:off x="8327565" y="2658426"/>
              <a:ext cx="1964060" cy="854923"/>
              <a:chOff x="521732" y="3858675"/>
              <a:chExt cx="1280076" cy="854902"/>
            </a:xfrm>
          </p:grpSpPr>
          <p:sp>
            <p:nvSpPr>
              <p:cNvPr id="144" name="Google Shape;144;p44"/>
              <p:cNvSpPr/>
              <p:nvPr/>
            </p:nvSpPr>
            <p:spPr>
              <a:xfrm>
                <a:off x="806637" y="4225743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45" name="Google Shape;145;p44"/>
              <p:cNvSpPr/>
              <p:nvPr/>
            </p:nvSpPr>
            <p:spPr>
              <a:xfrm>
                <a:off x="1355835" y="4224051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46" name="Google Shape;146;p44"/>
              <p:cNvSpPr/>
              <p:nvPr/>
            </p:nvSpPr>
            <p:spPr>
              <a:xfrm>
                <a:off x="1172154" y="4224051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47" name="Google Shape;147;p44"/>
              <p:cNvSpPr/>
              <p:nvPr/>
            </p:nvSpPr>
            <p:spPr>
              <a:xfrm>
                <a:off x="988165" y="4223897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48" name="Google Shape;148;p44"/>
              <p:cNvSpPr/>
              <p:nvPr/>
            </p:nvSpPr>
            <p:spPr>
              <a:xfrm>
                <a:off x="1075698" y="4333740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49" name="Google Shape;149;p44"/>
              <p:cNvSpPr/>
              <p:nvPr/>
            </p:nvSpPr>
            <p:spPr>
              <a:xfrm>
                <a:off x="1073698" y="3950057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0" name="Google Shape;150;p44"/>
              <p:cNvSpPr/>
              <p:nvPr/>
            </p:nvSpPr>
            <p:spPr>
              <a:xfrm>
                <a:off x="1077852" y="4515736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1" name="Google Shape;151;p44"/>
              <p:cNvSpPr/>
              <p:nvPr/>
            </p:nvSpPr>
            <p:spPr>
              <a:xfrm>
                <a:off x="1077852" y="4131438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2" name="Google Shape;152;p44"/>
              <p:cNvSpPr/>
              <p:nvPr/>
            </p:nvSpPr>
            <p:spPr>
              <a:xfrm>
                <a:off x="1532747" y="4230820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3" name="Google Shape;153;p44"/>
              <p:cNvSpPr/>
              <p:nvPr/>
            </p:nvSpPr>
            <p:spPr>
              <a:xfrm>
                <a:off x="1714275" y="4230358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4" name="Google Shape;154;p44"/>
              <p:cNvSpPr/>
              <p:nvPr/>
            </p:nvSpPr>
            <p:spPr>
              <a:xfrm>
                <a:off x="808945" y="3865598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5" name="Google Shape;155;p44"/>
              <p:cNvSpPr/>
              <p:nvPr/>
            </p:nvSpPr>
            <p:spPr>
              <a:xfrm>
                <a:off x="1176615" y="4423738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6" name="Google Shape;156;p44"/>
              <p:cNvSpPr/>
              <p:nvPr/>
            </p:nvSpPr>
            <p:spPr>
              <a:xfrm>
                <a:off x="988165" y="3863290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7" name="Google Shape;157;p44"/>
              <p:cNvSpPr/>
              <p:nvPr/>
            </p:nvSpPr>
            <p:spPr>
              <a:xfrm>
                <a:off x="1530594" y="4046978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8" name="Google Shape;158;p44"/>
              <p:cNvSpPr/>
              <p:nvPr/>
            </p:nvSpPr>
            <p:spPr>
              <a:xfrm>
                <a:off x="811253" y="4046824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59" name="Google Shape;159;p44"/>
              <p:cNvSpPr/>
              <p:nvPr/>
            </p:nvSpPr>
            <p:spPr>
              <a:xfrm>
                <a:off x="1445522" y="4329125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0" name="Google Shape;160;p44"/>
              <p:cNvSpPr/>
              <p:nvPr/>
            </p:nvSpPr>
            <p:spPr>
              <a:xfrm>
                <a:off x="1714429" y="3865444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1" name="Google Shape;161;p44"/>
              <p:cNvSpPr/>
              <p:nvPr/>
            </p:nvSpPr>
            <p:spPr>
              <a:xfrm>
                <a:off x="985857" y="4428507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2" name="Google Shape;162;p44"/>
              <p:cNvSpPr/>
              <p:nvPr/>
            </p:nvSpPr>
            <p:spPr>
              <a:xfrm>
                <a:off x="1710121" y="4046670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3" name="Google Shape;163;p44"/>
              <p:cNvSpPr/>
              <p:nvPr/>
            </p:nvSpPr>
            <p:spPr>
              <a:xfrm>
                <a:off x="627418" y="3858675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4" name="Google Shape;164;p44"/>
              <p:cNvSpPr/>
              <p:nvPr/>
            </p:nvSpPr>
            <p:spPr>
              <a:xfrm>
                <a:off x="900939" y="4513274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5" name="Google Shape;165;p44"/>
              <p:cNvSpPr/>
              <p:nvPr/>
            </p:nvSpPr>
            <p:spPr>
              <a:xfrm>
                <a:off x="1351220" y="4049440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6" name="Google Shape;166;p44"/>
              <p:cNvSpPr/>
              <p:nvPr/>
            </p:nvSpPr>
            <p:spPr>
              <a:xfrm>
                <a:off x="1622434" y="4328356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7" name="Google Shape;167;p44"/>
              <p:cNvSpPr/>
              <p:nvPr/>
            </p:nvSpPr>
            <p:spPr>
              <a:xfrm>
                <a:off x="898632" y="4134361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8" name="Google Shape;168;p44"/>
              <p:cNvSpPr/>
              <p:nvPr/>
            </p:nvSpPr>
            <p:spPr>
              <a:xfrm>
                <a:off x="1261687" y="4329740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69" name="Google Shape;169;p44"/>
              <p:cNvSpPr/>
              <p:nvPr/>
            </p:nvSpPr>
            <p:spPr>
              <a:xfrm>
                <a:off x="724027" y="4327433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0" name="Google Shape;170;p44"/>
              <p:cNvSpPr/>
              <p:nvPr/>
            </p:nvSpPr>
            <p:spPr>
              <a:xfrm>
                <a:off x="1535055" y="3865598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1" name="Google Shape;171;p44"/>
              <p:cNvSpPr/>
              <p:nvPr/>
            </p:nvSpPr>
            <p:spPr>
              <a:xfrm>
                <a:off x="1266302" y="4511275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2" name="Google Shape;172;p44"/>
              <p:cNvSpPr/>
              <p:nvPr/>
            </p:nvSpPr>
            <p:spPr>
              <a:xfrm>
                <a:off x="1441061" y="3956365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3" name="Google Shape;173;p44"/>
              <p:cNvSpPr/>
              <p:nvPr/>
            </p:nvSpPr>
            <p:spPr>
              <a:xfrm>
                <a:off x="813560" y="4419123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4" name="Google Shape;174;p44"/>
              <p:cNvSpPr/>
              <p:nvPr/>
            </p:nvSpPr>
            <p:spPr>
              <a:xfrm>
                <a:off x="1351220" y="3860983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5" name="Google Shape;175;p44"/>
              <p:cNvSpPr/>
              <p:nvPr/>
            </p:nvSpPr>
            <p:spPr>
              <a:xfrm>
                <a:off x="1353527" y="4421584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6" name="Google Shape;176;p44"/>
              <p:cNvSpPr/>
              <p:nvPr/>
            </p:nvSpPr>
            <p:spPr>
              <a:xfrm>
                <a:off x="898632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7" name="Google Shape;177;p44"/>
              <p:cNvSpPr/>
              <p:nvPr/>
            </p:nvSpPr>
            <p:spPr>
              <a:xfrm>
                <a:off x="1627049" y="3955134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8" name="Google Shape;178;p44"/>
              <p:cNvSpPr/>
              <p:nvPr/>
            </p:nvSpPr>
            <p:spPr>
              <a:xfrm>
                <a:off x="521732" y="4141130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79" name="Google Shape;179;p44"/>
              <p:cNvSpPr/>
              <p:nvPr/>
            </p:nvSpPr>
            <p:spPr>
              <a:xfrm>
                <a:off x="1443214" y="4138976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0" name="Google Shape;180;p44"/>
              <p:cNvSpPr/>
              <p:nvPr/>
            </p:nvSpPr>
            <p:spPr>
              <a:xfrm>
                <a:off x="1443214" y="4511275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1" name="Google Shape;181;p44"/>
              <p:cNvSpPr/>
              <p:nvPr/>
            </p:nvSpPr>
            <p:spPr>
              <a:xfrm>
                <a:off x="537885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2" name="Google Shape;182;p44"/>
              <p:cNvSpPr/>
              <p:nvPr/>
            </p:nvSpPr>
            <p:spPr>
              <a:xfrm>
                <a:off x="988165" y="404482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3" name="Google Shape;183;p44"/>
              <p:cNvSpPr/>
              <p:nvPr/>
            </p:nvSpPr>
            <p:spPr>
              <a:xfrm>
                <a:off x="714797" y="4508813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4" name="Google Shape;184;p44"/>
              <p:cNvSpPr/>
              <p:nvPr/>
            </p:nvSpPr>
            <p:spPr>
              <a:xfrm>
                <a:off x="1172154" y="4602965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5" name="Google Shape;185;p44"/>
              <p:cNvSpPr/>
              <p:nvPr/>
            </p:nvSpPr>
            <p:spPr>
              <a:xfrm>
                <a:off x="988165" y="4604965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6" name="Google Shape;186;p44"/>
              <p:cNvSpPr/>
              <p:nvPr/>
            </p:nvSpPr>
            <p:spPr>
              <a:xfrm>
                <a:off x="625572" y="4048363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7" name="Google Shape;187;p44"/>
              <p:cNvSpPr/>
              <p:nvPr/>
            </p:nvSpPr>
            <p:spPr>
              <a:xfrm>
                <a:off x="1268609" y="4154822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8" name="Google Shape;188;p44"/>
              <p:cNvSpPr/>
              <p:nvPr/>
            </p:nvSpPr>
            <p:spPr>
              <a:xfrm>
                <a:off x="751564" y="4148206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89" name="Google Shape;189;p44"/>
              <p:cNvSpPr/>
              <p:nvPr/>
            </p:nvSpPr>
            <p:spPr>
              <a:xfrm>
                <a:off x="811253" y="4600811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90" name="Google Shape;190;p44"/>
              <p:cNvSpPr/>
              <p:nvPr/>
            </p:nvSpPr>
            <p:spPr>
              <a:xfrm>
                <a:off x="680337" y="4433123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91" name="Google Shape;191;p44"/>
              <p:cNvSpPr/>
              <p:nvPr/>
            </p:nvSpPr>
            <p:spPr>
              <a:xfrm>
                <a:off x="776793" y="3966672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92" name="Google Shape;192;p44"/>
              <p:cNvSpPr/>
              <p:nvPr/>
            </p:nvSpPr>
            <p:spPr>
              <a:xfrm>
                <a:off x="1615512" y="4139283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93" name="Google Shape;193;p44"/>
              <p:cNvSpPr/>
              <p:nvPr/>
            </p:nvSpPr>
            <p:spPr>
              <a:xfrm>
                <a:off x="1525825" y="4694501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</p:grpSp>
        <p:grpSp>
          <p:nvGrpSpPr>
            <p:cNvPr id="194" name="Google Shape;194;p44"/>
            <p:cNvGrpSpPr/>
            <p:nvPr/>
          </p:nvGrpSpPr>
          <p:grpSpPr>
            <a:xfrm rot="-352941" flipH="1">
              <a:off x="-334175" y="-137322"/>
              <a:ext cx="1183090" cy="1499045"/>
              <a:chOff x="-575067" y="38652"/>
              <a:chExt cx="1093330" cy="1385441"/>
            </a:xfrm>
          </p:grpSpPr>
          <p:sp>
            <p:nvSpPr>
              <p:cNvPr id="195" name="Google Shape;195;p44"/>
              <p:cNvSpPr/>
              <p:nvPr/>
            </p:nvSpPr>
            <p:spPr>
              <a:xfrm>
                <a:off x="-575067" y="38652"/>
                <a:ext cx="1093330" cy="1385441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196" name="Google Shape;196;p44"/>
              <p:cNvSpPr/>
              <p:nvPr/>
            </p:nvSpPr>
            <p:spPr>
              <a:xfrm>
                <a:off x="-511482" y="121157"/>
                <a:ext cx="926146" cy="1177942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</p:grpSp>
        <p:sp>
          <p:nvSpPr>
            <p:cNvPr id="197" name="Google Shape;197;p44"/>
            <p:cNvSpPr/>
            <p:nvPr/>
          </p:nvSpPr>
          <p:spPr>
            <a:xfrm rot="-8832975">
              <a:off x="8006742" y="3993747"/>
              <a:ext cx="1117752" cy="2160582"/>
            </a:xfrm>
            <a:custGeom>
              <a:avLst/>
              <a:gdLst/>
              <a:ahLst/>
              <a:cxnLst/>
              <a:rect l="l" t="t" r="r" b="b"/>
              <a:pathLst>
                <a:path w="3601" h="6961" extrusionOk="0">
                  <a:moveTo>
                    <a:pt x="1912" y="2300"/>
                  </a:moveTo>
                  <a:cubicBezTo>
                    <a:pt x="1957" y="2330"/>
                    <a:pt x="2002" y="2330"/>
                    <a:pt x="2047" y="2330"/>
                  </a:cubicBezTo>
                  <a:cubicBezTo>
                    <a:pt x="2144" y="2338"/>
                    <a:pt x="2241" y="2341"/>
                    <a:pt x="2338" y="2341"/>
                  </a:cubicBezTo>
                  <a:cubicBezTo>
                    <a:pt x="2435" y="2341"/>
                    <a:pt x="2532" y="2338"/>
                    <a:pt x="2629" y="2330"/>
                  </a:cubicBezTo>
                  <a:cubicBezTo>
                    <a:pt x="2689" y="2330"/>
                    <a:pt x="2734" y="2330"/>
                    <a:pt x="2779" y="2300"/>
                  </a:cubicBezTo>
                  <a:lnTo>
                    <a:pt x="2779" y="2300"/>
                  </a:lnTo>
                  <a:cubicBezTo>
                    <a:pt x="2704" y="2405"/>
                    <a:pt x="2719" y="2539"/>
                    <a:pt x="2704" y="2659"/>
                  </a:cubicBezTo>
                  <a:cubicBezTo>
                    <a:pt x="2674" y="2823"/>
                    <a:pt x="2704" y="3002"/>
                    <a:pt x="2540" y="3092"/>
                  </a:cubicBezTo>
                  <a:cubicBezTo>
                    <a:pt x="2525" y="3077"/>
                    <a:pt x="2510" y="3077"/>
                    <a:pt x="2495" y="3077"/>
                  </a:cubicBezTo>
                  <a:cubicBezTo>
                    <a:pt x="2316" y="3047"/>
                    <a:pt x="2121" y="3062"/>
                    <a:pt x="1927" y="3047"/>
                  </a:cubicBezTo>
                  <a:cubicBezTo>
                    <a:pt x="1912" y="3032"/>
                    <a:pt x="1897" y="3017"/>
                    <a:pt x="1868" y="3002"/>
                  </a:cubicBezTo>
                  <a:cubicBezTo>
                    <a:pt x="1868" y="2868"/>
                    <a:pt x="1853" y="2748"/>
                    <a:pt x="1853" y="2614"/>
                  </a:cubicBezTo>
                  <a:cubicBezTo>
                    <a:pt x="1853" y="2599"/>
                    <a:pt x="1853" y="2599"/>
                    <a:pt x="1853" y="2584"/>
                  </a:cubicBezTo>
                  <a:cubicBezTo>
                    <a:pt x="1853" y="2509"/>
                    <a:pt x="1853" y="2420"/>
                    <a:pt x="1853" y="2330"/>
                  </a:cubicBezTo>
                  <a:cubicBezTo>
                    <a:pt x="1853" y="2330"/>
                    <a:pt x="1868" y="2330"/>
                    <a:pt x="1882" y="2315"/>
                  </a:cubicBezTo>
                  <a:lnTo>
                    <a:pt x="1912" y="2300"/>
                  </a:lnTo>
                  <a:close/>
                  <a:moveTo>
                    <a:pt x="1285" y="2326"/>
                  </a:moveTo>
                  <a:cubicBezTo>
                    <a:pt x="1390" y="2326"/>
                    <a:pt x="1494" y="2330"/>
                    <a:pt x="1599" y="2330"/>
                  </a:cubicBezTo>
                  <a:lnTo>
                    <a:pt x="1629" y="2330"/>
                  </a:lnTo>
                  <a:lnTo>
                    <a:pt x="1629" y="3077"/>
                  </a:lnTo>
                  <a:lnTo>
                    <a:pt x="1614" y="3077"/>
                  </a:lnTo>
                  <a:cubicBezTo>
                    <a:pt x="1569" y="3077"/>
                    <a:pt x="1524" y="3092"/>
                    <a:pt x="1479" y="3092"/>
                  </a:cubicBezTo>
                  <a:cubicBezTo>
                    <a:pt x="1390" y="3122"/>
                    <a:pt x="1300" y="3107"/>
                    <a:pt x="1195" y="3122"/>
                  </a:cubicBezTo>
                  <a:cubicBezTo>
                    <a:pt x="1195" y="3137"/>
                    <a:pt x="1180" y="3137"/>
                    <a:pt x="1180" y="3137"/>
                  </a:cubicBezTo>
                  <a:cubicBezTo>
                    <a:pt x="1168" y="3138"/>
                    <a:pt x="1156" y="3138"/>
                    <a:pt x="1145" y="3138"/>
                  </a:cubicBezTo>
                  <a:cubicBezTo>
                    <a:pt x="1024" y="3138"/>
                    <a:pt x="986" y="3067"/>
                    <a:pt x="986" y="2957"/>
                  </a:cubicBezTo>
                  <a:cubicBezTo>
                    <a:pt x="971" y="2748"/>
                    <a:pt x="971" y="2554"/>
                    <a:pt x="956" y="2345"/>
                  </a:cubicBezTo>
                  <a:lnTo>
                    <a:pt x="971" y="2345"/>
                  </a:lnTo>
                  <a:cubicBezTo>
                    <a:pt x="1076" y="2330"/>
                    <a:pt x="1180" y="2326"/>
                    <a:pt x="1285" y="2326"/>
                  </a:cubicBezTo>
                  <a:close/>
                  <a:moveTo>
                    <a:pt x="1001" y="3271"/>
                  </a:moveTo>
                  <a:cubicBezTo>
                    <a:pt x="1016" y="3286"/>
                    <a:pt x="1031" y="3316"/>
                    <a:pt x="1031" y="3331"/>
                  </a:cubicBezTo>
                  <a:cubicBezTo>
                    <a:pt x="1121" y="3346"/>
                    <a:pt x="1210" y="3353"/>
                    <a:pt x="1302" y="3353"/>
                  </a:cubicBezTo>
                  <a:cubicBezTo>
                    <a:pt x="1393" y="3353"/>
                    <a:pt x="1487" y="3346"/>
                    <a:pt x="1584" y="3331"/>
                  </a:cubicBezTo>
                  <a:cubicBezTo>
                    <a:pt x="1584" y="3331"/>
                    <a:pt x="1599" y="3331"/>
                    <a:pt x="1599" y="3316"/>
                  </a:cubicBezTo>
                  <a:lnTo>
                    <a:pt x="1599" y="3316"/>
                  </a:lnTo>
                  <a:cubicBezTo>
                    <a:pt x="1599" y="3555"/>
                    <a:pt x="1643" y="3794"/>
                    <a:pt x="1509" y="4018"/>
                  </a:cubicBezTo>
                  <a:lnTo>
                    <a:pt x="1434" y="4018"/>
                  </a:lnTo>
                  <a:cubicBezTo>
                    <a:pt x="1390" y="4003"/>
                    <a:pt x="1345" y="3995"/>
                    <a:pt x="1298" y="3995"/>
                  </a:cubicBezTo>
                  <a:cubicBezTo>
                    <a:pt x="1251" y="3995"/>
                    <a:pt x="1203" y="4003"/>
                    <a:pt x="1151" y="4018"/>
                  </a:cubicBezTo>
                  <a:cubicBezTo>
                    <a:pt x="1121" y="4003"/>
                    <a:pt x="1091" y="4003"/>
                    <a:pt x="1061" y="4003"/>
                  </a:cubicBezTo>
                  <a:lnTo>
                    <a:pt x="1016" y="4003"/>
                  </a:lnTo>
                  <a:cubicBezTo>
                    <a:pt x="1001" y="4003"/>
                    <a:pt x="1001" y="4003"/>
                    <a:pt x="1001" y="3988"/>
                  </a:cubicBezTo>
                  <a:cubicBezTo>
                    <a:pt x="1031" y="3958"/>
                    <a:pt x="1046" y="3928"/>
                    <a:pt x="1046" y="3883"/>
                  </a:cubicBezTo>
                  <a:cubicBezTo>
                    <a:pt x="1031" y="3749"/>
                    <a:pt x="1061" y="3600"/>
                    <a:pt x="1016" y="3465"/>
                  </a:cubicBezTo>
                  <a:cubicBezTo>
                    <a:pt x="1016" y="3450"/>
                    <a:pt x="1001" y="3435"/>
                    <a:pt x="986" y="3435"/>
                  </a:cubicBezTo>
                  <a:cubicBezTo>
                    <a:pt x="986" y="3390"/>
                    <a:pt x="986" y="3361"/>
                    <a:pt x="986" y="3316"/>
                  </a:cubicBezTo>
                  <a:cubicBezTo>
                    <a:pt x="1001" y="3301"/>
                    <a:pt x="1001" y="3286"/>
                    <a:pt x="1001" y="3271"/>
                  </a:cubicBezTo>
                  <a:close/>
                  <a:moveTo>
                    <a:pt x="2704" y="3346"/>
                  </a:moveTo>
                  <a:cubicBezTo>
                    <a:pt x="2614" y="3570"/>
                    <a:pt x="2629" y="3779"/>
                    <a:pt x="2674" y="4003"/>
                  </a:cubicBezTo>
                  <a:lnTo>
                    <a:pt x="2689" y="4018"/>
                  </a:lnTo>
                  <a:lnTo>
                    <a:pt x="2002" y="4018"/>
                  </a:lnTo>
                  <a:cubicBezTo>
                    <a:pt x="1957" y="4003"/>
                    <a:pt x="1897" y="3988"/>
                    <a:pt x="1853" y="3973"/>
                  </a:cubicBezTo>
                  <a:lnTo>
                    <a:pt x="1853" y="3973"/>
                  </a:lnTo>
                  <a:lnTo>
                    <a:pt x="1897" y="4003"/>
                  </a:lnTo>
                  <a:cubicBezTo>
                    <a:pt x="1882" y="4003"/>
                    <a:pt x="1853" y="4003"/>
                    <a:pt x="1853" y="3973"/>
                  </a:cubicBezTo>
                  <a:lnTo>
                    <a:pt x="1853" y="3973"/>
                  </a:lnTo>
                  <a:cubicBezTo>
                    <a:pt x="1853" y="3973"/>
                    <a:pt x="1853" y="3973"/>
                    <a:pt x="1853" y="3973"/>
                  </a:cubicBezTo>
                  <a:cubicBezTo>
                    <a:pt x="1853" y="3958"/>
                    <a:pt x="1853" y="3958"/>
                    <a:pt x="1838" y="3943"/>
                  </a:cubicBezTo>
                  <a:lnTo>
                    <a:pt x="1778" y="3973"/>
                  </a:lnTo>
                  <a:cubicBezTo>
                    <a:pt x="1789" y="3951"/>
                    <a:pt x="1808" y="3937"/>
                    <a:pt x="1823" y="3937"/>
                  </a:cubicBezTo>
                  <a:cubicBezTo>
                    <a:pt x="1829" y="3937"/>
                    <a:pt x="1834" y="3939"/>
                    <a:pt x="1838" y="3943"/>
                  </a:cubicBezTo>
                  <a:cubicBezTo>
                    <a:pt x="1853" y="3794"/>
                    <a:pt x="1853" y="3629"/>
                    <a:pt x="1868" y="3465"/>
                  </a:cubicBezTo>
                  <a:cubicBezTo>
                    <a:pt x="1853" y="3435"/>
                    <a:pt x="1868" y="3390"/>
                    <a:pt x="1853" y="3361"/>
                  </a:cubicBezTo>
                  <a:cubicBezTo>
                    <a:pt x="1868" y="3353"/>
                    <a:pt x="1882" y="3349"/>
                    <a:pt x="1896" y="3349"/>
                  </a:cubicBezTo>
                  <a:cubicBezTo>
                    <a:pt x="1909" y="3349"/>
                    <a:pt x="1920" y="3353"/>
                    <a:pt x="1927" y="3361"/>
                  </a:cubicBezTo>
                  <a:cubicBezTo>
                    <a:pt x="2054" y="3353"/>
                    <a:pt x="2181" y="3353"/>
                    <a:pt x="2308" y="3353"/>
                  </a:cubicBezTo>
                  <a:cubicBezTo>
                    <a:pt x="2435" y="3353"/>
                    <a:pt x="2562" y="3353"/>
                    <a:pt x="2689" y="3346"/>
                  </a:cubicBezTo>
                  <a:close/>
                  <a:moveTo>
                    <a:pt x="2674" y="4182"/>
                  </a:moveTo>
                  <a:cubicBezTo>
                    <a:pt x="2674" y="4197"/>
                    <a:pt x="2689" y="4197"/>
                    <a:pt x="2689" y="4197"/>
                  </a:cubicBezTo>
                  <a:cubicBezTo>
                    <a:pt x="2689" y="4391"/>
                    <a:pt x="2689" y="4585"/>
                    <a:pt x="2689" y="4780"/>
                  </a:cubicBezTo>
                  <a:cubicBezTo>
                    <a:pt x="2689" y="4794"/>
                    <a:pt x="2674" y="4809"/>
                    <a:pt x="2659" y="4824"/>
                  </a:cubicBezTo>
                  <a:lnTo>
                    <a:pt x="2629" y="4824"/>
                  </a:lnTo>
                  <a:cubicBezTo>
                    <a:pt x="2614" y="4839"/>
                    <a:pt x="2599" y="4839"/>
                    <a:pt x="2584" y="4839"/>
                  </a:cubicBezTo>
                  <a:lnTo>
                    <a:pt x="2570" y="4854"/>
                  </a:lnTo>
                  <a:cubicBezTo>
                    <a:pt x="2486" y="4816"/>
                    <a:pt x="2400" y="4805"/>
                    <a:pt x="2313" y="4805"/>
                  </a:cubicBezTo>
                  <a:cubicBezTo>
                    <a:pt x="2196" y="4805"/>
                    <a:pt x="2077" y="4824"/>
                    <a:pt x="1957" y="4824"/>
                  </a:cubicBezTo>
                  <a:cubicBezTo>
                    <a:pt x="1942" y="4839"/>
                    <a:pt x="1927" y="4839"/>
                    <a:pt x="1912" y="4839"/>
                  </a:cubicBezTo>
                  <a:lnTo>
                    <a:pt x="1882" y="4197"/>
                  </a:lnTo>
                  <a:cubicBezTo>
                    <a:pt x="2121" y="4197"/>
                    <a:pt x="2360" y="4182"/>
                    <a:pt x="2584" y="4182"/>
                  </a:cubicBezTo>
                  <a:close/>
                  <a:moveTo>
                    <a:pt x="1599" y="4182"/>
                  </a:moveTo>
                  <a:lnTo>
                    <a:pt x="1614" y="4197"/>
                  </a:lnTo>
                  <a:cubicBezTo>
                    <a:pt x="1599" y="4212"/>
                    <a:pt x="1599" y="4212"/>
                    <a:pt x="1584" y="4227"/>
                  </a:cubicBezTo>
                  <a:cubicBezTo>
                    <a:pt x="1599" y="4421"/>
                    <a:pt x="1539" y="4630"/>
                    <a:pt x="1614" y="4839"/>
                  </a:cubicBezTo>
                  <a:cubicBezTo>
                    <a:pt x="1569" y="4824"/>
                    <a:pt x="1524" y="4824"/>
                    <a:pt x="1479" y="4824"/>
                  </a:cubicBezTo>
                  <a:cubicBezTo>
                    <a:pt x="1449" y="4824"/>
                    <a:pt x="1419" y="4823"/>
                    <a:pt x="1390" y="4823"/>
                  </a:cubicBezTo>
                  <a:cubicBezTo>
                    <a:pt x="1316" y="4823"/>
                    <a:pt x="1245" y="4831"/>
                    <a:pt x="1180" y="4884"/>
                  </a:cubicBezTo>
                  <a:lnTo>
                    <a:pt x="1151" y="4884"/>
                  </a:lnTo>
                  <a:cubicBezTo>
                    <a:pt x="1106" y="4884"/>
                    <a:pt x="1061" y="4869"/>
                    <a:pt x="1016" y="4854"/>
                  </a:cubicBezTo>
                  <a:cubicBezTo>
                    <a:pt x="1016" y="4765"/>
                    <a:pt x="1001" y="4660"/>
                    <a:pt x="986" y="4555"/>
                  </a:cubicBezTo>
                  <a:cubicBezTo>
                    <a:pt x="956" y="4526"/>
                    <a:pt x="971" y="4496"/>
                    <a:pt x="986" y="4481"/>
                  </a:cubicBezTo>
                  <a:lnTo>
                    <a:pt x="986" y="4555"/>
                  </a:lnTo>
                  <a:cubicBezTo>
                    <a:pt x="986" y="4541"/>
                    <a:pt x="1001" y="4511"/>
                    <a:pt x="1001" y="4481"/>
                  </a:cubicBezTo>
                  <a:lnTo>
                    <a:pt x="1001" y="4391"/>
                  </a:lnTo>
                  <a:lnTo>
                    <a:pt x="1001" y="4361"/>
                  </a:lnTo>
                  <a:cubicBezTo>
                    <a:pt x="1001" y="4317"/>
                    <a:pt x="1001" y="4257"/>
                    <a:pt x="986" y="4212"/>
                  </a:cubicBezTo>
                  <a:cubicBezTo>
                    <a:pt x="1001" y="4197"/>
                    <a:pt x="1001" y="4197"/>
                    <a:pt x="1001" y="4197"/>
                  </a:cubicBezTo>
                  <a:lnTo>
                    <a:pt x="1121" y="4197"/>
                  </a:lnTo>
                  <a:cubicBezTo>
                    <a:pt x="1147" y="4206"/>
                    <a:pt x="1168" y="4214"/>
                    <a:pt x="1186" y="4214"/>
                  </a:cubicBezTo>
                  <a:cubicBezTo>
                    <a:pt x="1200" y="4214"/>
                    <a:pt x="1213" y="4210"/>
                    <a:pt x="1225" y="4197"/>
                  </a:cubicBezTo>
                  <a:cubicBezTo>
                    <a:pt x="1360" y="4197"/>
                    <a:pt x="1479" y="4197"/>
                    <a:pt x="1599" y="4182"/>
                  </a:cubicBezTo>
                  <a:close/>
                  <a:moveTo>
                    <a:pt x="2062" y="6348"/>
                  </a:moveTo>
                  <a:cubicBezTo>
                    <a:pt x="2047" y="6348"/>
                    <a:pt x="2036" y="6352"/>
                    <a:pt x="2024" y="6355"/>
                  </a:cubicBezTo>
                  <a:lnTo>
                    <a:pt x="2024" y="6355"/>
                  </a:lnTo>
                  <a:lnTo>
                    <a:pt x="2062" y="6348"/>
                  </a:lnTo>
                  <a:close/>
                  <a:moveTo>
                    <a:pt x="2024" y="6355"/>
                  </a:moveTo>
                  <a:lnTo>
                    <a:pt x="1987" y="6363"/>
                  </a:lnTo>
                  <a:cubicBezTo>
                    <a:pt x="2002" y="6363"/>
                    <a:pt x="2013" y="6359"/>
                    <a:pt x="2024" y="6355"/>
                  </a:cubicBezTo>
                  <a:close/>
                  <a:moveTo>
                    <a:pt x="792" y="0"/>
                  </a:moveTo>
                  <a:cubicBezTo>
                    <a:pt x="732" y="269"/>
                    <a:pt x="703" y="523"/>
                    <a:pt x="688" y="792"/>
                  </a:cubicBezTo>
                  <a:cubicBezTo>
                    <a:pt x="673" y="1225"/>
                    <a:pt x="658" y="1673"/>
                    <a:pt x="643" y="2106"/>
                  </a:cubicBezTo>
                  <a:cubicBezTo>
                    <a:pt x="523" y="2106"/>
                    <a:pt x="419" y="2106"/>
                    <a:pt x="299" y="2091"/>
                  </a:cubicBezTo>
                  <a:cubicBezTo>
                    <a:pt x="282" y="2074"/>
                    <a:pt x="254" y="2066"/>
                    <a:pt x="225" y="2066"/>
                  </a:cubicBezTo>
                  <a:cubicBezTo>
                    <a:pt x="205" y="2066"/>
                    <a:pt x="183" y="2070"/>
                    <a:pt x="165" y="2076"/>
                  </a:cubicBezTo>
                  <a:cubicBezTo>
                    <a:pt x="135" y="2091"/>
                    <a:pt x="105" y="2106"/>
                    <a:pt x="90" y="2136"/>
                  </a:cubicBezTo>
                  <a:lnTo>
                    <a:pt x="30" y="2136"/>
                  </a:lnTo>
                  <a:cubicBezTo>
                    <a:pt x="16" y="2151"/>
                    <a:pt x="16" y="2166"/>
                    <a:pt x="16" y="2181"/>
                  </a:cubicBezTo>
                  <a:cubicBezTo>
                    <a:pt x="16" y="2196"/>
                    <a:pt x="1" y="2225"/>
                    <a:pt x="1" y="2240"/>
                  </a:cubicBezTo>
                  <a:cubicBezTo>
                    <a:pt x="1" y="2255"/>
                    <a:pt x="1" y="2255"/>
                    <a:pt x="1" y="2270"/>
                  </a:cubicBezTo>
                  <a:cubicBezTo>
                    <a:pt x="105" y="2270"/>
                    <a:pt x="210" y="2270"/>
                    <a:pt x="314" y="2285"/>
                  </a:cubicBezTo>
                  <a:cubicBezTo>
                    <a:pt x="344" y="2270"/>
                    <a:pt x="374" y="2270"/>
                    <a:pt x="404" y="2270"/>
                  </a:cubicBezTo>
                  <a:cubicBezTo>
                    <a:pt x="479" y="2270"/>
                    <a:pt x="553" y="2285"/>
                    <a:pt x="628" y="2300"/>
                  </a:cubicBezTo>
                  <a:cubicBezTo>
                    <a:pt x="658" y="2330"/>
                    <a:pt x="658" y="2390"/>
                    <a:pt x="658" y="2464"/>
                  </a:cubicBezTo>
                  <a:cubicBezTo>
                    <a:pt x="643" y="2599"/>
                    <a:pt x="643" y="2748"/>
                    <a:pt x="628" y="2883"/>
                  </a:cubicBezTo>
                  <a:cubicBezTo>
                    <a:pt x="628" y="2972"/>
                    <a:pt x="613" y="3062"/>
                    <a:pt x="598" y="3152"/>
                  </a:cubicBezTo>
                  <a:lnTo>
                    <a:pt x="269" y="3166"/>
                  </a:lnTo>
                  <a:cubicBezTo>
                    <a:pt x="254" y="3166"/>
                    <a:pt x="254" y="3166"/>
                    <a:pt x="240" y="3152"/>
                  </a:cubicBezTo>
                  <a:cubicBezTo>
                    <a:pt x="195" y="3181"/>
                    <a:pt x="150" y="3211"/>
                    <a:pt x="120" y="3241"/>
                  </a:cubicBezTo>
                  <a:cubicBezTo>
                    <a:pt x="165" y="3241"/>
                    <a:pt x="210" y="3256"/>
                    <a:pt x="254" y="3271"/>
                  </a:cubicBezTo>
                  <a:lnTo>
                    <a:pt x="434" y="3271"/>
                  </a:lnTo>
                  <a:cubicBezTo>
                    <a:pt x="459" y="3284"/>
                    <a:pt x="484" y="3288"/>
                    <a:pt x="509" y="3288"/>
                  </a:cubicBezTo>
                  <a:cubicBezTo>
                    <a:pt x="544" y="3288"/>
                    <a:pt x="578" y="3280"/>
                    <a:pt x="613" y="3271"/>
                  </a:cubicBezTo>
                  <a:lnTo>
                    <a:pt x="613" y="3286"/>
                  </a:lnTo>
                  <a:cubicBezTo>
                    <a:pt x="613" y="3286"/>
                    <a:pt x="628" y="3286"/>
                    <a:pt x="628" y="3301"/>
                  </a:cubicBezTo>
                  <a:cubicBezTo>
                    <a:pt x="583" y="3435"/>
                    <a:pt x="658" y="3570"/>
                    <a:pt x="613" y="3704"/>
                  </a:cubicBezTo>
                  <a:cubicBezTo>
                    <a:pt x="598" y="3809"/>
                    <a:pt x="717" y="3958"/>
                    <a:pt x="538" y="4003"/>
                  </a:cubicBezTo>
                  <a:cubicBezTo>
                    <a:pt x="523" y="4003"/>
                    <a:pt x="523" y="4003"/>
                    <a:pt x="508" y="4018"/>
                  </a:cubicBezTo>
                  <a:cubicBezTo>
                    <a:pt x="471" y="4033"/>
                    <a:pt x="434" y="4036"/>
                    <a:pt x="394" y="4036"/>
                  </a:cubicBezTo>
                  <a:cubicBezTo>
                    <a:pt x="355" y="4036"/>
                    <a:pt x="314" y="4033"/>
                    <a:pt x="269" y="4033"/>
                  </a:cubicBezTo>
                  <a:cubicBezTo>
                    <a:pt x="210" y="4033"/>
                    <a:pt x="150" y="4033"/>
                    <a:pt x="105" y="4048"/>
                  </a:cubicBezTo>
                  <a:cubicBezTo>
                    <a:pt x="45" y="4167"/>
                    <a:pt x="180" y="4107"/>
                    <a:pt x="195" y="4152"/>
                  </a:cubicBezTo>
                  <a:lnTo>
                    <a:pt x="449" y="4182"/>
                  </a:lnTo>
                  <a:cubicBezTo>
                    <a:pt x="471" y="4197"/>
                    <a:pt x="493" y="4201"/>
                    <a:pt x="518" y="4201"/>
                  </a:cubicBezTo>
                  <a:cubicBezTo>
                    <a:pt x="542" y="4201"/>
                    <a:pt x="568" y="4197"/>
                    <a:pt x="598" y="4197"/>
                  </a:cubicBezTo>
                  <a:lnTo>
                    <a:pt x="613" y="4197"/>
                  </a:lnTo>
                  <a:cubicBezTo>
                    <a:pt x="613" y="4212"/>
                    <a:pt x="613" y="4212"/>
                    <a:pt x="613" y="4227"/>
                  </a:cubicBezTo>
                  <a:cubicBezTo>
                    <a:pt x="613" y="4257"/>
                    <a:pt x="628" y="4302"/>
                    <a:pt x="628" y="4331"/>
                  </a:cubicBezTo>
                  <a:cubicBezTo>
                    <a:pt x="628" y="4511"/>
                    <a:pt x="628" y="4690"/>
                    <a:pt x="643" y="4854"/>
                  </a:cubicBezTo>
                  <a:cubicBezTo>
                    <a:pt x="613" y="4869"/>
                    <a:pt x="583" y="4869"/>
                    <a:pt x="553" y="4869"/>
                  </a:cubicBezTo>
                  <a:cubicBezTo>
                    <a:pt x="523" y="4879"/>
                    <a:pt x="493" y="4882"/>
                    <a:pt x="464" y="4882"/>
                  </a:cubicBezTo>
                  <a:cubicBezTo>
                    <a:pt x="404" y="4882"/>
                    <a:pt x="344" y="4869"/>
                    <a:pt x="284" y="4869"/>
                  </a:cubicBezTo>
                  <a:lnTo>
                    <a:pt x="269" y="4869"/>
                  </a:lnTo>
                  <a:cubicBezTo>
                    <a:pt x="225" y="4899"/>
                    <a:pt x="195" y="4914"/>
                    <a:pt x="165" y="4929"/>
                  </a:cubicBezTo>
                  <a:cubicBezTo>
                    <a:pt x="165" y="4944"/>
                    <a:pt x="180" y="4944"/>
                    <a:pt x="180" y="4959"/>
                  </a:cubicBezTo>
                  <a:lnTo>
                    <a:pt x="210" y="5048"/>
                  </a:lnTo>
                  <a:lnTo>
                    <a:pt x="195" y="5048"/>
                  </a:lnTo>
                  <a:cubicBezTo>
                    <a:pt x="195" y="5063"/>
                    <a:pt x="210" y="5063"/>
                    <a:pt x="210" y="5078"/>
                  </a:cubicBezTo>
                  <a:lnTo>
                    <a:pt x="568" y="5078"/>
                  </a:lnTo>
                  <a:cubicBezTo>
                    <a:pt x="598" y="5213"/>
                    <a:pt x="643" y="5332"/>
                    <a:pt x="643" y="5467"/>
                  </a:cubicBezTo>
                  <a:cubicBezTo>
                    <a:pt x="643" y="5601"/>
                    <a:pt x="583" y="5735"/>
                    <a:pt x="598" y="5870"/>
                  </a:cubicBezTo>
                  <a:cubicBezTo>
                    <a:pt x="643" y="6198"/>
                    <a:pt x="703" y="6527"/>
                    <a:pt x="747" y="6856"/>
                  </a:cubicBezTo>
                  <a:cubicBezTo>
                    <a:pt x="772" y="6868"/>
                    <a:pt x="776" y="6890"/>
                    <a:pt x="801" y="6890"/>
                  </a:cubicBezTo>
                  <a:cubicBezTo>
                    <a:pt x="807" y="6890"/>
                    <a:pt x="813" y="6888"/>
                    <a:pt x="822" y="6885"/>
                  </a:cubicBezTo>
                  <a:cubicBezTo>
                    <a:pt x="852" y="6632"/>
                    <a:pt x="882" y="6378"/>
                    <a:pt x="927" y="6124"/>
                  </a:cubicBezTo>
                  <a:cubicBezTo>
                    <a:pt x="942" y="6094"/>
                    <a:pt x="942" y="6064"/>
                    <a:pt x="956" y="6034"/>
                  </a:cubicBezTo>
                  <a:cubicBezTo>
                    <a:pt x="971" y="5840"/>
                    <a:pt x="986" y="5646"/>
                    <a:pt x="1001" y="5452"/>
                  </a:cubicBezTo>
                  <a:cubicBezTo>
                    <a:pt x="1016" y="5332"/>
                    <a:pt x="1001" y="5213"/>
                    <a:pt x="1001" y="5093"/>
                  </a:cubicBezTo>
                  <a:cubicBezTo>
                    <a:pt x="1001" y="5093"/>
                    <a:pt x="1016" y="5093"/>
                    <a:pt x="1016" y="5078"/>
                  </a:cubicBezTo>
                  <a:cubicBezTo>
                    <a:pt x="1121" y="5078"/>
                    <a:pt x="1225" y="5078"/>
                    <a:pt x="1330" y="5063"/>
                  </a:cubicBezTo>
                  <a:lnTo>
                    <a:pt x="1390" y="5063"/>
                  </a:lnTo>
                  <a:cubicBezTo>
                    <a:pt x="1427" y="5056"/>
                    <a:pt x="1464" y="5052"/>
                    <a:pt x="1500" y="5052"/>
                  </a:cubicBezTo>
                  <a:cubicBezTo>
                    <a:pt x="1535" y="5052"/>
                    <a:pt x="1569" y="5056"/>
                    <a:pt x="1599" y="5063"/>
                  </a:cubicBezTo>
                  <a:lnTo>
                    <a:pt x="1584" y="5063"/>
                  </a:lnTo>
                  <a:cubicBezTo>
                    <a:pt x="1554" y="5213"/>
                    <a:pt x="1629" y="5347"/>
                    <a:pt x="1644" y="5496"/>
                  </a:cubicBezTo>
                  <a:lnTo>
                    <a:pt x="1658" y="5511"/>
                  </a:lnTo>
                  <a:lnTo>
                    <a:pt x="1629" y="5556"/>
                  </a:lnTo>
                  <a:cubicBezTo>
                    <a:pt x="1614" y="5586"/>
                    <a:pt x="1644" y="5616"/>
                    <a:pt x="1658" y="5646"/>
                  </a:cubicBezTo>
                  <a:cubicBezTo>
                    <a:pt x="1673" y="5765"/>
                    <a:pt x="1688" y="5885"/>
                    <a:pt x="1703" y="5989"/>
                  </a:cubicBezTo>
                  <a:cubicBezTo>
                    <a:pt x="1688" y="6034"/>
                    <a:pt x="1673" y="6064"/>
                    <a:pt x="1703" y="6094"/>
                  </a:cubicBezTo>
                  <a:cubicBezTo>
                    <a:pt x="1718" y="6124"/>
                    <a:pt x="1703" y="6154"/>
                    <a:pt x="1733" y="6169"/>
                  </a:cubicBezTo>
                  <a:lnTo>
                    <a:pt x="1763" y="6169"/>
                  </a:lnTo>
                  <a:cubicBezTo>
                    <a:pt x="1778" y="6049"/>
                    <a:pt x="1793" y="5945"/>
                    <a:pt x="1808" y="5825"/>
                  </a:cubicBezTo>
                  <a:cubicBezTo>
                    <a:pt x="1808" y="5780"/>
                    <a:pt x="1808" y="5720"/>
                    <a:pt x="1823" y="5676"/>
                  </a:cubicBezTo>
                  <a:cubicBezTo>
                    <a:pt x="1823" y="5601"/>
                    <a:pt x="1838" y="5526"/>
                    <a:pt x="1838" y="5452"/>
                  </a:cubicBezTo>
                  <a:cubicBezTo>
                    <a:pt x="1853" y="5332"/>
                    <a:pt x="1868" y="5198"/>
                    <a:pt x="1882" y="5078"/>
                  </a:cubicBezTo>
                  <a:lnTo>
                    <a:pt x="2659" y="5078"/>
                  </a:lnTo>
                  <a:cubicBezTo>
                    <a:pt x="2674" y="5078"/>
                    <a:pt x="2689" y="5093"/>
                    <a:pt x="2704" y="5108"/>
                  </a:cubicBezTo>
                  <a:lnTo>
                    <a:pt x="2689" y="5108"/>
                  </a:lnTo>
                  <a:cubicBezTo>
                    <a:pt x="2719" y="5496"/>
                    <a:pt x="2749" y="5900"/>
                    <a:pt x="2764" y="6303"/>
                  </a:cubicBezTo>
                  <a:cubicBezTo>
                    <a:pt x="2779" y="6482"/>
                    <a:pt x="2779" y="6661"/>
                    <a:pt x="2794" y="6841"/>
                  </a:cubicBezTo>
                  <a:cubicBezTo>
                    <a:pt x="2794" y="6871"/>
                    <a:pt x="2823" y="6900"/>
                    <a:pt x="2853" y="6960"/>
                  </a:cubicBezTo>
                  <a:cubicBezTo>
                    <a:pt x="2868" y="6706"/>
                    <a:pt x="2883" y="6497"/>
                    <a:pt x="2898" y="6303"/>
                  </a:cubicBezTo>
                  <a:lnTo>
                    <a:pt x="2898" y="6303"/>
                  </a:lnTo>
                  <a:lnTo>
                    <a:pt x="2883" y="6348"/>
                  </a:lnTo>
                  <a:cubicBezTo>
                    <a:pt x="2883" y="6333"/>
                    <a:pt x="2883" y="6318"/>
                    <a:pt x="2883" y="6318"/>
                  </a:cubicBezTo>
                  <a:cubicBezTo>
                    <a:pt x="2898" y="6303"/>
                    <a:pt x="2898" y="6303"/>
                    <a:pt x="2898" y="6303"/>
                  </a:cubicBezTo>
                  <a:lnTo>
                    <a:pt x="2898" y="6303"/>
                  </a:lnTo>
                  <a:cubicBezTo>
                    <a:pt x="2898" y="6303"/>
                    <a:pt x="2898" y="6303"/>
                    <a:pt x="2898" y="6303"/>
                  </a:cubicBezTo>
                  <a:cubicBezTo>
                    <a:pt x="2913" y="6154"/>
                    <a:pt x="2928" y="6019"/>
                    <a:pt x="2943" y="5885"/>
                  </a:cubicBezTo>
                  <a:cubicBezTo>
                    <a:pt x="2958" y="5616"/>
                    <a:pt x="2988" y="5347"/>
                    <a:pt x="3018" y="5078"/>
                  </a:cubicBezTo>
                  <a:cubicBezTo>
                    <a:pt x="3167" y="5063"/>
                    <a:pt x="3316" y="5048"/>
                    <a:pt x="3466" y="5033"/>
                  </a:cubicBezTo>
                  <a:cubicBezTo>
                    <a:pt x="3600" y="5004"/>
                    <a:pt x="3600" y="5004"/>
                    <a:pt x="3540" y="4944"/>
                  </a:cubicBezTo>
                  <a:cubicBezTo>
                    <a:pt x="3376" y="4929"/>
                    <a:pt x="3212" y="4914"/>
                    <a:pt x="3047" y="4899"/>
                  </a:cubicBezTo>
                  <a:cubicBezTo>
                    <a:pt x="2958" y="4854"/>
                    <a:pt x="3018" y="4780"/>
                    <a:pt x="3003" y="4735"/>
                  </a:cubicBezTo>
                  <a:cubicBezTo>
                    <a:pt x="3003" y="4660"/>
                    <a:pt x="3003" y="4585"/>
                    <a:pt x="3003" y="4511"/>
                  </a:cubicBezTo>
                  <a:cubicBezTo>
                    <a:pt x="3018" y="4406"/>
                    <a:pt x="3033" y="4302"/>
                    <a:pt x="3047" y="4197"/>
                  </a:cubicBezTo>
                  <a:lnTo>
                    <a:pt x="3047" y="4182"/>
                  </a:lnTo>
                  <a:cubicBezTo>
                    <a:pt x="3137" y="4167"/>
                    <a:pt x="3227" y="4152"/>
                    <a:pt x="3301" y="4137"/>
                  </a:cubicBezTo>
                  <a:cubicBezTo>
                    <a:pt x="3331" y="4122"/>
                    <a:pt x="3346" y="4092"/>
                    <a:pt x="3361" y="4063"/>
                  </a:cubicBezTo>
                  <a:cubicBezTo>
                    <a:pt x="3331" y="4048"/>
                    <a:pt x="3316" y="4018"/>
                    <a:pt x="3286" y="4018"/>
                  </a:cubicBezTo>
                  <a:cubicBezTo>
                    <a:pt x="3197" y="4003"/>
                    <a:pt x="3092" y="3988"/>
                    <a:pt x="3003" y="3988"/>
                  </a:cubicBezTo>
                  <a:cubicBezTo>
                    <a:pt x="3003" y="3749"/>
                    <a:pt x="3003" y="3525"/>
                    <a:pt x="3003" y="3301"/>
                  </a:cubicBezTo>
                  <a:cubicBezTo>
                    <a:pt x="3062" y="3286"/>
                    <a:pt x="3122" y="3271"/>
                    <a:pt x="3167" y="3241"/>
                  </a:cubicBezTo>
                  <a:cubicBezTo>
                    <a:pt x="3197" y="3226"/>
                    <a:pt x="3197" y="3166"/>
                    <a:pt x="3197" y="3137"/>
                  </a:cubicBezTo>
                  <a:cubicBezTo>
                    <a:pt x="2958" y="3122"/>
                    <a:pt x="2958" y="2942"/>
                    <a:pt x="2958" y="2763"/>
                  </a:cubicBezTo>
                  <a:cubicBezTo>
                    <a:pt x="2943" y="2599"/>
                    <a:pt x="2928" y="2450"/>
                    <a:pt x="2913" y="2285"/>
                  </a:cubicBezTo>
                  <a:cubicBezTo>
                    <a:pt x="3077" y="2255"/>
                    <a:pt x="3257" y="2240"/>
                    <a:pt x="3436" y="2225"/>
                  </a:cubicBezTo>
                  <a:lnTo>
                    <a:pt x="3436" y="2166"/>
                  </a:lnTo>
                  <a:cubicBezTo>
                    <a:pt x="3361" y="2136"/>
                    <a:pt x="3301" y="2106"/>
                    <a:pt x="3227" y="2091"/>
                  </a:cubicBezTo>
                  <a:cubicBezTo>
                    <a:pt x="3122" y="2076"/>
                    <a:pt x="3003" y="2076"/>
                    <a:pt x="2898" y="2076"/>
                  </a:cubicBezTo>
                  <a:cubicBezTo>
                    <a:pt x="2868" y="2016"/>
                    <a:pt x="2838" y="1957"/>
                    <a:pt x="2808" y="1882"/>
                  </a:cubicBezTo>
                  <a:cubicBezTo>
                    <a:pt x="2779" y="1957"/>
                    <a:pt x="2749" y="2031"/>
                    <a:pt x="2734" y="2091"/>
                  </a:cubicBezTo>
                  <a:cubicBezTo>
                    <a:pt x="2674" y="2106"/>
                    <a:pt x="2629" y="2106"/>
                    <a:pt x="2584" y="2106"/>
                  </a:cubicBezTo>
                  <a:lnTo>
                    <a:pt x="2450" y="2106"/>
                  </a:lnTo>
                  <a:cubicBezTo>
                    <a:pt x="2443" y="2099"/>
                    <a:pt x="2431" y="2095"/>
                    <a:pt x="2418" y="2095"/>
                  </a:cubicBezTo>
                  <a:cubicBezTo>
                    <a:pt x="2405" y="2095"/>
                    <a:pt x="2390" y="2099"/>
                    <a:pt x="2375" y="2106"/>
                  </a:cubicBezTo>
                  <a:lnTo>
                    <a:pt x="1882" y="2106"/>
                  </a:lnTo>
                  <a:cubicBezTo>
                    <a:pt x="1853" y="1927"/>
                    <a:pt x="1838" y="1762"/>
                    <a:pt x="1808" y="1598"/>
                  </a:cubicBezTo>
                  <a:cubicBezTo>
                    <a:pt x="1793" y="1464"/>
                    <a:pt x="1778" y="1329"/>
                    <a:pt x="1778" y="1180"/>
                  </a:cubicBezTo>
                  <a:lnTo>
                    <a:pt x="1718" y="1180"/>
                  </a:lnTo>
                  <a:cubicBezTo>
                    <a:pt x="1703" y="1479"/>
                    <a:pt x="1688" y="1777"/>
                    <a:pt x="1658" y="2061"/>
                  </a:cubicBezTo>
                  <a:cubicBezTo>
                    <a:pt x="1673" y="2076"/>
                    <a:pt x="1673" y="2076"/>
                    <a:pt x="1673" y="2076"/>
                  </a:cubicBezTo>
                  <a:cubicBezTo>
                    <a:pt x="1644" y="2091"/>
                    <a:pt x="1614" y="2091"/>
                    <a:pt x="1584" y="2091"/>
                  </a:cubicBezTo>
                  <a:cubicBezTo>
                    <a:pt x="1554" y="2091"/>
                    <a:pt x="1524" y="2091"/>
                    <a:pt x="1494" y="2106"/>
                  </a:cubicBezTo>
                  <a:cubicBezTo>
                    <a:pt x="1315" y="2091"/>
                    <a:pt x="1136" y="2076"/>
                    <a:pt x="956" y="2076"/>
                  </a:cubicBezTo>
                  <a:cubicBezTo>
                    <a:pt x="927" y="1374"/>
                    <a:pt x="942" y="687"/>
                    <a:pt x="7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 rot="-2882387" flipH="1">
              <a:off x="1288399" y="4736106"/>
              <a:ext cx="1983149" cy="1489221"/>
            </a:xfrm>
            <a:custGeom>
              <a:avLst/>
              <a:gdLst/>
              <a:ahLst/>
              <a:cxnLst/>
              <a:rect l="l" t="t" r="r" b="b"/>
              <a:pathLst>
                <a:path w="7723" h="6133" extrusionOk="0">
                  <a:moveTo>
                    <a:pt x="1644" y="1996"/>
                  </a:moveTo>
                  <a:lnTo>
                    <a:pt x="1644" y="1996"/>
                  </a:lnTo>
                  <a:cubicBezTo>
                    <a:pt x="1644" y="1998"/>
                    <a:pt x="1643" y="2000"/>
                    <a:pt x="1643" y="2001"/>
                  </a:cubicBezTo>
                  <a:cubicBezTo>
                    <a:pt x="1583" y="2046"/>
                    <a:pt x="1568" y="2136"/>
                    <a:pt x="1494" y="2180"/>
                  </a:cubicBezTo>
                  <a:cubicBezTo>
                    <a:pt x="1553" y="2110"/>
                    <a:pt x="1593" y="2048"/>
                    <a:pt x="1644" y="1996"/>
                  </a:cubicBezTo>
                  <a:close/>
                  <a:moveTo>
                    <a:pt x="5875" y="1"/>
                  </a:moveTo>
                  <a:cubicBezTo>
                    <a:pt x="5809" y="1"/>
                    <a:pt x="5738" y="15"/>
                    <a:pt x="5661" y="45"/>
                  </a:cubicBezTo>
                  <a:cubicBezTo>
                    <a:pt x="5347" y="164"/>
                    <a:pt x="5034" y="179"/>
                    <a:pt x="4720" y="209"/>
                  </a:cubicBezTo>
                  <a:cubicBezTo>
                    <a:pt x="4630" y="239"/>
                    <a:pt x="4541" y="269"/>
                    <a:pt x="4466" y="284"/>
                  </a:cubicBezTo>
                  <a:cubicBezTo>
                    <a:pt x="4152" y="403"/>
                    <a:pt x="3809" y="463"/>
                    <a:pt x="3659" y="821"/>
                  </a:cubicBezTo>
                  <a:cubicBezTo>
                    <a:pt x="3650" y="850"/>
                    <a:pt x="3567" y="1007"/>
                    <a:pt x="3485" y="1007"/>
                  </a:cubicBezTo>
                  <a:cubicBezTo>
                    <a:pt x="3439" y="1007"/>
                    <a:pt x="3393" y="957"/>
                    <a:pt x="3361" y="806"/>
                  </a:cubicBezTo>
                  <a:cubicBezTo>
                    <a:pt x="3346" y="732"/>
                    <a:pt x="3226" y="762"/>
                    <a:pt x="3182" y="717"/>
                  </a:cubicBezTo>
                  <a:cubicBezTo>
                    <a:pt x="3167" y="687"/>
                    <a:pt x="3137" y="657"/>
                    <a:pt x="3107" y="627"/>
                  </a:cubicBezTo>
                  <a:cubicBezTo>
                    <a:pt x="3032" y="702"/>
                    <a:pt x="3077" y="806"/>
                    <a:pt x="3047" y="896"/>
                  </a:cubicBezTo>
                  <a:cubicBezTo>
                    <a:pt x="3030" y="953"/>
                    <a:pt x="3016" y="973"/>
                    <a:pt x="3004" y="973"/>
                  </a:cubicBezTo>
                  <a:cubicBezTo>
                    <a:pt x="2978" y="973"/>
                    <a:pt x="2962" y="878"/>
                    <a:pt x="2935" y="878"/>
                  </a:cubicBezTo>
                  <a:cubicBezTo>
                    <a:pt x="2933" y="878"/>
                    <a:pt x="2930" y="879"/>
                    <a:pt x="2928" y="881"/>
                  </a:cubicBezTo>
                  <a:cubicBezTo>
                    <a:pt x="2873" y="837"/>
                    <a:pt x="2820" y="818"/>
                    <a:pt x="2773" y="818"/>
                  </a:cubicBezTo>
                  <a:cubicBezTo>
                    <a:pt x="2692" y="818"/>
                    <a:pt x="2627" y="876"/>
                    <a:pt x="2599" y="971"/>
                  </a:cubicBezTo>
                  <a:cubicBezTo>
                    <a:pt x="2524" y="1284"/>
                    <a:pt x="2285" y="1434"/>
                    <a:pt x="2031" y="1523"/>
                  </a:cubicBezTo>
                  <a:cubicBezTo>
                    <a:pt x="1857" y="1589"/>
                    <a:pt x="1754" y="1687"/>
                    <a:pt x="1693" y="1828"/>
                  </a:cubicBezTo>
                  <a:lnTo>
                    <a:pt x="1693" y="1828"/>
                  </a:lnTo>
                  <a:cubicBezTo>
                    <a:pt x="1695" y="1743"/>
                    <a:pt x="1698" y="1663"/>
                    <a:pt x="1748" y="1583"/>
                  </a:cubicBezTo>
                  <a:cubicBezTo>
                    <a:pt x="1793" y="1493"/>
                    <a:pt x="1793" y="1389"/>
                    <a:pt x="1688" y="1329"/>
                  </a:cubicBezTo>
                  <a:cubicBezTo>
                    <a:pt x="1655" y="1310"/>
                    <a:pt x="1630" y="1301"/>
                    <a:pt x="1609" y="1301"/>
                  </a:cubicBezTo>
                  <a:cubicBezTo>
                    <a:pt x="1536" y="1301"/>
                    <a:pt x="1529" y="1405"/>
                    <a:pt x="1494" y="1464"/>
                  </a:cubicBezTo>
                  <a:cubicBezTo>
                    <a:pt x="1464" y="1523"/>
                    <a:pt x="1434" y="1598"/>
                    <a:pt x="1374" y="1628"/>
                  </a:cubicBezTo>
                  <a:cubicBezTo>
                    <a:pt x="1031" y="1762"/>
                    <a:pt x="971" y="2061"/>
                    <a:pt x="1001" y="2345"/>
                  </a:cubicBezTo>
                  <a:cubicBezTo>
                    <a:pt x="1046" y="2614"/>
                    <a:pt x="956" y="2778"/>
                    <a:pt x="762" y="2927"/>
                  </a:cubicBezTo>
                  <a:cubicBezTo>
                    <a:pt x="239" y="3345"/>
                    <a:pt x="0" y="3868"/>
                    <a:pt x="135" y="4540"/>
                  </a:cubicBezTo>
                  <a:cubicBezTo>
                    <a:pt x="299" y="4764"/>
                    <a:pt x="179" y="5063"/>
                    <a:pt x="299" y="5302"/>
                  </a:cubicBezTo>
                  <a:cubicBezTo>
                    <a:pt x="359" y="5422"/>
                    <a:pt x="374" y="5556"/>
                    <a:pt x="463" y="5646"/>
                  </a:cubicBezTo>
                  <a:cubicBezTo>
                    <a:pt x="493" y="5705"/>
                    <a:pt x="523" y="5765"/>
                    <a:pt x="553" y="5810"/>
                  </a:cubicBezTo>
                  <a:cubicBezTo>
                    <a:pt x="727" y="5868"/>
                    <a:pt x="746" y="6124"/>
                    <a:pt x="953" y="6124"/>
                  </a:cubicBezTo>
                  <a:cubicBezTo>
                    <a:pt x="959" y="6124"/>
                    <a:pt x="965" y="6124"/>
                    <a:pt x="971" y="6124"/>
                  </a:cubicBezTo>
                  <a:cubicBezTo>
                    <a:pt x="1016" y="6122"/>
                    <a:pt x="1061" y="6121"/>
                    <a:pt x="1106" y="6121"/>
                  </a:cubicBezTo>
                  <a:cubicBezTo>
                    <a:pt x="1284" y="6121"/>
                    <a:pt x="1463" y="6132"/>
                    <a:pt x="1634" y="6132"/>
                  </a:cubicBezTo>
                  <a:cubicBezTo>
                    <a:pt x="1779" y="6132"/>
                    <a:pt x="1919" y="6124"/>
                    <a:pt x="2046" y="6094"/>
                  </a:cubicBezTo>
                  <a:cubicBezTo>
                    <a:pt x="2539" y="5974"/>
                    <a:pt x="3032" y="5900"/>
                    <a:pt x="3525" y="5825"/>
                  </a:cubicBezTo>
                  <a:cubicBezTo>
                    <a:pt x="3704" y="5705"/>
                    <a:pt x="3869" y="5586"/>
                    <a:pt x="4063" y="5496"/>
                  </a:cubicBezTo>
                  <a:cubicBezTo>
                    <a:pt x="4511" y="5287"/>
                    <a:pt x="4974" y="5108"/>
                    <a:pt x="5437" y="4914"/>
                  </a:cubicBezTo>
                  <a:cubicBezTo>
                    <a:pt x="5661" y="4824"/>
                    <a:pt x="5945" y="4809"/>
                    <a:pt x="6109" y="4675"/>
                  </a:cubicBezTo>
                  <a:cubicBezTo>
                    <a:pt x="6572" y="4301"/>
                    <a:pt x="7005" y="3898"/>
                    <a:pt x="7423" y="3480"/>
                  </a:cubicBezTo>
                  <a:cubicBezTo>
                    <a:pt x="7662" y="3256"/>
                    <a:pt x="7722" y="2972"/>
                    <a:pt x="7617" y="2629"/>
                  </a:cubicBezTo>
                  <a:cubicBezTo>
                    <a:pt x="7453" y="2076"/>
                    <a:pt x="7110" y="1628"/>
                    <a:pt x="6841" y="1135"/>
                  </a:cubicBezTo>
                  <a:cubicBezTo>
                    <a:pt x="6572" y="956"/>
                    <a:pt x="6617" y="597"/>
                    <a:pt x="6423" y="373"/>
                  </a:cubicBezTo>
                  <a:cubicBezTo>
                    <a:pt x="6272" y="165"/>
                    <a:pt x="6103" y="1"/>
                    <a:pt x="5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7142602" y="-1010700"/>
              <a:ext cx="2305510" cy="1811891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 rot="-4886961">
              <a:off x="-760569" y="1535848"/>
              <a:ext cx="1146186" cy="1493513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201" name="Google Shape;201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4"/>
          <p:cNvSpPr txBox="1">
            <a:spLocks noGrp="1"/>
          </p:cNvSpPr>
          <p:nvPr>
            <p:ph type="title" idx="2"/>
          </p:nvPr>
        </p:nvSpPr>
        <p:spPr>
          <a:xfrm>
            <a:off x="1505400" y="17083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3" name="Google Shape;203;p44"/>
          <p:cNvSpPr txBox="1">
            <a:spLocks noGrp="1"/>
          </p:cNvSpPr>
          <p:nvPr>
            <p:ph type="title" idx="3"/>
          </p:nvPr>
        </p:nvSpPr>
        <p:spPr>
          <a:xfrm>
            <a:off x="1505400" y="326634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4" name="Google Shape;204;p44"/>
          <p:cNvSpPr txBox="1">
            <a:spLocks noGrp="1"/>
          </p:cNvSpPr>
          <p:nvPr>
            <p:ph type="title" idx="4"/>
          </p:nvPr>
        </p:nvSpPr>
        <p:spPr>
          <a:xfrm>
            <a:off x="4204675" y="17083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5" name="Google Shape;205;p44"/>
          <p:cNvSpPr txBox="1">
            <a:spLocks noGrp="1"/>
          </p:cNvSpPr>
          <p:nvPr>
            <p:ph type="title" idx="5"/>
          </p:nvPr>
        </p:nvSpPr>
        <p:spPr>
          <a:xfrm>
            <a:off x="4204675" y="326634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6" name="Google Shape;206;p44"/>
          <p:cNvSpPr txBox="1">
            <a:spLocks noGrp="1"/>
          </p:cNvSpPr>
          <p:nvPr>
            <p:ph type="title" idx="6"/>
          </p:nvPr>
        </p:nvSpPr>
        <p:spPr>
          <a:xfrm>
            <a:off x="6903950" y="17083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7" name="Google Shape;207;p44"/>
          <p:cNvSpPr txBox="1">
            <a:spLocks noGrp="1"/>
          </p:cNvSpPr>
          <p:nvPr>
            <p:ph type="title" idx="7"/>
          </p:nvPr>
        </p:nvSpPr>
        <p:spPr>
          <a:xfrm>
            <a:off x="6903950" y="326634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lata"/>
              <a:buNone/>
              <a:defRPr sz="26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8" name="Google Shape;208;p44"/>
          <p:cNvSpPr txBox="1">
            <a:spLocks noGrp="1"/>
          </p:cNvSpPr>
          <p:nvPr>
            <p:ph type="subTitle" idx="1"/>
          </p:nvPr>
        </p:nvSpPr>
        <p:spPr>
          <a:xfrm>
            <a:off x="720000" y="2335625"/>
            <a:ext cx="23055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09" name="Google Shape;209;p44"/>
          <p:cNvSpPr txBox="1">
            <a:spLocks noGrp="1"/>
          </p:cNvSpPr>
          <p:nvPr>
            <p:ph type="subTitle" idx="8"/>
          </p:nvPr>
        </p:nvSpPr>
        <p:spPr>
          <a:xfrm>
            <a:off x="3419275" y="2335625"/>
            <a:ext cx="23055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10" name="Google Shape;210;p44"/>
          <p:cNvSpPr txBox="1">
            <a:spLocks noGrp="1"/>
          </p:cNvSpPr>
          <p:nvPr>
            <p:ph type="subTitle" idx="9"/>
          </p:nvPr>
        </p:nvSpPr>
        <p:spPr>
          <a:xfrm>
            <a:off x="6118550" y="2335625"/>
            <a:ext cx="23055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11" name="Google Shape;211;p44"/>
          <p:cNvSpPr txBox="1">
            <a:spLocks noGrp="1"/>
          </p:cNvSpPr>
          <p:nvPr>
            <p:ph type="subTitle" idx="13"/>
          </p:nvPr>
        </p:nvSpPr>
        <p:spPr>
          <a:xfrm>
            <a:off x="720000" y="3893700"/>
            <a:ext cx="2305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12" name="Google Shape;212;p44"/>
          <p:cNvSpPr txBox="1">
            <a:spLocks noGrp="1"/>
          </p:cNvSpPr>
          <p:nvPr>
            <p:ph type="subTitle" idx="14"/>
          </p:nvPr>
        </p:nvSpPr>
        <p:spPr>
          <a:xfrm>
            <a:off x="3419275" y="3893700"/>
            <a:ext cx="2305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13" name="Google Shape;213;p44"/>
          <p:cNvSpPr txBox="1">
            <a:spLocks noGrp="1"/>
          </p:cNvSpPr>
          <p:nvPr>
            <p:ph type="subTitle" idx="15"/>
          </p:nvPr>
        </p:nvSpPr>
        <p:spPr>
          <a:xfrm>
            <a:off x="6118550" y="3893700"/>
            <a:ext cx="2305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ata"/>
              <a:buNone/>
              <a:defRPr sz="2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45"/>
          <p:cNvGrpSpPr/>
          <p:nvPr/>
        </p:nvGrpSpPr>
        <p:grpSpPr>
          <a:xfrm>
            <a:off x="-882676" y="-670194"/>
            <a:ext cx="10589798" cy="6493115"/>
            <a:chOff x="-882676" y="-670194"/>
            <a:chExt cx="10589798" cy="6493115"/>
          </a:xfrm>
        </p:grpSpPr>
        <p:sp>
          <p:nvSpPr>
            <p:cNvPr id="216" name="Google Shape;216;p45"/>
            <p:cNvSpPr/>
            <p:nvPr/>
          </p:nvSpPr>
          <p:spPr>
            <a:xfrm rot="-5820421" flipH="1">
              <a:off x="7553207" y="3696001"/>
              <a:ext cx="2233009" cy="1815976"/>
            </a:xfrm>
            <a:custGeom>
              <a:avLst/>
              <a:gdLst/>
              <a:ahLst/>
              <a:cxnLst/>
              <a:rect l="l" t="t" r="r" b="b"/>
              <a:pathLst>
                <a:path w="4049" h="4129" extrusionOk="0">
                  <a:moveTo>
                    <a:pt x="2614" y="256"/>
                  </a:moveTo>
                  <a:cubicBezTo>
                    <a:pt x="2614" y="271"/>
                    <a:pt x="2614" y="286"/>
                    <a:pt x="2614" y="301"/>
                  </a:cubicBezTo>
                  <a:cubicBezTo>
                    <a:pt x="2599" y="330"/>
                    <a:pt x="2614" y="345"/>
                    <a:pt x="2644" y="360"/>
                  </a:cubicBezTo>
                  <a:cubicBezTo>
                    <a:pt x="2659" y="375"/>
                    <a:pt x="2689" y="375"/>
                    <a:pt x="2734" y="405"/>
                  </a:cubicBezTo>
                  <a:cubicBezTo>
                    <a:pt x="2689" y="405"/>
                    <a:pt x="2674" y="405"/>
                    <a:pt x="2644" y="420"/>
                  </a:cubicBezTo>
                  <a:cubicBezTo>
                    <a:pt x="2555" y="450"/>
                    <a:pt x="2465" y="525"/>
                    <a:pt x="2346" y="525"/>
                  </a:cubicBezTo>
                  <a:cubicBezTo>
                    <a:pt x="2346" y="495"/>
                    <a:pt x="2360" y="480"/>
                    <a:pt x="2360" y="465"/>
                  </a:cubicBezTo>
                  <a:cubicBezTo>
                    <a:pt x="2360" y="435"/>
                    <a:pt x="2375" y="420"/>
                    <a:pt x="2375" y="390"/>
                  </a:cubicBezTo>
                  <a:cubicBezTo>
                    <a:pt x="2380" y="369"/>
                    <a:pt x="2378" y="352"/>
                    <a:pt x="2372" y="339"/>
                  </a:cubicBezTo>
                  <a:lnTo>
                    <a:pt x="2372" y="339"/>
                  </a:lnTo>
                  <a:cubicBezTo>
                    <a:pt x="2393" y="352"/>
                    <a:pt x="2419" y="360"/>
                    <a:pt x="2450" y="360"/>
                  </a:cubicBezTo>
                  <a:cubicBezTo>
                    <a:pt x="2495" y="345"/>
                    <a:pt x="2525" y="345"/>
                    <a:pt x="2555" y="315"/>
                  </a:cubicBezTo>
                  <a:cubicBezTo>
                    <a:pt x="2585" y="301"/>
                    <a:pt x="2585" y="271"/>
                    <a:pt x="2614" y="256"/>
                  </a:cubicBezTo>
                  <a:close/>
                  <a:moveTo>
                    <a:pt x="2661" y="0"/>
                  </a:moveTo>
                  <a:cubicBezTo>
                    <a:pt x="2587" y="0"/>
                    <a:pt x="2523" y="49"/>
                    <a:pt x="2465" y="136"/>
                  </a:cubicBezTo>
                  <a:cubicBezTo>
                    <a:pt x="2450" y="151"/>
                    <a:pt x="2435" y="166"/>
                    <a:pt x="2420" y="196"/>
                  </a:cubicBezTo>
                  <a:cubicBezTo>
                    <a:pt x="2375" y="196"/>
                    <a:pt x="2316" y="226"/>
                    <a:pt x="2331" y="286"/>
                  </a:cubicBezTo>
                  <a:cubicBezTo>
                    <a:pt x="2334" y="294"/>
                    <a:pt x="2338" y="303"/>
                    <a:pt x="2343" y="310"/>
                  </a:cubicBezTo>
                  <a:lnTo>
                    <a:pt x="2343" y="310"/>
                  </a:lnTo>
                  <a:cubicBezTo>
                    <a:pt x="2333" y="306"/>
                    <a:pt x="2322" y="304"/>
                    <a:pt x="2310" y="304"/>
                  </a:cubicBezTo>
                  <a:cubicBezTo>
                    <a:pt x="2294" y="304"/>
                    <a:pt x="2275" y="308"/>
                    <a:pt x="2256" y="315"/>
                  </a:cubicBezTo>
                  <a:cubicBezTo>
                    <a:pt x="2196" y="345"/>
                    <a:pt x="2151" y="405"/>
                    <a:pt x="2092" y="420"/>
                  </a:cubicBezTo>
                  <a:cubicBezTo>
                    <a:pt x="1823" y="480"/>
                    <a:pt x="1703" y="734"/>
                    <a:pt x="1509" y="883"/>
                  </a:cubicBezTo>
                  <a:cubicBezTo>
                    <a:pt x="1330" y="1047"/>
                    <a:pt x="1195" y="1256"/>
                    <a:pt x="1046" y="1466"/>
                  </a:cubicBezTo>
                  <a:cubicBezTo>
                    <a:pt x="807" y="1779"/>
                    <a:pt x="583" y="2108"/>
                    <a:pt x="359" y="2421"/>
                  </a:cubicBezTo>
                  <a:cubicBezTo>
                    <a:pt x="299" y="2541"/>
                    <a:pt x="255" y="2690"/>
                    <a:pt x="165" y="2780"/>
                  </a:cubicBezTo>
                  <a:cubicBezTo>
                    <a:pt x="1" y="2959"/>
                    <a:pt x="30" y="3153"/>
                    <a:pt x="135" y="3333"/>
                  </a:cubicBezTo>
                  <a:cubicBezTo>
                    <a:pt x="180" y="3422"/>
                    <a:pt x="314" y="3467"/>
                    <a:pt x="419" y="3512"/>
                  </a:cubicBezTo>
                  <a:cubicBezTo>
                    <a:pt x="538" y="3557"/>
                    <a:pt x="673" y="3586"/>
                    <a:pt x="792" y="3646"/>
                  </a:cubicBezTo>
                  <a:cubicBezTo>
                    <a:pt x="839" y="3665"/>
                    <a:pt x="875" y="3684"/>
                    <a:pt x="913" y="3684"/>
                  </a:cubicBezTo>
                  <a:cubicBezTo>
                    <a:pt x="936" y="3684"/>
                    <a:pt x="959" y="3678"/>
                    <a:pt x="986" y="3661"/>
                  </a:cubicBezTo>
                  <a:cubicBezTo>
                    <a:pt x="1001" y="3654"/>
                    <a:pt x="1024" y="3650"/>
                    <a:pt x="1042" y="3650"/>
                  </a:cubicBezTo>
                  <a:cubicBezTo>
                    <a:pt x="1061" y="3650"/>
                    <a:pt x="1076" y="3654"/>
                    <a:pt x="1076" y="3661"/>
                  </a:cubicBezTo>
                  <a:cubicBezTo>
                    <a:pt x="1110" y="3721"/>
                    <a:pt x="1144" y="3737"/>
                    <a:pt x="1183" y="3737"/>
                  </a:cubicBezTo>
                  <a:cubicBezTo>
                    <a:pt x="1213" y="3737"/>
                    <a:pt x="1246" y="3727"/>
                    <a:pt x="1285" y="3721"/>
                  </a:cubicBezTo>
                  <a:cubicBezTo>
                    <a:pt x="1360" y="3721"/>
                    <a:pt x="1434" y="3796"/>
                    <a:pt x="1509" y="3825"/>
                  </a:cubicBezTo>
                  <a:cubicBezTo>
                    <a:pt x="1644" y="3870"/>
                    <a:pt x="1778" y="3915"/>
                    <a:pt x="1912" y="3945"/>
                  </a:cubicBezTo>
                  <a:cubicBezTo>
                    <a:pt x="1927" y="3945"/>
                    <a:pt x="1942" y="3960"/>
                    <a:pt x="1957" y="3960"/>
                  </a:cubicBezTo>
                  <a:cubicBezTo>
                    <a:pt x="2107" y="3975"/>
                    <a:pt x="2256" y="3990"/>
                    <a:pt x="2405" y="4020"/>
                  </a:cubicBezTo>
                  <a:cubicBezTo>
                    <a:pt x="2644" y="4049"/>
                    <a:pt x="2883" y="4094"/>
                    <a:pt x="3122" y="4124"/>
                  </a:cubicBezTo>
                  <a:cubicBezTo>
                    <a:pt x="3139" y="4127"/>
                    <a:pt x="3155" y="4128"/>
                    <a:pt x="3170" y="4128"/>
                  </a:cubicBezTo>
                  <a:cubicBezTo>
                    <a:pt x="3239" y="4128"/>
                    <a:pt x="3300" y="4104"/>
                    <a:pt x="3361" y="4079"/>
                  </a:cubicBezTo>
                  <a:cubicBezTo>
                    <a:pt x="3451" y="4035"/>
                    <a:pt x="3540" y="3990"/>
                    <a:pt x="3630" y="3930"/>
                  </a:cubicBezTo>
                  <a:cubicBezTo>
                    <a:pt x="3636" y="3927"/>
                    <a:pt x="3641" y="3926"/>
                    <a:pt x="3647" y="3926"/>
                  </a:cubicBezTo>
                  <a:cubicBezTo>
                    <a:pt x="3671" y="3926"/>
                    <a:pt x="3695" y="3948"/>
                    <a:pt x="3720" y="3960"/>
                  </a:cubicBezTo>
                  <a:cubicBezTo>
                    <a:pt x="3767" y="3979"/>
                    <a:pt x="3820" y="3998"/>
                    <a:pt x="3872" y="3998"/>
                  </a:cubicBezTo>
                  <a:cubicBezTo>
                    <a:pt x="3902" y="3998"/>
                    <a:pt x="3931" y="3991"/>
                    <a:pt x="3959" y="3975"/>
                  </a:cubicBezTo>
                  <a:cubicBezTo>
                    <a:pt x="4003" y="3945"/>
                    <a:pt x="4048" y="3870"/>
                    <a:pt x="4003" y="3796"/>
                  </a:cubicBezTo>
                  <a:cubicBezTo>
                    <a:pt x="3884" y="3676"/>
                    <a:pt x="3839" y="3527"/>
                    <a:pt x="3794" y="3377"/>
                  </a:cubicBezTo>
                  <a:cubicBezTo>
                    <a:pt x="3735" y="3094"/>
                    <a:pt x="3615" y="2825"/>
                    <a:pt x="3555" y="2526"/>
                  </a:cubicBezTo>
                  <a:cubicBezTo>
                    <a:pt x="3481" y="2212"/>
                    <a:pt x="3466" y="1869"/>
                    <a:pt x="3406" y="1555"/>
                  </a:cubicBezTo>
                  <a:cubicBezTo>
                    <a:pt x="3376" y="1391"/>
                    <a:pt x="3331" y="1241"/>
                    <a:pt x="3286" y="1092"/>
                  </a:cubicBezTo>
                  <a:cubicBezTo>
                    <a:pt x="3242" y="958"/>
                    <a:pt x="3167" y="808"/>
                    <a:pt x="3107" y="659"/>
                  </a:cubicBezTo>
                  <a:cubicBezTo>
                    <a:pt x="3062" y="525"/>
                    <a:pt x="3033" y="375"/>
                    <a:pt x="2973" y="241"/>
                  </a:cubicBezTo>
                  <a:cubicBezTo>
                    <a:pt x="2943" y="166"/>
                    <a:pt x="2868" y="91"/>
                    <a:pt x="2794" y="47"/>
                  </a:cubicBezTo>
                  <a:cubicBezTo>
                    <a:pt x="2746" y="15"/>
                    <a:pt x="2702" y="0"/>
                    <a:pt x="2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7" name="Google Shape;217;p45"/>
            <p:cNvGrpSpPr/>
            <p:nvPr/>
          </p:nvGrpSpPr>
          <p:grpSpPr>
            <a:xfrm rot="-2700158" flipH="1">
              <a:off x="-814259" y="-123258"/>
              <a:ext cx="1964085" cy="1007109"/>
              <a:chOff x="521732" y="3858675"/>
              <a:chExt cx="1280076" cy="854902"/>
            </a:xfrm>
          </p:grpSpPr>
          <p:sp>
            <p:nvSpPr>
              <p:cNvPr id="218" name="Google Shape;218;p45"/>
              <p:cNvSpPr/>
              <p:nvPr/>
            </p:nvSpPr>
            <p:spPr>
              <a:xfrm>
                <a:off x="806637" y="4225743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5"/>
              <p:cNvSpPr/>
              <p:nvPr/>
            </p:nvSpPr>
            <p:spPr>
              <a:xfrm>
                <a:off x="1355835" y="4224051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5"/>
              <p:cNvSpPr/>
              <p:nvPr/>
            </p:nvSpPr>
            <p:spPr>
              <a:xfrm>
                <a:off x="1172154" y="4224051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5"/>
              <p:cNvSpPr/>
              <p:nvPr/>
            </p:nvSpPr>
            <p:spPr>
              <a:xfrm>
                <a:off x="988165" y="4223897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5"/>
              <p:cNvSpPr/>
              <p:nvPr/>
            </p:nvSpPr>
            <p:spPr>
              <a:xfrm>
                <a:off x="1075698" y="4333740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5"/>
              <p:cNvSpPr/>
              <p:nvPr/>
            </p:nvSpPr>
            <p:spPr>
              <a:xfrm>
                <a:off x="1073698" y="3950057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45"/>
              <p:cNvSpPr/>
              <p:nvPr/>
            </p:nvSpPr>
            <p:spPr>
              <a:xfrm>
                <a:off x="1077852" y="4515736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5"/>
              <p:cNvSpPr/>
              <p:nvPr/>
            </p:nvSpPr>
            <p:spPr>
              <a:xfrm>
                <a:off x="1077852" y="4131438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45"/>
              <p:cNvSpPr/>
              <p:nvPr/>
            </p:nvSpPr>
            <p:spPr>
              <a:xfrm>
                <a:off x="1532747" y="4230820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5"/>
              <p:cNvSpPr/>
              <p:nvPr/>
            </p:nvSpPr>
            <p:spPr>
              <a:xfrm>
                <a:off x="1714275" y="4230358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5"/>
              <p:cNvSpPr/>
              <p:nvPr/>
            </p:nvSpPr>
            <p:spPr>
              <a:xfrm>
                <a:off x="808945" y="3865598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45"/>
              <p:cNvSpPr/>
              <p:nvPr/>
            </p:nvSpPr>
            <p:spPr>
              <a:xfrm>
                <a:off x="1176615" y="4423738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45"/>
              <p:cNvSpPr/>
              <p:nvPr/>
            </p:nvSpPr>
            <p:spPr>
              <a:xfrm>
                <a:off x="988165" y="3863290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45"/>
              <p:cNvSpPr/>
              <p:nvPr/>
            </p:nvSpPr>
            <p:spPr>
              <a:xfrm>
                <a:off x="1530594" y="4046978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45"/>
              <p:cNvSpPr/>
              <p:nvPr/>
            </p:nvSpPr>
            <p:spPr>
              <a:xfrm>
                <a:off x="811253" y="4046824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45"/>
              <p:cNvSpPr/>
              <p:nvPr/>
            </p:nvSpPr>
            <p:spPr>
              <a:xfrm>
                <a:off x="1445522" y="4329125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5"/>
              <p:cNvSpPr/>
              <p:nvPr/>
            </p:nvSpPr>
            <p:spPr>
              <a:xfrm>
                <a:off x="1714429" y="3865444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45"/>
              <p:cNvSpPr/>
              <p:nvPr/>
            </p:nvSpPr>
            <p:spPr>
              <a:xfrm>
                <a:off x="985857" y="4428507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45"/>
              <p:cNvSpPr/>
              <p:nvPr/>
            </p:nvSpPr>
            <p:spPr>
              <a:xfrm>
                <a:off x="1710121" y="4046670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45"/>
              <p:cNvSpPr/>
              <p:nvPr/>
            </p:nvSpPr>
            <p:spPr>
              <a:xfrm>
                <a:off x="627418" y="3858675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45"/>
              <p:cNvSpPr/>
              <p:nvPr/>
            </p:nvSpPr>
            <p:spPr>
              <a:xfrm>
                <a:off x="900939" y="4513274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45"/>
              <p:cNvSpPr/>
              <p:nvPr/>
            </p:nvSpPr>
            <p:spPr>
              <a:xfrm>
                <a:off x="1351220" y="4049440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45"/>
              <p:cNvSpPr/>
              <p:nvPr/>
            </p:nvSpPr>
            <p:spPr>
              <a:xfrm>
                <a:off x="1622434" y="4328356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45"/>
              <p:cNvSpPr/>
              <p:nvPr/>
            </p:nvSpPr>
            <p:spPr>
              <a:xfrm>
                <a:off x="898632" y="4134361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5"/>
              <p:cNvSpPr/>
              <p:nvPr/>
            </p:nvSpPr>
            <p:spPr>
              <a:xfrm>
                <a:off x="1261687" y="4329740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5"/>
              <p:cNvSpPr/>
              <p:nvPr/>
            </p:nvSpPr>
            <p:spPr>
              <a:xfrm>
                <a:off x="724027" y="4327433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5"/>
              <p:cNvSpPr/>
              <p:nvPr/>
            </p:nvSpPr>
            <p:spPr>
              <a:xfrm>
                <a:off x="1535055" y="3865598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45"/>
              <p:cNvSpPr/>
              <p:nvPr/>
            </p:nvSpPr>
            <p:spPr>
              <a:xfrm>
                <a:off x="1266302" y="4511275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45"/>
              <p:cNvSpPr/>
              <p:nvPr/>
            </p:nvSpPr>
            <p:spPr>
              <a:xfrm>
                <a:off x="1441061" y="3956365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45"/>
              <p:cNvSpPr/>
              <p:nvPr/>
            </p:nvSpPr>
            <p:spPr>
              <a:xfrm>
                <a:off x="813560" y="4419123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45"/>
              <p:cNvSpPr/>
              <p:nvPr/>
            </p:nvSpPr>
            <p:spPr>
              <a:xfrm>
                <a:off x="1351220" y="3860983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45"/>
              <p:cNvSpPr/>
              <p:nvPr/>
            </p:nvSpPr>
            <p:spPr>
              <a:xfrm>
                <a:off x="1353527" y="4421584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45"/>
              <p:cNvSpPr/>
              <p:nvPr/>
            </p:nvSpPr>
            <p:spPr>
              <a:xfrm>
                <a:off x="898632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45"/>
              <p:cNvSpPr/>
              <p:nvPr/>
            </p:nvSpPr>
            <p:spPr>
              <a:xfrm>
                <a:off x="1627049" y="3955134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5"/>
              <p:cNvSpPr/>
              <p:nvPr/>
            </p:nvSpPr>
            <p:spPr>
              <a:xfrm>
                <a:off x="521732" y="4141130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5"/>
              <p:cNvSpPr/>
              <p:nvPr/>
            </p:nvSpPr>
            <p:spPr>
              <a:xfrm>
                <a:off x="1443214" y="4138976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5"/>
              <p:cNvSpPr/>
              <p:nvPr/>
            </p:nvSpPr>
            <p:spPr>
              <a:xfrm>
                <a:off x="1443214" y="4511275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45"/>
              <p:cNvSpPr/>
              <p:nvPr/>
            </p:nvSpPr>
            <p:spPr>
              <a:xfrm>
                <a:off x="537885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45"/>
              <p:cNvSpPr/>
              <p:nvPr/>
            </p:nvSpPr>
            <p:spPr>
              <a:xfrm>
                <a:off x="988165" y="404482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45"/>
              <p:cNvSpPr/>
              <p:nvPr/>
            </p:nvSpPr>
            <p:spPr>
              <a:xfrm>
                <a:off x="714797" y="4508813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5"/>
              <p:cNvSpPr/>
              <p:nvPr/>
            </p:nvSpPr>
            <p:spPr>
              <a:xfrm>
                <a:off x="1172154" y="4602965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5"/>
              <p:cNvSpPr/>
              <p:nvPr/>
            </p:nvSpPr>
            <p:spPr>
              <a:xfrm>
                <a:off x="988165" y="4604965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5"/>
              <p:cNvSpPr/>
              <p:nvPr/>
            </p:nvSpPr>
            <p:spPr>
              <a:xfrm>
                <a:off x="625572" y="4048363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5"/>
              <p:cNvSpPr/>
              <p:nvPr/>
            </p:nvSpPr>
            <p:spPr>
              <a:xfrm>
                <a:off x="1268609" y="4154822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5"/>
              <p:cNvSpPr/>
              <p:nvPr/>
            </p:nvSpPr>
            <p:spPr>
              <a:xfrm>
                <a:off x="751564" y="4148206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5"/>
              <p:cNvSpPr/>
              <p:nvPr/>
            </p:nvSpPr>
            <p:spPr>
              <a:xfrm>
                <a:off x="811253" y="4600811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45"/>
              <p:cNvSpPr/>
              <p:nvPr/>
            </p:nvSpPr>
            <p:spPr>
              <a:xfrm>
                <a:off x="680337" y="4433123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45"/>
              <p:cNvSpPr/>
              <p:nvPr/>
            </p:nvSpPr>
            <p:spPr>
              <a:xfrm>
                <a:off x="776793" y="3966672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45"/>
              <p:cNvSpPr/>
              <p:nvPr/>
            </p:nvSpPr>
            <p:spPr>
              <a:xfrm>
                <a:off x="1615512" y="4139283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45"/>
              <p:cNvSpPr/>
              <p:nvPr/>
            </p:nvSpPr>
            <p:spPr>
              <a:xfrm>
                <a:off x="1525825" y="4694501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45"/>
          <p:cNvSpPr txBox="1">
            <a:spLocks noGrp="1"/>
          </p:cNvSpPr>
          <p:nvPr>
            <p:ph type="title"/>
          </p:nvPr>
        </p:nvSpPr>
        <p:spPr>
          <a:xfrm>
            <a:off x="713225" y="784363"/>
            <a:ext cx="429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45"/>
          <p:cNvSpPr txBox="1">
            <a:spLocks noGrp="1"/>
          </p:cNvSpPr>
          <p:nvPr>
            <p:ph type="subTitle" idx="1"/>
          </p:nvPr>
        </p:nvSpPr>
        <p:spPr>
          <a:xfrm>
            <a:off x="713225" y="1573038"/>
            <a:ext cx="4294800" cy="27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0" name="Google Shape;270;p45"/>
          <p:cNvSpPr>
            <a:spLocks noGrp="1"/>
          </p:cNvSpPr>
          <p:nvPr>
            <p:ph type="pic" idx="2"/>
          </p:nvPr>
        </p:nvSpPr>
        <p:spPr>
          <a:xfrm>
            <a:off x="5643774" y="539500"/>
            <a:ext cx="27870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6"/>
          <p:cNvSpPr txBox="1">
            <a:spLocks noGrp="1"/>
          </p:cNvSpPr>
          <p:nvPr>
            <p:ph type="subTitle" idx="1"/>
          </p:nvPr>
        </p:nvSpPr>
        <p:spPr>
          <a:xfrm>
            <a:off x="948156" y="3198650"/>
            <a:ext cx="2170800" cy="12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6"/>
          <p:cNvSpPr txBox="1">
            <a:spLocks noGrp="1"/>
          </p:cNvSpPr>
          <p:nvPr>
            <p:ph type="subTitle" idx="2"/>
          </p:nvPr>
        </p:nvSpPr>
        <p:spPr>
          <a:xfrm>
            <a:off x="3503250" y="3198650"/>
            <a:ext cx="2170800" cy="12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6"/>
          <p:cNvSpPr txBox="1">
            <a:spLocks noGrp="1"/>
          </p:cNvSpPr>
          <p:nvPr>
            <p:ph type="subTitle" idx="3"/>
          </p:nvPr>
        </p:nvSpPr>
        <p:spPr>
          <a:xfrm>
            <a:off x="6058344" y="3198651"/>
            <a:ext cx="2137500" cy="12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6"/>
          <p:cNvSpPr txBox="1">
            <a:spLocks noGrp="1"/>
          </p:cNvSpPr>
          <p:nvPr>
            <p:ph type="subTitle" idx="4"/>
          </p:nvPr>
        </p:nvSpPr>
        <p:spPr>
          <a:xfrm>
            <a:off x="948156" y="2390750"/>
            <a:ext cx="21708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7" name="Google Shape;277;p46"/>
          <p:cNvSpPr txBox="1">
            <a:spLocks noGrp="1"/>
          </p:cNvSpPr>
          <p:nvPr>
            <p:ph type="subTitle" idx="5"/>
          </p:nvPr>
        </p:nvSpPr>
        <p:spPr>
          <a:xfrm>
            <a:off x="3503250" y="2390750"/>
            <a:ext cx="21708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8" name="Google Shape;278;p46"/>
          <p:cNvSpPr txBox="1">
            <a:spLocks noGrp="1"/>
          </p:cNvSpPr>
          <p:nvPr>
            <p:ph type="subTitle" idx="6"/>
          </p:nvPr>
        </p:nvSpPr>
        <p:spPr>
          <a:xfrm>
            <a:off x="6058344" y="2390750"/>
            <a:ext cx="21375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79" name="Google Shape;279;p46"/>
          <p:cNvGrpSpPr/>
          <p:nvPr/>
        </p:nvGrpSpPr>
        <p:grpSpPr>
          <a:xfrm>
            <a:off x="-3314122" y="-2494614"/>
            <a:ext cx="14470893" cy="8649519"/>
            <a:chOff x="-3314122" y="-2494614"/>
            <a:chExt cx="14470893" cy="8649519"/>
          </a:xfrm>
        </p:grpSpPr>
        <p:sp>
          <p:nvSpPr>
            <p:cNvPr id="280" name="Google Shape;280;p46"/>
            <p:cNvSpPr/>
            <p:nvPr/>
          </p:nvSpPr>
          <p:spPr>
            <a:xfrm flipH="1">
              <a:off x="8187492" y="2931490"/>
              <a:ext cx="2969279" cy="3223415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6"/>
            <p:cNvSpPr/>
            <p:nvPr/>
          </p:nvSpPr>
          <p:spPr>
            <a:xfrm rot="-10642538" flipH="1">
              <a:off x="8623057" y="1555893"/>
              <a:ext cx="1118282" cy="1902009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6"/>
            <p:cNvSpPr/>
            <p:nvPr/>
          </p:nvSpPr>
          <p:spPr>
            <a:xfrm rot="-8748928">
              <a:off x="-2302402" y="-2043139"/>
              <a:ext cx="2997911" cy="4523159"/>
            </a:xfrm>
            <a:custGeom>
              <a:avLst/>
              <a:gdLst/>
              <a:ahLst/>
              <a:cxnLst/>
              <a:rect l="l" t="t" r="r" b="b"/>
              <a:pathLst>
                <a:path w="7095" h="8451" extrusionOk="0">
                  <a:moveTo>
                    <a:pt x="896" y="5048"/>
                  </a:moveTo>
                  <a:cubicBezTo>
                    <a:pt x="896" y="5067"/>
                    <a:pt x="896" y="5085"/>
                    <a:pt x="897" y="5102"/>
                  </a:cubicBezTo>
                  <a:lnTo>
                    <a:pt x="897" y="5102"/>
                  </a:lnTo>
                  <a:cubicBezTo>
                    <a:pt x="893" y="5083"/>
                    <a:pt x="889" y="5064"/>
                    <a:pt x="896" y="5048"/>
                  </a:cubicBezTo>
                  <a:close/>
                  <a:moveTo>
                    <a:pt x="2823" y="0"/>
                  </a:moveTo>
                  <a:cubicBezTo>
                    <a:pt x="2808" y="15"/>
                    <a:pt x="2793" y="15"/>
                    <a:pt x="2778" y="15"/>
                  </a:cubicBezTo>
                  <a:cubicBezTo>
                    <a:pt x="2763" y="30"/>
                    <a:pt x="2763" y="45"/>
                    <a:pt x="2748" y="60"/>
                  </a:cubicBezTo>
                  <a:cubicBezTo>
                    <a:pt x="2719" y="75"/>
                    <a:pt x="2704" y="90"/>
                    <a:pt x="2689" y="105"/>
                  </a:cubicBezTo>
                  <a:cubicBezTo>
                    <a:pt x="2674" y="120"/>
                    <a:pt x="2659" y="120"/>
                    <a:pt x="2644" y="120"/>
                  </a:cubicBezTo>
                  <a:cubicBezTo>
                    <a:pt x="2644" y="135"/>
                    <a:pt x="2629" y="135"/>
                    <a:pt x="2629" y="149"/>
                  </a:cubicBezTo>
                  <a:cubicBezTo>
                    <a:pt x="2629" y="149"/>
                    <a:pt x="2629" y="149"/>
                    <a:pt x="2629" y="164"/>
                  </a:cubicBezTo>
                  <a:cubicBezTo>
                    <a:pt x="2599" y="194"/>
                    <a:pt x="2689" y="209"/>
                    <a:pt x="2614" y="269"/>
                  </a:cubicBezTo>
                  <a:cubicBezTo>
                    <a:pt x="2609" y="264"/>
                    <a:pt x="2604" y="262"/>
                    <a:pt x="2599" y="262"/>
                  </a:cubicBezTo>
                  <a:cubicBezTo>
                    <a:pt x="2587" y="262"/>
                    <a:pt x="2574" y="269"/>
                    <a:pt x="2554" y="269"/>
                  </a:cubicBezTo>
                  <a:cubicBezTo>
                    <a:pt x="2554" y="269"/>
                    <a:pt x="2554" y="254"/>
                    <a:pt x="2539" y="254"/>
                  </a:cubicBezTo>
                  <a:cubicBezTo>
                    <a:pt x="2539" y="254"/>
                    <a:pt x="2539" y="269"/>
                    <a:pt x="2539" y="269"/>
                  </a:cubicBezTo>
                  <a:cubicBezTo>
                    <a:pt x="2524" y="269"/>
                    <a:pt x="2524" y="269"/>
                    <a:pt x="2509" y="254"/>
                  </a:cubicBezTo>
                  <a:cubicBezTo>
                    <a:pt x="2495" y="269"/>
                    <a:pt x="2480" y="269"/>
                    <a:pt x="2480" y="269"/>
                  </a:cubicBezTo>
                  <a:cubicBezTo>
                    <a:pt x="2435" y="299"/>
                    <a:pt x="2405" y="344"/>
                    <a:pt x="2360" y="359"/>
                  </a:cubicBezTo>
                  <a:cubicBezTo>
                    <a:pt x="2330" y="388"/>
                    <a:pt x="2315" y="433"/>
                    <a:pt x="2285" y="448"/>
                  </a:cubicBezTo>
                  <a:cubicBezTo>
                    <a:pt x="2226" y="493"/>
                    <a:pt x="2196" y="538"/>
                    <a:pt x="2151" y="598"/>
                  </a:cubicBezTo>
                  <a:cubicBezTo>
                    <a:pt x="2151" y="613"/>
                    <a:pt x="2136" y="627"/>
                    <a:pt x="2106" y="642"/>
                  </a:cubicBezTo>
                  <a:cubicBezTo>
                    <a:pt x="2061" y="672"/>
                    <a:pt x="2032" y="717"/>
                    <a:pt x="2002" y="762"/>
                  </a:cubicBezTo>
                  <a:cubicBezTo>
                    <a:pt x="1987" y="777"/>
                    <a:pt x="1987" y="807"/>
                    <a:pt x="1957" y="822"/>
                  </a:cubicBezTo>
                  <a:cubicBezTo>
                    <a:pt x="1942" y="837"/>
                    <a:pt x="1927" y="866"/>
                    <a:pt x="1912" y="896"/>
                  </a:cubicBezTo>
                  <a:cubicBezTo>
                    <a:pt x="1897" y="911"/>
                    <a:pt x="1882" y="926"/>
                    <a:pt x="1867" y="926"/>
                  </a:cubicBezTo>
                  <a:cubicBezTo>
                    <a:pt x="1852" y="941"/>
                    <a:pt x="1837" y="956"/>
                    <a:pt x="1822" y="971"/>
                  </a:cubicBezTo>
                  <a:cubicBezTo>
                    <a:pt x="1822" y="986"/>
                    <a:pt x="1822" y="986"/>
                    <a:pt x="1822" y="1001"/>
                  </a:cubicBezTo>
                  <a:cubicBezTo>
                    <a:pt x="1807" y="1016"/>
                    <a:pt x="1793" y="1016"/>
                    <a:pt x="1778" y="1031"/>
                  </a:cubicBezTo>
                  <a:cubicBezTo>
                    <a:pt x="1733" y="1076"/>
                    <a:pt x="1673" y="1120"/>
                    <a:pt x="1628" y="1165"/>
                  </a:cubicBezTo>
                  <a:lnTo>
                    <a:pt x="971" y="2166"/>
                  </a:lnTo>
                  <a:lnTo>
                    <a:pt x="956" y="2166"/>
                  </a:lnTo>
                  <a:cubicBezTo>
                    <a:pt x="956" y="2166"/>
                    <a:pt x="941" y="2166"/>
                    <a:pt x="926" y="2151"/>
                  </a:cubicBezTo>
                  <a:lnTo>
                    <a:pt x="911" y="2151"/>
                  </a:lnTo>
                  <a:cubicBezTo>
                    <a:pt x="908" y="2154"/>
                    <a:pt x="905" y="2155"/>
                    <a:pt x="901" y="2155"/>
                  </a:cubicBezTo>
                  <a:cubicBezTo>
                    <a:pt x="885" y="2155"/>
                    <a:pt x="864" y="2136"/>
                    <a:pt x="852" y="2136"/>
                  </a:cubicBezTo>
                  <a:cubicBezTo>
                    <a:pt x="792" y="2121"/>
                    <a:pt x="777" y="2076"/>
                    <a:pt x="777" y="2031"/>
                  </a:cubicBezTo>
                  <a:cubicBezTo>
                    <a:pt x="777" y="2031"/>
                    <a:pt x="762" y="2016"/>
                    <a:pt x="762" y="2016"/>
                  </a:cubicBezTo>
                  <a:lnTo>
                    <a:pt x="732" y="2016"/>
                  </a:lnTo>
                  <a:cubicBezTo>
                    <a:pt x="687" y="2076"/>
                    <a:pt x="642" y="2121"/>
                    <a:pt x="598" y="2181"/>
                  </a:cubicBezTo>
                  <a:cubicBezTo>
                    <a:pt x="553" y="2241"/>
                    <a:pt x="523" y="2300"/>
                    <a:pt x="478" y="2360"/>
                  </a:cubicBezTo>
                  <a:cubicBezTo>
                    <a:pt x="478" y="2375"/>
                    <a:pt x="463" y="2375"/>
                    <a:pt x="463" y="2375"/>
                  </a:cubicBezTo>
                  <a:cubicBezTo>
                    <a:pt x="448" y="2375"/>
                    <a:pt x="448" y="2390"/>
                    <a:pt x="448" y="2390"/>
                  </a:cubicBezTo>
                  <a:cubicBezTo>
                    <a:pt x="389" y="2524"/>
                    <a:pt x="314" y="2659"/>
                    <a:pt x="254" y="2793"/>
                  </a:cubicBezTo>
                  <a:cubicBezTo>
                    <a:pt x="224" y="2868"/>
                    <a:pt x="179" y="2942"/>
                    <a:pt x="165" y="3032"/>
                  </a:cubicBezTo>
                  <a:cubicBezTo>
                    <a:pt x="165" y="3092"/>
                    <a:pt x="120" y="3152"/>
                    <a:pt x="135" y="3226"/>
                  </a:cubicBezTo>
                  <a:cubicBezTo>
                    <a:pt x="135" y="3241"/>
                    <a:pt x="135" y="3271"/>
                    <a:pt x="120" y="3301"/>
                  </a:cubicBezTo>
                  <a:cubicBezTo>
                    <a:pt x="105" y="3301"/>
                    <a:pt x="105" y="3331"/>
                    <a:pt x="120" y="3331"/>
                  </a:cubicBezTo>
                  <a:cubicBezTo>
                    <a:pt x="146" y="3384"/>
                    <a:pt x="277" y="3518"/>
                    <a:pt x="205" y="3518"/>
                  </a:cubicBezTo>
                  <a:cubicBezTo>
                    <a:pt x="195" y="3518"/>
                    <a:pt x="182" y="3515"/>
                    <a:pt x="165" y="3510"/>
                  </a:cubicBezTo>
                  <a:lnTo>
                    <a:pt x="60" y="3510"/>
                  </a:lnTo>
                  <a:cubicBezTo>
                    <a:pt x="45" y="3525"/>
                    <a:pt x="45" y="3540"/>
                    <a:pt x="45" y="3570"/>
                  </a:cubicBezTo>
                  <a:cubicBezTo>
                    <a:pt x="45" y="3585"/>
                    <a:pt x="45" y="3600"/>
                    <a:pt x="45" y="3615"/>
                  </a:cubicBezTo>
                  <a:cubicBezTo>
                    <a:pt x="45" y="3644"/>
                    <a:pt x="30" y="3674"/>
                    <a:pt x="15" y="3689"/>
                  </a:cubicBezTo>
                  <a:cubicBezTo>
                    <a:pt x="15" y="3704"/>
                    <a:pt x="15" y="3704"/>
                    <a:pt x="15" y="3704"/>
                  </a:cubicBezTo>
                  <a:cubicBezTo>
                    <a:pt x="15" y="3719"/>
                    <a:pt x="30" y="3734"/>
                    <a:pt x="15" y="3749"/>
                  </a:cubicBezTo>
                  <a:cubicBezTo>
                    <a:pt x="0" y="3809"/>
                    <a:pt x="15" y="3854"/>
                    <a:pt x="30" y="3898"/>
                  </a:cubicBezTo>
                  <a:cubicBezTo>
                    <a:pt x="45" y="3913"/>
                    <a:pt x="30" y="3913"/>
                    <a:pt x="30" y="3928"/>
                  </a:cubicBezTo>
                  <a:cubicBezTo>
                    <a:pt x="45" y="3943"/>
                    <a:pt x="15" y="3958"/>
                    <a:pt x="15" y="3973"/>
                  </a:cubicBezTo>
                  <a:cubicBezTo>
                    <a:pt x="30" y="3973"/>
                    <a:pt x="30" y="3988"/>
                    <a:pt x="30" y="3988"/>
                  </a:cubicBezTo>
                  <a:cubicBezTo>
                    <a:pt x="90" y="4063"/>
                    <a:pt x="150" y="4137"/>
                    <a:pt x="209" y="4197"/>
                  </a:cubicBezTo>
                  <a:cubicBezTo>
                    <a:pt x="269" y="4287"/>
                    <a:pt x="329" y="4361"/>
                    <a:pt x="374" y="4451"/>
                  </a:cubicBezTo>
                  <a:cubicBezTo>
                    <a:pt x="404" y="4526"/>
                    <a:pt x="433" y="4585"/>
                    <a:pt x="463" y="4660"/>
                  </a:cubicBezTo>
                  <a:cubicBezTo>
                    <a:pt x="508" y="4750"/>
                    <a:pt x="523" y="4824"/>
                    <a:pt x="553" y="4914"/>
                  </a:cubicBezTo>
                  <a:cubicBezTo>
                    <a:pt x="568" y="4944"/>
                    <a:pt x="568" y="4989"/>
                    <a:pt x="598" y="5019"/>
                  </a:cubicBezTo>
                  <a:cubicBezTo>
                    <a:pt x="613" y="5019"/>
                    <a:pt x="628" y="5034"/>
                    <a:pt x="642" y="5034"/>
                  </a:cubicBezTo>
                  <a:cubicBezTo>
                    <a:pt x="672" y="5063"/>
                    <a:pt x="687" y="5093"/>
                    <a:pt x="732" y="5093"/>
                  </a:cubicBezTo>
                  <a:cubicBezTo>
                    <a:pt x="747" y="5108"/>
                    <a:pt x="762" y="5108"/>
                    <a:pt x="777" y="5123"/>
                  </a:cubicBezTo>
                  <a:cubicBezTo>
                    <a:pt x="792" y="5138"/>
                    <a:pt x="807" y="5153"/>
                    <a:pt x="807" y="5153"/>
                  </a:cubicBezTo>
                  <a:cubicBezTo>
                    <a:pt x="822" y="5168"/>
                    <a:pt x="837" y="5175"/>
                    <a:pt x="852" y="5175"/>
                  </a:cubicBezTo>
                  <a:cubicBezTo>
                    <a:pt x="867" y="5175"/>
                    <a:pt x="881" y="5168"/>
                    <a:pt x="896" y="5153"/>
                  </a:cubicBezTo>
                  <a:cubicBezTo>
                    <a:pt x="897" y="5152"/>
                    <a:pt x="898" y="5150"/>
                    <a:pt x="898" y="5149"/>
                  </a:cubicBezTo>
                  <a:lnTo>
                    <a:pt x="898" y="5149"/>
                  </a:lnTo>
                  <a:cubicBezTo>
                    <a:pt x="900" y="5184"/>
                    <a:pt x="904" y="5219"/>
                    <a:pt x="911" y="5258"/>
                  </a:cubicBezTo>
                  <a:cubicBezTo>
                    <a:pt x="916" y="5263"/>
                    <a:pt x="921" y="5264"/>
                    <a:pt x="926" y="5264"/>
                  </a:cubicBezTo>
                  <a:cubicBezTo>
                    <a:pt x="935" y="5264"/>
                    <a:pt x="941" y="5258"/>
                    <a:pt x="941" y="5258"/>
                  </a:cubicBezTo>
                  <a:lnTo>
                    <a:pt x="956" y="5258"/>
                  </a:lnTo>
                  <a:cubicBezTo>
                    <a:pt x="961" y="5263"/>
                    <a:pt x="966" y="5264"/>
                    <a:pt x="971" y="5264"/>
                  </a:cubicBezTo>
                  <a:cubicBezTo>
                    <a:pt x="981" y="5264"/>
                    <a:pt x="991" y="5258"/>
                    <a:pt x="1001" y="5258"/>
                  </a:cubicBezTo>
                  <a:lnTo>
                    <a:pt x="1106" y="5258"/>
                  </a:lnTo>
                  <a:cubicBezTo>
                    <a:pt x="1120" y="5258"/>
                    <a:pt x="1135" y="5258"/>
                    <a:pt x="1135" y="5243"/>
                  </a:cubicBezTo>
                  <a:cubicBezTo>
                    <a:pt x="1143" y="5235"/>
                    <a:pt x="1150" y="5224"/>
                    <a:pt x="1154" y="5212"/>
                  </a:cubicBezTo>
                  <a:lnTo>
                    <a:pt x="1154" y="5212"/>
                  </a:lnTo>
                  <a:cubicBezTo>
                    <a:pt x="1159" y="5232"/>
                    <a:pt x="1165" y="5252"/>
                    <a:pt x="1165" y="5272"/>
                  </a:cubicBezTo>
                  <a:cubicBezTo>
                    <a:pt x="1165" y="5272"/>
                    <a:pt x="1165" y="5287"/>
                    <a:pt x="1165" y="5302"/>
                  </a:cubicBezTo>
                  <a:cubicBezTo>
                    <a:pt x="1195" y="5332"/>
                    <a:pt x="1225" y="5347"/>
                    <a:pt x="1255" y="5362"/>
                  </a:cubicBezTo>
                  <a:cubicBezTo>
                    <a:pt x="1255" y="5362"/>
                    <a:pt x="1270" y="5377"/>
                    <a:pt x="1270" y="5392"/>
                  </a:cubicBezTo>
                  <a:cubicBezTo>
                    <a:pt x="1285" y="5407"/>
                    <a:pt x="1300" y="5422"/>
                    <a:pt x="1330" y="5437"/>
                  </a:cubicBezTo>
                  <a:cubicBezTo>
                    <a:pt x="1374" y="5437"/>
                    <a:pt x="1389" y="5482"/>
                    <a:pt x="1419" y="5511"/>
                  </a:cubicBezTo>
                  <a:cubicBezTo>
                    <a:pt x="1449" y="5526"/>
                    <a:pt x="1479" y="5571"/>
                    <a:pt x="1509" y="5586"/>
                  </a:cubicBezTo>
                  <a:cubicBezTo>
                    <a:pt x="1539" y="5616"/>
                    <a:pt x="1583" y="5616"/>
                    <a:pt x="1613" y="5646"/>
                  </a:cubicBezTo>
                  <a:cubicBezTo>
                    <a:pt x="1613" y="5661"/>
                    <a:pt x="1613" y="5661"/>
                    <a:pt x="1613" y="5661"/>
                  </a:cubicBezTo>
                  <a:cubicBezTo>
                    <a:pt x="1613" y="5661"/>
                    <a:pt x="1613" y="5676"/>
                    <a:pt x="1613" y="5691"/>
                  </a:cubicBezTo>
                  <a:lnTo>
                    <a:pt x="1628" y="5691"/>
                  </a:lnTo>
                  <a:cubicBezTo>
                    <a:pt x="1643" y="5691"/>
                    <a:pt x="1643" y="5691"/>
                    <a:pt x="1643" y="5676"/>
                  </a:cubicBezTo>
                  <a:cubicBezTo>
                    <a:pt x="1658" y="5661"/>
                    <a:pt x="1658" y="5661"/>
                    <a:pt x="1658" y="5646"/>
                  </a:cubicBezTo>
                  <a:cubicBezTo>
                    <a:pt x="1658" y="5661"/>
                    <a:pt x="1658" y="5676"/>
                    <a:pt x="1658" y="5676"/>
                  </a:cubicBezTo>
                  <a:cubicBezTo>
                    <a:pt x="1658" y="5691"/>
                    <a:pt x="1658" y="5706"/>
                    <a:pt x="1658" y="5706"/>
                  </a:cubicBezTo>
                  <a:cubicBezTo>
                    <a:pt x="1688" y="5735"/>
                    <a:pt x="1718" y="5765"/>
                    <a:pt x="1748" y="5780"/>
                  </a:cubicBezTo>
                  <a:cubicBezTo>
                    <a:pt x="1748" y="5780"/>
                    <a:pt x="1748" y="5795"/>
                    <a:pt x="1748" y="5795"/>
                  </a:cubicBezTo>
                  <a:cubicBezTo>
                    <a:pt x="1778" y="5810"/>
                    <a:pt x="1807" y="5825"/>
                    <a:pt x="1822" y="5855"/>
                  </a:cubicBezTo>
                  <a:cubicBezTo>
                    <a:pt x="1837" y="5870"/>
                    <a:pt x="1852" y="5870"/>
                    <a:pt x="1867" y="5870"/>
                  </a:cubicBezTo>
                  <a:cubicBezTo>
                    <a:pt x="1867" y="5855"/>
                    <a:pt x="1882" y="5855"/>
                    <a:pt x="1882" y="5855"/>
                  </a:cubicBezTo>
                  <a:cubicBezTo>
                    <a:pt x="1882" y="5870"/>
                    <a:pt x="1882" y="5885"/>
                    <a:pt x="1882" y="5900"/>
                  </a:cubicBezTo>
                  <a:cubicBezTo>
                    <a:pt x="1882" y="5900"/>
                    <a:pt x="1882" y="5915"/>
                    <a:pt x="1882" y="5915"/>
                  </a:cubicBezTo>
                  <a:cubicBezTo>
                    <a:pt x="1912" y="5930"/>
                    <a:pt x="1942" y="5945"/>
                    <a:pt x="1942" y="5974"/>
                  </a:cubicBezTo>
                  <a:cubicBezTo>
                    <a:pt x="1957" y="5989"/>
                    <a:pt x="1957" y="5989"/>
                    <a:pt x="1972" y="5989"/>
                  </a:cubicBezTo>
                  <a:cubicBezTo>
                    <a:pt x="1987" y="5989"/>
                    <a:pt x="1972" y="6004"/>
                    <a:pt x="1972" y="6004"/>
                  </a:cubicBezTo>
                  <a:cubicBezTo>
                    <a:pt x="2002" y="6019"/>
                    <a:pt x="2032" y="6049"/>
                    <a:pt x="2061" y="6079"/>
                  </a:cubicBezTo>
                  <a:cubicBezTo>
                    <a:pt x="2074" y="6103"/>
                    <a:pt x="2076" y="6128"/>
                    <a:pt x="2101" y="6128"/>
                  </a:cubicBezTo>
                  <a:cubicBezTo>
                    <a:pt x="2106" y="6128"/>
                    <a:pt x="2113" y="6127"/>
                    <a:pt x="2121" y="6124"/>
                  </a:cubicBezTo>
                  <a:cubicBezTo>
                    <a:pt x="2166" y="6184"/>
                    <a:pt x="2181" y="6318"/>
                    <a:pt x="2196" y="6333"/>
                  </a:cubicBezTo>
                  <a:cubicBezTo>
                    <a:pt x="2211" y="6333"/>
                    <a:pt x="2211" y="6333"/>
                    <a:pt x="2211" y="6348"/>
                  </a:cubicBezTo>
                  <a:cubicBezTo>
                    <a:pt x="2196" y="6348"/>
                    <a:pt x="2196" y="6363"/>
                    <a:pt x="2211" y="6363"/>
                  </a:cubicBezTo>
                  <a:cubicBezTo>
                    <a:pt x="2241" y="6378"/>
                    <a:pt x="2226" y="6423"/>
                    <a:pt x="2226" y="6437"/>
                  </a:cubicBezTo>
                  <a:cubicBezTo>
                    <a:pt x="2226" y="6452"/>
                    <a:pt x="2241" y="6467"/>
                    <a:pt x="2241" y="6467"/>
                  </a:cubicBezTo>
                  <a:cubicBezTo>
                    <a:pt x="2256" y="6467"/>
                    <a:pt x="2285" y="6482"/>
                    <a:pt x="2256" y="6497"/>
                  </a:cubicBezTo>
                  <a:cubicBezTo>
                    <a:pt x="2241" y="6497"/>
                    <a:pt x="2241" y="6512"/>
                    <a:pt x="2256" y="6527"/>
                  </a:cubicBezTo>
                  <a:cubicBezTo>
                    <a:pt x="2256" y="6527"/>
                    <a:pt x="2256" y="6542"/>
                    <a:pt x="2270" y="6542"/>
                  </a:cubicBezTo>
                  <a:cubicBezTo>
                    <a:pt x="2270" y="6542"/>
                    <a:pt x="2277" y="6535"/>
                    <a:pt x="2282" y="6535"/>
                  </a:cubicBezTo>
                  <a:cubicBezTo>
                    <a:pt x="2284" y="6535"/>
                    <a:pt x="2285" y="6537"/>
                    <a:pt x="2285" y="6542"/>
                  </a:cubicBezTo>
                  <a:lnTo>
                    <a:pt x="2270" y="6542"/>
                  </a:lnTo>
                  <a:cubicBezTo>
                    <a:pt x="2256" y="6542"/>
                    <a:pt x="2256" y="6542"/>
                    <a:pt x="2256" y="6557"/>
                  </a:cubicBezTo>
                  <a:cubicBezTo>
                    <a:pt x="2270" y="6572"/>
                    <a:pt x="2256" y="6617"/>
                    <a:pt x="2285" y="6617"/>
                  </a:cubicBezTo>
                  <a:cubicBezTo>
                    <a:pt x="2256" y="6632"/>
                    <a:pt x="2285" y="6662"/>
                    <a:pt x="2285" y="6691"/>
                  </a:cubicBezTo>
                  <a:lnTo>
                    <a:pt x="2300" y="6691"/>
                  </a:lnTo>
                  <a:cubicBezTo>
                    <a:pt x="2300" y="6706"/>
                    <a:pt x="2315" y="6721"/>
                    <a:pt x="2315" y="6721"/>
                  </a:cubicBezTo>
                  <a:cubicBezTo>
                    <a:pt x="2300" y="6721"/>
                    <a:pt x="2285" y="6736"/>
                    <a:pt x="2300" y="6766"/>
                  </a:cubicBezTo>
                  <a:cubicBezTo>
                    <a:pt x="2300" y="6766"/>
                    <a:pt x="2315" y="6766"/>
                    <a:pt x="2315" y="6781"/>
                  </a:cubicBezTo>
                  <a:cubicBezTo>
                    <a:pt x="2315" y="6811"/>
                    <a:pt x="2345" y="6826"/>
                    <a:pt x="2330" y="6856"/>
                  </a:cubicBezTo>
                  <a:cubicBezTo>
                    <a:pt x="2330" y="6914"/>
                    <a:pt x="2312" y="6936"/>
                    <a:pt x="2283" y="6936"/>
                  </a:cubicBezTo>
                  <a:cubicBezTo>
                    <a:pt x="2275" y="6936"/>
                    <a:pt x="2266" y="6934"/>
                    <a:pt x="2256" y="6930"/>
                  </a:cubicBezTo>
                  <a:cubicBezTo>
                    <a:pt x="2246" y="6930"/>
                    <a:pt x="2236" y="6924"/>
                    <a:pt x="2230" y="6924"/>
                  </a:cubicBezTo>
                  <a:cubicBezTo>
                    <a:pt x="2227" y="6924"/>
                    <a:pt x="2226" y="6925"/>
                    <a:pt x="2226" y="6930"/>
                  </a:cubicBezTo>
                  <a:cubicBezTo>
                    <a:pt x="2196" y="6945"/>
                    <a:pt x="2181" y="6945"/>
                    <a:pt x="2151" y="6960"/>
                  </a:cubicBezTo>
                  <a:cubicBezTo>
                    <a:pt x="2136" y="6960"/>
                    <a:pt x="2136" y="6975"/>
                    <a:pt x="2136" y="7005"/>
                  </a:cubicBezTo>
                  <a:cubicBezTo>
                    <a:pt x="2136" y="6975"/>
                    <a:pt x="2136" y="6975"/>
                    <a:pt x="2136" y="6960"/>
                  </a:cubicBezTo>
                  <a:cubicBezTo>
                    <a:pt x="2121" y="6960"/>
                    <a:pt x="2121" y="6945"/>
                    <a:pt x="2106" y="6945"/>
                  </a:cubicBezTo>
                  <a:cubicBezTo>
                    <a:pt x="2101" y="6940"/>
                    <a:pt x="2095" y="6939"/>
                    <a:pt x="2087" y="6939"/>
                  </a:cubicBezTo>
                  <a:cubicBezTo>
                    <a:pt x="2073" y="6939"/>
                    <a:pt x="2056" y="6945"/>
                    <a:pt x="2046" y="6945"/>
                  </a:cubicBezTo>
                  <a:cubicBezTo>
                    <a:pt x="2017" y="6960"/>
                    <a:pt x="2002" y="6975"/>
                    <a:pt x="2017" y="7005"/>
                  </a:cubicBezTo>
                  <a:cubicBezTo>
                    <a:pt x="2032" y="7020"/>
                    <a:pt x="2032" y="7020"/>
                    <a:pt x="2046" y="7035"/>
                  </a:cubicBezTo>
                  <a:cubicBezTo>
                    <a:pt x="2076" y="7065"/>
                    <a:pt x="2106" y="7110"/>
                    <a:pt x="2136" y="7154"/>
                  </a:cubicBezTo>
                  <a:cubicBezTo>
                    <a:pt x="2136" y="7169"/>
                    <a:pt x="2151" y="7184"/>
                    <a:pt x="2151" y="7199"/>
                  </a:cubicBezTo>
                  <a:cubicBezTo>
                    <a:pt x="2151" y="7199"/>
                    <a:pt x="2151" y="7214"/>
                    <a:pt x="2151" y="7214"/>
                  </a:cubicBezTo>
                  <a:cubicBezTo>
                    <a:pt x="2166" y="7214"/>
                    <a:pt x="2181" y="7229"/>
                    <a:pt x="2181" y="7229"/>
                  </a:cubicBezTo>
                  <a:cubicBezTo>
                    <a:pt x="2181" y="7244"/>
                    <a:pt x="2196" y="7244"/>
                    <a:pt x="2196" y="7259"/>
                  </a:cubicBezTo>
                  <a:lnTo>
                    <a:pt x="2181" y="7259"/>
                  </a:lnTo>
                  <a:cubicBezTo>
                    <a:pt x="2181" y="7274"/>
                    <a:pt x="2181" y="7274"/>
                    <a:pt x="2196" y="7274"/>
                  </a:cubicBezTo>
                  <a:cubicBezTo>
                    <a:pt x="2196" y="7289"/>
                    <a:pt x="2226" y="7289"/>
                    <a:pt x="2226" y="7319"/>
                  </a:cubicBezTo>
                  <a:cubicBezTo>
                    <a:pt x="2226" y="7334"/>
                    <a:pt x="2241" y="7349"/>
                    <a:pt x="2241" y="7364"/>
                  </a:cubicBezTo>
                  <a:cubicBezTo>
                    <a:pt x="2256" y="7393"/>
                    <a:pt x="2241" y="7423"/>
                    <a:pt x="2256" y="7453"/>
                  </a:cubicBezTo>
                  <a:cubicBezTo>
                    <a:pt x="2300" y="7528"/>
                    <a:pt x="2285" y="7617"/>
                    <a:pt x="2315" y="7707"/>
                  </a:cubicBezTo>
                  <a:cubicBezTo>
                    <a:pt x="2330" y="7722"/>
                    <a:pt x="2315" y="7737"/>
                    <a:pt x="2330" y="7767"/>
                  </a:cubicBezTo>
                  <a:cubicBezTo>
                    <a:pt x="2330" y="7782"/>
                    <a:pt x="2315" y="7812"/>
                    <a:pt x="2300" y="7812"/>
                  </a:cubicBezTo>
                  <a:cubicBezTo>
                    <a:pt x="2285" y="7827"/>
                    <a:pt x="2270" y="7827"/>
                    <a:pt x="2270" y="7841"/>
                  </a:cubicBezTo>
                  <a:cubicBezTo>
                    <a:pt x="2300" y="7886"/>
                    <a:pt x="2330" y="7931"/>
                    <a:pt x="2360" y="7976"/>
                  </a:cubicBezTo>
                  <a:cubicBezTo>
                    <a:pt x="2405" y="8036"/>
                    <a:pt x="2435" y="8125"/>
                    <a:pt x="2495" y="8170"/>
                  </a:cubicBezTo>
                  <a:cubicBezTo>
                    <a:pt x="2539" y="8200"/>
                    <a:pt x="2539" y="8245"/>
                    <a:pt x="2569" y="8275"/>
                  </a:cubicBezTo>
                  <a:cubicBezTo>
                    <a:pt x="2584" y="8290"/>
                    <a:pt x="2599" y="8304"/>
                    <a:pt x="2614" y="8319"/>
                  </a:cubicBezTo>
                  <a:cubicBezTo>
                    <a:pt x="2659" y="8349"/>
                    <a:pt x="2689" y="8379"/>
                    <a:pt x="2734" y="8409"/>
                  </a:cubicBezTo>
                  <a:cubicBezTo>
                    <a:pt x="2769" y="8436"/>
                    <a:pt x="2805" y="8441"/>
                    <a:pt x="2844" y="8441"/>
                  </a:cubicBezTo>
                  <a:cubicBezTo>
                    <a:pt x="2870" y="8441"/>
                    <a:pt x="2898" y="8439"/>
                    <a:pt x="2928" y="8439"/>
                  </a:cubicBezTo>
                  <a:cubicBezTo>
                    <a:pt x="2958" y="8439"/>
                    <a:pt x="2994" y="8432"/>
                    <a:pt x="3028" y="8432"/>
                  </a:cubicBezTo>
                  <a:cubicBezTo>
                    <a:pt x="3045" y="8432"/>
                    <a:pt x="3062" y="8434"/>
                    <a:pt x="3077" y="8439"/>
                  </a:cubicBezTo>
                  <a:cubicBezTo>
                    <a:pt x="3099" y="8446"/>
                    <a:pt x="3122" y="8450"/>
                    <a:pt x="3144" y="8450"/>
                  </a:cubicBezTo>
                  <a:cubicBezTo>
                    <a:pt x="3167" y="8450"/>
                    <a:pt x="3189" y="8446"/>
                    <a:pt x="3211" y="8439"/>
                  </a:cubicBezTo>
                  <a:cubicBezTo>
                    <a:pt x="3226" y="8424"/>
                    <a:pt x="3226" y="8424"/>
                    <a:pt x="3241" y="8409"/>
                  </a:cubicBezTo>
                  <a:cubicBezTo>
                    <a:pt x="3256" y="8394"/>
                    <a:pt x="3256" y="8379"/>
                    <a:pt x="3271" y="8364"/>
                  </a:cubicBezTo>
                  <a:cubicBezTo>
                    <a:pt x="3281" y="8336"/>
                    <a:pt x="3290" y="8325"/>
                    <a:pt x="3307" y="8325"/>
                  </a:cubicBezTo>
                  <a:cubicBezTo>
                    <a:pt x="3317" y="8325"/>
                    <a:pt x="3329" y="8329"/>
                    <a:pt x="3346" y="8334"/>
                  </a:cubicBezTo>
                  <a:lnTo>
                    <a:pt x="3376" y="8334"/>
                  </a:lnTo>
                  <a:cubicBezTo>
                    <a:pt x="3406" y="8304"/>
                    <a:pt x="3421" y="8275"/>
                    <a:pt x="3406" y="8230"/>
                  </a:cubicBezTo>
                  <a:cubicBezTo>
                    <a:pt x="3406" y="8230"/>
                    <a:pt x="3406" y="8215"/>
                    <a:pt x="3406" y="8215"/>
                  </a:cubicBezTo>
                  <a:cubicBezTo>
                    <a:pt x="3421" y="8125"/>
                    <a:pt x="3421" y="8021"/>
                    <a:pt x="3421" y="7931"/>
                  </a:cubicBezTo>
                  <a:cubicBezTo>
                    <a:pt x="3421" y="7931"/>
                    <a:pt x="3406" y="7916"/>
                    <a:pt x="3406" y="7916"/>
                  </a:cubicBezTo>
                  <a:cubicBezTo>
                    <a:pt x="3406" y="7901"/>
                    <a:pt x="3406" y="7886"/>
                    <a:pt x="3391" y="7886"/>
                  </a:cubicBezTo>
                  <a:cubicBezTo>
                    <a:pt x="3376" y="7886"/>
                    <a:pt x="3361" y="7901"/>
                    <a:pt x="3361" y="7901"/>
                  </a:cubicBezTo>
                  <a:cubicBezTo>
                    <a:pt x="3346" y="7886"/>
                    <a:pt x="3346" y="7886"/>
                    <a:pt x="3331" y="7886"/>
                  </a:cubicBezTo>
                  <a:cubicBezTo>
                    <a:pt x="3301" y="7901"/>
                    <a:pt x="3286" y="7901"/>
                    <a:pt x="3256" y="7901"/>
                  </a:cubicBezTo>
                  <a:cubicBezTo>
                    <a:pt x="3226" y="7901"/>
                    <a:pt x="3241" y="7886"/>
                    <a:pt x="3241" y="7871"/>
                  </a:cubicBezTo>
                  <a:cubicBezTo>
                    <a:pt x="3241" y="7841"/>
                    <a:pt x="3241" y="7827"/>
                    <a:pt x="3256" y="7797"/>
                  </a:cubicBezTo>
                  <a:cubicBezTo>
                    <a:pt x="3256" y="7782"/>
                    <a:pt x="3271" y="7767"/>
                    <a:pt x="3271" y="7752"/>
                  </a:cubicBezTo>
                  <a:cubicBezTo>
                    <a:pt x="3271" y="7707"/>
                    <a:pt x="3286" y="7677"/>
                    <a:pt x="3316" y="7647"/>
                  </a:cubicBezTo>
                  <a:cubicBezTo>
                    <a:pt x="3321" y="7642"/>
                    <a:pt x="3324" y="7641"/>
                    <a:pt x="3327" y="7641"/>
                  </a:cubicBezTo>
                  <a:cubicBezTo>
                    <a:pt x="3333" y="7641"/>
                    <a:pt x="3336" y="7647"/>
                    <a:pt x="3346" y="7647"/>
                  </a:cubicBezTo>
                  <a:lnTo>
                    <a:pt x="3361" y="7647"/>
                  </a:lnTo>
                  <a:cubicBezTo>
                    <a:pt x="3373" y="7660"/>
                    <a:pt x="3383" y="7665"/>
                    <a:pt x="3392" y="7665"/>
                  </a:cubicBezTo>
                  <a:cubicBezTo>
                    <a:pt x="3403" y="7665"/>
                    <a:pt x="3412" y="7656"/>
                    <a:pt x="3421" y="7647"/>
                  </a:cubicBezTo>
                  <a:cubicBezTo>
                    <a:pt x="3421" y="7632"/>
                    <a:pt x="3421" y="7617"/>
                    <a:pt x="3435" y="7602"/>
                  </a:cubicBezTo>
                  <a:cubicBezTo>
                    <a:pt x="3435" y="7588"/>
                    <a:pt x="3421" y="7558"/>
                    <a:pt x="3435" y="7528"/>
                  </a:cubicBezTo>
                  <a:cubicBezTo>
                    <a:pt x="3435" y="7528"/>
                    <a:pt x="3450" y="7513"/>
                    <a:pt x="3450" y="7498"/>
                  </a:cubicBezTo>
                  <a:cubicBezTo>
                    <a:pt x="3450" y="7483"/>
                    <a:pt x="3450" y="7468"/>
                    <a:pt x="3450" y="7453"/>
                  </a:cubicBezTo>
                  <a:cubicBezTo>
                    <a:pt x="3450" y="7423"/>
                    <a:pt x="3465" y="7393"/>
                    <a:pt x="3465" y="7378"/>
                  </a:cubicBezTo>
                  <a:cubicBezTo>
                    <a:pt x="3480" y="7304"/>
                    <a:pt x="3495" y="7229"/>
                    <a:pt x="3525" y="7154"/>
                  </a:cubicBezTo>
                  <a:cubicBezTo>
                    <a:pt x="3540" y="7110"/>
                    <a:pt x="3570" y="7050"/>
                    <a:pt x="3585" y="6990"/>
                  </a:cubicBezTo>
                  <a:cubicBezTo>
                    <a:pt x="3585" y="6990"/>
                    <a:pt x="3585" y="6975"/>
                    <a:pt x="3585" y="6975"/>
                  </a:cubicBezTo>
                  <a:cubicBezTo>
                    <a:pt x="3615" y="6915"/>
                    <a:pt x="3645" y="6871"/>
                    <a:pt x="3660" y="6811"/>
                  </a:cubicBezTo>
                  <a:cubicBezTo>
                    <a:pt x="3660" y="6796"/>
                    <a:pt x="3674" y="6766"/>
                    <a:pt x="3689" y="6751"/>
                  </a:cubicBezTo>
                  <a:cubicBezTo>
                    <a:pt x="3704" y="6736"/>
                    <a:pt x="3719" y="6721"/>
                    <a:pt x="3719" y="6691"/>
                  </a:cubicBezTo>
                  <a:cubicBezTo>
                    <a:pt x="3719" y="6676"/>
                    <a:pt x="3719" y="6676"/>
                    <a:pt x="3734" y="6662"/>
                  </a:cubicBezTo>
                  <a:cubicBezTo>
                    <a:pt x="3749" y="6662"/>
                    <a:pt x="3764" y="6647"/>
                    <a:pt x="3764" y="6632"/>
                  </a:cubicBezTo>
                  <a:cubicBezTo>
                    <a:pt x="3764" y="6617"/>
                    <a:pt x="3764" y="6587"/>
                    <a:pt x="3779" y="6572"/>
                  </a:cubicBezTo>
                  <a:cubicBezTo>
                    <a:pt x="3794" y="6572"/>
                    <a:pt x="3794" y="6572"/>
                    <a:pt x="3794" y="6557"/>
                  </a:cubicBezTo>
                  <a:cubicBezTo>
                    <a:pt x="3824" y="6527"/>
                    <a:pt x="3839" y="6482"/>
                    <a:pt x="3854" y="6452"/>
                  </a:cubicBezTo>
                  <a:cubicBezTo>
                    <a:pt x="3869" y="6452"/>
                    <a:pt x="3869" y="6452"/>
                    <a:pt x="3884" y="6437"/>
                  </a:cubicBezTo>
                  <a:cubicBezTo>
                    <a:pt x="3898" y="6437"/>
                    <a:pt x="3913" y="6423"/>
                    <a:pt x="3928" y="6408"/>
                  </a:cubicBezTo>
                  <a:cubicBezTo>
                    <a:pt x="3958" y="6363"/>
                    <a:pt x="3988" y="6333"/>
                    <a:pt x="4018" y="6288"/>
                  </a:cubicBezTo>
                  <a:cubicBezTo>
                    <a:pt x="4033" y="6258"/>
                    <a:pt x="4078" y="6243"/>
                    <a:pt x="4108" y="6213"/>
                  </a:cubicBezTo>
                  <a:cubicBezTo>
                    <a:pt x="4108" y="6199"/>
                    <a:pt x="4123" y="6184"/>
                    <a:pt x="4137" y="6169"/>
                  </a:cubicBezTo>
                  <a:cubicBezTo>
                    <a:pt x="4167" y="6139"/>
                    <a:pt x="4197" y="6124"/>
                    <a:pt x="4212" y="6094"/>
                  </a:cubicBezTo>
                  <a:cubicBezTo>
                    <a:pt x="4227" y="6064"/>
                    <a:pt x="4257" y="6049"/>
                    <a:pt x="4287" y="6019"/>
                  </a:cubicBezTo>
                  <a:lnTo>
                    <a:pt x="4302" y="6019"/>
                  </a:lnTo>
                  <a:cubicBezTo>
                    <a:pt x="4302" y="6004"/>
                    <a:pt x="4317" y="5989"/>
                    <a:pt x="4332" y="5989"/>
                  </a:cubicBezTo>
                  <a:cubicBezTo>
                    <a:pt x="4347" y="5974"/>
                    <a:pt x="4347" y="5974"/>
                    <a:pt x="4362" y="5960"/>
                  </a:cubicBezTo>
                  <a:cubicBezTo>
                    <a:pt x="4421" y="5780"/>
                    <a:pt x="4526" y="5706"/>
                    <a:pt x="4600" y="5706"/>
                  </a:cubicBezTo>
                  <a:cubicBezTo>
                    <a:pt x="4645" y="5676"/>
                    <a:pt x="4690" y="5661"/>
                    <a:pt x="4720" y="5616"/>
                  </a:cubicBezTo>
                  <a:cubicBezTo>
                    <a:pt x="4735" y="5586"/>
                    <a:pt x="4750" y="5571"/>
                    <a:pt x="4780" y="5541"/>
                  </a:cubicBezTo>
                  <a:cubicBezTo>
                    <a:pt x="4854" y="5497"/>
                    <a:pt x="4929" y="5452"/>
                    <a:pt x="4989" y="5392"/>
                  </a:cubicBezTo>
                  <a:cubicBezTo>
                    <a:pt x="5019" y="5377"/>
                    <a:pt x="5034" y="5332"/>
                    <a:pt x="5063" y="5332"/>
                  </a:cubicBezTo>
                  <a:cubicBezTo>
                    <a:pt x="5123" y="5302"/>
                    <a:pt x="5183" y="5243"/>
                    <a:pt x="5243" y="5213"/>
                  </a:cubicBezTo>
                  <a:cubicBezTo>
                    <a:pt x="5273" y="5198"/>
                    <a:pt x="5317" y="5183"/>
                    <a:pt x="5332" y="5168"/>
                  </a:cubicBezTo>
                  <a:cubicBezTo>
                    <a:pt x="5407" y="5108"/>
                    <a:pt x="5497" y="5063"/>
                    <a:pt x="5586" y="5034"/>
                  </a:cubicBezTo>
                  <a:cubicBezTo>
                    <a:pt x="5676" y="5004"/>
                    <a:pt x="5765" y="4959"/>
                    <a:pt x="5870" y="4929"/>
                  </a:cubicBezTo>
                  <a:cubicBezTo>
                    <a:pt x="5930" y="4899"/>
                    <a:pt x="5990" y="4869"/>
                    <a:pt x="6064" y="4839"/>
                  </a:cubicBezTo>
                  <a:cubicBezTo>
                    <a:pt x="6064" y="4839"/>
                    <a:pt x="6079" y="4824"/>
                    <a:pt x="6094" y="4824"/>
                  </a:cubicBezTo>
                  <a:cubicBezTo>
                    <a:pt x="6199" y="4795"/>
                    <a:pt x="6303" y="4765"/>
                    <a:pt x="6393" y="4720"/>
                  </a:cubicBezTo>
                  <a:cubicBezTo>
                    <a:pt x="6423" y="4705"/>
                    <a:pt x="6438" y="4705"/>
                    <a:pt x="6453" y="4690"/>
                  </a:cubicBezTo>
                  <a:cubicBezTo>
                    <a:pt x="6453" y="4675"/>
                    <a:pt x="6453" y="4660"/>
                    <a:pt x="6453" y="4645"/>
                  </a:cubicBezTo>
                  <a:cubicBezTo>
                    <a:pt x="6438" y="4600"/>
                    <a:pt x="6438" y="4556"/>
                    <a:pt x="6438" y="4511"/>
                  </a:cubicBezTo>
                  <a:cubicBezTo>
                    <a:pt x="6438" y="4466"/>
                    <a:pt x="6453" y="4436"/>
                    <a:pt x="6467" y="4406"/>
                  </a:cubicBezTo>
                  <a:cubicBezTo>
                    <a:pt x="6467" y="4391"/>
                    <a:pt x="6467" y="4376"/>
                    <a:pt x="6482" y="4376"/>
                  </a:cubicBezTo>
                  <a:cubicBezTo>
                    <a:pt x="6497" y="4376"/>
                    <a:pt x="6497" y="4391"/>
                    <a:pt x="6497" y="4391"/>
                  </a:cubicBezTo>
                  <a:cubicBezTo>
                    <a:pt x="6497" y="4391"/>
                    <a:pt x="6512" y="4406"/>
                    <a:pt x="6512" y="4406"/>
                  </a:cubicBezTo>
                  <a:cubicBezTo>
                    <a:pt x="6512" y="4406"/>
                    <a:pt x="6527" y="4406"/>
                    <a:pt x="6527" y="4421"/>
                  </a:cubicBezTo>
                  <a:cubicBezTo>
                    <a:pt x="6557" y="4451"/>
                    <a:pt x="6602" y="4466"/>
                    <a:pt x="6587" y="4511"/>
                  </a:cubicBezTo>
                  <a:cubicBezTo>
                    <a:pt x="6587" y="4526"/>
                    <a:pt x="6587" y="4526"/>
                    <a:pt x="6587" y="4526"/>
                  </a:cubicBezTo>
                  <a:cubicBezTo>
                    <a:pt x="6617" y="4541"/>
                    <a:pt x="6617" y="4556"/>
                    <a:pt x="6632" y="4571"/>
                  </a:cubicBezTo>
                  <a:cubicBezTo>
                    <a:pt x="6632" y="4581"/>
                    <a:pt x="6632" y="4592"/>
                    <a:pt x="6642" y="4592"/>
                  </a:cubicBezTo>
                  <a:cubicBezTo>
                    <a:pt x="6647" y="4592"/>
                    <a:pt x="6653" y="4590"/>
                    <a:pt x="6662" y="4585"/>
                  </a:cubicBezTo>
                  <a:cubicBezTo>
                    <a:pt x="6677" y="4585"/>
                    <a:pt x="6691" y="4571"/>
                    <a:pt x="6721" y="4556"/>
                  </a:cubicBezTo>
                  <a:cubicBezTo>
                    <a:pt x="6886" y="4436"/>
                    <a:pt x="7095" y="3719"/>
                    <a:pt x="6960" y="3540"/>
                  </a:cubicBezTo>
                  <a:cubicBezTo>
                    <a:pt x="6901" y="3465"/>
                    <a:pt x="6736" y="3226"/>
                    <a:pt x="6706" y="3226"/>
                  </a:cubicBezTo>
                  <a:cubicBezTo>
                    <a:pt x="6691" y="3196"/>
                    <a:pt x="6662" y="3181"/>
                    <a:pt x="6677" y="3137"/>
                  </a:cubicBezTo>
                  <a:cubicBezTo>
                    <a:pt x="6677" y="3137"/>
                    <a:pt x="6662" y="3122"/>
                    <a:pt x="6662" y="3122"/>
                  </a:cubicBezTo>
                  <a:cubicBezTo>
                    <a:pt x="6632" y="3122"/>
                    <a:pt x="6632" y="3092"/>
                    <a:pt x="6617" y="3062"/>
                  </a:cubicBezTo>
                  <a:cubicBezTo>
                    <a:pt x="6617" y="3047"/>
                    <a:pt x="6632" y="3032"/>
                    <a:pt x="6632" y="3017"/>
                  </a:cubicBezTo>
                  <a:cubicBezTo>
                    <a:pt x="6617" y="3002"/>
                    <a:pt x="6602" y="3002"/>
                    <a:pt x="6587" y="2987"/>
                  </a:cubicBezTo>
                  <a:cubicBezTo>
                    <a:pt x="6587" y="2972"/>
                    <a:pt x="6587" y="2942"/>
                    <a:pt x="6557" y="2942"/>
                  </a:cubicBezTo>
                  <a:cubicBezTo>
                    <a:pt x="6542" y="2942"/>
                    <a:pt x="6512" y="2928"/>
                    <a:pt x="6482" y="2928"/>
                  </a:cubicBezTo>
                  <a:cubicBezTo>
                    <a:pt x="6453" y="2913"/>
                    <a:pt x="6423" y="2898"/>
                    <a:pt x="6423" y="2853"/>
                  </a:cubicBezTo>
                  <a:cubicBezTo>
                    <a:pt x="6408" y="2853"/>
                    <a:pt x="6408" y="2838"/>
                    <a:pt x="6393" y="2838"/>
                  </a:cubicBezTo>
                  <a:cubicBezTo>
                    <a:pt x="6363" y="2838"/>
                    <a:pt x="6363" y="2823"/>
                    <a:pt x="6363" y="2793"/>
                  </a:cubicBezTo>
                  <a:cubicBezTo>
                    <a:pt x="6375" y="2793"/>
                    <a:pt x="6387" y="2812"/>
                    <a:pt x="6399" y="2812"/>
                  </a:cubicBezTo>
                  <a:cubicBezTo>
                    <a:pt x="6402" y="2812"/>
                    <a:pt x="6405" y="2811"/>
                    <a:pt x="6408" y="2808"/>
                  </a:cubicBezTo>
                  <a:cubicBezTo>
                    <a:pt x="6408" y="2793"/>
                    <a:pt x="6393" y="2778"/>
                    <a:pt x="6393" y="2763"/>
                  </a:cubicBezTo>
                  <a:cubicBezTo>
                    <a:pt x="6393" y="2763"/>
                    <a:pt x="6393" y="2763"/>
                    <a:pt x="6378" y="2748"/>
                  </a:cubicBezTo>
                  <a:cubicBezTo>
                    <a:pt x="6378" y="2748"/>
                    <a:pt x="6378" y="2748"/>
                    <a:pt x="6363" y="2733"/>
                  </a:cubicBezTo>
                  <a:cubicBezTo>
                    <a:pt x="6348" y="2718"/>
                    <a:pt x="6348" y="2718"/>
                    <a:pt x="6318" y="2704"/>
                  </a:cubicBezTo>
                  <a:cubicBezTo>
                    <a:pt x="6273" y="2689"/>
                    <a:pt x="6243" y="2644"/>
                    <a:pt x="6214" y="2614"/>
                  </a:cubicBezTo>
                  <a:cubicBezTo>
                    <a:pt x="6214" y="2599"/>
                    <a:pt x="6214" y="2599"/>
                    <a:pt x="6214" y="2599"/>
                  </a:cubicBezTo>
                  <a:cubicBezTo>
                    <a:pt x="6199" y="2599"/>
                    <a:pt x="6184" y="2584"/>
                    <a:pt x="6169" y="2569"/>
                  </a:cubicBezTo>
                  <a:lnTo>
                    <a:pt x="6154" y="2569"/>
                  </a:lnTo>
                  <a:cubicBezTo>
                    <a:pt x="6139" y="2554"/>
                    <a:pt x="6109" y="2554"/>
                    <a:pt x="6094" y="2539"/>
                  </a:cubicBezTo>
                  <a:cubicBezTo>
                    <a:pt x="6064" y="2509"/>
                    <a:pt x="6034" y="2494"/>
                    <a:pt x="6004" y="2465"/>
                  </a:cubicBezTo>
                  <a:lnTo>
                    <a:pt x="5990" y="2465"/>
                  </a:lnTo>
                  <a:cubicBezTo>
                    <a:pt x="5960" y="2435"/>
                    <a:pt x="5945" y="2405"/>
                    <a:pt x="5900" y="2405"/>
                  </a:cubicBezTo>
                  <a:cubicBezTo>
                    <a:pt x="5900" y="2405"/>
                    <a:pt x="5900" y="2390"/>
                    <a:pt x="5900" y="2390"/>
                  </a:cubicBezTo>
                  <a:cubicBezTo>
                    <a:pt x="5900" y="2390"/>
                    <a:pt x="5900" y="2375"/>
                    <a:pt x="5885" y="2375"/>
                  </a:cubicBezTo>
                  <a:cubicBezTo>
                    <a:pt x="5855" y="2375"/>
                    <a:pt x="5840" y="2360"/>
                    <a:pt x="5840" y="2330"/>
                  </a:cubicBezTo>
                  <a:cubicBezTo>
                    <a:pt x="5825" y="2330"/>
                    <a:pt x="5825" y="2330"/>
                    <a:pt x="5810" y="2345"/>
                  </a:cubicBezTo>
                  <a:cubicBezTo>
                    <a:pt x="5810" y="2315"/>
                    <a:pt x="5795" y="2315"/>
                    <a:pt x="5780" y="2300"/>
                  </a:cubicBezTo>
                  <a:cubicBezTo>
                    <a:pt x="5780" y="2300"/>
                    <a:pt x="5780" y="2285"/>
                    <a:pt x="5780" y="2285"/>
                  </a:cubicBezTo>
                  <a:cubicBezTo>
                    <a:pt x="5765" y="2285"/>
                    <a:pt x="5751" y="2270"/>
                    <a:pt x="5736" y="2270"/>
                  </a:cubicBezTo>
                  <a:cubicBezTo>
                    <a:pt x="5676" y="2226"/>
                    <a:pt x="5631" y="2181"/>
                    <a:pt x="5571" y="2151"/>
                  </a:cubicBezTo>
                  <a:cubicBezTo>
                    <a:pt x="5556" y="2136"/>
                    <a:pt x="5541" y="2151"/>
                    <a:pt x="5527" y="2121"/>
                  </a:cubicBezTo>
                  <a:cubicBezTo>
                    <a:pt x="5527" y="2121"/>
                    <a:pt x="5527" y="2121"/>
                    <a:pt x="5512" y="2106"/>
                  </a:cubicBezTo>
                  <a:cubicBezTo>
                    <a:pt x="5452" y="2076"/>
                    <a:pt x="5407" y="2046"/>
                    <a:pt x="5362" y="2002"/>
                  </a:cubicBezTo>
                  <a:cubicBezTo>
                    <a:pt x="5347" y="2002"/>
                    <a:pt x="5332" y="1987"/>
                    <a:pt x="5317" y="1972"/>
                  </a:cubicBezTo>
                  <a:cubicBezTo>
                    <a:pt x="5296" y="1977"/>
                    <a:pt x="5282" y="1981"/>
                    <a:pt x="5271" y="1981"/>
                  </a:cubicBezTo>
                  <a:cubicBezTo>
                    <a:pt x="5254" y="1981"/>
                    <a:pt x="5247" y="1970"/>
                    <a:pt x="5228" y="1942"/>
                  </a:cubicBezTo>
                  <a:cubicBezTo>
                    <a:pt x="5228" y="1927"/>
                    <a:pt x="5213" y="1912"/>
                    <a:pt x="5198" y="1912"/>
                  </a:cubicBezTo>
                  <a:cubicBezTo>
                    <a:pt x="5183" y="1912"/>
                    <a:pt x="5183" y="1912"/>
                    <a:pt x="5168" y="1927"/>
                  </a:cubicBezTo>
                  <a:cubicBezTo>
                    <a:pt x="5168" y="1927"/>
                    <a:pt x="5168" y="1927"/>
                    <a:pt x="5168" y="1942"/>
                  </a:cubicBezTo>
                  <a:lnTo>
                    <a:pt x="5183" y="1942"/>
                  </a:lnTo>
                  <a:cubicBezTo>
                    <a:pt x="5178" y="1947"/>
                    <a:pt x="5175" y="1948"/>
                    <a:pt x="5172" y="1948"/>
                  </a:cubicBezTo>
                  <a:cubicBezTo>
                    <a:pt x="5168" y="1948"/>
                    <a:pt x="5168" y="1942"/>
                    <a:pt x="5168" y="1942"/>
                  </a:cubicBezTo>
                  <a:cubicBezTo>
                    <a:pt x="5168" y="1927"/>
                    <a:pt x="5168" y="1912"/>
                    <a:pt x="5153" y="1912"/>
                  </a:cubicBezTo>
                  <a:cubicBezTo>
                    <a:pt x="5138" y="1912"/>
                    <a:pt x="5138" y="1912"/>
                    <a:pt x="5138" y="1942"/>
                  </a:cubicBezTo>
                  <a:cubicBezTo>
                    <a:pt x="5123" y="1927"/>
                    <a:pt x="5108" y="1897"/>
                    <a:pt x="5078" y="1882"/>
                  </a:cubicBezTo>
                  <a:cubicBezTo>
                    <a:pt x="5078" y="1875"/>
                    <a:pt x="5071" y="1875"/>
                    <a:pt x="5065" y="1875"/>
                  </a:cubicBezTo>
                  <a:cubicBezTo>
                    <a:pt x="5060" y="1875"/>
                    <a:pt x="5056" y="1875"/>
                    <a:pt x="5063" y="1867"/>
                  </a:cubicBezTo>
                  <a:cubicBezTo>
                    <a:pt x="5078" y="1852"/>
                    <a:pt x="5093" y="1837"/>
                    <a:pt x="5078" y="1837"/>
                  </a:cubicBezTo>
                  <a:cubicBezTo>
                    <a:pt x="5074" y="1833"/>
                    <a:pt x="5070" y="1831"/>
                    <a:pt x="5065" y="1831"/>
                  </a:cubicBezTo>
                  <a:cubicBezTo>
                    <a:pt x="5055" y="1831"/>
                    <a:pt x="5044" y="1842"/>
                    <a:pt x="5034" y="1852"/>
                  </a:cubicBezTo>
                  <a:cubicBezTo>
                    <a:pt x="5034" y="1852"/>
                    <a:pt x="5034" y="1867"/>
                    <a:pt x="5034" y="1882"/>
                  </a:cubicBezTo>
                  <a:lnTo>
                    <a:pt x="5019" y="1882"/>
                  </a:lnTo>
                  <a:cubicBezTo>
                    <a:pt x="5019" y="1882"/>
                    <a:pt x="5019" y="1867"/>
                    <a:pt x="5019" y="1867"/>
                  </a:cubicBezTo>
                  <a:cubicBezTo>
                    <a:pt x="5019" y="1837"/>
                    <a:pt x="5019" y="1792"/>
                    <a:pt x="4974" y="1792"/>
                  </a:cubicBezTo>
                  <a:cubicBezTo>
                    <a:pt x="4959" y="1763"/>
                    <a:pt x="4929" y="1748"/>
                    <a:pt x="4929" y="1718"/>
                  </a:cubicBezTo>
                  <a:cubicBezTo>
                    <a:pt x="4899" y="1718"/>
                    <a:pt x="4899" y="1733"/>
                    <a:pt x="4899" y="1748"/>
                  </a:cubicBezTo>
                  <a:cubicBezTo>
                    <a:pt x="4884" y="1733"/>
                    <a:pt x="4899" y="1703"/>
                    <a:pt x="4869" y="1673"/>
                  </a:cubicBezTo>
                  <a:cubicBezTo>
                    <a:pt x="4869" y="1673"/>
                    <a:pt x="4863" y="1686"/>
                    <a:pt x="4858" y="1686"/>
                  </a:cubicBezTo>
                  <a:cubicBezTo>
                    <a:pt x="4856" y="1686"/>
                    <a:pt x="4854" y="1683"/>
                    <a:pt x="4854" y="1673"/>
                  </a:cubicBezTo>
                  <a:cubicBezTo>
                    <a:pt x="4854" y="1658"/>
                    <a:pt x="4839" y="1658"/>
                    <a:pt x="4825" y="1658"/>
                  </a:cubicBezTo>
                  <a:cubicBezTo>
                    <a:pt x="4810" y="1658"/>
                    <a:pt x="4810" y="1643"/>
                    <a:pt x="4810" y="1628"/>
                  </a:cubicBezTo>
                  <a:cubicBezTo>
                    <a:pt x="4810" y="1613"/>
                    <a:pt x="4810" y="1598"/>
                    <a:pt x="4795" y="1583"/>
                  </a:cubicBezTo>
                  <a:lnTo>
                    <a:pt x="4780" y="1583"/>
                  </a:lnTo>
                  <a:cubicBezTo>
                    <a:pt x="4780" y="1568"/>
                    <a:pt x="4765" y="1568"/>
                    <a:pt x="4765" y="1553"/>
                  </a:cubicBezTo>
                  <a:cubicBezTo>
                    <a:pt x="4735" y="1524"/>
                    <a:pt x="4720" y="1494"/>
                    <a:pt x="4690" y="1464"/>
                  </a:cubicBezTo>
                  <a:cubicBezTo>
                    <a:pt x="4690" y="1464"/>
                    <a:pt x="4690" y="1449"/>
                    <a:pt x="4690" y="1449"/>
                  </a:cubicBezTo>
                  <a:cubicBezTo>
                    <a:pt x="4690" y="1449"/>
                    <a:pt x="4690" y="1434"/>
                    <a:pt x="4690" y="1434"/>
                  </a:cubicBezTo>
                  <a:cubicBezTo>
                    <a:pt x="4660" y="1419"/>
                    <a:pt x="4645" y="1404"/>
                    <a:pt x="4630" y="1359"/>
                  </a:cubicBezTo>
                  <a:cubicBezTo>
                    <a:pt x="4630" y="1344"/>
                    <a:pt x="4615" y="1329"/>
                    <a:pt x="4615" y="1314"/>
                  </a:cubicBezTo>
                  <a:cubicBezTo>
                    <a:pt x="4600" y="1300"/>
                    <a:pt x="4600" y="1300"/>
                    <a:pt x="4586" y="1300"/>
                  </a:cubicBezTo>
                  <a:cubicBezTo>
                    <a:pt x="4571" y="1285"/>
                    <a:pt x="4571" y="1270"/>
                    <a:pt x="4571" y="1270"/>
                  </a:cubicBezTo>
                  <a:cubicBezTo>
                    <a:pt x="4556" y="1255"/>
                    <a:pt x="4556" y="1240"/>
                    <a:pt x="4556" y="1240"/>
                  </a:cubicBezTo>
                  <a:cubicBezTo>
                    <a:pt x="4541" y="1225"/>
                    <a:pt x="4526" y="1210"/>
                    <a:pt x="4511" y="1180"/>
                  </a:cubicBezTo>
                  <a:cubicBezTo>
                    <a:pt x="4511" y="1180"/>
                    <a:pt x="4511" y="1180"/>
                    <a:pt x="4511" y="1165"/>
                  </a:cubicBezTo>
                  <a:cubicBezTo>
                    <a:pt x="4496" y="1165"/>
                    <a:pt x="4496" y="1165"/>
                    <a:pt x="4496" y="1150"/>
                  </a:cubicBezTo>
                  <a:cubicBezTo>
                    <a:pt x="4496" y="1105"/>
                    <a:pt x="4466" y="1090"/>
                    <a:pt x="4466" y="1046"/>
                  </a:cubicBezTo>
                  <a:cubicBezTo>
                    <a:pt x="4466" y="1031"/>
                    <a:pt x="4451" y="1031"/>
                    <a:pt x="4451" y="1031"/>
                  </a:cubicBezTo>
                  <a:cubicBezTo>
                    <a:pt x="4421" y="1031"/>
                    <a:pt x="4406" y="1001"/>
                    <a:pt x="4391" y="986"/>
                  </a:cubicBezTo>
                  <a:cubicBezTo>
                    <a:pt x="4376" y="971"/>
                    <a:pt x="4376" y="956"/>
                    <a:pt x="4362" y="941"/>
                  </a:cubicBezTo>
                  <a:cubicBezTo>
                    <a:pt x="4347" y="926"/>
                    <a:pt x="4362" y="911"/>
                    <a:pt x="4347" y="896"/>
                  </a:cubicBezTo>
                  <a:cubicBezTo>
                    <a:pt x="4347" y="891"/>
                    <a:pt x="4347" y="890"/>
                    <a:pt x="4346" y="890"/>
                  </a:cubicBezTo>
                  <a:cubicBezTo>
                    <a:pt x="4345" y="890"/>
                    <a:pt x="4342" y="896"/>
                    <a:pt x="4332" y="896"/>
                  </a:cubicBezTo>
                  <a:cubicBezTo>
                    <a:pt x="4332" y="881"/>
                    <a:pt x="4332" y="881"/>
                    <a:pt x="4347" y="881"/>
                  </a:cubicBezTo>
                  <a:cubicBezTo>
                    <a:pt x="4347" y="881"/>
                    <a:pt x="4347" y="896"/>
                    <a:pt x="4347" y="896"/>
                  </a:cubicBezTo>
                  <a:lnTo>
                    <a:pt x="4362" y="896"/>
                  </a:lnTo>
                  <a:cubicBezTo>
                    <a:pt x="4362" y="896"/>
                    <a:pt x="4362" y="896"/>
                    <a:pt x="4376" y="881"/>
                  </a:cubicBezTo>
                  <a:cubicBezTo>
                    <a:pt x="4376" y="866"/>
                    <a:pt x="4362" y="851"/>
                    <a:pt x="4347" y="837"/>
                  </a:cubicBezTo>
                  <a:cubicBezTo>
                    <a:pt x="4332" y="822"/>
                    <a:pt x="4347" y="807"/>
                    <a:pt x="4347" y="792"/>
                  </a:cubicBezTo>
                  <a:cubicBezTo>
                    <a:pt x="4332" y="792"/>
                    <a:pt x="4332" y="792"/>
                    <a:pt x="4317" y="777"/>
                  </a:cubicBezTo>
                  <a:lnTo>
                    <a:pt x="4332" y="777"/>
                  </a:lnTo>
                  <a:cubicBezTo>
                    <a:pt x="4347" y="762"/>
                    <a:pt x="4347" y="762"/>
                    <a:pt x="4332" y="747"/>
                  </a:cubicBezTo>
                  <a:cubicBezTo>
                    <a:pt x="4332" y="747"/>
                    <a:pt x="4332" y="732"/>
                    <a:pt x="4332" y="732"/>
                  </a:cubicBezTo>
                  <a:cubicBezTo>
                    <a:pt x="4332" y="717"/>
                    <a:pt x="4332" y="702"/>
                    <a:pt x="4317" y="702"/>
                  </a:cubicBezTo>
                  <a:cubicBezTo>
                    <a:pt x="4317" y="695"/>
                    <a:pt x="4313" y="695"/>
                    <a:pt x="4311" y="695"/>
                  </a:cubicBezTo>
                  <a:cubicBezTo>
                    <a:pt x="4309" y="695"/>
                    <a:pt x="4309" y="695"/>
                    <a:pt x="4317" y="687"/>
                  </a:cubicBezTo>
                  <a:cubicBezTo>
                    <a:pt x="4317" y="687"/>
                    <a:pt x="4317" y="672"/>
                    <a:pt x="4332" y="672"/>
                  </a:cubicBezTo>
                  <a:cubicBezTo>
                    <a:pt x="4332" y="657"/>
                    <a:pt x="4317" y="642"/>
                    <a:pt x="4332" y="627"/>
                  </a:cubicBezTo>
                  <a:cubicBezTo>
                    <a:pt x="4317" y="613"/>
                    <a:pt x="4347" y="613"/>
                    <a:pt x="4347" y="598"/>
                  </a:cubicBezTo>
                  <a:cubicBezTo>
                    <a:pt x="4332" y="583"/>
                    <a:pt x="4332" y="583"/>
                    <a:pt x="4347" y="583"/>
                  </a:cubicBezTo>
                  <a:cubicBezTo>
                    <a:pt x="4362" y="583"/>
                    <a:pt x="4362" y="583"/>
                    <a:pt x="4362" y="568"/>
                  </a:cubicBezTo>
                  <a:cubicBezTo>
                    <a:pt x="4362" y="553"/>
                    <a:pt x="4347" y="538"/>
                    <a:pt x="4332" y="538"/>
                  </a:cubicBezTo>
                  <a:cubicBezTo>
                    <a:pt x="4347" y="538"/>
                    <a:pt x="4347" y="538"/>
                    <a:pt x="4362" y="523"/>
                  </a:cubicBezTo>
                  <a:cubicBezTo>
                    <a:pt x="4362" y="523"/>
                    <a:pt x="4362" y="523"/>
                    <a:pt x="4362" y="508"/>
                  </a:cubicBezTo>
                  <a:cubicBezTo>
                    <a:pt x="4376" y="508"/>
                    <a:pt x="4362" y="508"/>
                    <a:pt x="4362" y="493"/>
                  </a:cubicBezTo>
                  <a:lnTo>
                    <a:pt x="4347" y="493"/>
                  </a:lnTo>
                  <a:cubicBezTo>
                    <a:pt x="4347" y="493"/>
                    <a:pt x="4347" y="493"/>
                    <a:pt x="4347" y="478"/>
                  </a:cubicBezTo>
                  <a:cubicBezTo>
                    <a:pt x="4347" y="478"/>
                    <a:pt x="4347" y="478"/>
                    <a:pt x="4347" y="463"/>
                  </a:cubicBezTo>
                  <a:cubicBezTo>
                    <a:pt x="4332" y="448"/>
                    <a:pt x="4332" y="433"/>
                    <a:pt x="4317" y="433"/>
                  </a:cubicBezTo>
                  <a:cubicBezTo>
                    <a:pt x="4317" y="418"/>
                    <a:pt x="4317" y="403"/>
                    <a:pt x="4317" y="403"/>
                  </a:cubicBezTo>
                  <a:cubicBezTo>
                    <a:pt x="4317" y="388"/>
                    <a:pt x="4317" y="388"/>
                    <a:pt x="4317" y="388"/>
                  </a:cubicBezTo>
                  <a:cubicBezTo>
                    <a:pt x="4317" y="374"/>
                    <a:pt x="4302" y="374"/>
                    <a:pt x="4317" y="374"/>
                  </a:cubicBezTo>
                  <a:cubicBezTo>
                    <a:pt x="4317" y="374"/>
                    <a:pt x="4332" y="359"/>
                    <a:pt x="4332" y="359"/>
                  </a:cubicBezTo>
                  <a:cubicBezTo>
                    <a:pt x="4332" y="359"/>
                    <a:pt x="4317" y="344"/>
                    <a:pt x="4317" y="344"/>
                  </a:cubicBezTo>
                  <a:cubicBezTo>
                    <a:pt x="4317" y="329"/>
                    <a:pt x="4287" y="329"/>
                    <a:pt x="4302" y="299"/>
                  </a:cubicBezTo>
                  <a:cubicBezTo>
                    <a:pt x="4317" y="299"/>
                    <a:pt x="4332" y="299"/>
                    <a:pt x="4317" y="284"/>
                  </a:cubicBezTo>
                  <a:cubicBezTo>
                    <a:pt x="4317" y="269"/>
                    <a:pt x="4332" y="269"/>
                    <a:pt x="4332" y="269"/>
                  </a:cubicBezTo>
                  <a:cubicBezTo>
                    <a:pt x="4332" y="269"/>
                    <a:pt x="4347" y="254"/>
                    <a:pt x="4347" y="254"/>
                  </a:cubicBezTo>
                  <a:cubicBezTo>
                    <a:pt x="4332" y="239"/>
                    <a:pt x="4332" y="224"/>
                    <a:pt x="4332" y="209"/>
                  </a:cubicBezTo>
                  <a:cubicBezTo>
                    <a:pt x="4332" y="194"/>
                    <a:pt x="4332" y="179"/>
                    <a:pt x="4317" y="179"/>
                  </a:cubicBezTo>
                  <a:lnTo>
                    <a:pt x="4302" y="179"/>
                  </a:lnTo>
                  <a:cubicBezTo>
                    <a:pt x="4309" y="172"/>
                    <a:pt x="4320" y="172"/>
                    <a:pt x="4332" y="172"/>
                  </a:cubicBezTo>
                  <a:cubicBezTo>
                    <a:pt x="4343" y="172"/>
                    <a:pt x="4354" y="172"/>
                    <a:pt x="4362" y="164"/>
                  </a:cubicBezTo>
                  <a:cubicBezTo>
                    <a:pt x="4362" y="135"/>
                    <a:pt x="4347" y="135"/>
                    <a:pt x="4332" y="135"/>
                  </a:cubicBezTo>
                  <a:cubicBezTo>
                    <a:pt x="4317" y="135"/>
                    <a:pt x="4317" y="120"/>
                    <a:pt x="4317" y="120"/>
                  </a:cubicBezTo>
                  <a:cubicBezTo>
                    <a:pt x="4317" y="105"/>
                    <a:pt x="4302" y="90"/>
                    <a:pt x="4302" y="75"/>
                  </a:cubicBezTo>
                  <a:cubicBezTo>
                    <a:pt x="4302" y="75"/>
                    <a:pt x="4287" y="75"/>
                    <a:pt x="4302" y="60"/>
                  </a:cubicBezTo>
                  <a:cubicBezTo>
                    <a:pt x="4317" y="75"/>
                    <a:pt x="4317" y="75"/>
                    <a:pt x="4332" y="90"/>
                  </a:cubicBezTo>
                  <a:cubicBezTo>
                    <a:pt x="4347" y="75"/>
                    <a:pt x="4347" y="60"/>
                    <a:pt x="4347" y="60"/>
                  </a:cubicBezTo>
                  <a:cubicBezTo>
                    <a:pt x="4347" y="60"/>
                    <a:pt x="4347" y="45"/>
                    <a:pt x="4347" y="45"/>
                  </a:cubicBezTo>
                  <a:cubicBezTo>
                    <a:pt x="4347" y="45"/>
                    <a:pt x="4362" y="30"/>
                    <a:pt x="4362" y="30"/>
                  </a:cubicBezTo>
                  <a:cubicBezTo>
                    <a:pt x="4362" y="30"/>
                    <a:pt x="4362" y="30"/>
                    <a:pt x="4362" y="15"/>
                  </a:cubicBezTo>
                  <a:cubicBezTo>
                    <a:pt x="4362" y="15"/>
                    <a:pt x="4347" y="15"/>
                    <a:pt x="4347" y="0"/>
                  </a:cubicBezTo>
                  <a:cubicBezTo>
                    <a:pt x="4108" y="0"/>
                    <a:pt x="3743" y="173"/>
                    <a:pt x="3473" y="173"/>
                  </a:cubicBezTo>
                  <a:cubicBezTo>
                    <a:pt x="3338" y="173"/>
                    <a:pt x="3226" y="130"/>
                    <a:pt x="3167" y="0"/>
                  </a:cubicBezTo>
                  <a:cubicBezTo>
                    <a:pt x="3167" y="15"/>
                    <a:pt x="3152" y="15"/>
                    <a:pt x="3152" y="15"/>
                  </a:cubicBezTo>
                  <a:cubicBezTo>
                    <a:pt x="3144" y="37"/>
                    <a:pt x="3133" y="49"/>
                    <a:pt x="3122" y="49"/>
                  </a:cubicBezTo>
                  <a:cubicBezTo>
                    <a:pt x="3111" y="49"/>
                    <a:pt x="3099" y="37"/>
                    <a:pt x="3092" y="15"/>
                  </a:cubicBezTo>
                  <a:cubicBezTo>
                    <a:pt x="3092" y="15"/>
                    <a:pt x="3092" y="15"/>
                    <a:pt x="3077" y="0"/>
                  </a:cubicBezTo>
                  <a:lnTo>
                    <a:pt x="2972" y="0"/>
                  </a:lnTo>
                  <a:cubicBezTo>
                    <a:pt x="2958" y="15"/>
                    <a:pt x="2958" y="45"/>
                    <a:pt x="2928" y="45"/>
                  </a:cubicBezTo>
                  <a:cubicBezTo>
                    <a:pt x="2898" y="45"/>
                    <a:pt x="2898" y="15"/>
                    <a:pt x="28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3" name="Google Shape;283;p46"/>
            <p:cNvGrpSpPr/>
            <p:nvPr/>
          </p:nvGrpSpPr>
          <p:grpSpPr>
            <a:xfrm rot="-4564129" flipH="1">
              <a:off x="-920110" y="2550151"/>
              <a:ext cx="1964060" cy="854923"/>
              <a:chOff x="521732" y="3858675"/>
              <a:chExt cx="1280076" cy="854902"/>
            </a:xfrm>
          </p:grpSpPr>
          <p:sp>
            <p:nvSpPr>
              <p:cNvPr id="284" name="Google Shape;284;p46"/>
              <p:cNvSpPr/>
              <p:nvPr/>
            </p:nvSpPr>
            <p:spPr>
              <a:xfrm>
                <a:off x="806637" y="4225743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6"/>
              <p:cNvSpPr/>
              <p:nvPr/>
            </p:nvSpPr>
            <p:spPr>
              <a:xfrm>
                <a:off x="1355835" y="4224051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46"/>
              <p:cNvSpPr/>
              <p:nvPr/>
            </p:nvSpPr>
            <p:spPr>
              <a:xfrm>
                <a:off x="1172154" y="4224051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46"/>
              <p:cNvSpPr/>
              <p:nvPr/>
            </p:nvSpPr>
            <p:spPr>
              <a:xfrm>
                <a:off x="988165" y="4223897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6"/>
              <p:cNvSpPr/>
              <p:nvPr/>
            </p:nvSpPr>
            <p:spPr>
              <a:xfrm>
                <a:off x="1075698" y="4333740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6"/>
              <p:cNvSpPr/>
              <p:nvPr/>
            </p:nvSpPr>
            <p:spPr>
              <a:xfrm>
                <a:off x="1073698" y="3950057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6"/>
              <p:cNvSpPr/>
              <p:nvPr/>
            </p:nvSpPr>
            <p:spPr>
              <a:xfrm>
                <a:off x="1077852" y="4515736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6"/>
              <p:cNvSpPr/>
              <p:nvPr/>
            </p:nvSpPr>
            <p:spPr>
              <a:xfrm>
                <a:off x="1077852" y="4131438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6"/>
              <p:cNvSpPr/>
              <p:nvPr/>
            </p:nvSpPr>
            <p:spPr>
              <a:xfrm>
                <a:off x="1532747" y="4230820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6"/>
              <p:cNvSpPr/>
              <p:nvPr/>
            </p:nvSpPr>
            <p:spPr>
              <a:xfrm>
                <a:off x="1714275" y="4230358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6"/>
              <p:cNvSpPr/>
              <p:nvPr/>
            </p:nvSpPr>
            <p:spPr>
              <a:xfrm>
                <a:off x="808945" y="3865598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6"/>
              <p:cNvSpPr/>
              <p:nvPr/>
            </p:nvSpPr>
            <p:spPr>
              <a:xfrm>
                <a:off x="1176615" y="4423738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46"/>
              <p:cNvSpPr/>
              <p:nvPr/>
            </p:nvSpPr>
            <p:spPr>
              <a:xfrm>
                <a:off x="988165" y="3863290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46"/>
              <p:cNvSpPr/>
              <p:nvPr/>
            </p:nvSpPr>
            <p:spPr>
              <a:xfrm>
                <a:off x="1530594" y="4046978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46"/>
              <p:cNvSpPr/>
              <p:nvPr/>
            </p:nvSpPr>
            <p:spPr>
              <a:xfrm>
                <a:off x="811253" y="4046824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46"/>
              <p:cNvSpPr/>
              <p:nvPr/>
            </p:nvSpPr>
            <p:spPr>
              <a:xfrm>
                <a:off x="1445522" y="4329125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46"/>
              <p:cNvSpPr/>
              <p:nvPr/>
            </p:nvSpPr>
            <p:spPr>
              <a:xfrm>
                <a:off x="1714429" y="3865444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46"/>
              <p:cNvSpPr/>
              <p:nvPr/>
            </p:nvSpPr>
            <p:spPr>
              <a:xfrm>
                <a:off x="985857" y="4428507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46"/>
              <p:cNvSpPr/>
              <p:nvPr/>
            </p:nvSpPr>
            <p:spPr>
              <a:xfrm>
                <a:off x="1710121" y="4046670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46"/>
              <p:cNvSpPr/>
              <p:nvPr/>
            </p:nvSpPr>
            <p:spPr>
              <a:xfrm>
                <a:off x="627418" y="3858675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46"/>
              <p:cNvSpPr/>
              <p:nvPr/>
            </p:nvSpPr>
            <p:spPr>
              <a:xfrm>
                <a:off x="900939" y="4513274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46"/>
              <p:cNvSpPr/>
              <p:nvPr/>
            </p:nvSpPr>
            <p:spPr>
              <a:xfrm>
                <a:off x="1351220" y="4049440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46"/>
              <p:cNvSpPr/>
              <p:nvPr/>
            </p:nvSpPr>
            <p:spPr>
              <a:xfrm>
                <a:off x="1622434" y="4328356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46"/>
              <p:cNvSpPr/>
              <p:nvPr/>
            </p:nvSpPr>
            <p:spPr>
              <a:xfrm>
                <a:off x="898632" y="4134361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46"/>
              <p:cNvSpPr/>
              <p:nvPr/>
            </p:nvSpPr>
            <p:spPr>
              <a:xfrm>
                <a:off x="1261687" y="4329740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46"/>
              <p:cNvSpPr/>
              <p:nvPr/>
            </p:nvSpPr>
            <p:spPr>
              <a:xfrm>
                <a:off x="724027" y="4327433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46"/>
              <p:cNvSpPr/>
              <p:nvPr/>
            </p:nvSpPr>
            <p:spPr>
              <a:xfrm>
                <a:off x="1535055" y="3865598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46"/>
              <p:cNvSpPr/>
              <p:nvPr/>
            </p:nvSpPr>
            <p:spPr>
              <a:xfrm>
                <a:off x="1266302" y="4511275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46"/>
              <p:cNvSpPr/>
              <p:nvPr/>
            </p:nvSpPr>
            <p:spPr>
              <a:xfrm>
                <a:off x="1441061" y="3956365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46"/>
              <p:cNvSpPr/>
              <p:nvPr/>
            </p:nvSpPr>
            <p:spPr>
              <a:xfrm>
                <a:off x="813560" y="4419123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46"/>
              <p:cNvSpPr/>
              <p:nvPr/>
            </p:nvSpPr>
            <p:spPr>
              <a:xfrm>
                <a:off x="1351220" y="3860983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46"/>
              <p:cNvSpPr/>
              <p:nvPr/>
            </p:nvSpPr>
            <p:spPr>
              <a:xfrm>
                <a:off x="1353527" y="4421584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46"/>
              <p:cNvSpPr/>
              <p:nvPr/>
            </p:nvSpPr>
            <p:spPr>
              <a:xfrm>
                <a:off x="898632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46"/>
              <p:cNvSpPr/>
              <p:nvPr/>
            </p:nvSpPr>
            <p:spPr>
              <a:xfrm>
                <a:off x="1627049" y="3955134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46"/>
              <p:cNvSpPr/>
              <p:nvPr/>
            </p:nvSpPr>
            <p:spPr>
              <a:xfrm>
                <a:off x="521732" y="4141130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46"/>
              <p:cNvSpPr/>
              <p:nvPr/>
            </p:nvSpPr>
            <p:spPr>
              <a:xfrm>
                <a:off x="1443214" y="4138976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46"/>
              <p:cNvSpPr/>
              <p:nvPr/>
            </p:nvSpPr>
            <p:spPr>
              <a:xfrm>
                <a:off x="1443214" y="4511275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46"/>
              <p:cNvSpPr/>
              <p:nvPr/>
            </p:nvSpPr>
            <p:spPr>
              <a:xfrm>
                <a:off x="537885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46"/>
              <p:cNvSpPr/>
              <p:nvPr/>
            </p:nvSpPr>
            <p:spPr>
              <a:xfrm>
                <a:off x="988165" y="404482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46"/>
              <p:cNvSpPr/>
              <p:nvPr/>
            </p:nvSpPr>
            <p:spPr>
              <a:xfrm>
                <a:off x="714797" y="4508813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46"/>
              <p:cNvSpPr/>
              <p:nvPr/>
            </p:nvSpPr>
            <p:spPr>
              <a:xfrm>
                <a:off x="1172154" y="4602965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46"/>
              <p:cNvSpPr/>
              <p:nvPr/>
            </p:nvSpPr>
            <p:spPr>
              <a:xfrm>
                <a:off x="988165" y="4604965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46"/>
              <p:cNvSpPr/>
              <p:nvPr/>
            </p:nvSpPr>
            <p:spPr>
              <a:xfrm>
                <a:off x="625572" y="4048363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46"/>
              <p:cNvSpPr/>
              <p:nvPr/>
            </p:nvSpPr>
            <p:spPr>
              <a:xfrm>
                <a:off x="1268609" y="4154822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46"/>
              <p:cNvSpPr/>
              <p:nvPr/>
            </p:nvSpPr>
            <p:spPr>
              <a:xfrm>
                <a:off x="751564" y="4148206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46"/>
              <p:cNvSpPr/>
              <p:nvPr/>
            </p:nvSpPr>
            <p:spPr>
              <a:xfrm>
                <a:off x="811253" y="4600811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46"/>
              <p:cNvSpPr/>
              <p:nvPr/>
            </p:nvSpPr>
            <p:spPr>
              <a:xfrm>
                <a:off x="680337" y="4433123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46"/>
              <p:cNvSpPr/>
              <p:nvPr/>
            </p:nvSpPr>
            <p:spPr>
              <a:xfrm>
                <a:off x="776793" y="3966672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46"/>
              <p:cNvSpPr/>
              <p:nvPr/>
            </p:nvSpPr>
            <p:spPr>
              <a:xfrm>
                <a:off x="1615512" y="4139283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46"/>
              <p:cNvSpPr/>
              <p:nvPr/>
            </p:nvSpPr>
            <p:spPr>
              <a:xfrm>
                <a:off x="1525825" y="4694501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47"/>
          <p:cNvGrpSpPr/>
          <p:nvPr/>
        </p:nvGrpSpPr>
        <p:grpSpPr>
          <a:xfrm>
            <a:off x="-1393379" y="-3870300"/>
            <a:ext cx="13563112" cy="11176232"/>
            <a:chOff x="-1393379" y="-3870300"/>
            <a:chExt cx="13563112" cy="11176232"/>
          </a:xfrm>
        </p:grpSpPr>
        <p:sp>
          <p:nvSpPr>
            <p:cNvPr id="336" name="Google Shape;336;p47"/>
            <p:cNvSpPr/>
            <p:nvPr/>
          </p:nvSpPr>
          <p:spPr>
            <a:xfrm rot="-9621855" flipH="1">
              <a:off x="-437965" y="3728156"/>
              <a:ext cx="2478004" cy="3256097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" name="Google Shape;337;p47"/>
            <p:cNvGrpSpPr/>
            <p:nvPr/>
          </p:nvGrpSpPr>
          <p:grpSpPr>
            <a:xfrm rot="-1489654">
              <a:off x="-958347" y="-989269"/>
              <a:ext cx="1978960" cy="2507731"/>
              <a:chOff x="6840718" y="164999"/>
              <a:chExt cx="1978906" cy="2507664"/>
            </a:xfrm>
          </p:grpSpPr>
          <p:sp>
            <p:nvSpPr>
              <p:cNvPr id="338" name="Google Shape;338;p47"/>
              <p:cNvSpPr/>
              <p:nvPr/>
            </p:nvSpPr>
            <p:spPr>
              <a:xfrm>
                <a:off x="6840718" y="164999"/>
                <a:ext cx="1978906" cy="2507664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47"/>
              <p:cNvSpPr/>
              <p:nvPr/>
            </p:nvSpPr>
            <p:spPr>
              <a:xfrm>
                <a:off x="6955806" y="314332"/>
                <a:ext cx="1676307" cy="2132088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" name="Google Shape;340;p47"/>
            <p:cNvSpPr/>
            <p:nvPr/>
          </p:nvSpPr>
          <p:spPr>
            <a:xfrm rot="-7536300">
              <a:off x="7460801" y="-3055941"/>
              <a:ext cx="3977814" cy="3842557"/>
            </a:xfrm>
            <a:custGeom>
              <a:avLst/>
              <a:gdLst/>
              <a:ahLst/>
              <a:cxnLst/>
              <a:rect l="l" t="t" r="r" b="b"/>
              <a:pathLst>
                <a:path w="12980" h="15355" extrusionOk="0">
                  <a:moveTo>
                    <a:pt x="6871" y="134"/>
                  </a:moveTo>
                  <a:cubicBezTo>
                    <a:pt x="6871" y="134"/>
                    <a:pt x="6871" y="149"/>
                    <a:pt x="6856" y="149"/>
                  </a:cubicBezTo>
                  <a:lnTo>
                    <a:pt x="6871" y="134"/>
                  </a:lnTo>
                  <a:close/>
                  <a:moveTo>
                    <a:pt x="8006" y="224"/>
                  </a:moveTo>
                  <a:cubicBezTo>
                    <a:pt x="7991" y="232"/>
                    <a:pt x="7980" y="235"/>
                    <a:pt x="7971" y="235"/>
                  </a:cubicBezTo>
                  <a:cubicBezTo>
                    <a:pt x="7961" y="235"/>
                    <a:pt x="7954" y="232"/>
                    <a:pt x="7946" y="224"/>
                  </a:cubicBezTo>
                  <a:close/>
                  <a:moveTo>
                    <a:pt x="7394" y="254"/>
                  </a:moveTo>
                  <a:cubicBezTo>
                    <a:pt x="7424" y="269"/>
                    <a:pt x="7439" y="284"/>
                    <a:pt x="7439" y="314"/>
                  </a:cubicBezTo>
                  <a:cubicBezTo>
                    <a:pt x="7394" y="299"/>
                    <a:pt x="7364" y="284"/>
                    <a:pt x="7334" y="254"/>
                  </a:cubicBezTo>
                  <a:close/>
                  <a:moveTo>
                    <a:pt x="8424" y="299"/>
                  </a:moveTo>
                  <a:cubicBezTo>
                    <a:pt x="8424" y="299"/>
                    <a:pt x="8424" y="314"/>
                    <a:pt x="8424" y="314"/>
                  </a:cubicBezTo>
                  <a:cubicBezTo>
                    <a:pt x="8409" y="329"/>
                    <a:pt x="8409" y="358"/>
                    <a:pt x="8409" y="373"/>
                  </a:cubicBezTo>
                  <a:cubicBezTo>
                    <a:pt x="8394" y="358"/>
                    <a:pt x="8379" y="358"/>
                    <a:pt x="8365" y="358"/>
                  </a:cubicBezTo>
                  <a:lnTo>
                    <a:pt x="8350" y="358"/>
                  </a:lnTo>
                  <a:cubicBezTo>
                    <a:pt x="8394" y="344"/>
                    <a:pt x="8394" y="314"/>
                    <a:pt x="8424" y="299"/>
                  </a:cubicBezTo>
                  <a:close/>
                  <a:moveTo>
                    <a:pt x="8290" y="314"/>
                  </a:moveTo>
                  <a:lnTo>
                    <a:pt x="8305" y="329"/>
                  </a:lnTo>
                  <a:cubicBezTo>
                    <a:pt x="8305" y="344"/>
                    <a:pt x="8320" y="358"/>
                    <a:pt x="8335" y="358"/>
                  </a:cubicBezTo>
                  <a:cubicBezTo>
                    <a:pt x="8305" y="358"/>
                    <a:pt x="8290" y="373"/>
                    <a:pt x="8275" y="403"/>
                  </a:cubicBezTo>
                  <a:lnTo>
                    <a:pt x="8260" y="418"/>
                  </a:lnTo>
                  <a:lnTo>
                    <a:pt x="8245" y="403"/>
                  </a:lnTo>
                  <a:cubicBezTo>
                    <a:pt x="8230" y="388"/>
                    <a:pt x="8245" y="358"/>
                    <a:pt x="8230" y="344"/>
                  </a:cubicBezTo>
                  <a:lnTo>
                    <a:pt x="8290" y="314"/>
                  </a:lnTo>
                  <a:close/>
                  <a:moveTo>
                    <a:pt x="8439" y="403"/>
                  </a:moveTo>
                  <a:cubicBezTo>
                    <a:pt x="8454" y="418"/>
                    <a:pt x="8454" y="418"/>
                    <a:pt x="8469" y="418"/>
                  </a:cubicBezTo>
                  <a:cubicBezTo>
                    <a:pt x="8454" y="418"/>
                    <a:pt x="8439" y="433"/>
                    <a:pt x="8439" y="433"/>
                  </a:cubicBezTo>
                  <a:cubicBezTo>
                    <a:pt x="8439" y="418"/>
                    <a:pt x="8439" y="418"/>
                    <a:pt x="8439" y="403"/>
                  </a:cubicBezTo>
                  <a:close/>
                  <a:moveTo>
                    <a:pt x="8021" y="448"/>
                  </a:moveTo>
                  <a:cubicBezTo>
                    <a:pt x="8021" y="448"/>
                    <a:pt x="8036" y="448"/>
                    <a:pt x="8036" y="463"/>
                  </a:cubicBezTo>
                  <a:lnTo>
                    <a:pt x="8021" y="448"/>
                  </a:lnTo>
                  <a:close/>
                  <a:moveTo>
                    <a:pt x="9111" y="463"/>
                  </a:moveTo>
                  <a:cubicBezTo>
                    <a:pt x="9111" y="463"/>
                    <a:pt x="9126" y="478"/>
                    <a:pt x="9126" y="478"/>
                  </a:cubicBezTo>
                  <a:cubicBezTo>
                    <a:pt x="9111" y="478"/>
                    <a:pt x="9111" y="478"/>
                    <a:pt x="9096" y="463"/>
                  </a:cubicBezTo>
                  <a:close/>
                  <a:moveTo>
                    <a:pt x="6035" y="344"/>
                  </a:moveTo>
                  <a:cubicBezTo>
                    <a:pt x="6035" y="373"/>
                    <a:pt x="6035" y="388"/>
                    <a:pt x="6049" y="403"/>
                  </a:cubicBezTo>
                  <a:cubicBezTo>
                    <a:pt x="5990" y="448"/>
                    <a:pt x="6005" y="493"/>
                    <a:pt x="6005" y="553"/>
                  </a:cubicBezTo>
                  <a:lnTo>
                    <a:pt x="6005" y="568"/>
                  </a:lnTo>
                  <a:lnTo>
                    <a:pt x="5990" y="568"/>
                  </a:lnTo>
                  <a:cubicBezTo>
                    <a:pt x="5975" y="538"/>
                    <a:pt x="5960" y="493"/>
                    <a:pt x="5960" y="463"/>
                  </a:cubicBezTo>
                  <a:cubicBezTo>
                    <a:pt x="5945" y="433"/>
                    <a:pt x="5960" y="403"/>
                    <a:pt x="5960" y="373"/>
                  </a:cubicBezTo>
                  <a:cubicBezTo>
                    <a:pt x="5990" y="358"/>
                    <a:pt x="6020" y="358"/>
                    <a:pt x="6035" y="344"/>
                  </a:cubicBezTo>
                  <a:close/>
                  <a:moveTo>
                    <a:pt x="4810" y="538"/>
                  </a:moveTo>
                  <a:cubicBezTo>
                    <a:pt x="4825" y="553"/>
                    <a:pt x="4840" y="568"/>
                    <a:pt x="4855" y="597"/>
                  </a:cubicBezTo>
                  <a:cubicBezTo>
                    <a:pt x="4840" y="583"/>
                    <a:pt x="4795" y="583"/>
                    <a:pt x="4810" y="538"/>
                  </a:cubicBezTo>
                  <a:close/>
                  <a:moveTo>
                    <a:pt x="9544" y="583"/>
                  </a:moveTo>
                  <a:cubicBezTo>
                    <a:pt x="9544" y="583"/>
                    <a:pt x="9544" y="583"/>
                    <a:pt x="9544" y="597"/>
                  </a:cubicBezTo>
                  <a:cubicBezTo>
                    <a:pt x="9544" y="597"/>
                    <a:pt x="9530" y="597"/>
                    <a:pt x="9530" y="583"/>
                  </a:cubicBezTo>
                  <a:close/>
                  <a:moveTo>
                    <a:pt x="9664" y="583"/>
                  </a:moveTo>
                  <a:cubicBezTo>
                    <a:pt x="9694" y="583"/>
                    <a:pt x="9709" y="583"/>
                    <a:pt x="9709" y="597"/>
                  </a:cubicBezTo>
                  <a:cubicBezTo>
                    <a:pt x="9694" y="597"/>
                    <a:pt x="9679" y="583"/>
                    <a:pt x="9664" y="583"/>
                  </a:cubicBezTo>
                  <a:close/>
                  <a:moveTo>
                    <a:pt x="9380" y="493"/>
                  </a:moveTo>
                  <a:cubicBezTo>
                    <a:pt x="9350" y="523"/>
                    <a:pt x="9335" y="538"/>
                    <a:pt x="9350" y="583"/>
                  </a:cubicBezTo>
                  <a:cubicBezTo>
                    <a:pt x="9335" y="597"/>
                    <a:pt x="9320" y="597"/>
                    <a:pt x="9305" y="612"/>
                  </a:cubicBezTo>
                  <a:lnTo>
                    <a:pt x="9246" y="583"/>
                  </a:lnTo>
                  <a:cubicBezTo>
                    <a:pt x="9246" y="583"/>
                    <a:pt x="9246" y="583"/>
                    <a:pt x="9246" y="568"/>
                  </a:cubicBezTo>
                  <a:cubicBezTo>
                    <a:pt x="9246" y="553"/>
                    <a:pt x="9246" y="538"/>
                    <a:pt x="9246" y="523"/>
                  </a:cubicBezTo>
                  <a:cubicBezTo>
                    <a:pt x="9261" y="523"/>
                    <a:pt x="9261" y="508"/>
                    <a:pt x="9261" y="508"/>
                  </a:cubicBezTo>
                  <a:lnTo>
                    <a:pt x="9320" y="493"/>
                  </a:lnTo>
                  <a:cubicBezTo>
                    <a:pt x="9330" y="493"/>
                    <a:pt x="9334" y="500"/>
                    <a:pt x="9339" y="500"/>
                  </a:cubicBezTo>
                  <a:cubicBezTo>
                    <a:pt x="9342" y="500"/>
                    <a:pt x="9345" y="498"/>
                    <a:pt x="9350" y="493"/>
                  </a:cubicBezTo>
                  <a:close/>
                  <a:moveTo>
                    <a:pt x="1763" y="687"/>
                  </a:moveTo>
                  <a:cubicBezTo>
                    <a:pt x="1748" y="702"/>
                    <a:pt x="1748" y="702"/>
                    <a:pt x="1733" y="702"/>
                  </a:cubicBezTo>
                  <a:cubicBezTo>
                    <a:pt x="1748" y="687"/>
                    <a:pt x="1763" y="687"/>
                    <a:pt x="1763" y="687"/>
                  </a:cubicBezTo>
                  <a:close/>
                  <a:moveTo>
                    <a:pt x="10202" y="702"/>
                  </a:moveTo>
                  <a:cubicBezTo>
                    <a:pt x="10202" y="717"/>
                    <a:pt x="10202" y="717"/>
                    <a:pt x="10202" y="732"/>
                  </a:cubicBezTo>
                  <a:cubicBezTo>
                    <a:pt x="10194" y="724"/>
                    <a:pt x="10190" y="721"/>
                    <a:pt x="10187" y="721"/>
                  </a:cubicBezTo>
                  <a:cubicBezTo>
                    <a:pt x="10183" y="721"/>
                    <a:pt x="10179" y="724"/>
                    <a:pt x="10172" y="732"/>
                  </a:cubicBezTo>
                  <a:cubicBezTo>
                    <a:pt x="10187" y="717"/>
                    <a:pt x="10187" y="717"/>
                    <a:pt x="10202" y="702"/>
                  </a:cubicBezTo>
                  <a:close/>
                  <a:moveTo>
                    <a:pt x="9993" y="687"/>
                  </a:moveTo>
                  <a:cubicBezTo>
                    <a:pt x="10007" y="717"/>
                    <a:pt x="10022" y="732"/>
                    <a:pt x="10037" y="747"/>
                  </a:cubicBezTo>
                  <a:cubicBezTo>
                    <a:pt x="10022" y="747"/>
                    <a:pt x="10007" y="747"/>
                    <a:pt x="9993" y="762"/>
                  </a:cubicBezTo>
                  <a:cubicBezTo>
                    <a:pt x="9993" y="747"/>
                    <a:pt x="9993" y="732"/>
                    <a:pt x="9993" y="732"/>
                  </a:cubicBezTo>
                  <a:cubicBezTo>
                    <a:pt x="9993" y="717"/>
                    <a:pt x="9993" y="702"/>
                    <a:pt x="9993" y="687"/>
                  </a:cubicBezTo>
                  <a:close/>
                  <a:moveTo>
                    <a:pt x="10127" y="747"/>
                  </a:moveTo>
                  <a:lnTo>
                    <a:pt x="10112" y="762"/>
                  </a:lnTo>
                  <a:lnTo>
                    <a:pt x="10112" y="747"/>
                  </a:lnTo>
                  <a:close/>
                  <a:moveTo>
                    <a:pt x="10261" y="732"/>
                  </a:moveTo>
                  <a:cubicBezTo>
                    <a:pt x="10261" y="747"/>
                    <a:pt x="10261" y="762"/>
                    <a:pt x="10246" y="777"/>
                  </a:cubicBezTo>
                  <a:cubicBezTo>
                    <a:pt x="10246" y="777"/>
                    <a:pt x="10246" y="762"/>
                    <a:pt x="10246" y="747"/>
                  </a:cubicBezTo>
                  <a:cubicBezTo>
                    <a:pt x="10232" y="747"/>
                    <a:pt x="10232" y="747"/>
                    <a:pt x="10232" y="732"/>
                  </a:cubicBezTo>
                  <a:close/>
                  <a:moveTo>
                    <a:pt x="10620" y="777"/>
                  </a:moveTo>
                  <a:cubicBezTo>
                    <a:pt x="10590" y="807"/>
                    <a:pt x="10590" y="822"/>
                    <a:pt x="10620" y="851"/>
                  </a:cubicBezTo>
                  <a:lnTo>
                    <a:pt x="10695" y="851"/>
                  </a:lnTo>
                  <a:cubicBezTo>
                    <a:pt x="10695" y="836"/>
                    <a:pt x="10680" y="807"/>
                    <a:pt x="10665" y="777"/>
                  </a:cubicBezTo>
                  <a:close/>
                  <a:moveTo>
                    <a:pt x="1479" y="926"/>
                  </a:moveTo>
                  <a:cubicBezTo>
                    <a:pt x="1479" y="941"/>
                    <a:pt x="1464" y="941"/>
                    <a:pt x="1464" y="941"/>
                  </a:cubicBezTo>
                  <a:lnTo>
                    <a:pt x="1464" y="926"/>
                  </a:lnTo>
                  <a:close/>
                  <a:moveTo>
                    <a:pt x="1255" y="956"/>
                  </a:moveTo>
                  <a:cubicBezTo>
                    <a:pt x="1255" y="971"/>
                    <a:pt x="1270" y="986"/>
                    <a:pt x="1270" y="1001"/>
                  </a:cubicBezTo>
                  <a:lnTo>
                    <a:pt x="1255" y="1001"/>
                  </a:lnTo>
                  <a:cubicBezTo>
                    <a:pt x="1255" y="989"/>
                    <a:pt x="1255" y="976"/>
                    <a:pt x="1255" y="956"/>
                  </a:cubicBezTo>
                  <a:close/>
                  <a:moveTo>
                    <a:pt x="10411" y="956"/>
                  </a:moveTo>
                  <a:lnTo>
                    <a:pt x="10411" y="971"/>
                  </a:lnTo>
                  <a:lnTo>
                    <a:pt x="10411" y="1016"/>
                  </a:lnTo>
                  <a:cubicBezTo>
                    <a:pt x="10396" y="1016"/>
                    <a:pt x="10366" y="1001"/>
                    <a:pt x="10336" y="1001"/>
                  </a:cubicBezTo>
                  <a:cubicBezTo>
                    <a:pt x="10351" y="986"/>
                    <a:pt x="10351" y="986"/>
                    <a:pt x="10366" y="971"/>
                  </a:cubicBezTo>
                  <a:cubicBezTo>
                    <a:pt x="10370" y="975"/>
                    <a:pt x="10375" y="977"/>
                    <a:pt x="10379" y="977"/>
                  </a:cubicBezTo>
                  <a:cubicBezTo>
                    <a:pt x="10390" y="977"/>
                    <a:pt x="10400" y="966"/>
                    <a:pt x="10411" y="956"/>
                  </a:cubicBezTo>
                  <a:close/>
                  <a:moveTo>
                    <a:pt x="10456" y="1031"/>
                  </a:moveTo>
                  <a:cubicBezTo>
                    <a:pt x="10456" y="1046"/>
                    <a:pt x="10456" y="1060"/>
                    <a:pt x="10456" y="1075"/>
                  </a:cubicBezTo>
                  <a:cubicBezTo>
                    <a:pt x="10441" y="1060"/>
                    <a:pt x="10441" y="1046"/>
                    <a:pt x="10426" y="1031"/>
                  </a:cubicBezTo>
                  <a:close/>
                  <a:moveTo>
                    <a:pt x="1016" y="1060"/>
                  </a:moveTo>
                  <a:cubicBezTo>
                    <a:pt x="1001" y="1075"/>
                    <a:pt x="986" y="1075"/>
                    <a:pt x="956" y="1090"/>
                  </a:cubicBezTo>
                  <a:cubicBezTo>
                    <a:pt x="986" y="1090"/>
                    <a:pt x="1016" y="1090"/>
                    <a:pt x="1046" y="1105"/>
                  </a:cubicBezTo>
                  <a:cubicBezTo>
                    <a:pt x="1031" y="1090"/>
                    <a:pt x="1031" y="1075"/>
                    <a:pt x="1016" y="1060"/>
                  </a:cubicBezTo>
                  <a:close/>
                  <a:moveTo>
                    <a:pt x="5960" y="747"/>
                  </a:moveTo>
                  <a:lnTo>
                    <a:pt x="5990" y="777"/>
                  </a:lnTo>
                  <a:cubicBezTo>
                    <a:pt x="5990" y="836"/>
                    <a:pt x="5960" y="881"/>
                    <a:pt x="5945" y="926"/>
                  </a:cubicBezTo>
                  <a:cubicBezTo>
                    <a:pt x="5900" y="1016"/>
                    <a:pt x="5825" y="1090"/>
                    <a:pt x="5736" y="1150"/>
                  </a:cubicBezTo>
                  <a:lnTo>
                    <a:pt x="5691" y="1150"/>
                  </a:lnTo>
                  <a:cubicBezTo>
                    <a:pt x="5646" y="1150"/>
                    <a:pt x="5601" y="1180"/>
                    <a:pt x="5542" y="1195"/>
                  </a:cubicBezTo>
                  <a:cubicBezTo>
                    <a:pt x="5527" y="1210"/>
                    <a:pt x="5512" y="1210"/>
                    <a:pt x="5482" y="1225"/>
                  </a:cubicBezTo>
                  <a:lnTo>
                    <a:pt x="5482" y="1210"/>
                  </a:lnTo>
                  <a:cubicBezTo>
                    <a:pt x="5527" y="1165"/>
                    <a:pt x="5586" y="1105"/>
                    <a:pt x="5646" y="1060"/>
                  </a:cubicBezTo>
                  <a:lnTo>
                    <a:pt x="5676" y="1031"/>
                  </a:lnTo>
                  <a:cubicBezTo>
                    <a:pt x="5694" y="1038"/>
                    <a:pt x="5708" y="1041"/>
                    <a:pt x="5721" y="1041"/>
                  </a:cubicBezTo>
                  <a:cubicBezTo>
                    <a:pt x="5781" y="1041"/>
                    <a:pt x="5786" y="961"/>
                    <a:pt x="5811" y="911"/>
                  </a:cubicBezTo>
                  <a:cubicBezTo>
                    <a:pt x="5825" y="896"/>
                    <a:pt x="5840" y="881"/>
                    <a:pt x="5840" y="866"/>
                  </a:cubicBezTo>
                  <a:lnTo>
                    <a:pt x="5840" y="866"/>
                  </a:lnTo>
                  <a:lnTo>
                    <a:pt x="5811" y="881"/>
                  </a:lnTo>
                  <a:cubicBezTo>
                    <a:pt x="5825" y="866"/>
                    <a:pt x="5825" y="866"/>
                    <a:pt x="5840" y="866"/>
                  </a:cubicBezTo>
                  <a:cubicBezTo>
                    <a:pt x="5870" y="822"/>
                    <a:pt x="5900" y="792"/>
                    <a:pt x="5930" y="747"/>
                  </a:cubicBezTo>
                  <a:close/>
                  <a:moveTo>
                    <a:pt x="4690" y="344"/>
                  </a:moveTo>
                  <a:cubicBezTo>
                    <a:pt x="4735" y="344"/>
                    <a:pt x="4765" y="358"/>
                    <a:pt x="4810" y="373"/>
                  </a:cubicBezTo>
                  <a:cubicBezTo>
                    <a:pt x="4795" y="373"/>
                    <a:pt x="4795" y="388"/>
                    <a:pt x="4780" y="403"/>
                  </a:cubicBezTo>
                  <a:cubicBezTo>
                    <a:pt x="4780" y="403"/>
                    <a:pt x="4765" y="418"/>
                    <a:pt x="4765" y="418"/>
                  </a:cubicBezTo>
                  <a:lnTo>
                    <a:pt x="4705" y="538"/>
                  </a:lnTo>
                  <a:lnTo>
                    <a:pt x="4690" y="538"/>
                  </a:lnTo>
                  <a:cubicBezTo>
                    <a:pt x="4735" y="627"/>
                    <a:pt x="4765" y="702"/>
                    <a:pt x="4810" y="792"/>
                  </a:cubicBezTo>
                  <a:cubicBezTo>
                    <a:pt x="4825" y="717"/>
                    <a:pt x="4840" y="657"/>
                    <a:pt x="4870" y="597"/>
                  </a:cubicBezTo>
                  <a:cubicBezTo>
                    <a:pt x="4884" y="568"/>
                    <a:pt x="4899" y="538"/>
                    <a:pt x="4929" y="508"/>
                  </a:cubicBezTo>
                  <a:lnTo>
                    <a:pt x="4959" y="508"/>
                  </a:lnTo>
                  <a:cubicBezTo>
                    <a:pt x="5004" y="508"/>
                    <a:pt x="5049" y="493"/>
                    <a:pt x="5094" y="478"/>
                  </a:cubicBezTo>
                  <a:cubicBezTo>
                    <a:pt x="5123" y="463"/>
                    <a:pt x="5138" y="463"/>
                    <a:pt x="5168" y="463"/>
                  </a:cubicBezTo>
                  <a:lnTo>
                    <a:pt x="5094" y="478"/>
                  </a:lnTo>
                  <a:lnTo>
                    <a:pt x="5243" y="478"/>
                  </a:lnTo>
                  <a:cubicBezTo>
                    <a:pt x="5288" y="538"/>
                    <a:pt x="5333" y="597"/>
                    <a:pt x="5377" y="657"/>
                  </a:cubicBezTo>
                  <a:cubicBezTo>
                    <a:pt x="5377" y="687"/>
                    <a:pt x="5377" y="702"/>
                    <a:pt x="5377" y="732"/>
                  </a:cubicBezTo>
                  <a:cubicBezTo>
                    <a:pt x="5313" y="625"/>
                    <a:pt x="5242" y="534"/>
                    <a:pt x="5135" y="534"/>
                  </a:cubicBezTo>
                  <a:cubicBezTo>
                    <a:pt x="5093" y="534"/>
                    <a:pt x="5045" y="548"/>
                    <a:pt x="4989" y="583"/>
                  </a:cubicBezTo>
                  <a:cubicBezTo>
                    <a:pt x="4974" y="597"/>
                    <a:pt x="4959" y="597"/>
                    <a:pt x="4944" y="597"/>
                  </a:cubicBezTo>
                  <a:cubicBezTo>
                    <a:pt x="4944" y="612"/>
                    <a:pt x="4944" y="612"/>
                    <a:pt x="4944" y="627"/>
                  </a:cubicBezTo>
                  <a:cubicBezTo>
                    <a:pt x="4929" y="642"/>
                    <a:pt x="4929" y="657"/>
                    <a:pt x="4944" y="672"/>
                  </a:cubicBezTo>
                  <a:cubicBezTo>
                    <a:pt x="4929" y="687"/>
                    <a:pt x="4929" y="717"/>
                    <a:pt x="4929" y="747"/>
                  </a:cubicBezTo>
                  <a:cubicBezTo>
                    <a:pt x="4904" y="861"/>
                    <a:pt x="4954" y="933"/>
                    <a:pt x="5053" y="933"/>
                  </a:cubicBezTo>
                  <a:cubicBezTo>
                    <a:pt x="5070" y="933"/>
                    <a:pt x="5089" y="930"/>
                    <a:pt x="5109" y="926"/>
                  </a:cubicBezTo>
                  <a:cubicBezTo>
                    <a:pt x="5123" y="926"/>
                    <a:pt x="5138" y="926"/>
                    <a:pt x="5153" y="911"/>
                  </a:cubicBezTo>
                  <a:cubicBezTo>
                    <a:pt x="5198" y="911"/>
                    <a:pt x="5243" y="896"/>
                    <a:pt x="5303" y="881"/>
                  </a:cubicBezTo>
                  <a:lnTo>
                    <a:pt x="5303" y="881"/>
                  </a:lnTo>
                  <a:cubicBezTo>
                    <a:pt x="5243" y="964"/>
                    <a:pt x="5175" y="991"/>
                    <a:pt x="5097" y="991"/>
                  </a:cubicBezTo>
                  <a:cubicBezTo>
                    <a:pt x="5077" y="991"/>
                    <a:pt x="5056" y="989"/>
                    <a:pt x="5034" y="986"/>
                  </a:cubicBezTo>
                  <a:cubicBezTo>
                    <a:pt x="5004" y="986"/>
                    <a:pt x="4959" y="1016"/>
                    <a:pt x="4929" y="1031"/>
                  </a:cubicBezTo>
                  <a:cubicBezTo>
                    <a:pt x="4944" y="1060"/>
                    <a:pt x="4974" y="1105"/>
                    <a:pt x="5004" y="1120"/>
                  </a:cubicBezTo>
                  <a:cubicBezTo>
                    <a:pt x="5079" y="1165"/>
                    <a:pt x="5153" y="1195"/>
                    <a:pt x="5243" y="1225"/>
                  </a:cubicBezTo>
                  <a:lnTo>
                    <a:pt x="5109" y="1255"/>
                  </a:lnTo>
                  <a:cubicBezTo>
                    <a:pt x="5109" y="1240"/>
                    <a:pt x="5094" y="1240"/>
                    <a:pt x="5079" y="1240"/>
                  </a:cubicBezTo>
                  <a:cubicBezTo>
                    <a:pt x="5019" y="1180"/>
                    <a:pt x="4914" y="1180"/>
                    <a:pt x="4899" y="1090"/>
                  </a:cubicBezTo>
                  <a:cubicBezTo>
                    <a:pt x="4840" y="881"/>
                    <a:pt x="4675" y="717"/>
                    <a:pt x="4616" y="493"/>
                  </a:cubicBezTo>
                  <a:cubicBezTo>
                    <a:pt x="4646" y="433"/>
                    <a:pt x="4660" y="388"/>
                    <a:pt x="4690" y="344"/>
                  </a:cubicBezTo>
                  <a:close/>
                  <a:moveTo>
                    <a:pt x="822" y="1285"/>
                  </a:moveTo>
                  <a:cubicBezTo>
                    <a:pt x="822" y="1285"/>
                    <a:pt x="807" y="1299"/>
                    <a:pt x="807" y="1299"/>
                  </a:cubicBezTo>
                  <a:lnTo>
                    <a:pt x="762" y="1299"/>
                  </a:lnTo>
                  <a:cubicBezTo>
                    <a:pt x="777" y="1285"/>
                    <a:pt x="792" y="1285"/>
                    <a:pt x="822" y="1285"/>
                  </a:cubicBezTo>
                  <a:close/>
                  <a:moveTo>
                    <a:pt x="10635" y="1255"/>
                  </a:moveTo>
                  <a:lnTo>
                    <a:pt x="10635" y="1270"/>
                  </a:lnTo>
                  <a:cubicBezTo>
                    <a:pt x="10620" y="1329"/>
                    <a:pt x="10680" y="1329"/>
                    <a:pt x="10724" y="1344"/>
                  </a:cubicBezTo>
                  <a:lnTo>
                    <a:pt x="10709" y="1344"/>
                  </a:lnTo>
                  <a:cubicBezTo>
                    <a:pt x="10695" y="1344"/>
                    <a:pt x="10680" y="1329"/>
                    <a:pt x="10665" y="1329"/>
                  </a:cubicBezTo>
                  <a:cubicBezTo>
                    <a:pt x="10635" y="1314"/>
                    <a:pt x="10620" y="1299"/>
                    <a:pt x="10635" y="1255"/>
                  </a:cubicBezTo>
                  <a:close/>
                  <a:moveTo>
                    <a:pt x="10739" y="1359"/>
                  </a:moveTo>
                  <a:lnTo>
                    <a:pt x="10784" y="1374"/>
                  </a:lnTo>
                  <a:cubicBezTo>
                    <a:pt x="10769" y="1374"/>
                    <a:pt x="10754" y="1374"/>
                    <a:pt x="10739" y="1359"/>
                  </a:cubicBezTo>
                  <a:close/>
                  <a:moveTo>
                    <a:pt x="10859" y="1344"/>
                  </a:moveTo>
                  <a:cubicBezTo>
                    <a:pt x="10844" y="1359"/>
                    <a:pt x="10829" y="1359"/>
                    <a:pt x="10829" y="1374"/>
                  </a:cubicBezTo>
                  <a:cubicBezTo>
                    <a:pt x="10814" y="1359"/>
                    <a:pt x="10814" y="1359"/>
                    <a:pt x="10799" y="1359"/>
                  </a:cubicBezTo>
                  <a:cubicBezTo>
                    <a:pt x="10814" y="1344"/>
                    <a:pt x="10844" y="1344"/>
                    <a:pt x="10859" y="1344"/>
                  </a:cubicBezTo>
                  <a:close/>
                  <a:moveTo>
                    <a:pt x="589" y="1400"/>
                  </a:moveTo>
                  <a:cubicBezTo>
                    <a:pt x="609" y="1400"/>
                    <a:pt x="628" y="1404"/>
                    <a:pt x="643" y="1419"/>
                  </a:cubicBezTo>
                  <a:cubicBezTo>
                    <a:pt x="688" y="1449"/>
                    <a:pt x="762" y="1464"/>
                    <a:pt x="807" y="1494"/>
                  </a:cubicBezTo>
                  <a:cubicBezTo>
                    <a:pt x="762" y="1494"/>
                    <a:pt x="732" y="1509"/>
                    <a:pt x="732" y="1553"/>
                  </a:cubicBezTo>
                  <a:cubicBezTo>
                    <a:pt x="702" y="1538"/>
                    <a:pt x="688" y="1523"/>
                    <a:pt x="658" y="1523"/>
                  </a:cubicBezTo>
                  <a:lnTo>
                    <a:pt x="613" y="1523"/>
                  </a:lnTo>
                  <a:cubicBezTo>
                    <a:pt x="605" y="1531"/>
                    <a:pt x="602" y="1535"/>
                    <a:pt x="598" y="1538"/>
                  </a:cubicBezTo>
                  <a:cubicBezTo>
                    <a:pt x="628" y="1464"/>
                    <a:pt x="553" y="1449"/>
                    <a:pt x="523" y="1404"/>
                  </a:cubicBezTo>
                  <a:cubicBezTo>
                    <a:pt x="546" y="1404"/>
                    <a:pt x="568" y="1400"/>
                    <a:pt x="589" y="1400"/>
                  </a:cubicBezTo>
                  <a:close/>
                  <a:moveTo>
                    <a:pt x="10709" y="1583"/>
                  </a:moveTo>
                  <a:cubicBezTo>
                    <a:pt x="10680" y="1598"/>
                    <a:pt x="10680" y="1643"/>
                    <a:pt x="10650" y="1688"/>
                  </a:cubicBezTo>
                  <a:cubicBezTo>
                    <a:pt x="10665" y="1658"/>
                    <a:pt x="10665" y="1598"/>
                    <a:pt x="10709" y="1583"/>
                  </a:cubicBezTo>
                  <a:close/>
                  <a:moveTo>
                    <a:pt x="11108" y="1656"/>
                  </a:moveTo>
                  <a:cubicBezTo>
                    <a:pt x="11094" y="1656"/>
                    <a:pt x="11073" y="1665"/>
                    <a:pt x="11038" y="1688"/>
                  </a:cubicBezTo>
                  <a:cubicBezTo>
                    <a:pt x="11038" y="1703"/>
                    <a:pt x="11038" y="1703"/>
                    <a:pt x="11038" y="1718"/>
                  </a:cubicBezTo>
                  <a:cubicBezTo>
                    <a:pt x="11068" y="1733"/>
                    <a:pt x="11098" y="1762"/>
                    <a:pt x="11128" y="1777"/>
                  </a:cubicBezTo>
                  <a:cubicBezTo>
                    <a:pt x="11117" y="1733"/>
                    <a:pt x="11147" y="1656"/>
                    <a:pt x="11108" y="1656"/>
                  </a:cubicBezTo>
                  <a:close/>
                  <a:moveTo>
                    <a:pt x="11183" y="1837"/>
                  </a:moveTo>
                  <a:cubicBezTo>
                    <a:pt x="11158" y="1837"/>
                    <a:pt x="11128" y="1897"/>
                    <a:pt x="11098" y="1897"/>
                  </a:cubicBezTo>
                  <a:cubicBezTo>
                    <a:pt x="11113" y="1912"/>
                    <a:pt x="11128" y="1942"/>
                    <a:pt x="11143" y="1942"/>
                  </a:cubicBezTo>
                  <a:cubicBezTo>
                    <a:pt x="11158" y="1927"/>
                    <a:pt x="11187" y="1912"/>
                    <a:pt x="11217" y="1897"/>
                  </a:cubicBezTo>
                  <a:cubicBezTo>
                    <a:pt x="11207" y="1852"/>
                    <a:pt x="11196" y="1837"/>
                    <a:pt x="11183" y="1837"/>
                  </a:cubicBezTo>
                  <a:close/>
                  <a:moveTo>
                    <a:pt x="1195" y="1927"/>
                  </a:moveTo>
                  <a:cubicBezTo>
                    <a:pt x="1195" y="1942"/>
                    <a:pt x="1210" y="1957"/>
                    <a:pt x="1210" y="1957"/>
                  </a:cubicBezTo>
                  <a:cubicBezTo>
                    <a:pt x="1210" y="1957"/>
                    <a:pt x="1195" y="1957"/>
                    <a:pt x="1195" y="1972"/>
                  </a:cubicBezTo>
                  <a:cubicBezTo>
                    <a:pt x="1195" y="1957"/>
                    <a:pt x="1180" y="1957"/>
                    <a:pt x="1180" y="1942"/>
                  </a:cubicBezTo>
                  <a:cubicBezTo>
                    <a:pt x="1180" y="1942"/>
                    <a:pt x="1195" y="1942"/>
                    <a:pt x="1195" y="1927"/>
                  </a:cubicBezTo>
                  <a:close/>
                  <a:moveTo>
                    <a:pt x="1360" y="1927"/>
                  </a:moveTo>
                  <a:cubicBezTo>
                    <a:pt x="1360" y="1942"/>
                    <a:pt x="1375" y="1957"/>
                    <a:pt x="1404" y="1957"/>
                  </a:cubicBezTo>
                  <a:cubicBezTo>
                    <a:pt x="1390" y="1972"/>
                    <a:pt x="1390" y="1972"/>
                    <a:pt x="1375" y="1986"/>
                  </a:cubicBezTo>
                  <a:lnTo>
                    <a:pt x="1360" y="1986"/>
                  </a:lnTo>
                  <a:lnTo>
                    <a:pt x="1375" y="1972"/>
                  </a:lnTo>
                  <a:cubicBezTo>
                    <a:pt x="1360" y="1942"/>
                    <a:pt x="1345" y="1942"/>
                    <a:pt x="1315" y="1942"/>
                  </a:cubicBezTo>
                  <a:cubicBezTo>
                    <a:pt x="1330" y="1942"/>
                    <a:pt x="1345" y="1942"/>
                    <a:pt x="1360" y="1927"/>
                  </a:cubicBezTo>
                  <a:close/>
                  <a:moveTo>
                    <a:pt x="1061" y="1938"/>
                  </a:moveTo>
                  <a:cubicBezTo>
                    <a:pt x="1065" y="1938"/>
                    <a:pt x="1070" y="1939"/>
                    <a:pt x="1076" y="1942"/>
                  </a:cubicBezTo>
                  <a:cubicBezTo>
                    <a:pt x="1076" y="1942"/>
                    <a:pt x="1091" y="1957"/>
                    <a:pt x="1091" y="1957"/>
                  </a:cubicBezTo>
                  <a:cubicBezTo>
                    <a:pt x="1106" y="1957"/>
                    <a:pt x="1106" y="1972"/>
                    <a:pt x="1106" y="1972"/>
                  </a:cubicBezTo>
                  <a:lnTo>
                    <a:pt x="1121" y="2031"/>
                  </a:lnTo>
                  <a:cubicBezTo>
                    <a:pt x="1091" y="2016"/>
                    <a:pt x="1076" y="1986"/>
                    <a:pt x="1061" y="1957"/>
                  </a:cubicBezTo>
                  <a:cubicBezTo>
                    <a:pt x="1049" y="1957"/>
                    <a:pt x="1047" y="1938"/>
                    <a:pt x="1061" y="1938"/>
                  </a:cubicBezTo>
                  <a:close/>
                  <a:moveTo>
                    <a:pt x="11068" y="2091"/>
                  </a:moveTo>
                  <a:cubicBezTo>
                    <a:pt x="11053" y="2091"/>
                    <a:pt x="11053" y="2136"/>
                    <a:pt x="11053" y="2151"/>
                  </a:cubicBezTo>
                  <a:lnTo>
                    <a:pt x="11322" y="2151"/>
                  </a:lnTo>
                  <a:cubicBezTo>
                    <a:pt x="11307" y="2136"/>
                    <a:pt x="11292" y="2106"/>
                    <a:pt x="11277" y="2091"/>
                  </a:cubicBezTo>
                  <a:close/>
                  <a:moveTo>
                    <a:pt x="732" y="2181"/>
                  </a:moveTo>
                  <a:cubicBezTo>
                    <a:pt x="732" y="2221"/>
                    <a:pt x="744" y="2249"/>
                    <a:pt x="758" y="2287"/>
                  </a:cubicBezTo>
                  <a:lnTo>
                    <a:pt x="758" y="2287"/>
                  </a:lnTo>
                  <a:lnTo>
                    <a:pt x="717" y="2300"/>
                  </a:lnTo>
                  <a:cubicBezTo>
                    <a:pt x="717" y="2255"/>
                    <a:pt x="732" y="2225"/>
                    <a:pt x="732" y="2181"/>
                  </a:cubicBezTo>
                  <a:close/>
                  <a:moveTo>
                    <a:pt x="1016" y="2255"/>
                  </a:moveTo>
                  <a:lnTo>
                    <a:pt x="1016" y="2270"/>
                  </a:lnTo>
                  <a:cubicBezTo>
                    <a:pt x="985" y="2281"/>
                    <a:pt x="961" y="2298"/>
                    <a:pt x="940" y="2298"/>
                  </a:cubicBezTo>
                  <a:cubicBezTo>
                    <a:pt x="930" y="2298"/>
                    <a:pt x="921" y="2294"/>
                    <a:pt x="912" y="2285"/>
                  </a:cubicBezTo>
                  <a:cubicBezTo>
                    <a:pt x="882" y="2300"/>
                    <a:pt x="837" y="2300"/>
                    <a:pt x="822" y="2315"/>
                  </a:cubicBezTo>
                  <a:lnTo>
                    <a:pt x="837" y="2255"/>
                  </a:lnTo>
                  <a:cubicBezTo>
                    <a:pt x="837" y="2270"/>
                    <a:pt x="867" y="2285"/>
                    <a:pt x="882" y="2285"/>
                  </a:cubicBezTo>
                  <a:cubicBezTo>
                    <a:pt x="927" y="2255"/>
                    <a:pt x="971" y="2270"/>
                    <a:pt x="1001" y="2255"/>
                  </a:cubicBezTo>
                  <a:close/>
                  <a:moveTo>
                    <a:pt x="11247" y="2300"/>
                  </a:moveTo>
                  <a:lnTo>
                    <a:pt x="11201" y="2369"/>
                  </a:lnTo>
                  <a:lnTo>
                    <a:pt x="11201" y="2369"/>
                  </a:lnTo>
                  <a:cubicBezTo>
                    <a:pt x="11227" y="2360"/>
                    <a:pt x="11252" y="2358"/>
                    <a:pt x="11277" y="2345"/>
                  </a:cubicBezTo>
                  <a:cubicBezTo>
                    <a:pt x="11277" y="2330"/>
                    <a:pt x="11262" y="2315"/>
                    <a:pt x="11247" y="2300"/>
                  </a:cubicBezTo>
                  <a:close/>
                  <a:moveTo>
                    <a:pt x="11201" y="2369"/>
                  </a:moveTo>
                  <a:lnTo>
                    <a:pt x="11201" y="2369"/>
                  </a:lnTo>
                  <a:cubicBezTo>
                    <a:pt x="11197" y="2371"/>
                    <a:pt x="11192" y="2373"/>
                    <a:pt x="11187" y="2375"/>
                  </a:cubicBezTo>
                  <a:cubicBezTo>
                    <a:pt x="11186" y="2380"/>
                    <a:pt x="11184" y="2385"/>
                    <a:pt x="11182" y="2390"/>
                  </a:cubicBezTo>
                  <a:lnTo>
                    <a:pt x="11182" y="2390"/>
                  </a:lnTo>
                  <a:cubicBezTo>
                    <a:pt x="11184" y="2390"/>
                    <a:pt x="11186" y="2390"/>
                    <a:pt x="11187" y="2390"/>
                  </a:cubicBezTo>
                  <a:lnTo>
                    <a:pt x="11201" y="2369"/>
                  </a:lnTo>
                  <a:close/>
                  <a:moveTo>
                    <a:pt x="11367" y="2375"/>
                  </a:moveTo>
                  <a:cubicBezTo>
                    <a:pt x="11352" y="2375"/>
                    <a:pt x="11352" y="2375"/>
                    <a:pt x="11352" y="2390"/>
                  </a:cubicBezTo>
                  <a:cubicBezTo>
                    <a:pt x="11337" y="2405"/>
                    <a:pt x="11307" y="2420"/>
                    <a:pt x="11292" y="2450"/>
                  </a:cubicBezTo>
                  <a:cubicBezTo>
                    <a:pt x="11292" y="2450"/>
                    <a:pt x="11307" y="2450"/>
                    <a:pt x="11307" y="2464"/>
                  </a:cubicBezTo>
                  <a:cubicBezTo>
                    <a:pt x="11322" y="2450"/>
                    <a:pt x="11337" y="2420"/>
                    <a:pt x="11367" y="2405"/>
                  </a:cubicBezTo>
                  <a:cubicBezTo>
                    <a:pt x="11397" y="2420"/>
                    <a:pt x="11426" y="2450"/>
                    <a:pt x="11456" y="2464"/>
                  </a:cubicBezTo>
                  <a:cubicBezTo>
                    <a:pt x="11456" y="2435"/>
                    <a:pt x="11471" y="2405"/>
                    <a:pt x="11486" y="2375"/>
                  </a:cubicBezTo>
                  <a:close/>
                  <a:moveTo>
                    <a:pt x="807" y="2330"/>
                  </a:moveTo>
                  <a:cubicBezTo>
                    <a:pt x="792" y="2390"/>
                    <a:pt x="822" y="2405"/>
                    <a:pt x="867" y="2420"/>
                  </a:cubicBezTo>
                  <a:cubicBezTo>
                    <a:pt x="927" y="2450"/>
                    <a:pt x="1031" y="2435"/>
                    <a:pt x="1016" y="2554"/>
                  </a:cubicBezTo>
                  <a:cubicBezTo>
                    <a:pt x="1001" y="2569"/>
                    <a:pt x="986" y="2584"/>
                    <a:pt x="971" y="2599"/>
                  </a:cubicBezTo>
                  <a:lnTo>
                    <a:pt x="927" y="2599"/>
                  </a:lnTo>
                  <a:cubicBezTo>
                    <a:pt x="949" y="2542"/>
                    <a:pt x="963" y="2494"/>
                    <a:pt x="916" y="2494"/>
                  </a:cubicBezTo>
                  <a:cubicBezTo>
                    <a:pt x="901" y="2494"/>
                    <a:pt x="880" y="2499"/>
                    <a:pt x="852" y="2509"/>
                  </a:cubicBezTo>
                  <a:cubicBezTo>
                    <a:pt x="830" y="2526"/>
                    <a:pt x="812" y="2532"/>
                    <a:pt x="794" y="2532"/>
                  </a:cubicBezTo>
                  <a:cubicBezTo>
                    <a:pt x="750" y="2532"/>
                    <a:pt x="715" y="2494"/>
                    <a:pt x="673" y="2494"/>
                  </a:cubicBezTo>
                  <a:lnTo>
                    <a:pt x="643" y="2494"/>
                  </a:lnTo>
                  <a:cubicBezTo>
                    <a:pt x="628" y="2435"/>
                    <a:pt x="658" y="2405"/>
                    <a:pt x="702" y="2390"/>
                  </a:cubicBezTo>
                  <a:lnTo>
                    <a:pt x="702" y="2464"/>
                  </a:lnTo>
                  <a:lnTo>
                    <a:pt x="747" y="2464"/>
                  </a:lnTo>
                  <a:cubicBezTo>
                    <a:pt x="747" y="2435"/>
                    <a:pt x="762" y="2390"/>
                    <a:pt x="762" y="2360"/>
                  </a:cubicBezTo>
                  <a:cubicBezTo>
                    <a:pt x="777" y="2345"/>
                    <a:pt x="792" y="2330"/>
                    <a:pt x="807" y="2330"/>
                  </a:cubicBezTo>
                  <a:close/>
                  <a:moveTo>
                    <a:pt x="11113" y="2509"/>
                  </a:moveTo>
                  <a:cubicBezTo>
                    <a:pt x="11098" y="2524"/>
                    <a:pt x="11083" y="2539"/>
                    <a:pt x="11098" y="2569"/>
                  </a:cubicBezTo>
                  <a:lnTo>
                    <a:pt x="11083" y="2599"/>
                  </a:lnTo>
                  <a:cubicBezTo>
                    <a:pt x="11023" y="2569"/>
                    <a:pt x="11083" y="2539"/>
                    <a:pt x="11098" y="2509"/>
                  </a:cubicBezTo>
                  <a:close/>
                  <a:moveTo>
                    <a:pt x="11352" y="2569"/>
                  </a:moveTo>
                  <a:cubicBezTo>
                    <a:pt x="11367" y="2584"/>
                    <a:pt x="11397" y="2599"/>
                    <a:pt x="11426" y="2599"/>
                  </a:cubicBezTo>
                  <a:cubicBezTo>
                    <a:pt x="11426" y="2599"/>
                    <a:pt x="11426" y="2584"/>
                    <a:pt x="11441" y="2569"/>
                  </a:cubicBezTo>
                  <a:close/>
                  <a:moveTo>
                    <a:pt x="11680" y="2644"/>
                  </a:moveTo>
                  <a:cubicBezTo>
                    <a:pt x="11665" y="2644"/>
                    <a:pt x="11635" y="2659"/>
                    <a:pt x="11621" y="2659"/>
                  </a:cubicBezTo>
                  <a:cubicBezTo>
                    <a:pt x="11621" y="2674"/>
                    <a:pt x="11621" y="2688"/>
                    <a:pt x="11621" y="2688"/>
                  </a:cubicBezTo>
                  <a:cubicBezTo>
                    <a:pt x="11650" y="2688"/>
                    <a:pt x="11665" y="2688"/>
                    <a:pt x="11695" y="2674"/>
                  </a:cubicBezTo>
                  <a:cubicBezTo>
                    <a:pt x="11695" y="2659"/>
                    <a:pt x="11680" y="2644"/>
                    <a:pt x="11680" y="2644"/>
                  </a:cubicBezTo>
                  <a:close/>
                  <a:moveTo>
                    <a:pt x="11367" y="2644"/>
                  </a:moveTo>
                  <a:cubicBezTo>
                    <a:pt x="11322" y="2659"/>
                    <a:pt x="11292" y="2688"/>
                    <a:pt x="11262" y="2703"/>
                  </a:cubicBezTo>
                  <a:cubicBezTo>
                    <a:pt x="11277" y="2718"/>
                    <a:pt x="11277" y="2718"/>
                    <a:pt x="11292" y="2733"/>
                  </a:cubicBezTo>
                  <a:cubicBezTo>
                    <a:pt x="11307" y="2718"/>
                    <a:pt x="11337" y="2688"/>
                    <a:pt x="11367" y="2674"/>
                  </a:cubicBezTo>
                  <a:cubicBezTo>
                    <a:pt x="11367" y="2659"/>
                    <a:pt x="11367" y="2644"/>
                    <a:pt x="11367" y="2644"/>
                  </a:cubicBezTo>
                  <a:close/>
                  <a:moveTo>
                    <a:pt x="11053" y="2749"/>
                  </a:moveTo>
                  <a:lnTo>
                    <a:pt x="11053" y="2749"/>
                  </a:lnTo>
                  <a:cubicBezTo>
                    <a:pt x="11068" y="2763"/>
                    <a:pt x="11068" y="2763"/>
                    <a:pt x="11083" y="2763"/>
                  </a:cubicBezTo>
                  <a:lnTo>
                    <a:pt x="11068" y="2763"/>
                  </a:lnTo>
                  <a:lnTo>
                    <a:pt x="11053" y="2749"/>
                  </a:lnTo>
                  <a:close/>
                  <a:moveTo>
                    <a:pt x="10829" y="2942"/>
                  </a:moveTo>
                  <a:cubicBezTo>
                    <a:pt x="10844" y="2957"/>
                    <a:pt x="10859" y="2987"/>
                    <a:pt x="10889" y="2987"/>
                  </a:cubicBezTo>
                  <a:cubicBezTo>
                    <a:pt x="10889" y="2987"/>
                    <a:pt x="10889" y="2987"/>
                    <a:pt x="10889" y="3002"/>
                  </a:cubicBezTo>
                  <a:cubicBezTo>
                    <a:pt x="10889" y="3002"/>
                    <a:pt x="10889" y="3017"/>
                    <a:pt x="10904" y="3017"/>
                  </a:cubicBezTo>
                  <a:lnTo>
                    <a:pt x="10889" y="3032"/>
                  </a:lnTo>
                  <a:cubicBezTo>
                    <a:pt x="10874" y="3017"/>
                    <a:pt x="10859" y="3002"/>
                    <a:pt x="10829" y="2987"/>
                  </a:cubicBezTo>
                  <a:cubicBezTo>
                    <a:pt x="10814" y="2972"/>
                    <a:pt x="10829" y="2957"/>
                    <a:pt x="10829" y="2942"/>
                  </a:cubicBezTo>
                  <a:close/>
                  <a:moveTo>
                    <a:pt x="11008" y="3032"/>
                  </a:moveTo>
                  <a:cubicBezTo>
                    <a:pt x="10993" y="3032"/>
                    <a:pt x="10978" y="3047"/>
                    <a:pt x="10978" y="3077"/>
                  </a:cubicBezTo>
                  <a:lnTo>
                    <a:pt x="10963" y="3077"/>
                  </a:lnTo>
                  <a:cubicBezTo>
                    <a:pt x="10963" y="3062"/>
                    <a:pt x="10963" y="3047"/>
                    <a:pt x="10963" y="3032"/>
                  </a:cubicBezTo>
                  <a:close/>
                  <a:moveTo>
                    <a:pt x="11232" y="3151"/>
                  </a:moveTo>
                  <a:lnTo>
                    <a:pt x="11241" y="3169"/>
                  </a:lnTo>
                  <a:lnTo>
                    <a:pt x="11241" y="3169"/>
                  </a:lnTo>
                  <a:cubicBezTo>
                    <a:pt x="11239" y="3167"/>
                    <a:pt x="11236" y="3166"/>
                    <a:pt x="11232" y="3166"/>
                  </a:cubicBezTo>
                  <a:cubicBezTo>
                    <a:pt x="11232" y="3166"/>
                    <a:pt x="11232" y="3166"/>
                    <a:pt x="11232" y="3151"/>
                  </a:cubicBezTo>
                  <a:close/>
                  <a:moveTo>
                    <a:pt x="11635" y="3122"/>
                  </a:moveTo>
                  <a:cubicBezTo>
                    <a:pt x="11621" y="3122"/>
                    <a:pt x="11591" y="3137"/>
                    <a:pt x="11561" y="3151"/>
                  </a:cubicBezTo>
                  <a:cubicBezTo>
                    <a:pt x="11553" y="3144"/>
                    <a:pt x="11550" y="3140"/>
                    <a:pt x="11546" y="3140"/>
                  </a:cubicBezTo>
                  <a:cubicBezTo>
                    <a:pt x="11542" y="3140"/>
                    <a:pt x="11538" y="3144"/>
                    <a:pt x="11531" y="3151"/>
                  </a:cubicBezTo>
                  <a:cubicBezTo>
                    <a:pt x="11561" y="3166"/>
                    <a:pt x="11591" y="3181"/>
                    <a:pt x="11621" y="3181"/>
                  </a:cubicBezTo>
                  <a:cubicBezTo>
                    <a:pt x="11621" y="3166"/>
                    <a:pt x="11635" y="3137"/>
                    <a:pt x="11635" y="3122"/>
                  </a:cubicBezTo>
                  <a:close/>
                  <a:moveTo>
                    <a:pt x="11098" y="3077"/>
                  </a:moveTo>
                  <a:cubicBezTo>
                    <a:pt x="11128" y="3107"/>
                    <a:pt x="11143" y="3137"/>
                    <a:pt x="11158" y="3181"/>
                  </a:cubicBezTo>
                  <a:cubicBezTo>
                    <a:pt x="11143" y="3196"/>
                    <a:pt x="11128" y="3211"/>
                    <a:pt x="11128" y="3241"/>
                  </a:cubicBezTo>
                  <a:cubicBezTo>
                    <a:pt x="11083" y="3241"/>
                    <a:pt x="11053" y="3271"/>
                    <a:pt x="11023" y="3271"/>
                  </a:cubicBezTo>
                  <a:cubicBezTo>
                    <a:pt x="11023" y="3271"/>
                    <a:pt x="11023" y="3271"/>
                    <a:pt x="11038" y="3256"/>
                  </a:cubicBezTo>
                  <a:cubicBezTo>
                    <a:pt x="11053" y="3211"/>
                    <a:pt x="11023" y="3181"/>
                    <a:pt x="10993" y="3151"/>
                  </a:cubicBezTo>
                  <a:cubicBezTo>
                    <a:pt x="10978" y="3151"/>
                    <a:pt x="10978" y="3137"/>
                    <a:pt x="10963" y="3137"/>
                  </a:cubicBezTo>
                  <a:lnTo>
                    <a:pt x="11023" y="3077"/>
                  </a:lnTo>
                  <a:close/>
                  <a:moveTo>
                    <a:pt x="11591" y="3316"/>
                  </a:moveTo>
                  <a:cubicBezTo>
                    <a:pt x="11576" y="3331"/>
                    <a:pt x="11561" y="3331"/>
                    <a:pt x="11531" y="3331"/>
                  </a:cubicBezTo>
                  <a:cubicBezTo>
                    <a:pt x="11576" y="3346"/>
                    <a:pt x="11606" y="3361"/>
                    <a:pt x="11650" y="3376"/>
                  </a:cubicBezTo>
                  <a:cubicBezTo>
                    <a:pt x="11650" y="3361"/>
                    <a:pt x="11650" y="3346"/>
                    <a:pt x="11665" y="3346"/>
                  </a:cubicBezTo>
                  <a:cubicBezTo>
                    <a:pt x="11635" y="3331"/>
                    <a:pt x="11621" y="3331"/>
                    <a:pt x="11591" y="3316"/>
                  </a:cubicBezTo>
                  <a:close/>
                  <a:moveTo>
                    <a:pt x="11172" y="3420"/>
                  </a:moveTo>
                  <a:cubicBezTo>
                    <a:pt x="11187" y="3420"/>
                    <a:pt x="11187" y="3435"/>
                    <a:pt x="11202" y="3435"/>
                  </a:cubicBezTo>
                  <a:cubicBezTo>
                    <a:pt x="11187" y="3435"/>
                    <a:pt x="11187" y="3435"/>
                    <a:pt x="11172" y="3450"/>
                  </a:cubicBezTo>
                  <a:cubicBezTo>
                    <a:pt x="11172" y="3435"/>
                    <a:pt x="11172" y="3420"/>
                    <a:pt x="11172" y="3420"/>
                  </a:cubicBezTo>
                  <a:close/>
                  <a:moveTo>
                    <a:pt x="269" y="3570"/>
                  </a:moveTo>
                  <a:cubicBezTo>
                    <a:pt x="269" y="3585"/>
                    <a:pt x="269" y="3585"/>
                    <a:pt x="254" y="3600"/>
                  </a:cubicBezTo>
                  <a:cubicBezTo>
                    <a:pt x="254" y="3585"/>
                    <a:pt x="239" y="3585"/>
                    <a:pt x="239" y="3570"/>
                  </a:cubicBezTo>
                  <a:close/>
                  <a:moveTo>
                    <a:pt x="11411" y="3600"/>
                  </a:moveTo>
                  <a:cubicBezTo>
                    <a:pt x="11411" y="3615"/>
                    <a:pt x="11397" y="3629"/>
                    <a:pt x="11397" y="3644"/>
                  </a:cubicBezTo>
                  <a:lnTo>
                    <a:pt x="11456" y="3644"/>
                  </a:lnTo>
                  <a:cubicBezTo>
                    <a:pt x="11441" y="3629"/>
                    <a:pt x="11426" y="3615"/>
                    <a:pt x="11411" y="3600"/>
                  </a:cubicBezTo>
                  <a:close/>
                  <a:moveTo>
                    <a:pt x="11128" y="3510"/>
                  </a:moveTo>
                  <a:cubicBezTo>
                    <a:pt x="11128" y="3510"/>
                    <a:pt x="11128" y="3510"/>
                    <a:pt x="11128" y="3525"/>
                  </a:cubicBezTo>
                  <a:cubicBezTo>
                    <a:pt x="11098" y="3540"/>
                    <a:pt x="11083" y="3555"/>
                    <a:pt x="11098" y="3585"/>
                  </a:cubicBezTo>
                  <a:cubicBezTo>
                    <a:pt x="11098" y="3600"/>
                    <a:pt x="11098" y="3600"/>
                    <a:pt x="11113" y="3600"/>
                  </a:cubicBezTo>
                  <a:cubicBezTo>
                    <a:pt x="11098" y="3615"/>
                    <a:pt x="11083" y="3629"/>
                    <a:pt x="11083" y="3659"/>
                  </a:cubicBezTo>
                  <a:lnTo>
                    <a:pt x="11008" y="3659"/>
                  </a:lnTo>
                  <a:lnTo>
                    <a:pt x="11008" y="3644"/>
                  </a:lnTo>
                  <a:cubicBezTo>
                    <a:pt x="11023" y="3629"/>
                    <a:pt x="11023" y="3615"/>
                    <a:pt x="11008" y="3600"/>
                  </a:cubicBezTo>
                  <a:cubicBezTo>
                    <a:pt x="11053" y="3570"/>
                    <a:pt x="11083" y="3540"/>
                    <a:pt x="11128" y="3510"/>
                  </a:cubicBezTo>
                  <a:close/>
                  <a:moveTo>
                    <a:pt x="10904" y="3271"/>
                  </a:moveTo>
                  <a:lnTo>
                    <a:pt x="10904" y="3331"/>
                  </a:lnTo>
                  <a:cubicBezTo>
                    <a:pt x="10904" y="3326"/>
                    <a:pt x="10902" y="3324"/>
                    <a:pt x="10900" y="3324"/>
                  </a:cubicBezTo>
                  <a:cubicBezTo>
                    <a:pt x="10895" y="3324"/>
                    <a:pt x="10889" y="3331"/>
                    <a:pt x="10889" y="3331"/>
                  </a:cubicBezTo>
                  <a:cubicBezTo>
                    <a:pt x="10844" y="3361"/>
                    <a:pt x="10799" y="3405"/>
                    <a:pt x="10859" y="3465"/>
                  </a:cubicBezTo>
                  <a:lnTo>
                    <a:pt x="10933" y="3465"/>
                  </a:lnTo>
                  <a:cubicBezTo>
                    <a:pt x="10904" y="3480"/>
                    <a:pt x="10859" y="3495"/>
                    <a:pt x="10844" y="3525"/>
                  </a:cubicBezTo>
                  <a:cubicBezTo>
                    <a:pt x="10829" y="3555"/>
                    <a:pt x="10844" y="3570"/>
                    <a:pt x="10859" y="3585"/>
                  </a:cubicBezTo>
                  <a:cubicBezTo>
                    <a:pt x="10844" y="3585"/>
                    <a:pt x="10829" y="3600"/>
                    <a:pt x="10799" y="3615"/>
                  </a:cubicBezTo>
                  <a:cubicBezTo>
                    <a:pt x="10784" y="3629"/>
                    <a:pt x="10769" y="3629"/>
                    <a:pt x="10754" y="3659"/>
                  </a:cubicBezTo>
                  <a:lnTo>
                    <a:pt x="10709" y="3659"/>
                  </a:lnTo>
                  <a:cubicBezTo>
                    <a:pt x="10695" y="3659"/>
                    <a:pt x="10695" y="3674"/>
                    <a:pt x="10695" y="3674"/>
                  </a:cubicBezTo>
                  <a:cubicBezTo>
                    <a:pt x="10680" y="3674"/>
                    <a:pt x="10680" y="3659"/>
                    <a:pt x="10680" y="3644"/>
                  </a:cubicBezTo>
                  <a:cubicBezTo>
                    <a:pt x="10695" y="3615"/>
                    <a:pt x="10709" y="3570"/>
                    <a:pt x="10724" y="3540"/>
                  </a:cubicBezTo>
                  <a:cubicBezTo>
                    <a:pt x="10739" y="3525"/>
                    <a:pt x="10739" y="3525"/>
                    <a:pt x="10739" y="3510"/>
                  </a:cubicBezTo>
                  <a:cubicBezTo>
                    <a:pt x="10799" y="3420"/>
                    <a:pt x="10844" y="3346"/>
                    <a:pt x="10904" y="3271"/>
                  </a:cubicBezTo>
                  <a:close/>
                  <a:moveTo>
                    <a:pt x="11068" y="3689"/>
                  </a:moveTo>
                  <a:cubicBezTo>
                    <a:pt x="11068" y="3689"/>
                    <a:pt x="11068" y="3704"/>
                    <a:pt x="11053" y="3704"/>
                  </a:cubicBezTo>
                  <a:lnTo>
                    <a:pt x="11068" y="3689"/>
                  </a:lnTo>
                  <a:close/>
                  <a:moveTo>
                    <a:pt x="11292" y="3734"/>
                  </a:moveTo>
                  <a:lnTo>
                    <a:pt x="11307" y="3779"/>
                  </a:lnTo>
                  <a:cubicBezTo>
                    <a:pt x="11322" y="3764"/>
                    <a:pt x="11337" y="3749"/>
                    <a:pt x="11352" y="3734"/>
                  </a:cubicBezTo>
                  <a:close/>
                  <a:moveTo>
                    <a:pt x="210" y="3883"/>
                  </a:moveTo>
                  <a:cubicBezTo>
                    <a:pt x="223" y="3883"/>
                    <a:pt x="235" y="3895"/>
                    <a:pt x="248" y="3898"/>
                  </a:cubicBezTo>
                  <a:lnTo>
                    <a:pt x="248" y="3898"/>
                  </a:lnTo>
                  <a:cubicBezTo>
                    <a:pt x="235" y="3896"/>
                    <a:pt x="219" y="3893"/>
                    <a:pt x="210" y="3883"/>
                  </a:cubicBezTo>
                  <a:close/>
                  <a:moveTo>
                    <a:pt x="10749" y="3922"/>
                  </a:moveTo>
                  <a:cubicBezTo>
                    <a:pt x="10756" y="3922"/>
                    <a:pt x="10759" y="3933"/>
                    <a:pt x="10769" y="3943"/>
                  </a:cubicBezTo>
                  <a:cubicBezTo>
                    <a:pt x="10754" y="3943"/>
                    <a:pt x="10739" y="3943"/>
                    <a:pt x="10739" y="3928"/>
                  </a:cubicBezTo>
                  <a:cubicBezTo>
                    <a:pt x="10744" y="3924"/>
                    <a:pt x="10747" y="3922"/>
                    <a:pt x="10749" y="3922"/>
                  </a:cubicBezTo>
                  <a:close/>
                  <a:moveTo>
                    <a:pt x="10948" y="3794"/>
                  </a:moveTo>
                  <a:lnTo>
                    <a:pt x="10993" y="3824"/>
                  </a:lnTo>
                  <a:cubicBezTo>
                    <a:pt x="11008" y="3824"/>
                    <a:pt x="11038" y="3824"/>
                    <a:pt x="11053" y="3809"/>
                  </a:cubicBezTo>
                  <a:cubicBezTo>
                    <a:pt x="11053" y="3845"/>
                    <a:pt x="11058" y="3865"/>
                    <a:pt x="11076" y="3865"/>
                  </a:cubicBezTo>
                  <a:cubicBezTo>
                    <a:pt x="11087" y="3865"/>
                    <a:pt x="11104" y="3856"/>
                    <a:pt x="11128" y="3839"/>
                  </a:cubicBezTo>
                  <a:cubicBezTo>
                    <a:pt x="11143" y="3883"/>
                    <a:pt x="11143" y="3928"/>
                    <a:pt x="11158" y="3958"/>
                  </a:cubicBezTo>
                  <a:cubicBezTo>
                    <a:pt x="11158" y="3973"/>
                    <a:pt x="11172" y="3973"/>
                    <a:pt x="11172" y="3973"/>
                  </a:cubicBezTo>
                  <a:cubicBezTo>
                    <a:pt x="11169" y="3989"/>
                    <a:pt x="11162" y="3994"/>
                    <a:pt x="11153" y="3994"/>
                  </a:cubicBezTo>
                  <a:cubicBezTo>
                    <a:pt x="11134" y="3994"/>
                    <a:pt x="11108" y="3967"/>
                    <a:pt x="11092" y="3967"/>
                  </a:cubicBezTo>
                  <a:cubicBezTo>
                    <a:pt x="11088" y="3967"/>
                    <a:pt x="11085" y="3968"/>
                    <a:pt x="11083" y="3973"/>
                  </a:cubicBezTo>
                  <a:lnTo>
                    <a:pt x="11083" y="3928"/>
                  </a:lnTo>
                  <a:cubicBezTo>
                    <a:pt x="11072" y="3918"/>
                    <a:pt x="11062" y="3907"/>
                    <a:pt x="11046" y="3907"/>
                  </a:cubicBezTo>
                  <a:cubicBezTo>
                    <a:pt x="11039" y="3907"/>
                    <a:pt x="11032" y="3909"/>
                    <a:pt x="11023" y="3913"/>
                  </a:cubicBezTo>
                  <a:lnTo>
                    <a:pt x="10963" y="3958"/>
                  </a:lnTo>
                  <a:lnTo>
                    <a:pt x="10948" y="3958"/>
                  </a:lnTo>
                  <a:lnTo>
                    <a:pt x="10948" y="3943"/>
                  </a:lnTo>
                  <a:cubicBezTo>
                    <a:pt x="10948" y="3928"/>
                    <a:pt x="10948" y="3898"/>
                    <a:pt x="10919" y="3883"/>
                  </a:cubicBezTo>
                  <a:cubicBezTo>
                    <a:pt x="10919" y="3883"/>
                    <a:pt x="10907" y="3887"/>
                    <a:pt x="10900" y="3887"/>
                  </a:cubicBezTo>
                  <a:cubicBezTo>
                    <a:pt x="10892" y="3887"/>
                    <a:pt x="10889" y="3883"/>
                    <a:pt x="10904" y="3868"/>
                  </a:cubicBezTo>
                  <a:cubicBezTo>
                    <a:pt x="10919" y="3839"/>
                    <a:pt x="10933" y="3824"/>
                    <a:pt x="10948" y="3794"/>
                  </a:cubicBezTo>
                  <a:close/>
                  <a:moveTo>
                    <a:pt x="10709" y="4063"/>
                  </a:moveTo>
                  <a:cubicBezTo>
                    <a:pt x="10709" y="4078"/>
                    <a:pt x="10709" y="4078"/>
                    <a:pt x="10695" y="4078"/>
                  </a:cubicBezTo>
                  <a:cubicBezTo>
                    <a:pt x="10695" y="4078"/>
                    <a:pt x="10709" y="4063"/>
                    <a:pt x="10709" y="4063"/>
                  </a:cubicBezTo>
                  <a:close/>
                  <a:moveTo>
                    <a:pt x="11053" y="4018"/>
                  </a:moveTo>
                  <a:cubicBezTo>
                    <a:pt x="11038" y="4078"/>
                    <a:pt x="11008" y="4092"/>
                    <a:pt x="10978" y="4092"/>
                  </a:cubicBezTo>
                  <a:cubicBezTo>
                    <a:pt x="10993" y="4078"/>
                    <a:pt x="11008" y="4048"/>
                    <a:pt x="11008" y="4018"/>
                  </a:cubicBezTo>
                  <a:close/>
                  <a:moveTo>
                    <a:pt x="11322" y="4197"/>
                  </a:moveTo>
                  <a:cubicBezTo>
                    <a:pt x="11322" y="4212"/>
                    <a:pt x="11322" y="4227"/>
                    <a:pt x="11322" y="4227"/>
                  </a:cubicBezTo>
                  <a:cubicBezTo>
                    <a:pt x="11316" y="4233"/>
                    <a:pt x="11307" y="4237"/>
                    <a:pt x="11300" y="4237"/>
                  </a:cubicBezTo>
                  <a:cubicBezTo>
                    <a:pt x="11290" y="4237"/>
                    <a:pt x="11283" y="4229"/>
                    <a:pt x="11292" y="4212"/>
                  </a:cubicBezTo>
                  <a:lnTo>
                    <a:pt x="11292" y="4197"/>
                  </a:lnTo>
                  <a:close/>
                  <a:moveTo>
                    <a:pt x="10889" y="4242"/>
                  </a:moveTo>
                  <a:lnTo>
                    <a:pt x="10919" y="4272"/>
                  </a:lnTo>
                  <a:cubicBezTo>
                    <a:pt x="10904" y="4272"/>
                    <a:pt x="10889" y="4257"/>
                    <a:pt x="10859" y="4257"/>
                  </a:cubicBezTo>
                  <a:cubicBezTo>
                    <a:pt x="10874" y="4257"/>
                    <a:pt x="10874" y="4257"/>
                    <a:pt x="10889" y="4242"/>
                  </a:cubicBezTo>
                  <a:close/>
                  <a:moveTo>
                    <a:pt x="10590" y="4242"/>
                  </a:moveTo>
                  <a:cubicBezTo>
                    <a:pt x="10620" y="4257"/>
                    <a:pt x="10665" y="4272"/>
                    <a:pt x="10709" y="4272"/>
                  </a:cubicBezTo>
                  <a:cubicBezTo>
                    <a:pt x="10695" y="4287"/>
                    <a:pt x="10695" y="4316"/>
                    <a:pt x="10695" y="4346"/>
                  </a:cubicBezTo>
                  <a:cubicBezTo>
                    <a:pt x="10665" y="4331"/>
                    <a:pt x="10635" y="4302"/>
                    <a:pt x="10590" y="4302"/>
                  </a:cubicBezTo>
                  <a:cubicBezTo>
                    <a:pt x="10590" y="4272"/>
                    <a:pt x="10590" y="4257"/>
                    <a:pt x="10590" y="4242"/>
                  </a:cubicBezTo>
                  <a:close/>
                  <a:moveTo>
                    <a:pt x="11232" y="4451"/>
                  </a:moveTo>
                  <a:lnTo>
                    <a:pt x="11232" y="4466"/>
                  </a:lnTo>
                  <a:cubicBezTo>
                    <a:pt x="11232" y="4451"/>
                    <a:pt x="11232" y="4451"/>
                    <a:pt x="11217" y="4451"/>
                  </a:cubicBezTo>
                  <a:close/>
                  <a:moveTo>
                    <a:pt x="11352" y="4541"/>
                  </a:moveTo>
                  <a:cubicBezTo>
                    <a:pt x="11367" y="4555"/>
                    <a:pt x="11382" y="4570"/>
                    <a:pt x="11397" y="4585"/>
                  </a:cubicBezTo>
                  <a:cubicBezTo>
                    <a:pt x="11387" y="4580"/>
                    <a:pt x="11378" y="4579"/>
                    <a:pt x="11371" y="4579"/>
                  </a:cubicBezTo>
                  <a:cubicBezTo>
                    <a:pt x="11355" y="4579"/>
                    <a:pt x="11342" y="4585"/>
                    <a:pt x="11322" y="4585"/>
                  </a:cubicBezTo>
                  <a:cubicBezTo>
                    <a:pt x="11322" y="4585"/>
                    <a:pt x="11322" y="4570"/>
                    <a:pt x="11322" y="4570"/>
                  </a:cubicBezTo>
                  <a:cubicBezTo>
                    <a:pt x="11337" y="4570"/>
                    <a:pt x="11337" y="4555"/>
                    <a:pt x="11337" y="4541"/>
                  </a:cubicBezTo>
                  <a:close/>
                  <a:moveTo>
                    <a:pt x="11068" y="4555"/>
                  </a:moveTo>
                  <a:lnTo>
                    <a:pt x="11068" y="4555"/>
                  </a:lnTo>
                  <a:cubicBezTo>
                    <a:pt x="11143" y="4630"/>
                    <a:pt x="11053" y="4645"/>
                    <a:pt x="10993" y="4690"/>
                  </a:cubicBezTo>
                  <a:cubicBezTo>
                    <a:pt x="10978" y="4690"/>
                    <a:pt x="10978" y="4690"/>
                    <a:pt x="10963" y="4675"/>
                  </a:cubicBezTo>
                  <a:lnTo>
                    <a:pt x="10978" y="4675"/>
                  </a:lnTo>
                  <a:cubicBezTo>
                    <a:pt x="10978" y="4660"/>
                    <a:pt x="10978" y="4645"/>
                    <a:pt x="10978" y="4630"/>
                  </a:cubicBezTo>
                  <a:cubicBezTo>
                    <a:pt x="11023" y="4630"/>
                    <a:pt x="11038" y="4570"/>
                    <a:pt x="11068" y="4555"/>
                  </a:cubicBezTo>
                  <a:close/>
                  <a:moveTo>
                    <a:pt x="11172" y="4750"/>
                  </a:moveTo>
                  <a:cubicBezTo>
                    <a:pt x="11172" y="4750"/>
                    <a:pt x="11172" y="4765"/>
                    <a:pt x="11187" y="4765"/>
                  </a:cubicBezTo>
                  <a:lnTo>
                    <a:pt x="11158" y="4765"/>
                  </a:lnTo>
                  <a:cubicBezTo>
                    <a:pt x="11158" y="4765"/>
                    <a:pt x="11158" y="4750"/>
                    <a:pt x="11172" y="4750"/>
                  </a:cubicBezTo>
                  <a:close/>
                  <a:moveTo>
                    <a:pt x="11023" y="4735"/>
                  </a:moveTo>
                  <a:cubicBezTo>
                    <a:pt x="11023" y="4750"/>
                    <a:pt x="11023" y="4780"/>
                    <a:pt x="11023" y="4794"/>
                  </a:cubicBezTo>
                  <a:cubicBezTo>
                    <a:pt x="11008" y="4780"/>
                    <a:pt x="10993" y="4780"/>
                    <a:pt x="10978" y="4780"/>
                  </a:cubicBezTo>
                  <a:cubicBezTo>
                    <a:pt x="10993" y="4765"/>
                    <a:pt x="10993" y="4765"/>
                    <a:pt x="10993" y="4765"/>
                  </a:cubicBezTo>
                  <a:cubicBezTo>
                    <a:pt x="11008" y="4750"/>
                    <a:pt x="11008" y="4750"/>
                    <a:pt x="11023" y="4735"/>
                  </a:cubicBezTo>
                  <a:close/>
                  <a:moveTo>
                    <a:pt x="11128" y="4824"/>
                  </a:moveTo>
                  <a:cubicBezTo>
                    <a:pt x="11143" y="4839"/>
                    <a:pt x="11158" y="4839"/>
                    <a:pt x="11172" y="4854"/>
                  </a:cubicBezTo>
                  <a:cubicBezTo>
                    <a:pt x="11143" y="4839"/>
                    <a:pt x="11128" y="4839"/>
                    <a:pt x="11098" y="4839"/>
                  </a:cubicBezTo>
                  <a:cubicBezTo>
                    <a:pt x="11113" y="4839"/>
                    <a:pt x="11128" y="4824"/>
                    <a:pt x="11128" y="4824"/>
                  </a:cubicBezTo>
                  <a:close/>
                  <a:moveTo>
                    <a:pt x="9201" y="4466"/>
                  </a:moveTo>
                  <a:cubicBezTo>
                    <a:pt x="9218" y="4483"/>
                    <a:pt x="9241" y="4491"/>
                    <a:pt x="9269" y="4491"/>
                  </a:cubicBezTo>
                  <a:cubicBezTo>
                    <a:pt x="9288" y="4491"/>
                    <a:pt x="9311" y="4487"/>
                    <a:pt x="9335" y="4481"/>
                  </a:cubicBezTo>
                  <a:lnTo>
                    <a:pt x="9335" y="4481"/>
                  </a:lnTo>
                  <a:cubicBezTo>
                    <a:pt x="9305" y="4526"/>
                    <a:pt x="9335" y="4570"/>
                    <a:pt x="9350" y="4615"/>
                  </a:cubicBezTo>
                  <a:cubicBezTo>
                    <a:pt x="9395" y="4720"/>
                    <a:pt x="9470" y="4809"/>
                    <a:pt x="9470" y="4929"/>
                  </a:cubicBezTo>
                  <a:lnTo>
                    <a:pt x="9440" y="4914"/>
                  </a:lnTo>
                  <a:cubicBezTo>
                    <a:pt x="9440" y="4914"/>
                    <a:pt x="9440" y="4899"/>
                    <a:pt x="9455" y="4899"/>
                  </a:cubicBezTo>
                  <a:cubicBezTo>
                    <a:pt x="9425" y="4735"/>
                    <a:pt x="9320" y="4600"/>
                    <a:pt x="9201" y="4496"/>
                  </a:cubicBezTo>
                  <a:lnTo>
                    <a:pt x="9186" y="4496"/>
                  </a:lnTo>
                  <a:lnTo>
                    <a:pt x="9201" y="4466"/>
                  </a:lnTo>
                  <a:close/>
                  <a:moveTo>
                    <a:pt x="11322" y="4824"/>
                  </a:moveTo>
                  <a:cubicBezTo>
                    <a:pt x="11277" y="4839"/>
                    <a:pt x="11307" y="4899"/>
                    <a:pt x="11277" y="4899"/>
                  </a:cubicBezTo>
                  <a:cubicBezTo>
                    <a:pt x="11262" y="4929"/>
                    <a:pt x="11247" y="4944"/>
                    <a:pt x="11247" y="4974"/>
                  </a:cubicBezTo>
                  <a:cubicBezTo>
                    <a:pt x="11232" y="4959"/>
                    <a:pt x="11232" y="4944"/>
                    <a:pt x="11232" y="4929"/>
                  </a:cubicBezTo>
                  <a:lnTo>
                    <a:pt x="11247" y="4929"/>
                  </a:lnTo>
                  <a:cubicBezTo>
                    <a:pt x="11277" y="4899"/>
                    <a:pt x="11277" y="4854"/>
                    <a:pt x="11307" y="4824"/>
                  </a:cubicBezTo>
                  <a:close/>
                  <a:moveTo>
                    <a:pt x="11158" y="5063"/>
                  </a:moveTo>
                  <a:lnTo>
                    <a:pt x="11158" y="5063"/>
                  </a:lnTo>
                  <a:cubicBezTo>
                    <a:pt x="11172" y="5078"/>
                    <a:pt x="11172" y="5078"/>
                    <a:pt x="11187" y="5093"/>
                  </a:cubicBezTo>
                  <a:cubicBezTo>
                    <a:pt x="11172" y="5093"/>
                    <a:pt x="11158" y="5078"/>
                    <a:pt x="11158" y="5063"/>
                  </a:cubicBezTo>
                  <a:close/>
                  <a:moveTo>
                    <a:pt x="9261" y="5108"/>
                  </a:moveTo>
                  <a:cubicBezTo>
                    <a:pt x="9268" y="5108"/>
                    <a:pt x="9276" y="5112"/>
                    <a:pt x="9283" y="5116"/>
                  </a:cubicBezTo>
                  <a:lnTo>
                    <a:pt x="9283" y="5116"/>
                  </a:lnTo>
                  <a:lnTo>
                    <a:pt x="9261" y="5108"/>
                  </a:lnTo>
                  <a:close/>
                  <a:moveTo>
                    <a:pt x="478" y="5138"/>
                  </a:moveTo>
                  <a:lnTo>
                    <a:pt x="478" y="5138"/>
                  </a:lnTo>
                  <a:cubicBezTo>
                    <a:pt x="493" y="5153"/>
                    <a:pt x="508" y="5168"/>
                    <a:pt x="493" y="5198"/>
                  </a:cubicBezTo>
                  <a:cubicBezTo>
                    <a:pt x="493" y="5183"/>
                    <a:pt x="478" y="5153"/>
                    <a:pt x="478" y="5138"/>
                  </a:cubicBezTo>
                  <a:close/>
                  <a:moveTo>
                    <a:pt x="11098" y="5213"/>
                  </a:moveTo>
                  <a:cubicBezTo>
                    <a:pt x="11128" y="5228"/>
                    <a:pt x="11128" y="5257"/>
                    <a:pt x="11113" y="5287"/>
                  </a:cubicBezTo>
                  <a:cubicBezTo>
                    <a:pt x="11113" y="5257"/>
                    <a:pt x="11113" y="5228"/>
                    <a:pt x="11098" y="5213"/>
                  </a:cubicBezTo>
                  <a:close/>
                  <a:moveTo>
                    <a:pt x="9425" y="5168"/>
                  </a:moveTo>
                  <a:lnTo>
                    <a:pt x="9455" y="5243"/>
                  </a:lnTo>
                  <a:cubicBezTo>
                    <a:pt x="9440" y="5257"/>
                    <a:pt x="9440" y="5257"/>
                    <a:pt x="9425" y="5257"/>
                  </a:cubicBezTo>
                  <a:cubicBezTo>
                    <a:pt x="9418" y="5273"/>
                    <a:pt x="9411" y="5287"/>
                    <a:pt x="9402" y="5301"/>
                  </a:cubicBezTo>
                  <a:lnTo>
                    <a:pt x="9402" y="5301"/>
                  </a:lnTo>
                  <a:cubicBezTo>
                    <a:pt x="9417" y="5270"/>
                    <a:pt x="9402" y="5217"/>
                    <a:pt x="9410" y="5183"/>
                  </a:cubicBezTo>
                  <a:cubicBezTo>
                    <a:pt x="9410" y="5168"/>
                    <a:pt x="9410" y="5168"/>
                    <a:pt x="9425" y="5168"/>
                  </a:cubicBezTo>
                  <a:close/>
                  <a:moveTo>
                    <a:pt x="11337" y="5332"/>
                  </a:moveTo>
                  <a:cubicBezTo>
                    <a:pt x="11322" y="5347"/>
                    <a:pt x="11322" y="5347"/>
                    <a:pt x="11322" y="5347"/>
                  </a:cubicBezTo>
                  <a:lnTo>
                    <a:pt x="11307" y="5347"/>
                  </a:lnTo>
                  <a:cubicBezTo>
                    <a:pt x="11307" y="5352"/>
                    <a:pt x="11305" y="5354"/>
                    <a:pt x="11302" y="5354"/>
                  </a:cubicBezTo>
                  <a:cubicBezTo>
                    <a:pt x="11297" y="5354"/>
                    <a:pt x="11287" y="5347"/>
                    <a:pt x="11277" y="5347"/>
                  </a:cubicBezTo>
                  <a:cubicBezTo>
                    <a:pt x="11292" y="5347"/>
                    <a:pt x="11307" y="5347"/>
                    <a:pt x="11322" y="5332"/>
                  </a:cubicBezTo>
                  <a:close/>
                  <a:moveTo>
                    <a:pt x="11023" y="5467"/>
                  </a:moveTo>
                  <a:cubicBezTo>
                    <a:pt x="11038" y="5496"/>
                    <a:pt x="11068" y="5526"/>
                    <a:pt x="11083" y="5541"/>
                  </a:cubicBezTo>
                  <a:cubicBezTo>
                    <a:pt x="11043" y="5541"/>
                    <a:pt x="11010" y="5548"/>
                    <a:pt x="10979" y="5565"/>
                  </a:cubicBezTo>
                  <a:lnTo>
                    <a:pt x="10979" y="5565"/>
                  </a:lnTo>
                  <a:cubicBezTo>
                    <a:pt x="11000" y="5539"/>
                    <a:pt x="11014" y="5503"/>
                    <a:pt x="11023" y="5467"/>
                  </a:cubicBezTo>
                  <a:close/>
                  <a:moveTo>
                    <a:pt x="11262" y="5496"/>
                  </a:moveTo>
                  <a:cubicBezTo>
                    <a:pt x="11277" y="5511"/>
                    <a:pt x="11262" y="5541"/>
                    <a:pt x="11232" y="5556"/>
                  </a:cubicBezTo>
                  <a:cubicBezTo>
                    <a:pt x="11232" y="5556"/>
                    <a:pt x="11232" y="5556"/>
                    <a:pt x="11232" y="5571"/>
                  </a:cubicBezTo>
                  <a:lnTo>
                    <a:pt x="11202" y="5556"/>
                  </a:lnTo>
                  <a:cubicBezTo>
                    <a:pt x="11217" y="5541"/>
                    <a:pt x="11247" y="5526"/>
                    <a:pt x="11262" y="5496"/>
                  </a:cubicBezTo>
                  <a:close/>
                  <a:moveTo>
                    <a:pt x="5681" y="5411"/>
                  </a:moveTo>
                  <a:cubicBezTo>
                    <a:pt x="5645" y="5411"/>
                    <a:pt x="5607" y="5419"/>
                    <a:pt x="5572" y="5437"/>
                  </a:cubicBezTo>
                  <a:cubicBezTo>
                    <a:pt x="5542" y="5467"/>
                    <a:pt x="5527" y="5541"/>
                    <a:pt x="5512" y="5586"/>
                  </a:cubicBezTo>
                  <a:cubicBezTo>
                    <a:pt x="5631" y="5541"/>
                    <a:pt x="5736" y="5496"/>
                    <a:pt x="5825" y="5467"/>
                  </a:cubicBezTo>
                  <a:cubicBezTo>
                    <a:pt x="5789" y="5430"/>
                    <a:pt x="5737" y="5411"/>
                    <a:pt x="5681" y="5411"/>
                  </a:cubicBezTo>
                  <a:close/>
                  <a:moveTo>
                    <a:pt x="658" y="5601"/>
                  </a:moveTo>
                  <a:lnTo>
                    <a:pt x="658" y="5601"/>
                  </a:lnTo>
                  <a:cubicBezTo>
                    <a:pt x="643" y="5616"/>
                    <a:pt x="628" y="5616"/>
                    <a:pt x="598" y="5616"/>
                  </a:cubicBezTo>
                  <a:lnTo>
                    <a:pt x="658" y="5601"/>
                  </a:lnTo>
                  <a:close/>
                  <a:moveTo>
                    <a:pt x="8230" y="4794"/>
                  </a:moveTo>
                  <a:cubicBezTo>
                    <a:pt x="8230" y="4794"/>
                    <a:pt x="8245" y="4809"/>
                    <a:pt x="8260" y="4824"/>
                  </a:cubicBezTo>
                  <a:cubicBezTo>
                    <a:pt x="8260" y="4884"/>
                    <a:pt x="8260" y="4944"/>
                    <a:pt x="8260" y="4989"/>
                  </a:cubicBezTo>
                  <a:lnTo>
                    <a:pt x="8275" y="5018"/>
                  </a:lnTo>
                  <a:cubicBezTo>
                    <a:pt x="8275" y="5063"/>
                    <a:pt x="8290" y="5093"/>
                    <a:pt x="8320" y="5108"/>
                  </a:cubicBezTo>
                  <a:cubicBezTo>
                    <a:pt x="8379" y="5198"/>
                    <a:pt x="8484" y="5272"/>
                    <a:pt x="8499" y="5362"/>
                  </a:cubicBezTo>
                  <a:cubicBezTo>
                    <a:pt x="8529" y="5452"/>
                    <a:pt x="8559" y="5452"/>
                    <a:pt x="8633" y="5452"/>
                  </a:cubicBezTo>
                  <a:cubicBezTo>
                    <a:pt x="8659" y="5520"/>
                    <a:pt x="8699" y="5544"/>
                    <a:pt x="8746" y="5544"/>
                  </a:cubicBezTo>
                  <a:cubicBezTo>
                    <a:pt x="8781" y="5544"/>
                    <a:pt x="8819" y="5531"/>
                    <a:pt x="8857" y="5511"/>
                  </a:cubicBezTo>
                  <a:lnTo>
                    <a:pt x="9231" y="5407"/>
                  </a:lnTo>
                  <a:cubicBezTo>
                    <a:pt x="9250" y="5411"/>
                    <a:pt x="9264" y="5413"/>
                    <a:pt x="9275" y="5413"/>
                  </a:cubicBezTo>
                  <a:cubicBezTo>
                    <a:pt x="9342" y="5413"/>
                    <a:pt x="9278" y="5343"/>
                    <a:pt x="9291" y="5317"/>
                  </a:cubicBezTo>
                  <a:lnTo>
                    <a:pt x="9291" y="5317"/>
                  </a:lnTo>
                  <a:cubicBezTo>
                    <a:pt x="9316" y="5324"/>
                    <a:pt x="9335" y="5327"/>
                    <a:pt x="9351" y="5327"/>
                  </a:cubicBezTo>
                  <a:cubicBezTo>
                    <a:pt x="9374" y="5327"/>
                    <a:pt x="9388" y="5321"/>
                    <a:pt x="9397" y="5310"/>
                  </a:cubicBezTo>
                  <a:lnTo>
                    <a:pt x="9397" y="5310"/>
                  </a:lnTo>
                  <a:cubicBezTo>
                    <a:pt x="9331" y="5411"/>
                    <a:pt x="9225" y="5469"/>
                    <a:pt x="9096" y="5481"/>
                  </a:cubicBezTo>
                  <a:cubicBezTo>
                    <a:pt x="9022" y="5496"/>
                    <a:pt x="8932" y="5526"/>
                    <a:pt x="8887" y="5616"/>
                  </a:cubicBezTo>
                  <a:lnTo>
                    <a:pt x="8887" y="5631"/>
                  </a:lnTo>
                  <a:lnTo>
                    <a:pt x="8813" y="5631"/>
                  </a:lnTo>
                  <a:cubicBezTo>
                    <a:pt x="8798" y="5616"/>
                    <a:pt x="8798" y="5616"/>
                    <a:pt x="8783" y="5601"/>
                  </a:cubicBezTo>
                  <a:cubicBezTo>
                    <a:pt x="8633" y="5571"/>
                    <a:pt x="8529" y="5481"/>
                    <a:pt x="8454" y="5347"/>
                  </a:cubicBezTo>
                  <a:cubicBezTo>
                    <a:pt x="8424" y="5272"/>
                    <a:pt x="8379" y="5213"/>
                    <a:pt x="8320" y="5153"/>
                  </a:cubicBezTo>
                  <a:cubicBezTo>
                    <a:pt x="8200" y="5048"/>
                    <a:pt x="8170" y="4929"/>
                    <a:pt x="8230" y="4794"/>
                  </a:cubicBezTo>
                  <a:close/>
                  <a:moveTo>
                    <a:pt x="5407" y="6646"/>
                  </a:moveTo>
                  <a:cubicBezTo>
                    <a:pt x="5407" y="6646"/>
                    <a:pt x="5392" y="6661"/>
                    <a:pt x="5392" y="6676"/>
                  </a:cubicBezTo>
                  <a:cubicBezTo>
                    <a:pt x="5392" y="6691"/>
                    <a:pt x="5392" y="6691"/>
                    <a:pt x="5407" y="6706"/>
                  </a:cubicBezTo>
                  <a:cubicBezTo>
                    <a:pt x="5407" y="6691"/>
                    <a:pt x="5437" y="6691"/>
                    <a:pt x="5437" y="6676"/>
                  </a:cubicBezTo>
                  <a:cubicBezTo>
                    <a:pt x="5437" y="6676"/>
                    <a:pt x="5422" y="6661"/>
                    <a:pt x="5407" y="6646"/>
                  </a:cubicBezTo>
                  <a:close/>
                  <a:moveTo>
                    <a:pt x="5840" y="6736"/>
                  </a:moveTo>
                  <a:cubicBezTo>
                    <a:pt x="5825" y="6736"/>
                    <a:pt x="5825" y="6751"/>
                    <a:pt x="5811" y="6766"/>
                  </a:cubicBezTo>
                  <a:cubicBezTo>
                    <a:pt x="5811" y="6766"/>
                    <a:pt x="5825" y="6781"/>
                    <a:pt x="5840" y="6781"/>
                  </a:cubicBezTo>
                  <a:cubicBezTo>
                    <a:pt x="5840" y="6781"/>
                    <a:pt x="5855" y="6766"/>
                    <a:pt x="5870" y="6766"/>
                  </a:cubicBezTo>
                  <a:cubicBezTo>
                    <a:pt x="5855" y="6751"/>
                    <a:pt x="5840" y="6736"/>
                    <a:pt x="5840" y="6736"/>
                  </a:cubicBezTo>
                  <a:close/>
                  <a:moveTo>
                    <a:pt x="9201" y="6781"/>
                  </a:moveTo>
                  <a:lnTo>
                    <a:pt x="9201" y="6781"/>
                  </a:lnTo>
                  <a:cubicBezTo>
                    <a:pt x="9216" y="6796"/>
                    <a:pt x="9231" y="6796"/>
                    <a:pt x="9246" y="6796"/>
                  </a:cubicBezTo>
                  <a:cubicBezTo>
                    <a:pt x="9231" y="6796"/>
                    <a:pt x="9216" y="6811"/>
                    <a:pt x="9216" y="6826"/>
                  </a:cubicBezTo>
                  <a:cubicBezTo>
                    <a:pt x="9216" y="6811"/>
                    <a:pt x="9201" y="6796"/>
                    <a:pt x="9201" y="6781"/>
                  </a:cubicBezTo>
                  <a:close/>
                  <a:moveTo>
                    <a:pt x="11426" y="6721"/>
                  </a:moveTo>
                  <a:cubicBezTo>
                    <a:pt x="11397" y="6736"/>
                    <a:pt x="11382" y="6736"/>
                    <a:pt x="11367" y="6751"/>
                  </a:cubicBezTo>
                  <a:cubicBezTo>
                    <a:pt x="11367" y="6781"/>
                    <a:pt x="11382" y="6796"/>
                    <a:pt x="11397" y="6826"/>
                  </a:cubicBezTo>
                  <a:cubicBezTo>
                    <a:pt x="11426" y="6796"/>
                    <a:pt x="11456" y="6751"/>
                    <a:pt x="11471" y="6721"/>
                  </a:cubicBezTo>
                  <a:close/>
                  <a:moveTo>
                    <a:pt x="12604" y="6761"/>
                  </a:moveTo>
                  <a:cubicBezTo>
                    <a:pt x="12564" y="6761"/>
                    <a:pt x="12524" y="6773"/>
                    <a:pt x="12487" y="6811"/>
                  </a:cubicBezTo>
                  <a:cubicBezTo>
                    <a:pt x="12502" y="6826"/>
                    <a:pt x="12517" y="6856"/>
                    <a:pt x="12547" y="6871"/>
                  </a:cubicBezTo>
                  <a:cubicBezTo>
                    <a:pt x="12681" y="6871"/>
                    <a:pt x="12830" y="6885"/>
                    <a:pt x="12980" y="6885"/>
                  </a:cubicBezTo>
                  <a:cubicBezTo>
                    <a:pt x="12980" y="6817"/>
                    <a:pt x="12946" y="6803"/>
                    <a:pt x="12908" y="6803"/>
                  </a:cubicBezTo>
                  <a:cubicBezTo>
                    <a:pt x="12880" y="6803"/>
                    <a:pt x="12850" y="6811"/>
                    <a:pt x="12830" y="6811"/>
                  </a:cubicBezTo>
                  <a:cubicBezTo>
                    <a:pt x="12754" y="6801"/>
                    <a:pt x="12677" y="6761"/>
                    <a:pt x="12604" y="6761"/>
                  </a:cubicBezTo>
                  <a:close/>
                  <a:moveTo>
                    <a:pt x="4929" y="6960"/>
                  </a:moveTo>
                  <a:lnTo>
                    <a:pt x="4944" y="6990"/>
                  </a:lnTo>
                  <a:cubicBezTo>
                    <a:pt x="4944" y="7005"/>
                    <a:pt x="4944" y="7020"/>
                    <a:pt x="4944" y="7035"/>
                  </a:cubicBezTo>
                  <a:cubicBezTo>
                    <a:pt x="4944" y="7050"/>
                    <a:pt x="4944" y="7050"/>
                    <a:pt x="4929" y="7065"/>
                  </a:cubicBezTo>
                  <a:cubicBezTo>
                    <a:pt x="4919" y="7080"/>
                    <a:pt x="4911" y="7085"/>
                    <a:pt x="4903" y="7085"/>
                  </a:cubicBezTo>
                  <a:cubicBezTo>
                    <a:pt x="4888" y="7085"/>
                    <a:pt x="4875" y="7065"/>
                    <a:pt x="4855" y="7065"/>
                  </a:cubicBezTo>
                  <a:cubicBezTo>
                    <a:pt x="4884" y="7035"/>
                    <a:pt x="4914" y="6990"/>
                    <a:pt x="4929" y="6960"/>
                  </a:cubicBezTo>
                  <a:close/>
                  <a:moveTo>
                    <a:pt x="5870" y="6885"/>
                  </a:moveTo>
                  <a:cubicBezTo>
                    <a:pt x="5855" y="6975"/>
                    <a:pt x="5855" y="7050"/>
                    <a:pt x="5840" y="7124"/>
                  </a:cubicBezTo>
                  <a:cubicBezTo>
                    <a:pt x="5870" y="7154"/>
                    <a:pt x="5900" y="7184"/>
                    <a:pt x="5930" y="7214"/>
                  </a:cubicBezTo>
                  <a:lnTo>
                    <a:pt x="5945" y="7214"/>
                  </a:lnTo>
                  <a:cubicBezTo>
                    <a:pt x="6020" y="7244"/>
                    <a:pt x="6079" y="7259"/>
                    <a:pt x="6184" y="7289"/>
                  </a:cubicBezTo>
                  <a:cubicBezTo>
                    <a:pt x="6139" y="7214"/>
                    <a:pt x="6109" y="7169"/>
                    <a:pt x="6079" y="7124"/>
                  </a:cubicBezTo>
                  <a:cubicBezTo>
                    <a:pt x="6064" y="7095"/>
                    <a:pt x="6049" y="7065"/>
                    <a:pt x="6035" y="7035"/>
                  </a:cubicBezTo>
                  <a:cubicBezTo>
                    <a:pt x="6020" y="7020"/>
                    <a:pt x="5990" y="7035"/>
                    <a:pt x="6005" y="6990"/>
                  </a:cubicBezTo>
                  <a:cubicBezTo>
                    <a:pt x="5960" y="6960"/>
                    <a:pt x="5915" y="6930"/>
                    <a:pt x="5870" y="6885"/>
                  </a:cubicBezTo>
                  <a:close/>
                  <a:moveTo>
                    <a:pt x="4870" y="7274"/>
                  </a:moveTo>
                  <a:cubicBezTo>
                    <a:pt x="4884" y="7289"/>
                    <a:pt x="4899" y="7289"/>
                    <a:pt x="4914" y="7289"/>
                  </a:cubicBezTo>
                  <a:cubicBezTo>
                    <a:pt x="4899" y="7304"/>
                    <a:pt x="4870" y="7319"/>
                    <a:pt x="4840" y="7319"/>
                  </a:cubicBezTo>
                  <a:cubicBezTo>
                    <a:pt x="4840" y="7319"/>
                    <a:pt x="4840" y="7304"/>
                    <a:pt x="4840" y="7304"/>
                  </a:cubicBezTo>
                  <a:cubicBezTo>
                    <a:pt x="4855" y="7289"/>
                    <a:pt x="4870" y="7289"/>
                    <a:pt x="4870" y="7274"/>
                  </a:cubicBezTo>
                  <a:close/>
                  <a:moveTo>
                    <a:pt x="5713" y="7741"/>
                  </a:moveTo>
                  <a:cubicBezTo>
                    <a:pt x="5725" y="7741"/>
                    <a:pt x="5736" y="7744"/>
                    <a:pt x="5751" y="7752"/>
                  </a:cubicBezTo>
                  <a:cubicBezTo>
                    <a:pt x="5731" y="7752"/>
                    <a:pt x="5718" y="7758"/>
                    <a:pt x="5702" y="7758"/>
                  </a:cubicBezTo>
                  <a:cubicBezTo>
                    <a:pt x="5694" y="7758"/>
                    <a:pt x="5686" y="7757"/>
                    <a:pt x="5676" y="7752"/>
                  </a:cubicBezTo>
                  <a:cubicBezTo>
                    <a:pt x="5691" y="7744"/>
                    <a:pt x="5702" y="7741"/>
                    <a:pt x="5713" y="7741"/>
                  </a:cubicBezTo>
                  <a:close/>
                  <a:moveTo>
                    <a:pt x="6199" y="7692"/>
                  </a:moveTo>
                  <a:lnTo>
                    <a:pt x="6199" y="7692"/>
                  </a:lnTo>
                  <a:cubicBezTo>
                    <a:pt x="6184" y="7722"/>
                    <a:pt x="6169" y="7752"/>
                    <a:pt x="6199" y="7797"/>
                  </a:cubicBezTo>
                  <a:cubicBezTo>
                    <a:pt x="6199" y="7797"/>
                    <a:pt x="6199" y="7803"/>
                    <a:pt x="6194" y="7803"/>
                  </a:cubicBezTo>
                  <a:cubicBezTo>
                    <a:pt x="6192" y="7803"/>
                    <a:pt x="6189" y="7802"/>
                    <a:pt x="6184" y="7797"/>
                  </a:cubicBezTo>
                  <a:cubicBezTo>
                    <a:pt x="6154" y="7752"/>
                    <a:pt x="6184" y="7722"/>
                    <a:pt x="6199" y="7692"/>
                  </a:cubicBezTo>
                  <a:close/>
                  <a:moveTo>
                    <a:pt x="2271" y="11097"/>
                  </a:moveTo>
                  <a:cubicBezTo>
                    <a:pt x="2241" y="11112"/>
                    <a:pt x="2226" y="11127"/>
                    <a:pt x="2211" y="11127"/>
                  </a:cubicBezTo>
                  <a:cubicBezTo>
                    <a:pt x="2226" y="11112"/>
                    <a:pt x="2241" y="11097"/>
                    <a:pt x="2271" y="11097"/>
                  </a:cubicBezTo>
                  <a:close/>
                  <a:moveTo>
                    <a:pt x="3555" y="11187"/>
                  </a:moveTo>
                  <a:lnTo>
                    <a:pt x="3510" y="11202"/>
                  </a:lnTo>
                  <a:cubicBezTo>
                    <a:pt x="3525" y="11187"/>
                    <a:pt x="3540" y="11187"/>
                    <a:pt x="3555" y="11187"/>
                  </a:cubicBezTo>
                  <a:close/>
                  <a:moveTo>
                    <a:pt x="2943" y="11247"/>
                  </a:moveTo>
                  <a:cubicBezTo>
                    <a:pt x="2943" y="11247"/>
                    <a:pt x="2943" y="11262"/>
                    <a:pt x="2943" y="11262"/>
                  </a:cubicBezTo>
                  <a:cubicBezTo>
                    <a:pt x="2928" y="11262"/>
                    <a:pt x="2928" y="11247"/>
                    <a:pt x="2913" y="11247"/>
                  </a:cubicBezTo>
                  <a:close/>
                  <a:moveTo>
                    <a:pt x="3331" y="11366"/>
                  </a:moveTo>
                  <a:cubicBezTo>
                    <a:pt x="3331" y="11366"/>
                    <a:pt x="3331" y="11381"/>
                    <a:pt x="3346" y="11381"/>
                  </a:cubicBezTo>
                  <a:cubicBezTo>
                    <a:pt x="3331" y="11381"/>
                    <a:pt x="3331" y="11366"/>
                    <a:pt x="3316" y="11366"/>
                  </a:cubicBezTo>
                  <a:close/>
                  <a:moveTo>
                    <a:pt x="4078" y="11381"/>
                  </a:moveTo>
                  <a:cubicBezTo>
                    <a:pt x="4078" y="11381"/>
                    <a:pt x="4093" y="11381"/>
                    <a:pt x="4108" y="11396"/>
                  </a:cubicBezTo>
                  <a:cubicBezTo>
                    <a:pt x="4093" y="11396"/>
                    <a:pt x="4078" y="11381"/>
                    <a:pt x="4078" y="11381"/>
                  </a:cubicBezTo>
                  <a:close/>
                  <a:moveTo>
                    <a:pt x="4131" y="11390"/>
                  </a:moveTo>
                  <a:cubicBezTo>
                    <a:pt x="4132" y="11390"/>
                    <a:pt x="4133" y="11390"/>
                    <a:pt x="4134" y="11390"/>
                  </a:cubicBezTo>
                  <a:lnTo>
                    <a:pt x="4134" y="11390"/>
                  </a:lnTo>
                  <a:cubicBezTo>
                    <a:pt x="4130" y="11390"/>
                    <a:pt x="4127" y="11392"/>
                    <a:pt x="4123" y="11396"/>
                  </a:cubicBezTo>
                  <a:lnTo>
                    <a:pt x="4108" y="11396"/>
                  </a:lnTo>
                  <a:cubicBezTo>
                    <a:pt x="4117" y="11392"/>
                    <a:pt x="4124" y="11390"/>
                    <a:pt x="4131" y="11390"/>
                  </a:cubicBezTo>
                  <a:close/>
                  <a:moveTo>
                    <a:pt x="4145" y="11392"/>
                  </a:moveTo>
                  <a:lnTo>
                    <a:pt x="4145" y="11392"/>
                  </a:lnTo>
                  <a:cubicBezTo>
                    <a:pt x="4156" y="11396"/>
                    <a:pt x="4168" y="11404"/>
                    <a:pt x="4183" y="11411"/>
                  </a:cubicBezTo>
                  <a:lnTo>
                    <a:pt x="4168" y="11411"/>
                  </a:lnTo>
                  <a:cubicBezTo>
                    <a:pt x="4160" y="11404"/>
                    <a:pt x="4153" y="11396"/>
                    <a:pt x="4145" y="11392"/>
                  </a:cubicBezTo>
                  <a:close/>
                  <a:moveTo>
                    <a:pt x="5837" y="11467"/>
                  </a:moveTo>
                  <a:cubicBezTo>
                    <a:pt x="5839" y="11467"/>
                    <a:pt x="5840" y="11468"/>
                    <a:pt x="5840" y="11471"/>
                  </a:cubicBezTo>
                  <a:cubicBezTo>
                    <a:pt x="5840" y="11486"/>
                    <a:pt x="5840" y="11486"/>
                    <a:pt x="5855" y="11501"/>
                  </a:cubicBezTo>
                  <a:lnTo>
                    <a:pt x="5840" y="11501"/>
                  </a:lnTo>
                  <a:lnTo>
                    <a:pt x="5840" y="11486"/>
                  </a:lnTo>
                  <a:cubicBezTo>
                    <a:pt x="5840" y="11486"/>
                    <a:pt x="5840" y="11479"/>
                    <a:pt x="5836" y="11479"/>
                  </a:cubicBezTo>
                  <a:cubicBezTo>
                    <a:pt x="5834" y="11479"/>
                    <a:pt x="5830" y="11481"/>
                    <a:pt x="5825" y="11486"/>
                  </a:cubicBezTo>
                  <a:cubicBezTo>
                    <a:pt x="5814" y="11486"/>
                    <a:pt x="5830" y="11467"/>
                    <a:pt x="5837" y="11467"/>
                  </a:cubicBezTo>
                  <a:close/>
                  <a:moveTo>
                    <a:pt x="2659" y="11501"/>
                  </a:moveTo>
                  <a:cubicBezTo>
                    <a:pt x="2659" y="11501"/>
                    <a:pt x="2659" y="11501"/>
                    <a:pt x="2674" y="11516"/>
                  </a:cubicBezTo>
                  <a:cubicBezTo>
                    <a:pt x="2659" y="11501"/>
                    <a:pt x="2659" y="11501"/>
                    <a:pt x="2644" y="11501"/>
                  </a:cubicBezTo>
                  <a:close/>
                  <a:moveTo>
                    <a:pt x="6408" y="11545"/>
                  </a:moveTo>
                  <a:cubicBezTo>
                    <a:pt x="6408" y="11560"/>
                    <a:pt x="6408" y="11560"/>
                    <a:pt x="6423" y="11560"/>
                  </a:cubicBezTo>
                  <a:cubicBezTo>
                    <a:pt x="6423" y="11560"/>
                    <a:pt x="6438" y="11575"/>
                    <a:pt x="6438" y="11575"/>
                  </a:cubicBezTo>
                  <a:cubicBezTo>
                    <a:pt x="6423" y="11575"/>
                    <a:pt x="6408" y="11590"/>
                    <a:pt x="6393" y="11605"/>
                  </a:cubicBezTo>
                  <a:cubicBezTo>
                    <a:pt x="6393" y="11590"/>
                    <a:pt x="6393" y="11575"/>
                    <a:pt x="6393" y="11575"/>
                  </a:cubicBezTo>
                  <a:lnTo>
                    <a:pt x="6408" y="11545"/>
                  </a:lnTo>
                  <a:close/>
                  <a:moveTo>
                    <a:pt x="7663" y="0"/>
                  </a:moveTo>
                  <a:cubicBezTo>
                    <a:pt x="7612" y="50"/>
                    <a:pt x="7575" y="94"/>
                    <a:pt x="7529" y="94"/>
                  </a:cubicBezTo>
                  <a:cubicBezTo>
                    <a:pt x="7507" y="94"/>
                    <a:pt x="7483" y="84"/>
                    <a:pt x="7453" y="60"/>
                  </a:cubicBezTo>
                  <a:cubicBezTo>
                    <a:pt x="7453" y="60"/>
                    <a:pt x="7424" y="75"/>
                    <a:pt x="7409" y="75"/>
                  </a:cubicBezTo>
                  <a:cubicBezTo>
                    <a:pt x="7386" y="78"/>
                    <a:pt x="7364" y="79"/>
                    <a:pt x="7341" y="79"/>
                  </a:cubicBezTo>
                  <a:cubicBezTo>
                    <a:pt x="7319" y="79"/>
                    <a:pt x="7297" y="78"/>
                    <a:pt x="7274" y="78"/>
                  </a:cubicBezTo>
                  <a:cubicBezTo>
                    <a:pt x="7229" y="78"/>
                    <a:pt x="7185" y="82"/>
                    <a:pt x="7140" y="105"/>
                  </a:cubicBezTo>
                  <a:cubicBezTo>
                    <a:pt x="7095" y="120"/>
                    <a:pt x="7065" y="134"/>
                    <a:pt x="7020" y="134"/>
                  </a:cubicBezTo>
                  <a:lnTo>
                    <a:pt x="6871" y="134"/>
                  </a:lnTo>
                  <a:lnTo>
                    <a:pt x="6871" y="134"/>
                  </a:lnTo>
                  <a:lnTo>
                    <a:pt x="6871" y="134"/>
                  </a:lnTo>
                  <a:cubicBezTo>
                    <a:pt x="6869" y="135"/>
                    <a:pt x="6866" y="136"/>
                    <a:pt x="6864" y="136"/>
                  </a:cubicBezTo>
                  <a:cubicBezTo>
                    <a:pt x="6835" y="136"/>
                    <a:pt x="6793" y="87"/>
                    <a:pt x="6765" y="87"/>
                  </a:cubicBezTo>
                  <a:cubicBezTo>
                    <a:pt x="6748" y="87"/>
                    <a:pt x="6737" y="105"/>
                    <a:pt x="6737" y="164"/>
                  </a:cubicBezTo>
                  <a:cubicBezTo>
                    <a:pt x="6707" y="164"/>
                    <a:pt x="6692" y="149"/>
                    <a:pt x="6677" y="149"/>
                  </a:cubicBezTo>
                  <a:cubicBezTo>
                    <a:pt x="6665" y="145"/>
                    <a:pt x="6654" y="144"/>
                    <a:pt x="6644" y="144"/>
                  </a:cubicBezTo>
                  <a:cubicBezTo>
                    <a:pt x="6617" y="144"/>
                    <a:pt x="6598" y="157"/>
                    <a:pt x="6587" y="179"/>
                  </a:cubicBezTo>
                  <a:cubicBezTo>
                    <a:pt x="6587" y="164"/>
                    <a:pt x="6572" y="149"/>
                    <a:pt x="6557" y="134"/>
                  </a:cubicBezTo>
                  <a:cubicBezTo>
                    <a:pt x="6527" y="120"/>
                    <a:pt x="6483" y="105"/>
                    <a:pt x="6453" y="90"/>
                  </a:cubicBezTo>
                  <a:cubicBezTo>
                    <a:pt x="6449" y="91"/>
                    <a:pt x="6445" y="92"/>
                    <a:pt x="6441" y="92"/>
                  </a:cubicBezTo>
                  <a:cubicBezTo>
                    <a:pt x="6411" y="92"/>
                    <a:pt x="6405" y="43"/>
                    <a:pt x="6374" y="43"/>
                  </a:cubicBezTo>
                  <a:cubicBezTo>
                    <a:pt x="6371" y="43"/>
                    <a:pt x="6367" y="43"/>
                    <a:pt x="6363" y="45"/>
                  </a:cubicBezTo>
                  <a:cubicBezTo>
                    <a:pt x="6348" y="90"/>
                    <a:pt x="6348" y="134"/>
                    <a:pt x="6333" y="164"/>
                  </a:cubicBezTo>
                  <a:cubicBezTo>
                    <a:pt x="6318" y="179"/>
                    <a:pt x="6288" y="194"/>
                    <a:pt x="6259" y="194"/>
                  </a:cubicBezTo>
                  <a:cubicBezTo>
                    <a:pt x="6272" y="168"/>
                    <a:pt x="6309" y="117"/>
                    <a:pt x="6243" y="117"/>
                  </a:cubicBezTo>
                  <a:cubicBezTo>
                    <a:pt x="6235" y="117"/>
                    <a:pt x="6225" y="118"/>
                    <a:pt x="6214" y="120"/>
                  </a:cubicBezTo>
                  <a:lnTo>
                    <a:pt x="5975" y="120"/>
                  </a:lnTo>
                  <a:cubicBezTo>
                    <a:pt x="5990" y="134"/>
                    <a:pt x="5990" y="149"/>
                    <a:pt x="6005" y="164"/>
                  </a:cubicBezTo>
                  <a:cubicBezTo>
                    <a:pt x="5975" y="164"/>
                    <a:pt x="5930" y="164"/>
                    <a:pt x="5900" y="179"/>
                  </a:cubicBezTo>
                  <a:cubicBezTo>
                    <a:pt x="5870" y="179"/>
                    <a:pt x="5840" y="179"/>
                    <a:pt x="5811" y="194"/>
                  </a:cubicBezTo>
                  <a:cubicBezTo>
                    <a:pt x="5811" y="179"/>
                    <a:pt x="5796" y="179"/>
                    <a:pt x="5781" y="164"/>
                  </a:cubicBezTo>
                  <a:cubicBezTo>
                    <a:pt x="5781" y="164"/>
                    <a:pt x="5766" y="149"/>
                    <a:pt x="5751" y="134"/>
                  </a:cubicBezTo>
                  <a:cubicBezTo>
                    <a:pt x="5691" y="149"/>
                    <a:pt x="5616" y="164"/>
                    <a:pt x="5557" y="164"/>
                  </a:cubicBezTo>
                  <a:cubicBezTo>
                    <a:pt x="5533" y="152"/>
                    <a:pt x="5528" y="111"/>
                    <a:pt x="5496" y="111"/>
                  </a:cubicBezTo>
                  <a:cubicBezTo>
                    <a:pt x="5488" y="111"/>
                    <a:pt x="5479" y="114"/>
                    <a:pt x="5467" y="120"/>
                  </a:cubicBezTo>
                  <a:cubicBezTo>
                    <a:pt x="5452" y="120"/>
                    <a:pt x="5437" y="120"/>
                    <a:pt x="5407" y="105"/>
                  </a:cubicBezTo>
                  <a:lnTo>
                    <a:pt x="5407" y="120"/>
                  </a:lnTo>
                  <a:cubicBezTo>
                    <a:pt x="5377" y="120"/>
                    <a:pt x="5348" y="134"/>
                    <a:pt x="5333" y="149"/>
                  </a:cubicBezTo>
                  <a:cubicBezTo>
                    <a:pt x="5273" y="134"/>
                    <a:pt x="5228" y="120"/>
                    <a:pt x="5183" y="120"/>
                  </a:cubicBezTo>
                  <a:lnTo>
                    <a:pt x="5094" y="120"/>
                  </a:lnTo>
                  <a:cubicBezTo>
                    <a:pt x="5019" y="134"/>
                    <a:pt x="4944" y="164"/>
                    <a:pt x="4870" y="194"/>
                  </a:cubicBezTo>
                  <a:lnTo>
                    <a:pt x="4870" y="134"/>
                  </a:lnTo>
                  <a:lnTo>
                    <a:pt x="4810" y="134"/>
                  </a:lnTo>
                  <a:cubicBezTo>
                    <a:pt x="4795" y="134"/>
                    <a:pt x="4795" y="120"/>
                    <a:pt x="4780" y="120"/>
                  </a:cubicBezTo>
                  <a:cubicBezTo>
                    <a:pt x="4735" y="134"/>
                    <a:pt x="4705" y="149"/>
                    <a:pt x="4660" y="164"/>
                  </a:cubicBezTo>
                  <a:lnTo>
                    <a:pt x="4631" y="164"/>
                  </a:lnTo>
                  <a:cubicBezTo>
                    <a:pt x="4593" y="164"/>
                    <a:pt x="4552" y="161"/>
                    <a:pt x="4509" y="161"/>
                  </a:cubicBezTo>
                  <a:cubicBezTo>
                    <a:pt x="4466" y="161"/>
                    <a:pt x="4421" y="164"/>
                    <a:pt x="4377" y="179"/>
                  </a:cubicBezTo>
                  <a:cubicBezTo>
                    <a:pt x="4362" y="149"/>
                    <a:pt x="4339" y="138"/>
                    <a:pt x="4315" y="138"/>
                  </a:cubicBezTo>
                  <a:cubicBezTo>
                    <a:pt x="4291" y="138"/>
                    <a:pt x="4265" y="149"/>
                    <a:pt x="4242" y="164"/>
                  </a:cubicBezTo>
                  <a:lnTo>
                    <a:pt x="4227" y="120"/>
                  </a:lnTo>
                  <a:lnTo>
                    <a:pt x="4138" y="134"/>
                  </a:lnTo>
                  <a:cubicBezTo>
                    <a:pt x="4123" y="127"/>
                    <a:pt x="4108" y="123"/>
                    <a:pt x="4095" y="123"/>
                  </a:cubicBezTo>
                  <a:cubicBezTo>
                    <a:pt x="4082" y="123"/>
                    <a:pt x="4070" y="127"/>
                    <a:pt x="4063" y="134"/>
                  </a:cubicBezTo>
                  <a:cubicBezTo>
                    <a:pt x="3953" y="134"/>
                    <a:pt x="3851" y="101"/>
                    <a:pt x="3750" y="101"/>
                  </a:cubicBezTo>
                  <a:cubicBezTo>
                    <a:pt x="3700" y="101"/>
                    <a:pt x="3650" y="110"/>
                    <a:pt x="3600" y="134"/>
                  </a:cubicBezTo>
                  <a:cubicBezTo>
                    <a:pt x="3555" y="149"/>
                    <a:pt x="3510" y="164"/>
                    <a:pt x="3466" y="164"/>
                  </a:cubicBezTo>
                  <a:cubicBezTo>
                    <a:pt x="3426" y="164"/>
                    <a:pt x="3386" y="178"/>
                    <a:pt x="3355" y="178"/>
                  </a:cubicBezTo>
                  <a:cubicBezTo>
                    <a:pt x="3339" y="178"/>
                    <a:pt x="3326" y="174"/>
                    <a:pt x="3316" y="164"/>
                  </a:cubicBezTo>
                  <a:cubicBezTo>
                    <a:pt x="3294" y="151"/>
                    <a:pt x="3279" y="145"/>
                    <a:pt x="3270" y="145"/>
                  </a:cubicBezTo>
                  <a:cubicBezTo>
                    <a:pt x="3249" y="145"/>
                    <a:pt x="3256" y="173"/>
                    <a:pt x="3256" y="194"/>
                  </a:cubicBezTo>
                  <a:cubicBezTo>
                    <a:pt x="3227" y="179"/>
                    <a:pt x="3182" y="149"/>
                    <a:pt x="3137" y="149"/>
                  </a:cubicBezTo>
                  <a:cubicBezTo>
                    <a:pt x="3137" y="164"/>
                    <a:pt x="3137" y="164"/>
                    <a:pt x="3137" y="164"/>
                  </a:cubicBezTo>
                  <a:cubicBezTo>
                    <a:pt x="3092" y="142"/>
                    <a:pt x="3051" y="120"/>
                    <a:pt x="3016" y="120"/>
                  </a:cubicBezTo>
                  <a:cubicBezTo>
                    <a:pt x="2980" y="120"/>
                    <a:pt x="2950" y="142"/>
                    <a:pt x="2928" y="209"/>
                  </a:cubicBezTo>
                  <a:cubicBezTo>
                    <a:pt x="2913" y="209"/>
                    <a:pt x="2868" y="209"/>
                    <a:pt x="2853" y="194"/>
                  </a:cubicBezTo>
                  <a:cubicBezTo>
                    <a:pt x="2824" y="177"/>
                    <a:pt x="2799" y="168"/>
                    <a:pt x="2778" y="168"/>
                  </a:cubicBezTo>
                  <a:cubicBezTo>
                    <a:pt x="2746" y="168"/>
                    <a:pt x="2722" y="188"/>
                    <a:pt x="2704" y="224"/>
                  </a:cubicBezTo>
                  <a:cubicBezTo>
                    <a:pt x="2704" y="209"/>
                    <a:pt x="2689" y="194"/>
                    <a:pt x="2674" y="179"/>
                  </a:cubicBezTo>
                  <a:lnTo>
                    <a:pt x="2330" y="224"/>
                  </a:lnTo>
                  <a:lnTo>
                    <a:pt x="2256" y="224"/>
                  </a:lnTo>
                  <a:cubicBezTo>
                    <a:pt x="2226" y="239"/>
                    <a:pt x="2196" y="254"/>
                    <a:pt x="2166" y="254"/>
                  </a:cubicBezTo>
                  <a:cubicBezTo>
                    <a:pt x="2151" y="269"/>
                    <a:pt x="2136" y="299"/>
                    <a:pt x="2136" y="314"/>
                  </a:cubicBezTo>
                  <a:lnTo>
                    <a:pt x="1987" y="314"/>
                  </a:lnTo>
                  <a:cubicBezTo>
                    <a:pt x="1942" y="358"/>
                    <a:pt x="1897" y="403"/>
                    <a:pt x="1853" y="448"/>
                  </a:cubicBezTo>
                  <a:cubicBezTo>
                    <a:pt x="1823" y="418"/>
                    <a:pt x="1763" y="373"/>
                    <a:pt x="1763" y="373"/>
                  </a:cubicBezTo>
                  <a:cubicBezTo>
                    <a:pt x="1643" y="448"/>
                    <a:pt x="1539" y="538"/>
                    <a:pt x="1434" y="627"/>
                  </a:cubicBezTo>
                  <a:cubicBezTo>
                    <a:pt x="1419" y="627"/>
                    <a:pt x="1434" y="657"/>
                    <a:pt x="1434" y="672"/>
                  </a:cubicBezTo>
                  <a:cubicBezTo>
                    <a:pt x="1419" y="702"/>
                    <a:pt x="1404" y="717"/>
                    <a:pt x="1390" y="732"/>
                  </a:cubicBezTo>
                  <a:cubicBezTo>
                    <a:pt x="1360" y="732"/>
                    <a:pt x="1330" y="717"/>
                    <a:pt x="1300" y="717"/>
                  </a:cubicBezTo>
                  <a:cubicBezTo>
                    <a:pt x="1285" y="747"/>
                    <a:pt x="1270" y="777"/>
                    <a:pt x="1240" y="792"/>
                  </a:cubicBezTo>
                  <a:lnTo>
                    <a:pt x="1240" y="807"/>
                  </a:lnTo>
                  <a:cubicBezTo>
                    <a:pt x="1225" y="851"/>
                    <a:pt x="1195" y="911"/>
                    <a:pt x="1180" y="956"/>
                  </a:cubicBezTo>
                  <a:cubicBezTo>
                    <a:pt x="1165" y="986"/>
                    <a:pt x="1151" y="1016"/>
                    <a:pt x="1136" y="1031"/>
                  </a:cubicBezTo>
                  <a:cubicBezTo>
                    <a:pt x="1165" y="1046"/>
                    <a:pt x="1210" y="1046"/>
                    <a:pt x="1240" y="1060"/>
                  </a:cubicBezTo>
                  <a:cubicBezTo>
                    <a:pt x="1255" y="1075"/>
                    <a:pt x="1285" y="1075"/>
                    <a:pt x="1300" y="1090"/>
                  </a:cubicBezTo>
                  <a:cubicBezTo>
                    <a:pt x="1285" y="1105"/>
                    <a:pt x="1270" y="1120"/>
                    <a:pt x="1240" y="1135"/>
                  </a:cubicBezTo>
                  <a:lnTo>
                    <a:pt x="1136" y="1135"/>
                  </a:lnTo>
                  <a:cubicBezTo>
                    <a:pt x="1136" y="1180"/>
                    <a:pt x="1165" y="1195"/>
                    <a:pt x="1195" y="1210"/>
                  </a:cubicBezTo>
                  <a:lnTo>
                    <a:pt x="1165" y="1210"/>
                  </a:lnTo>
                  <a:cubicBezTo>
                    <a:pt x="1151" y="1210"/>
                    <a:pt x="1151" y="1225"/>
                    <a:pt x="1136" y="1225"/>
                  </a:cubicBezTo>
                  <a:lnTo>
                    <a:pt x="1106" y="1210"/>
                  </a:lnTo>
                  <a:cubicBezTo>
                    <a:pt x="1106" y="1195"/>
                    <a:pt x="1106" y="1180"/>
                    <a:pt x="1106" y="1180"/>
                  </a:cubicBezTo>
                  <a:cubicBezTo>
                    <a:pt x="1091" y="1165"/>
                    <a:pt x="1091" y="1165"/>
                    <a:pt x="1076" y="1150"/>
                  </a:cubicBezTo>
                  <a:lnTo>
                    <a:pt x="986" y="1210"/>
                  </a:lnTo>
                  <a:lnTo>
                    <a:pt x="912" y="1225"/>
                  </a:lnTo>
                  <a:cubicBezTo>
                    <a:pt x="945" y="1158"/>
                    <a:pt x="928" y="1124"/>
                    <a:pt x="880" y="1124"/>
                  </a:cubicBezTo>
                  <a:cubicBezTo>
                    <a:pt x="864" y="1124"/>
                    <a:pt x="844" y="1128"/>
                    <a:pt x="822" y="1135"/>
                  </a:cubicBezTo>
                  <a:cubicBezTo>
                    <a:pt x="792" y="1135"/>
                    <a:pt x="762" y="1165"/>
                    <a:pt x="717" y="1165"/>
                  </a:cubicBezTo>
                  <a:cubicBezTo>
                    <a:pt x="712" y="1158"/>
                    <a:pt x="708" y="1155"/>
                    <a:pt x="703" y="1155"/>
                  </a:cubicBezTo>
                  <a:cubicBezTo>
                    <a:pt x="684" y="1155"/>
                    <a:pt x="664" y="1197"/>
                    <a:pt x="639" y="1197"/>
                  </a:cubicBezTo>
                  <a:cubicBezTo>
                    <a:pt x="631" y="1197"/>
                    <a:pt x="622" y="1192"/>
                    <a:pt x="613" y="1180"/>
                  </a:cubicBezTo>
                  <a:lnTo>
                    <a:pt x="583" y="1180"/>
                  </a:lnTo>
                  <a:cubicBezTo>
                    <a:pt x="478" y="1225"/>
                    <a:pt x="389" y="1299"/>
                    <a:pt x="299" y="1359"/>
                  </a:cubicBezTo>
                  <a:cubicBezTo>
                    <a:pt x="269" y="1404"/>
                    <a:pt x="284" y="1449"/>
                    <a:pt x="359" y="1464"/>
                  </a:cubicBezTo>
                  <a:cubicBezTo>
                    <a:pt x="374" y="1509"/>
                    <a:pt x="404" y="1538"/>
                    <a:pt x="434" y="1583"/>
                  </a:cubicBezTo>
                  <a:cubicBezTo>
                    <a:pt x="493" y="1568"/>
                    <a:pt x="538" y="1553"/>
                    <a:pt x="583" y="1553"/>
                  </a:cubicBezTo>
                  <a:cubicBezTo>
                    <a:pt x="583" y="1538"/>
                    <a:pt x="598" y="1538"/>
                    <a:pt x="598" y="1538"/>
                  </a:cubicBezTo>
                  <a:lnTo>
                    <a:pt x="598" y="1538"/>
                  </a:lnTo>
                  <a:cubicBezTo>
                    <a:pt x="594" y="1542"/>
                    <a:pt x="590" y="1546"/>
                    <a:pt x="583" y="1553"/>
                  </a:cubicBezTo>
                  <a:cubicBezTo>
                    <a:pt x="598" y="1613"/>
                    <a:pt x="628" y="1688"/>
                    <a:pt x="643" y="1748"/>
                  </a:cubicBezTo>
                  <a:lnTo>
                    <a:pt x="643" y="1762"/>
                  </a:lnTo>
                  <a:cubicBezTo>
                    <a:pt x="643" y="1807"/>
                    <a:pt x="628" y="1867"/>
                    <a:pt x="613" y="1927"/>
                  </a:cubicBezTo>
                  <a:cubicBezTo>
                    <a:pt x="613" y="1972"/>
                    <a:pt x="613" y="2016"/>
                    <a:pt x="613" y="2061"/>
                  </a:cubicBezTo>
                  <a:cubicBezTo>
                    <a:pt x="643" y="2091"/>
                    <a:pt x="658" y="2121"/>
                    <a:pt x="688" y="2151"/>
                  </a:cubicBezTo>
                  <a:cubicBezTo>
                    <a:pt x="671" y="2146"/>
                    <a:pt x="657" y="2144"/>
                    <a:pt x="645" y="2144"/>
                  </a:cubicBezTo>
                  <a:cubicBezTo>
                    <a:pt x="578" y="2144"/>
                    <a:pt x="566" y="2207"/>
                    <a:pt x="553" y="2270"/>
                  </a:cubicBezTo>
                  <a:cubicBezTo>
                    <a:pt x="523" y="2300"/>
                    <a:pt x="553" y="2345"/>
                    <a:pt x="523" y="2390"/>
                  </a:cubicBezTo>
                  <a:cubicBezTo>
                    <a:pt x="538" y="2420"/>
                    <a:pt x="538" y="2450"/>
                    <a:pt x="553" y="2494"/>
                  </a:cubicBezTo>
                  <a:cubicBezTo>
                    <a:pt x="535" y="2550"/>
                    <a:pt x="551" y="2565"/>
                    <a:pt x="580" y="2565"/>
                  </a:cubicBezTo>
                  <a:cubicBezTo>
                    <a:pt x="598" y="2565"/>
                    <a:pt x="620" y="2560"/>
                    <a:pt x="643" y="2554"/>
                  </a:cubicBezTo>
                  <a:lnTo>
                    <a:pt x="643" y="2554"/>
                  </a:lnTo>
                  <a:cubicBezTo>
                    <a:pt x="598" y="2629"/>
                    <a:pt x="553" y="2688"/>
                    <a:pt x="523" y="2763"/>
                  </a:cubicBezTo>
                  <a:cubicBezTo>
                    <a:pt x="508" y="2778"/>
                    <a:pt x="508" y="2793"/>
                    <a:pt x="508" y="2823"/>
                  </a:cubicBezTo>
                  <a:cubicBezTo>
                    <a:pt x="523" y="2808"/>
                    <a:pt x="553" y="2808"/>
                    <a:pt x="583" y="2793"/>
                  </a:cubicBezTo>
                  <a:cubicBezTo>
                    <a:pt x="583" y="2793"/>
                    <a:pt x="583" y="2808"/>
                    <a:pt x="583" y="2808"/>
                  </a:cubicBezTo>
                  <a:cubicBezTo>
                    <a:pt x="583" y="2838"/>
                    <a:pt x="583" y="2853"/>
                    <a:pt x="583" y="2868"/>
                  </a:cubicBezTo>
                  <a:cubicBezTo>
                    <a:pt x="568" y="2883"/>
                    <a:pt x="538" y="2913"/>
                    <a:pt x="523" y="2927"/>
                  </a:cubicBezTo>
                  <a:cubicBezTo>
                    <a:pt x="523" y="2957"/>
                    <a:pt x="523" y="2987"/>
                    <a:pt x="538" y="3017"/>
                  </a:cubicBezTo>
                  <a:cubicBezTo>
                    <a:pt x="531" y="3016"/>
                    <a:pt x="525" y="3016"/>
                    <a:pt x="519" y="3016"/>
                  </a:cubicBezTo>
                  <a:cubicBezTo>
                    <a:pt x="420" y="3016"/>
                    <a:pt x="430" y="3123"/>
                    <a:pt x="374" y="3151"/>
                  </a:cubicBezTo>
                  <a:lnTo>
                    <a:pt x="374" y="3211"/>
                  </a:lnTo>
                  <a:cubicBezTo>
                    <a:pt x="329" y="3226"/>
                    <a:pt x="284" y="3226"/>
                    <a:pt x="239" y="3241"/>
                  </a:cubicBezTo>
                  <a:cubicBezTo>
                    <a:pt x="254" y="3293"/>
                    <a:pt x="239" y="3305"/>
                    <a:pt x="217" y="3305"/>
                  </a:cubicBezTo>
                  <a:cubicBezTo>
                    <a:pt x="200" y="3305"/>
                    <a:pt x="179" y="3298"/>
                    <a:pt x="164" y="3298"/>
                  </a:cubicBezTo>
                  <a:cubicBezTo>
                    <a:pt x="158" y="3298"/>
                    <a:pt x="154" y="3299"/>
                    <a:pt x="150" y="3301"/>
                  </a:cubicBezTo>
                  <a:cubicBezTo>
                    <a:pt x="165" y="3316"/>
                    <a:pt x="165" y="3346"/>
                    <a:pt x="180" y="3361"/>
                  </a:cubicBezTo>
                  <a:cubicBezTo>
                    <a:pt x="135" y="3435"/>
                    <a:pt x="105" y="3495"/>
                    <a:pt x="75" y="3555"/>
                  </a:cubicBezTo>
                  <a:cubicBezTo>
                    <a:pt x="75" y="3585"/>
                    <a:pt x="105" y="3600"/>
                    <a:pt x="120" y="3600"/>
                  </a:cubicBezTo>
                  <a:lnTo>
                    <a:pt x="150" y="3704"/>
                  </a:lnTo>
                  <a:cubicBezTo>
                    <a:pt x="150" y="3704"/>
                    <a:pt x="135" y="3719"/>
                    <a:pt x="135" y="3719"/>
                  </a:cubicBezTo>
                  <a:cubicBezTo>
                    <a:pt x="105" y="3749"/>
                    <a:pt x="75" y="3794"/>
                    <a:pt x="45" y="3824"/>
                  </a:cubicBezTo>
                  <a:lnTo>
                    <a:pt x="0" y="3824"/>
                  </a:lnTo>
                  <a:cubicBezTo>
                    <a:pt x="15" y="3868"/>
                    <a:pt x="30" y="3913"/>
                    <a:pt x="30" y="3958"/>
                  </a:cubicBezTo>
                  <a:cubicBezTo>
                    <a:pt x="60" y="4018"/>
                    <a:pt x="90" y="4078"/>
                    <a:pt x="120" y="4137"/>
                  </a:cubicBezTo>
                  <a:cubicBezTo>
                    <a:pt x="165" y="4182"/>
                    <a:pt x="210" y="4212"/>
                    <a:pt x="239" y="4272"/>
                  </a:cubicBezTo>
                  <a:cubicBezTo>
                    <a:pt x="284" y="4331"/>
                    <a:pt x="299" y="4406"/>
                    <a:pt x="329" y="4481"/>
                  </a:cubicBezTo>
                  <a:cubicBezTo>
                    <a:pt x="299" y="4570"/>
                    <a:pt x="329" y="4630"/>
                    <a:pt x="404" y="4660"/>
                  </a:cubicBezTo>
                  <a:cubicBezTo>
                    <a:pt x="374" y="4690"/>
                    <a:pt x="359" y="4720"/>
                    <a:pt x="389" y="4750"/>
                  </a:cubicBezTo>
                  <a:lnTo>
                    <a:pt x="404" y="4750"/>
                  </a:lnTo>
                  <a:lnTo>
                    <a:pt x="389" y="4884"/>
                  </a:lnTo>
                  <a:cubicBezTo>
                    <a:pt x="404" y="4974"/>
                    <a:pt x="419" y="5078"/>
                    <a:pt x="434" y="5168"/>
                  </a:cubicBezTo>
                  <a:cubicBezTo>
                    <a:pt x="434" y="5213"/>
                    <a:pt x="434" y="5243"/>
                    <a:pt x="434" y="5272"/>
                  </a:cubicBezTo>
                  <a:cubicBezTo>
                    <a:pt x="404" y="5302"/>
                    <a:pt x="389" y="5317"/>
                    <a:pt x="359" y="5332"/>
                  </a:cubicBezTo>
                  <a:cubicBezTo>
                    <a:pt x="374" y="5422"/>
                    <a:pt x="404" y="5511"/>
                    <a:pt x="419" y="5601"/>
                  </a:cubicBezTo>
                  <a:lnTo>
                    <a:pt x="419" y="5661"/>
                  </a:lnTo>
                  <a:cubicBezTo>
                    <a:pt x="404" y="5676"/>
                    <a:pt x="404" y="5706"/>
                    <a:pt x="404" y="5735"/>
                  </a:cubicBezTo>
                  <a:lnTo>
                    <a:pt x="404" y="5780"/>
                  </a:lnTo>
                  <a:cubicBezTo>
                    <a:pt x="404" y="5795"/>
                    <a:pt x="404" y="5795"/>
                    <a:pt x="404" y="5810"/>
                  </a:cubicBezTo>
                  <a:cubicBezTo>
                    <a:pt x="314" y="5855"/>
                    <a:pt x="344" y="5915"/>
                    <a:pt x="374" y="5974"/>
                  </a:cubicBezTo>
                  <a:cubicBezTo>
                    <a:pt x="374" y="6064"/>
                    <a:pt x="374" y="6139"/>
                    <a:pt x="374" y="6213"/>
                  </a:cubicBezTo>
                  <a:lnTo>
                    <a:pt x="374" y="6243"/>
                  </a:lnTo>
                  <a:cubicBezTo>
                    <a:pt x="374" y="6318"/>
                    <a:pt x="374" y="6408"/>
                    <a:pt x="374" y="6497"/>
                  </a:cubicBezTo>
                  <a:cubicBezTo>
                    <a:pt x="374" y="6646"/>
                    <a:pt x="374" y="6796"/>
                    <a:pt x="389" y="6945"/>
                  </a:cubicBezTo>
                  <a:cubicBezTo>
                    <a:pt x="389" y="6960"/>
                    <a:pt x="389" y="6960"/>
                    <a:pt x="404" y="6960"/>
                  </a:cubicBezTo>
                  <a:lnTo>
                    <a:pt x="404" y="6975"/>
                  </a:lnTo>
                  <a:cubicBezTo>
                    <a:pt x="404" y="7005"/>
                    <a:pt x="404" y="7020"/>
                    <a:pt x="419" y="7050"/>
                  </a:cubicBezTo>
                  <a:cubicBezTo>
                    <a:pt x="419" y="7095"/>
                    <a:pt x="419" y="7139"/>
                    <a:pt x="434" y="7184"/>
                  </a:cubicBezTo>
                  <a:cubicBezTo>
                    <a:pt x="434" y="7214"/>
                    <a:pt x="434" y="7259"/>
                    <a:pt x="449" y="7289"/>
                  </a:cubicBezTo>
                  <a:lnTo>
                    <a:pt x="434" y="7334"/>
                  </a:lnTo>
                  <a:lnTo>
                    <a:pt x="419" y="7334"/>
                  </a:lnTo>
                  <a:cubicBezTo>
                    <a:pt x="404" y="7378"/>
                    <a:pt x="344" y="7378"/>
                    <a:pt x="359" y="7438"/>
                  </a:cubicBezTo>
                  <a:cubicBezTo>
                    <a:pt x="359" y="7453"/>
                    <a:pt x="359" y="7453"/>
                    <a:pt x="359" y="7468"/>
                  </a:cubicBezTo>
                  <a:cubicBezTo>
                    <a:pt x="434" y="7558"/>
                    <a:pt x="419" y="7662"/>
                    <a:pt x="389" y="7752"/>
                  </a:cubicBezTo>
                  <a:cubicBezTo>
                    <a:pt x="389" y="7826"/>
                    <a:pt x="344" y="7916"/>
                    <a:pt x="419" y="7991"/>
                  </a:cubicBezTo>
                  <a:cubicBezTo>
                    <a:pt x="419" y="8036"/>
                    <a:pt x="404" y="8080"/>
                    <a:pt x="434" y="8125"/>
                  </a:cubicBezTo>
                  <a:cubicBezTo>
                    <a:pt x="478" y="8170"/>
                    <a:pt x="493" y="8245"/>
                    <a:pt x="449" y="8304"/>
                  </a:cubicBezTo>
                  <a:cubicBezTo>
                    <a:pt x="449" y="8394"/>
                    <a:pt x="464" y="8484"/>
                    <a:pt x="464" y="8558"/>
                  </a:cubicBezTo>
                  <a:cubicBezTo>
                    <a:pt x="464" y="8573"/>
                    <a:pt x="449" y="8573"/>
                    <a:pt x="434" y="8588"/>
                  </a:cubicBezTo>
                  <a:cubicBezTo>
                    <a:pt x="389" y="8648"/>
                    <a:pt x="449" y="8708"/>
                    <a:pt x="478" y="8708"/>
                  </a:cubicBezTo>
                  <a:cubicBezTo>
                    <a:pt x="583" y="8723"/>
                    <a:pt x="553" y="8797"/>
                    <a:pt x="553" y="8857"/>
                  </a:cubicBezTo>
                  <a:cubicBezTo>
                    <a:pt x="568" y="8932"/>
                    <a:pt x="568" y="9006"/>
                    <a:pt x="553" y="9081"/>
                  </a:cubicBezTo>
                  <a:lnTo>
                    <a:pt x="523" y="9096"/>
                  </a:lnTo>
                  <a:cubicBezTo>
                    <a:pt x="478" y="9186"/>
                    <a:pt x="568" y="9230"/>
                    <a:pt x="553" y="9320"/>
                  </a:cubicBezTo>
                  <a:cubicBezTo>
                    <a:pt x="568" y="9350"/>
                    <a:pt x="568" y="9395"/>
                    <a:pt x="583" y="9425"/>
                  </a:cubicBezTo>
                  <a:cubicBezTo>
                    <a:pt x="553" y="9469"/>
                    <a:pt x="493" y="9499"/>
                    <a:pt x="493" y="9544"/>
                  </a:cubicBezTo>
                  <a:cubicBezTo>
                    <a:pt x="508" y="9604"/>
                    <a:pt x="538" y="9678"/>
                    <a:pt x="568" y="9738"/>
                  </a:cubicBezTo>
                  <a:cubicBezTo>
                    <a:pt x="568" y="9753"/>
                    <a:pt x="568" y="9798"/>
                    <a:pt x="553" y="9798"/>
                  </a:cubicBezTo>
                  <a:cubicBezTo>
                    <a:pt x="374" y="9843"/>
                    <a:pt x="508" y="9932"/>
                    <a:pt x="523" y="9992"/>
                  </a:cubicBezTo>
                  <a:cubicBezTo>
                    <a:pt x="538" y="10022"/>
                    <a:pt x="553" y="10037"/>
                    <a:pt x="583" y="10037"/>
                  </a:cubicBezTo>
                  <a:cubicBezTo>
                    <a:pt x="598" y="10037"/>
                    <a:pt x="598" y="10007"/>
                    <a:pt x="613" y="9992"/>
                  </a:cubicBezTo>
                  <a:cubicBezTo>
                    <a:pt x="613" y="9813"/>
                    <a:pt x="613" y="9634"/>
                    <a:pt x="628" y="9454"/>
                  </a:cubicBezTo>
                  <a:cubicBezTo>
                    <a:pt x="643" y="9484"/>
                    <a:pt x="673" y="9499"/>
                    <a:pt x="688" y="9514"/>
                  </a:cubicBezTo>
                  <a:lnTo>
                    <a:pt x="702" y="9514"/>
                  </a:lnTo>
                  <a:cubicBezTo>
                    <a:pt x="702" y="9544"/>
                    <a:pt x="702" y="9574"/>
                    <a:pt x="702" y="9619"/>
                  </a:cubicBezTo>
                  <a:cubicBezTo>
                    <a:pt x="688" y="9634"/>
                    <a:pt x="688" y="9649"/>
                    <a:pt x="702" y="9649"/>
                  </a:cubicBezTo>
                  <a:cubicBezTo>
                    <a:pt x="732" y="9664"/>
                    <a:pt x="777" y="9678"/>
                    <a:pt x="807" y="9678"/>
                  </a:cubicBezTo>
                  <a:cubicBezTo>
                    <a:pt x="852" y="9708"/>
                    <a:pt x="882" y="9723"/>
                    <a:pt x="927" y="9738"/>
                  </a:cubicBezTo>
                  <a:cubicBezTo>
                    <a:pt x="927" y="9753"/>
                    <a:pt x="927" y="9753"/>
                    <a:pt x="927" y="9768"/>
                  </a:cubicBezTo>
                  <a:cubicBezTo>
                    <a:pt x="852" y="9798"/>
                    <a:pt x="852" y="9902"/>
                    <a:pt x="927" y="9977"/>
                  </a:cubicBezTo>
                  <a:cubicBezTo>
                    <a:pt x="971" y="10082"/>
                    <a:pt x="1061" y="10156"/>
                    <a:pt x="1151" y="10216"/>
                  </a:cubicBezTo>
                  <a:lnTo>
                    <a:pt x="1165" y="10231"/>
                  </a:lnTo>
                  <a:cubicBezTo>
                    <a:pt x="1061" y="10291"/>
                    <a:pt x="1165" y="10291"/>
                    <a:pt x="1180" y="10321"/>
                  </a:cubicBezTo>
                  <a:cubicBezTo>
                    <a:pt x="1195" y="10366"/>
                    <a:pt x="1210" y="10395"/>
                    <a:pt x="1225" y="10440"/>
                  </a:cubicBezTo>
                  <a:cubicBezTo>
                    <a:pt x="1255" y="10470"/>
                    <a:pt x="1285" y="10485"/>
                    <a:pt x="1315" y="10515"/>
                  </a:cubicBezTo>
                  <a:lnTo>
                    <a:pt x="1345" y="10530"/>
                  </a:lnTo>
                  <a:lnTo>
                    <a:pt x="1330" y="10530"/>
                  </a:lnTo>
                  <a:cubicBezTo>
                    <a:pt x="1270" y="10619"/>
                    <a:pt x="1285" y="10709"/>
                    <a:pt x="1345" y="10799"/>
                  </a:cubicBezTo>
                  <a:cubicBezTo>
                    <a:pt x="1375" y="10829"/>
                    <a:pt x="1434" y="10843"/>
                    <a:pt x="1479" y="10873"/>
                  </a:cubicBezTo>
                  <a:cubicBezTo>
                    <a:pt x="1479" y="10888"/>
                    <a:pt x="1479" y="10918"/>
                    <a:pt x="1479" y="10948"/>
                  </a:cubicBezTo>
                  <a:cubicBezTo>
                    <a:pt x="1509" y="10978"/>
                    <a:pt x="1494" y="11053"/>
                    <a:pt x="1554" y="11067"/>
                  </a:cubicBezTo>
                  <a:cubicBezTo>
                    <a:pt x="1614" y="11023"/>
                    <a:pt x="1658" y="10993"/>
                    <a:pt x="1703" y="10948"/>
                  </a:cubicBezTo>
                  <a:lnTo>
                    <a:pt x="1703" y="10948"/>
                  </a:lnTo>
                  <a:cubicBezTo>
                    <a:pt x="1681" y="11082"/>
                    <a:pt x="1742" y="11099"/>
                    <a:pt x="1812" y="11099"/>
                  </a:cubicBezTo>
                  <a:cubicBezTo>
                    <a:pt x="1836" y="11099"/>
                    <a:pt x="1860" y="11097"/>
                    <a:pt x="1882" y="11097"/>
                  </a:cubicBezTo>
                  <a:cubicBezTo>
                    <a:pt x="1912" y="11112"/>
                    <a:pt x="1942" y="11112"/>
                    <a:pt x="1972" y="11127"/>
                  </a:cubicBezTo>
                  <a:cubicBezTo>
                    <a:pt x="1972" y="11127"/>
                    <a:pt x="1972" y="11142"/>
                    <a:pt x="1972" y="11157"/>
                  </a:cubicBezTo>
                  <a:cubicBezTo>
                    <a:pt x="1912" y="11232"/>
                    <a:pt x="1957" y="11247"/>
                    <a:pt x="2017" y="11277"/>
                  </a:cubicBezTo>
                  <a:cubicBezTo>
                    <a:pt x="2077" y="11292"/>
                    <a:pt x="2136" y="11321"/>
                    <a:pt x="2196" y="11351"/>
                  </a:cubicBezTo>
                  <a:cubicBezTo>
                    <a:pt x="2211" y="11366"/>
                    <a:pt x="2226" y="11411"/>
                    <a:pt x="2241" y="11411"/>
                  </a:cubicBezTo>
                  <a:cubicBezTo>
                    <a:pt x="2257" y="11411"/>
                    <a:pt x="2274" y="11410"/>
                    <a:pt x="2289" y="11410"/>
                  </a:cubicBezTo>
                  <a:cubicBezTo>
                    <a:pt x="2341" y="11410"/>
                    <a:pt x="2374" y="11419"/>
                    <a:pt x="2316" y="11501"/>
                  </a:cubicBezTo>
                  <a:cubicBezTo>
                    <a:pt x="2330" y="11516"/>
                    <a:pt x="2345" y="11516"/>
                    <a:pt x="2360" y="11531"/>
                  </a:cubicBezTo>
                  <a:cubicBezTo>
                    <a:pt x="2390" y="11531"/>
                    <a:pt x="2405" y="11516"/>
                    <a:pt x="2420" y="11486"/>
                  </a:cubicBezTo>
                  <a:cubicBezTo>
                    <a:pt x="2435" y="11471"/>
                    <a:pt x="2465" y="11456"/>
                    <a:pt x="2480" y="11441"/>
                  </a:cubicBezTo>
                  <a:lnTo>
                    <a:pt x="2510" y="11531"/>
                  </a:lnTo>
                  <a:lnTo>
                    <a:pt x="2420" y="11635"/>
                  </a:lnTo>
                  <a:cubicBezTo>
                    <a:pt x="2465" y="11635"/>
                    <a:pt x="2510" y="11650"/>
                    <a:pt x="2555" y="11650"/>
                  </a:cubicBezTo>
                  <a:cubicBezTo>
                    <a:pt x="2629" y="11650"/>
                    <a:pt x="2704" y="11650"/>
                    <a:pt x="2764" y="11635"/>
                  </a:cubicBezTo>
                  <a:lnTo>
                    <a:pt x="2704" y="11531"/>
                  </a:lnTo>
                  <a:cubicBezTo>
                    <a:pt x="2737" y="11531"/>
                    <a:pt x="2763" y="11556"/>
                    <a:pt x="2792" y="11556"/>
                  </a:cubicBezTo>
                  <a:cubicBezTo>
                    <a:pt x="2802" y="11556"/>
                    <a:pt x="2812" y="11553"/>
                    <a:pt x="2823" y="11545"/>
                  </a:cubicBezTo>
                  <a:cubicBezTo>
                    <a:pt x="2853" y="11545"/>
                    <a:pt x="2883" y="11545"/>
                    <a:pt x="2913" y="11560"/>
                  </a:cubicBezTo>
                  <a:cubicBezTo>
                    <a:pt x="2945" y="11544"/>
                    <a:pt x="2976" y="11538"/>
                    <a:pt x="3005" y="11538"/>
                  </a:cubicBezTo>
                  <a:cubicBezTo>
                    <a:pt x="3082" y="11538"/>
                    <a:pt x="3150" y="11583"/>
                    <a:pt x="3227" y="11605"/>
                  </a:cubicBezTo>
                  <a:cubicBezTo>
                    <a:pt x="3271" y="11575"/>
                    <a:pt x="3316" y="11545"/>
                    <a:pt x="3361" y="11516"/>
                  </a:cubicBezTo>
                  <a:cubicBezTo>
                    <a:pt x="3391" y="11501"/>
                    <a:pt x="3436" y="11516"/>
                    <a:pt x="3466" y="11471"/>
                  </a:cubicBezTo>
                  <a:cubicBezTo>
                    <a:pt x="3481" y="11456"/>
                    <a:pt x="3481" y="11426"/>
                    <a:pt x="3495" y="11426"/>
                  </a:cubicBezTo>
                  <a:lnTo>
                    <a:pt x="3510" y="11411"/>
                  </a:lnTo>
                  <a:cubicBezTo>
                    <a:pt x="3525" y="11426"/>
                    <a:pt x="3540" y="11456"/>
                    <a:pt x="3570" y="11456"/>
                  </a:cubicBezTo>
                  <a:cubicBezTo>
                    <a:pt x="3578" y="11463"/>
                    <a:pt x="3581" y="11467"/>
                    <a:pt x="3585" y="11467"/>
                  </a:cubicBezTo>
                  <a:cubicBezTo>
                    <a:pt x="3589" y="11467"/>
                    <a:pt x="3593" y="11463"/>
                    <a:pt x="3600" y="11456"/>
                  </a:cubicBezTo>
                  <a:lnTo>
                    <a:pt x="3600" y="11471"/>
                  </a:lnTo>
                  <a:lnTo>
                    <a:pt x="3570" y="11471"/>
                  </a:lnTo>
                  <a:cubicBezTo>
                    <a:pt x="3540" y="11501"/>
                    <a:pt x="3510" y="11545"/>
                    <a:pt x="3481" y="11575"/>
                  </a:cubicBezTo>
                  <a:lnTo>
                    <a:pt x="3481" y="11605"/>
                  </a:lnTo>
                  <a:lnTo>
                    <a:pt x="3540" y="11605"/>
                  </a:lnTo>
                  <a:lnTo>
                    <a:pt x="3660" y="11531"/>
                  </a:lnTo>
                  <a:lnTo>
                    <a:pt x="3705" y="11531"/>
                  </a:lnTo>
                  <a:cubicBezTo>
                    <a:pt x="3705" y="11545"/>
                    <a:pt x="3705" y="11545"/>
                    <a:pt x="3720" y="11560"/>
                  </a:cubicBezTo>
                  <a:lnTo>
                    <a:pt x="3720" y="11635"/>
                  </a:lnTo>
                  <a:lnTo>
                    <a:pt x="3705" y="11635"/>
                  </a:lnTo>
                  <a:cubicBezTo>
                    <a:pt x="3764" y="11680"/>
                    <a:pt x="3809" y="11710"/>
                    <a:pt x="3854" y="11740"/>
                  </a:cubicBezTo>
                  <a:cubicBezTo>
                    <a:pt x="3884" y="11710"/>
                    <a:pt x="3899" y="11695"/>
                    <a:pt x="3914" y="11665"/>
                  </a:cubicBezTo>
                  <a:cubicBezTo>
                    <a:pt x="3944" y="11665"/>
                    <a:pt x="3973" y="11665"/>
                    <a:pt x="4003" y="11680"/>
                  </a:cubicBezTo>
                  <a:cubicBezTo>
                    <a:pt x="3973" y="11695"/>
                    <a:pt x="3944" y="11725"/>
                    <a:pt x="3929" y="11755"/>
                  </a:cubicBezTo>
                  <a:cubicBezTo>
                    <a:pt x="3914" y="11769"/>
                    <a:pt x="3944" y="11799"/>
                    <a:pt x="3944" y="11814"/>
                  </a:cubicBezTo>
                  <a:cubicBezTo>
                    <a:pt x="3973" y="11799"/>
                    <a:pt x="4003" y="11769"/>
                    <a:pt x="4033" y="11755"/>
                  </a:cubicBezTo>
                  <a:lnTo>
                    <a:pt x="4063" y="11755"/>
                  </a:lnTo>
                  <a:cubicBezTo>
                    <a:pt x="4090" y="11757"/>
                    <a:pt x="4117" y="11758"/>
                    <a:pt x="4144" y="11758"/>
                  </a:cubicBezTo>
                  <a:cubicBezTo>
                    <a:pt x="4249" y="11758"/>
                    <a:pt x="4355" y="11744"/>
                    <a:pt x="4460" y="11744"/>
                  </a:cubicBezTo>
                  <a:cubicBezTo>
                    <a:pt x="4507" y="11744"/>
                    <a:pt x="4554" y="11747"/>
                    <a:pt x="4601" y="11755"/>
                  </a:cubicBezTo>
                  <a:cubicBezTo>
                    <a:pt x="4705" y="11755"/>
                    <a:pt x="4810" y="11755"/>
                    <a:pt x="4914" y="11725"/>
                  </a:cubicBezTo>
                  <a:cubicBezTo>
                    <a:pt x="4954" y="11725"/>
                    <a:pt x="4994" y="11731"/>
                    <a:pt x="5031" y="11731"/>
                  </a:cubicBezTo>
                  <a:cubicBezTo>
                    <a:pt x="5078" y="11731"/>
                    <a:pt x="5120" y="11721"/>
                    <a:pt x="5153" y="11680"/>
                  </a:cubicBezTo>
                  <a:cubicBezTo>
                    <a:pt x="5192" y="11699"/>
                    <a:pt x="5230" y="11731"/>
                    <a:pt x="5277" y="11731"/>
                  </a:cubicBezTo>
                  <a:cubicBezTo>
                    <a:pt x="5303" y="11731"/>
                    <a:pt x="5331" y="11721"/>
                    <a:pt x="5362" y="11695"/>
                  </a:cubicBezTo>
                  <a:cubicBezTo>
                    <a:pt x="5362" y="11695"/>
                    <a:pt x="5407" y="11740"/>
                    <a:pt x="5437" y="11755"/>
                  </a:cubicBezTo>
                  <a:cubicBezTo>
                    <a:pt x="5452" y="11755"/>
                    <a:pt x="5452" y="11755"/>
                    <a:pt x="5467" y="11769"/>
                  </a:cubicBezTo>
                  <a:cubicBezTo>
                    <a:pt x="5542" y="11740"/>
                    <a:pt x="5542" y="11680"/>
                    <a:pt x="5557" y="11620"/>
                  </a:cubicBezTo>
                  <a:lnTo>
                    <a:pt x="5557" y="11620"/>
                  </a:lnTo>
                  <a:cubicBezTo>
                    <a:pt x="5550" y="11678"/>
                    <a:pt x="5563" y="11694"/>
                    <a:pt x="5584" y="11694"/>
                  </a:cubicBezTo>
                  <a:cubicBezTo>
                    <a:pt x="5613" y="11694"/>
                    <a:pt x="5657" y="11665"/>
                    <a:pt x="5691" y="11665"/>
                  </a:cubicBezTo>
                  <a:cubicBezTo>
                    <a:pt x="5691" y="11665"/>
                    <a:pt x="5706" y="11620"/>
                    <a:pt x="5721" y="11620"/>
                  </a:cubicBezTo>
                  <a:lnTo>
                    <a:pt x="5736" y="11620"/>
                  </a:lnTo>
                  <a:cubicBezTo>
                    <a:pt x="5721" y="11635"/>
                    <a:pt x="5706" y="11650"/>
                    <a:pt x="5721" y="11665"/>
                  </a:cubicBezTo>
                  <a:cubicBezTo>
                    <a:pt x="5721" y="11680"/>
                    <a:pt x="5721" y="11695"/>
                    <a:pt x="5721" y="11695"/>
                  </a:cubicBezTo>
                  <a:cubicBezTo>
                    <a:pt x="5726" y="11694"/>
                    <a:pt x="5731" y="11693"/>
                    <a:pt x="5736" y="11693"/>
                  </a:cubicBezTo>
                  <a:cubicBezTo>
                    <a:pt x="5768" y="11693"/>
                    <a:pt x="5806" y="11713"/>
                    <a:pt x="5839" y="11713"/>
                  </a:cubicBezTo>
                  <a:cubicBezTo>
                    <a:pt x="5865" y="11713"/>
                    <a:pt x="5888" y="11700"/>
                    <a:pt x="5900" y="11650"/>
                  </a:cubicBezTo>
                  <a:cubicBezTo>
                    <a:pt x="5930" y="11635"/>
                    <a:pt x="5960" y="11620"/>
                    <a:pt x="5990" y="11605"/>
                  </a:cubicBezTo>
                  <a:cubicBezTo>
                    <a:pt x="5990" y="11590"/>
                    <a:pt x="5990" y="11575"/>
                    <a:pt x="5975" y="11560"/>
                  </a:cubicBezTo>
                  <a:lnTo>
                    <a:pt x="5975" y="11560"/>
                  </a:lnTo>
                  <a:cubicBezTo>
                    <a:pt x="6005" y="11575"/>
                    <a:pt x="6035" y="11575"/>
                    <a:pt x="6064" y="11590"/>
                  </a:cubicBezTo>
                  <a:cubicBezTo>
                    <a:pt x="6035" y="11605"/>
                    <a:pt x="6035" y="11620"/>
                    <a:pt x="6035" y="11650"/>
                  </a:cubicBezTo>
                  <a:cubicBezTo>
                    <a:pt x="6049" y="11695"/>
                    <a:pt x="6094" y="11710"/>
                    <a:pt x="6124" y="11740"/>
                  </a:cubicBezTo>
                  <a:cubicBezTo>
                    <a:pt x="6154" y="11740"/>
                    <a:pt x="6169" y="11740"/>
                    <a:pt x="6184" y="11725"/>
                  </a:cubicBezTo>
                  <a:cubicBezTo>
                    <a:pt x="6229" y="11710"/>
                    <a:pt x="6259" y="11695"/>
                    <a:pt x="6303" y="11665"/>
                  </a:cubicBezTo>
                  <a:cubicBezTo>
                    <a:pt x="6303" y="11680"/>
                    <a:pt x="6318" y="11680"/>
                    <a:pt x="6333" y="11680"/>
                  </a:cubicBezTo>
                  <a:cubicBezTo>
                    <a:pt x="6483" y="11695"/>
                    <a:pt x="6483" y="11695"/>
                    <a:pt x="6498" y="11889"/>
                  </a:cubicBezTo>
                  <a:lnTo>
                    <a:pt x="6512" y="11904"/>
                  </a:lnTo>
                  <a:lnTo>
                    <a:pt x="6527" y="11904"/>
                  </a:lnTo>
                  <a:cubicBezTo>
                    <a:pt x="6557" y="11874"/>
                    <a:pt x="6557" y="11844"/>
                    <a:pt x="6542" y="11814"/>
                  </a:cubicBezTo>
                  <a:cubicBezTo>
                    <a:pt x="6542" y="11769"/>
                    <a:pt x="6557" y="11725"/>
                    <a:pt x="6557" y="11665"/>
                  </a:cubicBezTo>
                  <a:lnTo>
                    <a:pt x="6527" y="11560"/>
                  </a:lnTo>
                  <a:cubicBezTo>
                    <a:pt x="6527" y="11531"/>
                    <a:pt x="6527" y="11501"/>
                    <a:pt x="6527" y="11471"/>
                  </a:cubicBezTo>
                  <a:lnTo>
                    <a:pt x="6468" y="11471"/>
                  </a:lnTo>
                  <a:cubicBezTo>
                    <a:pt x="6453" y="11486"/>
                    <a:pt x="6438" y="11501"/>
                    <a:pt x="6408" y="11516"/>
                  </a:cubicBezTo>
                  <a:cubicBezTo>
                    <a:pt x="6378" y="11516"/>
                    <a:pt x="6348" y="11516"/>
                    <a:pt x="6303" y="11531"/>
                  </a:cubicBezTo>
                  <a:lnTo>
                    <a:pt x="6303" y="11545"/>
                  </a:lnTo>
                  <a:cubicBezTo>
                    <a:pt x="6274" y="11545"/>
                    <a:pt x="6244" y="11545"/>
                    <a:pt x="6214" y="11560"/>
                  </a:cubicBezTo>
                  <a:cubicBezTo>
                    <a:pt x="6229" y="11545"/>
                    <a:pt x="6259" y="11531"/>
                    <a:pt x="6274" y="11516"/>
                  </a:cubicBezTo>
                  <a:lnTo>
                    <a:pt x="6274" y="11531"/>
                  </a:lnTo>
                  <a:cubicBezTo>
                    <a:pt x="6288" y="11516"/>
                    <a:pt x="6288" y="11516"/>
                    <a:pt x="6303" y="11516"/>
                  </a:cubicBezTo>
                  <a:lnTo>
                    <a:pt x="6303" y="11531"/>
                  </a:lnTo>
                  <a:cubicBezTo>
                    <a:pt x="6318" y="11501"/>
                    <a:pt x="6318" y="11486"/>
                    <a:pt x="6333" y="11471"/>
                  </a:cubicBezTo>
                  <a:lnTo>
                    <a:pt x="6348" y="11471"/>
                  </a:lnTo>
                  <a:cubicBezTo>
                    <a:pt x="6363" y="11456"/>
                    <a:pt x="6378" y="11441"/>
                    <a:pt x="6393" y="11411"/>
                  </a:cubicBezTo>
                  <a:cubicBezTo>
                    <a:pt x="6408" y="11292"/>
                    <a:pt x="6512" y="11277"/>
                    <a:pt x="6602" y="11262"/>
                  </a:cubicBezTo>
                  <a:cubicBezTo>
                    <a:pt x="6617" y="11217"/>
                    <a:pt x="6632" y="11172"/>
                    <a:pt x="6632" y="11127"/>
                  </a:cubicBezTo>
                  <a:cubicBezTo>
                    <a:pt x="6632" y="11097"/>
                    <a:pt x="6617" y="11067"/>
                    <a:pt x="6632" y="11038"/>
                  </a:cubicBezTo>
                  <a:cubicBezTo>
                    <a:pt x="6632" y="11038"/>
                    <a:pt x="6647" y="11023"/>
                    <a:pt x="6647" y="11008"/>
                  </a:cubicBezTo>
                  <a:cubicBezTo>
                    <a:pt x="6647" y="10993"/>
                    <a:pt x="6662" y="10963"/>
                    <a:pt x="6662" y="10948"/>
                  </a:cubicBezTo>
                  <a:cubicBezTo>
                    <a:pt x="6662" y="10933"/>
                    <a:pt x="6647" y="10918"/>
                    <a:pt x="6647" y="10903"/>
                  </a:cubicBezTo>
                  <a:cubicBezTo>
                    <a:pt x="6647" y="10873"/>
                    <a:pt x="6662" y="10843"/>
                    <a:pt x="6662" y="10814"/>
                  </a:cubicBezTo>
                  <a:cubicBezTo>
                    <a:pt x="6662" y="10799"/>
                    <a:pt x="6662" y="10784"/>
                    <a:pt x="6647" y="10769"/>
                  </a:cubicBezTo>
                  <a:cubicBezTo>
                    <a:pt x="6572" y="10724"/>
                    <a:pt x="6692" y="10724"/>
                    <a:pt x="6677" y="10694"/>
                  </a:cubicBezTo>
                  <a:cubicBezTo>
                    <a:pt x="6692" y="10664"/>
                    <a:pt x="6707" y="10619"/>
                    <a:pt x="6707" y="10575"/>
                  </a:cubicBezTo>
                  <a:cubicBezTo>
                    <a:pt x="6722" y="10410"/>
                    <a:pt x="6737" y="10261"/>
                    <a:pt x="6766" y="10112"/>
                  </a:cubicBezTo>
                  <a:cubicBezTo>
                    <a:pt x="6796" y="9947"/>
                    <a:pt x="6796" y="9783"/>
                    <a:pt x="6826" y="9619"/>
                  </a:cubicBezTo>
                  <a:cubicBezTo>
                    <a:pt x="6901" y="9215"/>
                    <a:pt x="6961" y="8812"/>
                    <a:pt x="7050" y="8409"/>
                  </a:cubicBezTo>
                  <a:cubicBezTo>
                    <a:pt x="7080" y="8274"/>
                    <a:pt x="7110" y="8140"/>
                    <a:pt x="7035" y="8006"/>
                  </a:cubicBezTo>
                  <a:cubicBezTo>
                    <a:pt x="7020" y="7991"/>
                    <a:pt x="6976" y="8006"/>
                    <a:pt x="6976" y="7961"/>
                  </a:cubicBezTo>
                  <a:cubicBezTo>
                    <a:pt x="6961" y="7916"/>
                    <a:pt x="7020" y="7901"/>
                    <a:pt x="7050" y="7871"/>
                  </a:cubicBezTo>
                  <a:cubicBezTo>
                    <a:pt x="7065" y="7856"/>
                    <a:pt x="7050" y="7841"/>
                    <a:pt x="7050" y="7826"/>
                  </a:cubicBezTo>
                  <a:cubicBezTo>
                    <a:pt x="7020" y="7797"/>
                    <a:pt x="7035" y="7767"/>
                    <a:pt x="7065" y="7752"/>
                  </a:cubicBezTo>
                  <a:cubicBezTo>
                    <a:pt x="7080" y="7677"/>
                    <a:pt x="7095" y="7617"/>
                    <a:pt x="7020" y="7573"/>
                  </a:cubicBezTo>
                  <a:cubicBezTo>
                    <a:pt x="7012" y="7571"/>
                    <a:pt x="7005" y="7570"/>
                    <a:pt x="6999" y="7570"/>
                  </a:cubicBezTo>
                  <a:cubicBezTo>
                    <a:pt x="6942" y="7570"/>
                    <a:pt x="6928" y="7624"/>
                    <a:pt x="6901" y="7677"/>
                  </a:cubicBezTo>
                  <a:cubicBezTo>
                    <a:pt x="6891" y="7682"/>
                    <a:pt x="6883" y="7684"/>
                    <a:pt x="6875" y="7684"/>
                  </a:cubicBezTo>
                  <a:cubicBezTo>
                    <a:pt x="6861" y="7684"/>
                    <a:pt x="6851" y="7677"/>
                    <a:pt x="6841" y="7677"/>
                  </a:cubicBezTo>
                  <a:cubicBezTo>
                    <a:pt x="6744" y="7647"/>
                    <a:pt x="6643" y="7647"/>
                    <a:pt x="6544" y="7647"/>
                  </a:cubicBezTo>
                  <a:cubicBezTo>
                    <a:pt x="6445" y="7647"/>
                    <a:pt x="6348" y="7647"/>
                    <a:pt x="6259" y="7617"/>
                  </a:cubicBezTo>
                  <a:cubicBezTo>
                    <a:pt x="6214" y="7617"/>
                    <a:pt x="6199" y="7647"/>
                    <a:pt x="6199" y="7692"/>
                  </a:cubicBezTo>
                  <a:cubicBezTo>
                    <a:pt x="6188" y="7591"/>
                    <a:pt x="6134" y="7591"/>
                    <a:pt x="6077" y="7591"/>
                  </a:cubicBezTo>
                  <a:lnTo>
                    <a:pt x="6077" y="7591"/>
                  </a:lnTo>
                  <a:cubicBezTo>
                    <a:pt x="6058" y="7591"/>
                    <a:pt x="6038" y="7591"/>
                    <a:pt x="6020" y="7587"/>
                  </a:cubicBezTo>
                  <a:cubicBezTo>
                    <a:pt x="5990" y="7587"/>
                    <a:pt x="5975" y="7602"/>
                    <a:pt x="5960" y="7602"/>
                  </a:cubicBezTo>
                  <a:cubicBezTo>
                    <a:pt x="5960" y="7592"/>
                    <a:pt x="5952" y="7581"/>
                    <a:pt x="5943" y="7581"/>
                  </a:cubicBezTo>
                  <a:cubicBezTo>
                    <a:pt x="5939" y="7581"/>
                    <a:pt x="5934" y="7583"/>
                    <a:pt x="5930" y="7587"/>
                  </a:cubicBezTo>
                  <a:cubicBezTo>
                    <a:pt x="5885" y="7587"/>
                    <a:pt x="5840" y="7587"/>
                    <a:pt x="5781" y="7602"/>
                  </a:cubicBezTo>
                  <a:cubicBezTo>
                    <a:pt x="5781" y="7602"/>
                    <a:pt x="5781" y="7610"/>
                    <a:pt x="5786" y="7614"/>
                  </a:cubicBezTo>
                  <a:lnTo>
                    <a:pt x="5786" y="7614"/>
                  </a:lnTo>
                  <a:cubicBezTo>
                    <a:pt x="5745" y="7602"/>
                    <a:pt x="5704" y="7601"/>
                    <a:pt x="5676" y="7587"/>
                  </a:cubicBezTo>
                  <a:cubicBezTo>
                    <a:pt x="5646" y="7573"/>
                    <a:pt x="5616" y="7573"/>
                    <a:pt x="5601" y="7573"/>
                  </a:cubicBezTo>
                  <a:cubicBezTo>
                    <a:pt x="5586" y="7573"/>
                    <a:pt x="5572" y="7587"/>
                    <a:pt x="5557" y="7587"/>
                  </a:cubicBezTo>
                  <a:lnTo>
                    <a:pt x="5542" y="7573"/>
                  </a:lnTo>
                  <a:lnTo>
                    <a:pt x="5527" y="7587"/>
                  </a:lnTo>
                  <a:cubicBezTo>
                    <a:pt x="5512" y="7587"/>
                    <a:pt x="5497" y="7573"/>
                    <a:pt x="5497" y="7573"/>
                  </a:cubicBezTo>
                  <a:cubicBezTo>
                    <a:pt x="5452" y="7573"/>
                    <a:pt x="5407" y="7547"/>
                    <a:pt x="5362" y="7547"/>
                  </a:cubicBezTo>
                  <a:cubicBezTo>
                    <a:pt x="5348" y="7547"/>
                    <a:pt x="5333" y="7550"/>
                    <a:pt x="5318" y="7558"/>
                  </a:cubicBezTo>
                  <a:cubicBezTo>
                    <a:pt x="5288" y="7587"/>
                    <a:pt x="5288" y="7617"/>
                    <a:pt x="5273" y="7647"/>
                  </a:cubicBezTo>
                  <a:cubicBezTo>
                    <a:pt x="5288" y="7677"/>
                    <a:pt x="5243" y="7692"/>
                    <a:pt x="5258" y="7722"/>
                  </a:cubicBezTo>
                  <a:cubicBezTo>
                    <a:pt x="5273" y="7737"/>
                    <a:pt x="5288" y="7752"/>
                    <a:pt x="5288" y="7767"/>
                  </a:cubicBezTo>
                  <a:cubicBezTo>
                    <a:pt x="5288" y="7767"/>
                    <a:pt x="5273" y="7767"/>
                    <a:pt x="5258" y="7752"/>
                  </a:cubicBezTo>
                  <a:cubicBezTo>
                    <a:pt x="5243" y="7737"/>
                    <a:pt x="5228" y="7737"/>
                    <a:pt x="5198" y="7737"/>
                  </a:cubicBezTo>
                  <a:lnTo>
                    <a:pt x="5153" y="7737"/>
                  </a:lnTo>
                  <a:cubicBezTo>
                    <a:pt x="5168" y="7737"/>
                    <a:pt x="5183" y="7722"/>
                    <a:pt x="5183" y="7707"/>
                  </a:cubicBezTo>
                  <a:cubicBezTo>
                    <a:pt x="5168" y="7677"/>
                    <a:pt x="5153" y="7662"/>
                    <a:pt x="5153" y="7647"/>
                  </a:cubicBezTo>
                  <a:cubicBezTo>
                    <a:pt x="5153" y="7632"/>
                    <a:pt x="5153" y="7632"/>
                    <a:pt x="5153" y="7617"/>
                  </a:cubicBezTo>
                  <a:cubicBezTo>
                    <a:pt x="5168" y="7602"/>
                    <a:pt x="5183" y="7587"/>
                    <a:pt x="5183" y="7558"/>
                  </a:cubicBezTo>
                  <a:cubicBezTo>
                    <a:pt x="5198" y="7573"/>
                    <a:pt x="5228" y="7587"/>
                    <a:pt x="5243" y="7587"/>
                  </a:cubicBezTo>
                  <a:cubicBezTo>
                    <a:pt x="5243" y="7558"/>
                    <a:pt x="5228" y="7543"/>
                    <a:pt x="5228" y="7513"/>
                  </a:cubicBezTo>
                  <a:cubicBezTo>
                    <a:pt x="5213" y="7498"/>
                    <a:pt x="5198" y="7498"/>
                    <a:pt x="5183" y="7498"/>
                  </a:cubicBezTo>
                  <a:cubicBezTo>
                    <a:pt x="5183" y="7513"/>
                    <a:pt x="5183" y="7528"/>
                    <a:pt x="5183" y="7543"/>
                  </a:cubicBezTo>
                  <a:cubicBezTo>
                    <a:pt x="5153" y="7513"/>
                    <a:pt x="5109" y="7513"/>
                    <a:pt x="5079" y="7498"/>
                  </a:cubicBezTo>
                  <a:cubicBezTo>
                    <a:pt x="5071" y="7490"/>
                    <a:pt x="5064" y="7490"/>
                    <a:pt x="5058" y="7490"/>
                  </a:cubicBezTo>
                  <a:cubicBezTo>
                    <a:pt x="5053" y="7490"/>
                    <a:pt x="5049" y="7490"/>
                    <a:pt x="5049" y="7483"/>
                  </a:cubicBezTo>
                  <a:cubicBezTo>
                    <a:pt x="5049" y="7483"/>
                    <a:pt x="5064" y="7468"/>
                    <a:pt x="5064" y="7468"/>
                  </a:cubicBezTo>
                  <a:cubicBezTo>
                    <a:pt x="5079" y="7408"/>
                    <a:pt x="5019" y="7363"/>
                    <a:pt x="5019" y="7304"/>
                  </a:cubicBezTo>
                  <a:cubicBezTo>
                    <a:pt x="5019" y="7304"/>
                    <a:pt x="5004" y="7289"/>
                    <a:pt x="5004" y="7289"/>
                  </a:cubicBezTo>
                  <a:cubicBezTo>
                    <a:pt x="5004" y="7169"/>
                    <a:pt x="5004" y="7050"/>
                    <a:pt x="5004" y="6930"/>
                  </a:cubicBezTo>
                  <a:lnTo>
                    <a:pt x="4989" y="6885"/>
                  </a:lnTo>
                  <a:cubicBezTo>
                    <a:pt x="5004" y="6885"/>
                    <a:pt x="5004" y="6871"/>
                    <a:pt x="5019" y="6856"/>
                  </a:cubicBezTo>
                  <a:cubicBezTo>
                    <a:pt x="5049" y="6721"/>
                    <a:pt x="5064" y="6602"/>
                    <a:pt x="5019" y="6467"/>
                  </a:cubicBezTo>
                  <a:cubicBezTo>
                    <a:pt x="5019" y="6452"/>
                    <a:pt x="5004" y="6437"/>
                    <a:pt x="4989" y="6437"/>
                  </a:cubicBezTo>
                  <a:lnTo>
                    <a:pt x="4989" y="6393"/>
                  </a:lnTo>
                  <a:cubicBezTo>
                    <a:pt x="5004" y="6393"/>
                    <a:pt x="5004" y="6378"/>
                    <a:pt x="5004" y="6378"/>
                  </a:cubicBezTo>
                  <a:cubicBezTo>
                    <a:pt x="5049" y="6348"/>
                    <a:pt x="5079" y="6303"/>
                    <a:pt x="5064" y="6228"/>
                  </a:cubicBezTo>
                  <a:cubicBezTo>
                    <a:pt x="5064" y="6034"/>
                    <a:pt x="5109" y="5825"/>
                    <a:pt x="5079" y="5616"/>
                  </a:cubicBezTo>
                  <a:cubicBezTo>
                    <a:pt x="5064" y="5452"/>
                    <a:pt x="5153" y="5317"/>
                    <a:pt x="5198" y="5153"/>
                  </a:cubicBezTo>
                  <a:cubicBezTo>
                    <a:pt x="5224" y="5048"/>
                    <a:pt x="5274" y="5001"/>
                    <a:pt x="5356" y="5001"/>
                  </a:cubicBezTo>
                  <a:cubicBezTo>
                    <a:pt x="5367" y="5001"/>
                    <a:pt x="5379" y="5002"/>
                    <a:pt x="5392" y="5004"/>
                  </a:cubicBezTo>
                  <a:cubicBezTo>
                    <a:pt x="5462" y="5004"/>
                    <a:pt x="5532" y="5002"/>
                    <a:pt x="5601" y="5002"/>
                  </a:cubicBezTo>
                  <a:cubicBezTo>
                    <a:pt x="5741" y="5002"/>
                    <a:pt x="5880" y="5009"/>
                    <a:pt x="6020" y="5048"/>
                  </a:cubicBezTo>
                  <a:cubicBezTo>
                    <a:pt x="6109" y="5078"/>
                    <a:pt x="6214" y="5108"/>
                    <a:pt x="6318" y="5108"/>
                  </a:cubicBezTo>
                  <a:lnTo>
                    <a:pt x="6333" y="5108"/>
                  </a:lnTo>
                  <a:lnTo>
                    <a:pt x="6408" y="5228"/>
                  </a:lnTo>
                  <a:cubicBezTo>
                    <a:pt x="6423" y="5213"/>
                    <a:pt x="6438" y="5198"/>
                    <a:pt x="6453" y="5183"/>
                  </a:cubicBezTo>
                  <a:lnTo>
                    <a:pt x="6468" y="5183"/>
                  </a:lnTo>
                  <a:cubicBezTo>
                    <a:pt x="6483" y="5198"/>
                    <a:pt x="6498" y="5243"/>
                    <a:pt x="6512" y="5243"/>
                  </a:cubicBezTo>
                  <a:cubicBezTo>
                    <a:pt x="6557" y="5272"/>
                    <a:pt x="6617" y="5272"/>
                    <a:pt x="6677" y="5287"/>
                  </a:cubicBezTo>
                  <a:cubicBezTo>
                    <a:pt x="6662" y="5332"/>
                    <a:pt x="6677" y="5407"/>
                    <a:pt x="6662" y="5422"/>
                  </a:cubicBezTo>
                  <a:cubicBezTo>
                    <a:pt x="6542" y="5496"/>
                    <a:pt x="6498" y="5571"/>
                    <a:pt x="6557" y="5735"/>
                  </a:cubicBezTo>
                  <a:cubicBezTo>
                    <a:pt x="6572" y="5780"/>
                    <a:pt x="6542" y="5855"/>
                    <a:pt x="6617" y="5885"/>
                  </a:cubicBezTo>
                  <a:cubicBezTo>
                    <a:pt x="6647" y="5959"/>
                    <a:pt x="6617" y="6019"/>
                    <a:pt x="6617" y="6079"/>
                  </a:cubicBezTo>
                  <a:lnTo>
                    <a:pt x="6617" y="6094"/>
                  </a:lnTo>
                  <a:cubicBezTo>
                    <a:pt x="6602" y="6139"/>
                    <a:pt x="6602" y="6183"/>
                    <a:pt x="6587" y="6228"/>
                  </a:cubicBezTo>
                  <a:lnTo>
                    <a:pt x="6587" y="6243"/>
                  </a:lnTo>
                  <a:cubicBezTo>
                    <a:pt x="6468" y="6288"/>
                    <a:pt x="6512" y="6333"/>
                    <a:pt x="6602" y="6378"/>
                  </a:cubicBezTo>
                  <a:cubicBezTo>
                    <a:pt x="6602" y="6422"/>
                    <a:pt x="6617" y="6482"/>
                    <a:pt x="6632" y="6542"/>
                  </a:cubicBezTo>
                  <a:cubicBezTo>
                    <a:pt x="6647" y="6617"/>
                    <a:pt x="6647" y="6691"/>
                    <a:pt x="6662" y="6751"/>
                  </a:cubicBezTo>
                  <a:cubicBezTo>
                    <a:pt x="6677" y="6871"/>
                    <a:pt x="6737" y="6975"/>
                    <a:pt x="6722" y="7095"/>
                  </a:cubicBezTo>
                  <a:cubicBezTo>
                    <a:pt x="6722" y="7214"/>
                    <a:pt x="6781" y="7259"/>
                    <a:pt x="6871" y="7289"/>
                  </a:cubicBezTo>
                  <a:cubicBezTo>
                    <a:pt x="6901" y="7274"/>
                    <a:pt x="6901" y="7259"/>
                    <a:pt x="6886" y="7244"/>
                  </a:cubicBezTo>
                  <a:cubicBezTo>
                    <a:pt x="6901" y="7109"/>
                    <a:pt x="6931" y="6975"/>
                    <a:pt x="6961" y="6841"/>
                  </a:cubicBezTo>
                  <a:cubicBezTo>
                    <a:pt x="6946" y="6811"/>
                    <a:pt x="6946" y="6796"/>
                    <a:pt x="6931" y="6781"/>
                  </a:cubicBezTo>
                  <a:cubicBezTo>
                    <a:pt x="6946" y="6751"/>
                    <a:pt x="6961" y="6721"/>
                    <a:pt x="6961" y="6676"/>
                  </a:cubicBezTo>
                  <a:cubicBezTo>
                    <a:pt x="6976" y="6422"/>
                    <a:pt x="6916" y="6169"/>
                    <a:pt x="6946" y="5915"/>
                  </a:cubicBezTo>
                  <a:cubicBezTo>
                    <a:pt x="6916" y="5840"/>
                    <a:pt x="6901" y="5765"/>
                    <a:pt x="7005" y="5720"/>
                  </a:cubicBezTo>
                  <a:cubicBezTo>
                    <a:pt x="6990" y="5706"/>
                    <a:pt x="6990" y="5676"/>
                    <a:pt x="6990" y="5661"/>
                  </a:cubicBezTo>
                  <a:cubicBezTo>
                    <a:pt x="6976" y="5616"/>
                    <a:pt x="6961" y="5556"/>
                    <a:pt x="6931" y="5511"/>
                  </a:cubicBezTo>
                  <a:cubicBezTo>
                    <a:pt x="7005" y="5422"/>
                    <a:pt x="6856" y="5377"/>
                    <a:pt x="6871" y="5287"/>
                  </a:cubicBezTo>
                  <a:cubicBezTo>
                    <a:pt x="6856" y="5228"/>
                    <a:pt x="6841" y="5168"/>
                    <a:pt x="6826" y="5108"/>
                  </a:cubicBezTo>
                  <a:lnTo>
                    <a:pt x="6901" y="5108"/>
                  </a:lnTo>
                  <a:cubicBezTo>
                    <a:pt x="6911" y="5129"/>
                    <a:pt x="6921" y="5164"/>
                    <a:pt x="6942" y="5164"/>
                  </a:cubicBezTo>
                  <a:cubicBezTo>
                    <a:pt x="6951" y="5164"/>
                    <a:pt x="6962" y="5156"/>
                    <a:pt x="6976" y="5138"/>
                  </a:cubicBezTo>
                  <a:cubicBezTo>
                    <a:pt x="7005" y="5168"/>
                    <a:pt x="7035" y="5198"/>
                    <a:pt x="7080" y="5213"/>
                  </a:cubicBezTo>
                  <a:cubicBezTo>
                    <a:pt x="7259" y="5302"/>
                    <a:pt x="7319" y="5452"/>
                    <a:pt x="7289" y="5646"/>
                  </a:cubicBezTo>
                  <a:cubicBezTo>
                    <a:pt x="7259" y="5870"/>
                    <a:pt x="7304" y="6079"/>
                    <a:pt x="7289" y="6303"/>
                  </a:cubicBezTo>
                  <a:cubicBezTo>
                    <a:pt x="7274" y="6333"/>
                    <a:pt x="7379" y="6333"/>
                    <a:pt x="7319" y="6378"/>
                  </a:cubicBezTo>
                  <a:cubicBezTo>
                    <a:pt x="7274" y="6497"/>
                    <a:pt x="7289" y="6617"/>
                    <a:pt x="7319" y="6736"/>
                  </a:cubicBezTo>
                  <a:cubicBezTo>
                    <a:pt x="7357" y="6761"/>
                    <a:pt x="7395" y="6771"/>
                    <a:pt x="7433" y="6771"/>
                  </a:cubicBezTo>
                  <a:cubicBezTo>
                    <a:pt x="7484" y="6771"/>
                    <a:pt x="7536" y="6753"/>
                    <a:pt x="7588" y="6736"/>
                  </a:cubicBezTo>
                  <a:lnTo>
                    <a:pt x="7588" y="6751"/>
                  </a:lnTo>
                  <a:lnTo>
                    <a:pt x="7648" y="6751"/>
                  </a:lnTo>
                  <a:cubicBezTo>
                    <a:pt x="7648" y="6736"/>
                    <a:pt x="7648" y="6736"/>
                    <a:pt x="7648" y="6721"/>
                  </a:cubicBezTo>
                  <a:cubicBezTo>
                    <a:pt x="7663" y="6721"/>
                    <a:pt x="7677" y="6736"/>
                    <a:pt x="7677" y="6736"/>
                  </a:cubicBezTo>
                  <a:cubicBezTo>
                    <a:pt x="7707" y="6751"/>
                    <a:pt x="7733" y="6755"/>
                    <a:pt x="7760" y="6755"/>
                  </a:cubicBezTo>
                  <a:cubicBezTo>
                    <a:pt x="7786" y="6755"/>
                    <a:pt x="7812" y="6751"/>
                    <a:pt x="7842" y="6751"/>
                  </a:cubicBezTo>
                  <a:cubicBezTo>
                    <a:pt x="7842" y="6736"/>
                    <a:pt x="7857" y="6736"/>
                    <a:pt x="7872" y="6736"/>
                  </a:cubicBezTo>
                  <a:lnTo>
                    <a:pt x="7872" y="6751"/>
                  </a:lnTo>
                  <a:lnTo>
                    <a:pt x="7916" y="6736"/>
                  </a:lnTo>
                  <a:cubicBezTo>
                    <a:pt x="7931" y="6736"/>
                    <a:pt x="7946" y="6736"/>
                    <a:pt x="7961" y="6751"/>
                  </a:cubicBezTo>
                  <a:cubicBezTo>
                    <a:pt x="8051" y="6766"/>
                    <a:pt x="8155" y="6751"/>
                    <a:pt x="8245" y="6781"/>
                  </a:cubicBezTo>
                  <a:cubicBezTo>
                    <a:pt x="8268" y="6786"/>
                    <a:pt x="8293" y="6789"/>
                    <a:pt x="8317" y="6789"/>
                  </a:cubicBezTo>
                  <a:cubicBezTo>
                    <a:pt x="8372" y="6789"/>
                    <a:pt x="8428" y="6773"/>
                    <a:pt x="8469" y="6721"/>
                  </a:cubicBezTo>
                  <a:cubicBezTo>
                    <a:pt x="8514" y="6542"/>
                    <a:pt x="8499" y="6363"/>
                    <a:pt x="8589" y="6198"/>
                  </a:cubicBezTo>
                  <a:cubicBezTo>
                    <a:pt x="8589" y="6154"/>
                    <a:pt x="8559" y="6124"/>
                    <a:pt x="8574" y="6079"/>
                  </a:cubicBezTo>
                  <a:cubicBezTo>
                    <a:pt x="8574" y="6079"/>
                    <a:pt x="8574" y="6064"/>
                    <a:pt x="8574" y="6064"/>
                  </a:cubicBezTo>
                  <a:lnTo>
                    <a:pt x="8618" y="6064"/>
                  </a:lnTo>
                  <a:lnTo>
                    <a:pt x="8604" y="6004"/>
                  </a:lnTo>
                  <a:cubicBezTo>
                    <a:pt x="8604" y="5989"/>
                    <a:pt x="8618" y="5989"/>
                    <a:pt x="8618" y="5974"/>
                  </a:cubicBezTo>
                  <a:cubicBezTo>
                    <a:pt x="8663" y="5930"/>
                    <a:pt x="8708" y="5900"/>
                    <a:pt x="8768" y="5870"/>
                  </a:cubicBezTo>
                  <a:lnTo>
                    <a:pt x="8798" y="5915"/>
                  </a:lnTo>
                  <a:lnTo>
                    <a:pt x="8813" y="5915"/>
                  </a:lnTo>
                  <a:cubicBezTo>
                    <a:pt x="8828" y="5944"/>
                    <a:pt x="8857" y="5974"/>
                    <a:pt x="8872" y="6004"/>
                  </a:cubicBezTo>
                  <a:lnTo>
                    <a:pt x="8872" y="6034"/>
                  </a:lnTo>
                  <a:cubicBezTo>
                    <a:pt x="8872" y="6049"/>
                    <a:pt x="8887" y="6064"/>
                    <a:pt x="8887" y="6064"/>
                  </a:cubicBezTo>
                  <a:lnTo>
                    <a:pt x="8902" y="6064"/>
                  </a:lnTo>
                  <a:lnTo>
                    <a:pt x="8932" y="6124"/>
                  </a:lnTo>
                  <a:cubicBezTo>
                    <a:pt x="8932" y="6124"/>
                    <a:pt x="8932" y="6139"/>
                    <a:pt x="8917" y="6154"/>
                  </a:cubicBezTo>
                  <a:cubicBezTo>
                    <a:pt x="8902" y="6183"/>
                    <a:pt x="8872" y="6228"/>
                    <a:pt x="8887" y="6273"/>
                  </a:cubicBezTo>
                  <a:cubicBezTo>
                    <a:pt x="8932" y="6408"/>
                    <a:pt x="8902" y="6557"/>
                    <a:pt x="8887" y="6706"/>
                  </a:cubicBezTo>
                  <a:cubicBezTo>
                    <a:pt x="8887" y="6721"/>
                    <a:pt x="8887" y="6721"/>
                    <a:pt x="8902" y="6736"/>
                  </a:cubicBezTo>
                  <a:cubicBezTo>
                    <a:pt x="8887" y="6766"/>
                    <a:pt x="8872" y="6796"/>
                    <a:pt x="8857" y="6841"/>
                  </a:cubicBezTo>
                  <a:cubicBezTo>
                    <a:pt x="8872" y="6811"/>
                    <a:pt x="8902" y="6781"/>
                    <a:pt x="8917" y="6751"/>
                  </a:cubicBezTo>
                  <a:cubicBezTo>
                    <a:pt x="8947" y="6781"/>
                    <a:pt x="8992" y="6781"/>
                    <a:pt x="9037" y="6781"/>
                  </a:cubicBezTo>
                  <a:lnTo>
                    <a:pt x="9096" y="6781"/>
                  </a:lnTo>
                  <a:lnTo>
                    <a:pt x="9201" y="6841"/>
                  </a:lnTo>
                  <a:cubicBezTo>
                    <a:pt x="9201" y="6826"/>
                    <a:pt x="9216" y="6826"/>
                    <a:pt x="9216" y="6826"/>
                  </a:cubicBezTo>
                  <a:lnTo>
                    <a:pt x="9216" y="6826"/>
                  </a:lnTo>
                  <a:lnTo>
                    <a:pt x="9201" y="6841"/>
                  </a:lnTo>
                  <a:cubicBezTo>
                    <a:pt x="9221" y="6849"/>
                    <a:pt x="9238" y="6852"/>
                    <a:pt x="9252" y="6852"/>
                  </a:cubicBezTo>
                  <a:cubicBezTo>
                    <a:pt x="9289" y="6852"/>
                    <a:pt x="9305" y="6825"/>
                    <a:pt x="9305" y="6781"/>
                  </a:cubicBezTo>
                  <a:lnTo>
                    <a:pt x="9350" y="6781"/>
                  </a:lnTo>
                  <a:cubicBezTo>
                    <a:pt x="9515" y="6766"/>
                    <a:pt x="9679" y="6736"/>
                    <a:pt x="9843" y="6736"/>
                  </a:cubicBezTo>
                  <a:cubicBezTo>
                    <a:pt x="10187" y="6751"/>
                    <a:pt x="10530" y="6751"/>
                    <a:pt x="10889" y="6751"/>
                  </a:cubicBezTo>
                  <a:cubicBezTo>
                    <a:pt x="10933" y="6751"/>
                    <a:pt x="10978" y="6755"/>
                    <a:pt x="11023" y="6755"/>
                  </a:cubicBezTo>
                  <a:cubicBezTo>
                    <a:pt x="11068" y="6755"/>
                    <a:pt x="11113" y="6751"/>
                    <a:pt x="11158" y="6736"/>
                  </a:cubicBezTo>
                  <a:cubicBezTo>
                    <a:pt x="11158" y="6736"/>
                    <a:pt x="11172" y="6736"/>
                    <a:pt x="11172" y="6721"/>
                  </a:cubicBezTo>
                  <a:lnTo>
                    <a:pt x="11217" y="6721"/>
                  </a:lnTo>
                  <a:cubicBezTo>
                    <a:pt x="11217" y="6751"/>
                    <a:pt x="11232" y="6766"/>
                    <a:pt x="11232" y="6781"/>
                  </a:cubicBezTo>
                  <a:cubicBezTo>
                    <a:pt x="11247" y="6781"/>
                    <a:pt x="11262" y="6766"/>
                    <a:pt x="11277" y="6751"/>
                  </a:cubicBezTo>
                  <a:lnTo>
                    <a:pt x="11322" y="6751"/>
                  </a:lnTo>
                  <a:cubicBezTo>
                    <a:pt x="11337" y="6661"/>
                    <a:pt x="11411" y="6602"/>
                    <a:pt x="11367" y="6512"/>
                  </a:cubicBezTo>
                  <a:cubicBezTo>
                    <a:pt x="11352" y="6497"/>
                    <a:pt x="11352" y="6482"/>
                    <a:pt x="11352" y="6467"/>
                  </a:cubicBezTo>
                  <a:lnTo>
                    <a:pt x="11352" y="6452"/>
                  </a:lnTo>
                  <a:cubicBezTo>
                    <a:pt x="11382" y="6467"/>
                    <a:pt x="11397" y="6482"/>
                    <a:pt x="11426" y="6497"/>
                  </a:cubicBezTo>
                  <a:cubicBezTo>
                    <a:pt x="11441" y="6467"/>
                    <a:pt x="11441" y="6422"/>
                    <a:pt x="11456" y="6378"/>
                  </a:cubicBezTo>
                  <a:cubicBezTo>
                    <a:pt x="11456" y="6363"/>
                    <a:pt x="11456" y="6363"/>
                    <a:pt x="11456" y="6348"/>
                  </a:cubicBezTo>
                  <a:cubicBezTo>
                    <a:pt x="11516" y="6288"/>
                    <a:pt x="11501" y="6243"/>
                    <a:pt x="11426" y="6213"/>
                  </a:cubicBezTo>
                  <a:lnTo>
                    <a:pt x="11441" y="6213"/>
                  </a:lnTo>
                  <a:cubicBezTo>
                    <a:pt x="11441" y="6124"/>
                    <a:pt x="11426" y="6064"/>
                    <a:pt x="11411" y="5989"/>
                  </a:cubicBezTo>
                  <a:cubicBezTo>
                    <a:pt x="11411" y="5974"/>
                    <a:pt x="11411" y="5974"/>
                    <a:pt x="11411" y="5974"/>
                  </a:cubicBezTo>
                  <a:cubicBezTo>
                    <a:pt x="11411" y="5959"/>
                    <a:pt x="11426" y="5930"/>
                    <a:pt x="11426" y="5915"/>
                  </a:cubicBezTo>
                  <a:cubicBezTo>
                    <a:pt x="11439" y="5734"/>
                    <a:pt x="11430" y="5687"/>
                    <a:pt x="11351" y="5687"/>
                  </a:cubicBezTo>
                  <a:cubicBezTo>
                    <a:pt x="11338" y="5687"/>
                    <a:pt x="11323" y="5689"/>
                    <a:pt x="11307" y="5691"/>
                  </a:cubicBezTo>
                  <a:cubicBezTo>
                    <a:pt x="11307" y="5676"/>
                    <a:pt x="11322" y="5676"/>
                    <a:pt x="11322" y="5661"/>
                  </a:cubicBezTo>
                  <a:cubicBezTo>
                    <a:pt x="11322" y="5661"/>
                    <a:pt x="11322" y="5646"/>
                    <a:pt x="11322" y="5631"/>
                  </a:cubicBezTo>
                  <a:cubicBezTo>
                    <a:pt x="11339" y="5636"/>
                    <a:pt x="11358" y="5642"/>
                    <a:pt x="11374" y="5642"/>
                  </a:cubicBezTo>
                  <a:cubicBezTo>
                    <a:pt x="11401" y="5642"/>
                    <a:pt x="11421" y="5627"/>
                    <a:pt x="11411" y="5571"/>
                  </a:cubicBezTo>
                  <a:cubicBezTo>
                    <a:pt x="11411" y="5526"/>
                    <a:pt x="11441" y="5481"/>
                    <a:pt x="11456" y="5437"/>
                  </a:cubicBezTo>
                  <a:cubicBezTo>
                    <a:pt x="11456" y="5407"/>
                    <a:pt x="11441" y="5377"/>
                    <a:pt x="11426" y="5347"/>
                  </a:cubicBezTo>
                  <a:lnTo>
                    <a:pt x="11441" y="5347"/>
                  </a:lnTo>
                  <a:lnTo>
                    <a:pt x="11352" y="5302"/>
                  </a:lnTo>
                  <a:lnTo>
                    <a:pt x="11352" y="5287"/>
                  </a:lnTo>
                  <a:cubicBezTo>
                    <a:pt x="11352" y="5272"/>
                    <a:pt x="11352" y="5257"/>
                    <a:pt x="11337" y="5257"/>
                  </a:cubicBezTo>
                  <a:cubicBezTo>
                    <a:pt x="11322" y="5228"/>
                    <a:pt x="11277" y="5228"/>
                    <a:pt x="11262" y="5183"/>
                  </a:cubicBezTo>
                  <a:cubicBezTo>
                    <a:pt x="11262" y="5168"/>
                    <a:pt x="11262" y="5138"/>
                    <a:pt x="11247" y="5108"/>
                  </a:cubicBezTo>
                  <a:lnTo>
                    <a:pt x="11247" y="5108"/>
                  </a:lnTo>
                  <a:cubicBezTo>
                    <a:pt x="11268" y="5113"/>
                    <a:pt x="11291" y="5119"/>
                    <a:pt x="11311" y="5119"/>
                  </a:cubicBezTo>
                  <a:cubicBezTo>
                    <a:pt x="11348" y="5119"/>
                    <a:pt x="11376" y="5101"/>
                    <a:pt x="11367" y="5033"/>
                  </a:cubicBezTo>
                  <a:cubicBezTo>
                    <a:pt x="11411" y="4989"/>
                    <a:pt x="11456" y="4959"/>
                    <a:pt x="11501" y="4914"/>
                  </a:cubicBezTo>
                  <a:cubicBezTo>
                    <a:pt x="11486" y="4899"/>
                    <a:pt x="11486" y="4884"/>
                    <a:pt x="11471" y="4869"/>
                  </a:cubicBezTo>
                  <a:cubicBezTo>
                    <a:pt x="11456" y="4869"/>
                    <a:pt x="11441" y="4869"/>
                    <a:pt x="11426" y="4854"/>
                  </a:cubicBezTo>
                  <a:cubicBezTo>
                    <a:pt x="11441" y="4839"/>
                    <a:pt x="11456" y="4839"/>
                    <a:pt x="11471" y="4824"/>
                  </a:cubicBezTo>
                  <a:cubicBezTo>
                    <a:pt x="11486" y="4780"/>
                    <a:pt x="11456" y="4780"/>
                    <a:pt x="11426" y="4765"/>
                  </a:cubicBezTo>
                  <a:lnTo>
                    <a:pt x="11411" y="4765"/>
                  </a:lnTo>
                  <a:cubicBezTo>
                    <a:pt x="11426" y="4720"/>
                    <a:pt x="11471" y="4690"/>
                    <a:pt x="11501" y="4645"/>
                  </a:cubicBezTo>
                  <a:cubicBezTo>
                    <a:pt x="11501" y="4645"/>
                    <a:pt x="11501" y="4630"/>
                    <a:pt x="11501" y="4630"/>
                  </a:cubicBezTo>
                  <a:cubicBezTo>
                    <a:pt x="11486" y="4615"/>
                    <a:pt x="11486" y="4615"/>
                    <a:pt x="11471" y="4600"/>
                  </a:cubicBezTo>
                  <a:cubicBezTo>
                    <a:pt x="11456" y="4600"/>
                    <a:pt x="11441" y="4600"/>
                    <a:pt x="11426" y="4585"/>
                  </a:cubicBezTo>
                  <a:cubicBezTo>
                    <a:pt x="11441" y="4585"/>
                    <a:pt x="11456" y="4585"/>
                    <a:pt x="11471" y="4555"/>
                  </a:cubicBezTo>
                  <a:cubicBezTo>
                    <a:pt x="11471" y="4526"/>
                    <a:pt x="11471" y="4481"/>
                    <a:pt x="11471" y="4451"/>
                  </a:cubicBezTo>
                  <a:cubicBezTo>
                    <a:pt x="11456" y="4421"/>
                    <a:pt x="11441" y="4406"/>
                    <a:pt x="11426" y="4391"/>
                  </a:cubicBezTo>
                  <a:cubicBezTo>
                    <a:pt x="11426" y="4376"/>
                    <a:pt x="11426" y="4376"/>
                    <a:pt x="11411" y="4361"/>
                  </a:cubicBezTo>
                  <a:cubicBezTo>
                    <a:pt x="11411" y="4361"/>
                    <a:pt x="11397" y="4346"/>
                    <a:pt x="11382" y="4331"/>
                  </a:cubicBezTo>
                  <a:cubicBezTo>
                    <a:pt x="11397" y="4316"/>
                    <a:pt x="11397" y="4302"/>
                    <a:pt x="11397" y="4287"/>
                  </a:cubicBezTo>
                  <a:cubicBezTo>
                    <a:pt x="11501" y="4227"/>
                    <a:pt x="11501" y="4182"/>
                    <a:pt x="11397" y="4107"/>
                  </a:cubicBezTo>
                  <a:cubicBezTo>
                    <a:pt x="11367" y="4107"/>
                    <a:pt x="11352" y="4122"/>
                    <a:pt x="11337" y="4137"/>
                  </a:cubicBezTo>
                  <a:cubicBezTo>
                    <a:pt x="11337" y="4137"/>
                    <a:pt x="11337" y="4152"/>
                    <a:pt x="11337" y="4152"/>
                  </a:cubicBezTo>
                  <a:lnTo>
                    <a:pt x="11307" y="4167"/>
                  </a:lnTo>
                  <a:cubicBezTo>
                    <a:pt x="11322" y="4122"/>
                    <a:pt x="11352" y="4107"/>
                    <a:pt x="11367" y="4078"/>
                  </a:cubicBezTo>
                  <a:cubicBezTo>
                    <a:pt x="11367" y="4085"/>
                    <a:pt x="11370" y="4089"/>
                    <a:pt x="11374" y="4089"/>
                  </a:cubicBezTo>
                  <a:cubicBezTo>
                    <a:pt x="11378" y="4089"/>
                    <a:pt x="11382" y="4085"/>
                    <a:pt x="11382" y="4078"/>
                  </a:cubicBezTo>
                  <a:cubicBezTo>
                    <a:pt x="11382" y="4018"/>
                    <a:pt x="11397" y="3958"/>
                    <a:pt x="11397" y="3913"/>
                  </a:cubicBezTo>
                  <a:lnTo>
                    <a:pt x="11337" y="3913"/>
                  </a:lnTo>
                  <a:cubicBezTo>
                    <a:pt x="11337" y="3883"/>
                    <a:pt x="11337" y="3868"/>
                    <a:pt x="11337" y="3853"/>
                  </a:cubicBezTo>
                  <a:cubicBezTo>
                    <a:pt x="11307" y="3853"/>
                    <a:pt x="11292" y="3868"/>
                    <a:pt x="11262" y="3868"/>
                  </a:cubicBezTo>
                  <a:cubicBezTo>
                    <a:pt x="11262" y="3853"/>
                    <a:pt x="11262" y="3853"/>
                    <a:pt x="11262" y="3839"/>
                  </a:cubicBezTo>
                  <a:cubicBezTo>
                    <a:pt x="11247" y="3824"/>
                    <a:pt x="11232" y="3794"/>
                    <a:pt x="11232" y="3764"/>
                  </a:cubicBezTo>
                  <a:cubicBezTo>
                    <a:pt x="11247" y="3749"/>
                    <a:pt x="11247" y="3749"/>
                    <a:pt x="11247" y="3734"/>
                  </a:cubicBezTo>
                  <a:lnTo>
                    <a:pt x="11292" y="3734"/>
                  </a:lnTo>
                  <a:cubicBezTo>
                    <a:pt x="11292" y="3704"/>
                    <a:pt x="11277" y="3674"/>
                    <a:pt x="11277" y="3644"/>
                  </a:cubicBezTo>
                  <a:cubicBezTo>
                    <a:pt x="11277" y="3644"/>
                    <a:pt x="11277" y="3629"/>
                    <a:pt x="11277" y="3615"/>
                  </a:cubicBezTo>
                  <a:cubicBezTo>
                    <a:pt x="11292" y="3585"/>
                    <a:pt x="11322" y="3555"/>
                    <a:pt x="11352" y="3525"/>
                  </a:cubicBezTo>
                  <a:cubicBezTo>
                    <a:pt x="11307" y="3495"/>
                    <a:pt x="11367" y="3405"/>
                    <a:pt x="11277" y="3390"/>
                  </a:cubicBezTo>
                  <a:cubicBezTo>
                    <a:pt x="11277" y="3376"/>
                    <a:pt x="11277" y="3376"/>
                    <a:pt x="11277" y="3361"/>
                  </a:cubicBezTo>
                  <a:cubicBezTo>
                    <a:pt x="11232" y="3346"/>
                    <a:pt x="11202" y="3316"/>
                    <a:pt x="11158" y="3301"/>
                  </a:cubicBezTo>
                  <a:cubicBezTo>
                    <a:pt x="11202" y="3271"/>
                    <a:pt x="11232" y="3241"/>
                    <a:pt x="11277" y="3211"/>
                  </a:cubicBezTo>
                  <a:cubicBezTo>
                    <a:pt x="11322" y="3226"/>
                    <a:pt x="11352" y="3241"/>
                    <a:pt x="11397" y="3241"/>
                  </a:cubicBezTo>
                  <a:cubicBezTo>
                    <a:pt x="11397" y="3241"/>
                    <a:pt x="11397" y="3226"/>
                    <a:pt x="11397" y="3226"/>
                  </a:cubicBezTo>
                  <a:cubicBezTo>
                    <a:pt x="11426" y="3211"/>
                    <a:pt x="11441" y="3211"/>
                    <a:pt x="11471" y="3196"/>
                  </a:cubicBezTo>
                  <a:cubicBezTo>
                    <a:pt x="11456" y="3181"/>
                    <a:pt x="11456" y="3151"/>
                    <a:pt x="11441" y="3151"/>
                  </a:cubicBezTo>
                  <a:cubicBezTo>
                    <a:pt x="11411" y="3137"/>
                    <a:pt x="11367" y="3137"/>
                    <a:pt x="11337" y="3137"/>
                  </a:cubicBezTo>
                  <a:cubicBezTo>
                    <a:pt x="11322" y="3107"/>
                    <a:pt x="11307" y="3077"/>
                    <a:pt x="11292" y="3047"/>
                  </a:cubicBezTo>
                  <a:lnTo>
                    <a:pt x="11307" y="3047"/>
                  </a:lnTo>
                  <a:cubicBezTo>
                    <a:pt x="11307" y="3032"/>
                    <a:pt x="11307" y="3002"/>
                    <a:pt x="11307" y="2987"/>
                  </a:cubicBezTo>
                  <a:cubicBezTo>
                    <a:pt x="11331" y="2991"/>
                    <a:pt x="11355" y="2994"/>
                    <a:pt x="11377" y="2994"/>
                  </a:cubicBezTo>
                  <a:cubicBezTo>
                    <a:pt x="11434" y="2994"/>
                    <a:pt x="11479" y="2973"/>
                    <a:pt x="11501" y="2898"/>
                  </a:cubicBezTo>
                  <a:cubicBezTo>
                    <a:pt x="11471" y="2853"/>
                    <a:pt x="11441" y="2808"/>
                    <a:pt x="11411" y="2763"/>
                  </a:cubicBezTo>
                  <a:cubicBezTo>
                    <a:pt x="11426" y="2733"/>
                    <a:pt x="11441" y="2718"/>
                    <a:pt x="11441" y="2703"/>
                  </a:cubicBezTo>
                  <a:cubicBezTo>
                    <a:pt x="11426" y="2688"/>
                    <a:pt x="11411" y="2674"/>
                    <a:pt x="11382" y="2674"/>
                  </a:cubicBezTo>
                  <a:cubicBezTo>
                    <a:pt x="11382" y="2703"/>
                    <a:pt x="11382" y="2733"/>
                    <a:pt x="11397" y="2763"/>
                  </a:cubicBezTo>
                  <a:cubicBezTo>
                    <a:pt x="11367" y="2823"/>
                    <a:pt x="11337" y="2898"/>
                    <a:pt x="11307" y="2957"/>
                  </a:cubicBezTo>
                  <a:lnTo>
                    <a:pt x="11277" y="2957"/>
                  </a:lnTo>
                  <a:cubicBezTo>
                    <a:pt x="11272" y="2962"/>
                    <a:pt x="11265" y="2964"/>
                    <a:pt x="11258" y="2964"/>
                  </a:cubicBezTo>
                  <a:cubicBezTo>
                    <a:pt x="11244" y="2964"/>
                    <a:pt x="11227" y="2957"/>
                    <a:pt x="11217" y="2957"/>
                  </a:cubicBezTo>
                  <a:lnTo>
                    <a:pt x="11277" y="2957"/>
                  </a:lnTo>
                  <a:cubicBezTo>
                    <a:pt x="11262" y="2942"/>
                    <a:pt x="11232" y="2942"/>
                    <a:pt x="11217" y="2927"/>
                  </a:cubicBezTo>
                  <a:cubicBezTo>
                    <a:pt x="11202" y="2898"/>
                    <a:pt x="11187" y="2898"/>
                    <a:pt x="11172" y="2898"/>
                  </a:cubicBezTo>
                  <a:cubicBezTo>
                    <a:pt x="11172" y="2898"/>
                    <a:pt x="11172" y="2883"/>
                    <a:pt x="11172" y="2883"/>
                  </a:cubicBezTo>
                  <a:cubicBezTo>
                    <a:pt x="11202" y="2883"/>
                    <a:pt x="11217" y="2883"/>
                    <a:pt x="11247" y="2868"/>
                  </a:cubicBezTo>
                  <a:cubicBezTo>
                    <a:pt x="11247" y="2838"/>
                    <a:pt x="11247" y="2808"/>
                    <a:pt x="11247" y="2778"/>
                  </a:cubicBezTo>
                  <a:cubicBezTo>
                    <a:pt x="11225" y="2763"/>
                    <a:pt x="11206" y="2759"/>
                    <a:pt x="11187" y="2759"/>
                  </a:cubicBezTo>
                  <a:cubicBezTo>
                    <a:pt x="11169" y="2759"/>
                    <a:pt x="11150" y="2763"/>
                    <a:pt x="11128" y="2763"/>
                  </a:cubicBezTo>
                  <a:cubicBezTo>
                    <a:pt x="11143" y="2748"/>
                    <a:pt x="11158" y="2718"/>
                    <a:pt x="11158" y="2688"/>
                  </a:cubicBezTo>
                  <a:cubicBezTo>
                    <a:pt x="11143" y="2659"/>
                    <a:pt x="11128" y="2644"/>
                    <a:pt x="11113" y="2614"/>
                  </a:cubicBezTo>
                  <a:lnTo>
                    <a:pt x="11113" y="2614"/>
                  </a:lnTo>
                  <a:lnTo>
                    <a:pt x="11172" y="2629"/>
                  </a:lnTo>
                  <a:cubicBezTo>
                    <a:pt x="11172" y="2614"/>
                    <a:pt x="11172" y="2584"/>
                    <a:pt x="11172" y="2569"/>
                  </a:cubicBezTo>
                  <a:cubicBezTo>
                    <a:pt x="11202" y="2569"/>
                    <a:pt x="11247" y="2554"/>
                    <a:pt x="11277" y="2554"/>
                  </a:cubicBezTo>
                  <a:cubicBezTo>
                    <a:pt x="11268" y="2492"/>
                    <a:pt x="11244" y="2472"/>
                    <a:pt x="11210" y="2472"/>
                  </a:cubicBezTo>
                  <a:cubicBezTo>
                    <a:pt x="11186" y="2472"/>
                    <a:pt x="11158" y="2482"/>
                    <a:pt x="11128" y="2494"/>
                  </a:cubicBezTo>
                  <a:cubicBezTo>
                    <a:pt x="11154" y="2468"/>
                    <a:pt x="11169" y="2430"/>
                    <a:pt x="11182" y="2390"/>
                  </a:cubicBezTo>
                  <a:lnTo>
                    <a:pt x="11182" y="2390"/>
                  </a:lnTo>
                  <a:cubicBezTo>
                    <a:pt x="11169" y="2393"/>
                    <a:pt x="11154" y="2405"/>
                    <a:pt x="11128" y="2405"/>
                  </a:cubicBezTo>
                  <a:cubicBezTo>
                    <a:pt x="11113" y="2420"/>
                    <a:pt x="11113" y="2435"/>
                    <a:pt x="11098" y="2435"/>
                  </a:cubicBezTo>
                  <a:lnTo>
                    <a:pt x="11083" y="2464"/>
                  </a:lnTo>
                  <a:cubicBezTo>
                    <a:pt x="11060" y="2450"/>
                    <a:pt x="11042" y="2446"/>
                    <a:pt x="11023" y="2446"/>
                  </a:cubicBezTo>
                  <a:cubicBezTo>
                    <a:pt x="11004" y="2446"/>
                    <a:pt x="10986" y="2450"/>
                    <a:pt x="10963" y="2450"/>
                  </a:cubicBezTo>
                  <a:cubicBezTo>
                    <a:pt x="10963" y="2450"/>
                    <a:pt x="10948" y="2435"/>
                    <a:pt x="10948" y="2435"/>
                  </a:cubicBezTo>
                  <a:lnTo>
                    <a:pt x="10933" y="2390"/>
                  </a:lnTo>
                  <a:lnTo>
                    <a:pt x="11023" y="2360"/>
                  </a:lnTo>
                  <a:cubicBezTo>
                    <a:pt x="11008" y="2330"/>
                    <a:pt x="10993" y="2300"/>
                    <a:pt x="10993" y="2270"/>
                  </a:cubicBezTo>
                  <a:lnTo>
                    <a:pt x="11008" y="2270"/>
                  </a:lnTo>
                  <a:cubicBezTo>
                    <a:pt x="11053" y="2225"/>
                    <a:pt x="11023" y="2196"/>
                    <a:pt x="10978" y="2181"/>
                  </a:cubicBezTo>
                  <a:lnTo>
                    <a:pt x="10933" y="2181"/>
                  </a:lnTo>
                  <a:cubicBezTo>
                    <a:pt x="10859" y="2211"/>
                    <a:pt x="10844" y="2255"/>
                    <a:pt x="10904" y="2300"/>
                  </a:cubicBezTo>
                  <a:cubicBezTo>
                    <a:pt x="10889" y="2315"/>
                    <a:pt x="10889" y="2315"/>
                    <a:pt x="10889" y="2330"/>
                  </a:cubicBezTo>
                  <a:lnTo>
                    <a:pt x="10859" y="2360"/>
                  </a:lnTo>
                  <a:lnTo>
                    <a:pt x="10844" y="2360"/>
                  </a:lnTo>
                  <a:cubicBezTo>
                    <a:pt x="10814" y="2375"/>
                    <a:pt x="10784" y="2390"/>
                    <a:pt x="10739" y="2405"/>
                  </a:cubicBezTo>
                  <a:cubicBezTo>
                    <a:pt x="10754" y="2390"/>
                    <a:pt x="10769" y="2360"/>
                    <a:pt x="10769" y="2330"/>
                  </a:cubicBezTo>
                  <a:lnTo>
                    <a:pt x="10814" y="2270"/>
                  </a:lnTo>
                  <a:lnTo>
                    <a:pt x="10754" y="2270"/>
                  </a:lnTo>
                  <a:cubicBezTo>
                    <a:pt x="10754" y="2270"/>
                    <a:pt x="10739" y="2255"/>
                    <a:pt x="10739" y="2255"/>
                  </a:cubicBezTo>
                  <a:cubicBezTo>
                    <a:pt x="10739" y="2255"/>
                    <a:pt x="10724" y="2240"/>
                    <a:pt x="10709" y="2240"/>
                  </a:cubicBezTo>
                  <a:cubicBezTo>
                    <a:pt x="10739" y="2225"/>
                    <a:pt x="10754" y="2225"/>
                    <a:pt x="10769" y="2211"/>
                  </a:cubicBezTo>
                  <a:cubicBezTo>
                    <a:pt x="10754" y="2196"/>
                    <a:pt x="10739" y="2166"/>
                    <a:pt x="10739" y="2151"/>
                  </a:cubicBezTo>
                  <a:cubicBezTo>
                    <a:pt x="10724" y="2136"/>
                    <a:pt x="10724" y="2136"/>
                    <a:pt x="10724" y="2121"/>
                  </a:cubicBezTo>
                  <a:cubicBezTo>
                    <a:pt x="10739" y="2121"/>
                    <a:pt x="10769" y="2106"/>
                    <a:pt x="10784" y="2091"/>
                  </a:cubicBezTo>
                  <a:cubicBezTo>
                    <a:pt x="10769" y="2076"/>
                    <a:pt x="10769" y="2076"/>
                    <a:pt x="10754" y="2061"/>
                  </a:cubicBezTo>
                  <a:cubicBezTo>
                    <a:pt x="10739" y="2076"/>
                    <a:pt x="10724" y="2091"/>
                    <a:pt x="10709" y="2121"/>
                  </a:cubicBezTo>
                  <a:cubicBezTo>
                    <a:pt x="10704" y="2116"/>
                    <a:pt x="10699" y="2114"/>
                    <a:pt x="10695" y="2114"/>
                  </a:cubicBezTo>
                  <a:cubicBezTo>
                    <a:pt x="10685" y="2114"/>
                    <a:pt x="10675" y="2121"/>
                    <a:pt x="10665" y="2121"/>
                  </a:cubicBezTo>
                  <a:cubicBezTo>
                    <a:pt x="10650" y="2121"/>
                    <a:pt x="10650" y="2121"/>
                    <a:pt x="10650" y="2136"/>
                  </a:cubicBezTo>
                  <a:cubicBezTo>
                    <a:pt x="10635" y="2106"/>
                    <a:pt x="10635" y="2076"/>
                    <a:pt x="10620" y="2061"/>
                  </a:cubicBezTo>
                  <a:lnTo>
                    <a:pt x="10620" y="2061"/>
                  </a:lnTo>
                  <a:cubicBezTo>
                    <a:pt x="10630" y="2065"/>
                    <a:pt x="10641" y="2067"/>
                    <a:pt x="10652" y="2067"/>
                  </a:cubicBezTo>
                  <a:cubicBezTo>
                    <a:pt x="10686" y="2067"/>
                    <a:pt x="10720" y="2047"/>
                    <a:pt x="10754" y="2001"/>
                  </a:cubicBezTo>
                  <a:lnTo>
                    <a:pt x="10754" y="1986"/>
                  </a:lnTo>
                  <a:cubicBezTo>
                    <a:pt x="10769" y="2001"/>
                    <a:pt x="10799" y="2016"/>
                    <a:pt x="10814" y="2016"/>
                  </a:cubicBezTo>
                  <a:cubicBezTo>
                    <a:pt x="10844" y="2031"/>
                    <a:pt x="10874" y="2046"/>
                    <a:pt x="10904" y="2076"/>
                  </a:cubicBezTo>
                  <a:cubicBezTo>
                    <a:pt x="10920" y="2020"/>
                    <a:pt x="10905" y="2007"/>
                    <a:pt x="10884" y="2007"/>
                  </a:cubicBezTo>
                  <a:cubicBezTo>
                    <a:pt x="10866" y="2007"/>
                    <a:pt x="10843" y="2016"/>
                    <a:pt x="10829" y="2016"/>
                  </a:cubicBezTo>
                  <a:lnTo>
                    <a:pt x="10829" y="2001"/>
                  </a:lnTo>
                  <a:cubicBezTo>
                    <a:pt x="10874" y="1986"/>
                    <a:pt x="10889" y="1957"/>
                    <a:pt x="10904" y="1912"/>
                  </a:cubicBezTo>
                  <a:cubicBezTo>
                    <a:pt x="10904" y="1912"/>
                    <a:pt x="10904" y="1897"/>
                    <a:pt x="10889" y="1882"/>
                  </a:cubicBezTo>
                  <a:cubicBezTo>
                    <a:pt x="10874" y="1837"/>
                    <a:pt x="10829" y="1837"/>
                    <a:pt x="10799" y="1807"/>
                  </a:cubicBezTo>
                  <a:cubicBezTo>
                    <a:pt x="10799" y="1807"/>
                    <a:pt x="10799" y="1792"/>
                    <a:pt x="10799" y="1792"/>
                  </a:cubicBezTo>
                  <a:lnTo>
                    <a:pt x="10844" y="1777"/>
                  </a:lnTo>
                  <a:cubicBezTo>
                    <a:pt x="10904" y="1792"/>
                    <a:pt x="10963" y="1792"/>
                    <a:pt x="11008" y="1807"/>
                  </a:cubicBezTo>
                  <a:lnTo>
                    <a:pt x="11023" y="1807"/>
                  </a:lnTo>
                  <a:cubicBezTo>
                    <a:pt x="11023" y="1807"/>
                    <a:pt x="11023" y="1822"/>
                    <a:pt x="11023" y="1822"/>
                  </a:cubicBezTo>
                  <a:lnTo>
                    <a:pt x="11098" y="1852"/>
                  </a:lnTo>
                  <a:cubicBezTo>
                    <a:pt x="11083" y="1837"/>
                    <a:pt x="11068" y="1822"/>
                    <a:pt x="11053" y="1807"/>
                  </a:cubicBezTo>
                  <a:cubicBezTo>
                    <a:pt x="11038" y="1792"/>
                    <a:pt x="11023" y="1792"/>
                    <a:pt x="11023" y="1777"/>
                  </a:cubicBezTo>
                  <a:cubicBezTo>
                    <a:pt x="10963" y="1762"/>
                    <a:pt x="10904" y="1762"/>
                    <a:pt x="10859" y="1748"/>
                  </a:cubicBezTo>
                  <a:lnTo>
                    <a:pt x="10874" y="1748"/>
                  </a:lnTo>
                  <a:cubicBezTo>
                    <a:pt x="10889" y="1718"/>
                    <a:pt x="10889" y="1688"/>
                    <a:pt x="10904" y="1673"/>
                  </a:cubicBezTo>
                  <a:cubicBezTo>
                    <a:pt x="10928" y="1681"/>
                    <a:pt x="10951" y="1697"/>
                    <a:pt x="10971" y="1697"/>
                  </a:cubicBezTo>
                  <a:cubicBezTo>
                    <a:pt x="10988" y="1697"/>
                    <a:pt x="11001" y="1685"/>
                    <a:pt x="11008" y="1643"/>
                  </a:cubicBezTo>
                  <a:cubicBezTo>
                    <a:pt x="10993" y="1628"/>
                    <a:pt x="10978" y="1628"/>
                    <a:pt x="10963" y="1628"/>
                  </a:cubicBezTo>
                  <a:cubicBezTo>
                    <a:pt x="10933" y="1643"/>
                    <a:pt x="10919" y="1643"/>
                    <a:pt x="10904" y="1658"/>
                  </a:cubicBezTo>
                  <a:cubicBezTo>
                    <a:pt x="10919" y="1628"/>
                    <a:pt x="10919" y="1613"/>
                    <a:pt x="10919" y="1598"/>
                  </a:cubicBezTo>
                  <a:cubicBezTo>
                    <a:pt x="10933" y="1598"/>
                    <a:pt x="10948" y="1598"/>
                    <a:pt x="10963" y="1583"/>
                  </a:cubicBezTo>
                  <a:cubicBezTo>
                    <a:pt x="10993" y="1568"/>
                    <a:pt x="10978" y="1538"/>
                    <a:pt x="10993" y="1509"/>
                  </a:cubicBezTo>
                  <a:cubicBezTo>
                    <a:pt x="10993" y="1553"/>
                    <a:pt x="10993" y="1583"/>
                    <a:pt x="11053" y="1598"/>
                  </a:cubicBezTo>
                  <a:cubicBezTo>
                    <a:pt x="11053" y="1553"/>
                    <a:pt x="11068" y="1494"/>
                    <a:pt x="11083" y="1434"/>
                  </a:cubicBezTo>
                  <a:cubicBezTo>
                    <a:pt x="11158" y="1314"/>
                    <a:pt x="11068" y="1135"/>
                    <a:pt x="10904" y="1090"/>
                  </a:cubicBezTo>
                  <a:cubicBezTo>
                    <a:pt x="10859" y="1075"/>
                    <a:pt x="10829" y="1060"/>
                    <a:pt x="10799" y="1060"/>
                  </a:cubicBezTo>
                  <a:lnTo>
                    <a:pt x="10799" y="1046"/>
                  </a:lnTo>
                  <a:cubicBezTo>
                    <a:pt x="10784" y="1031"/>
                    <a:pt x="10769" y="1016"/>
                    <a:pt x="10769" y="1001"/>
                  </a:cubicBezTo>
                  <a:cubicBezTo>
                    <a:pt x="10695" y="986"/>
                    <a:pt x="10650" y="926"/>
                    <a:pt x="10620" y="866"/>
                  </a:cubicBezTo>
                  <a:cubicBezTo>
                    <a:pt x="10605" y="836"/>
                    <a:pt x="10575" y="822"/>
                    <a:pt x="10545" y="822"/>
                  </a:cubicBezTo>
                  <a:cubicBezTo>
                    <a:pt x="10560" y="807"/>
                    <a:pt x="10575" y="792"/>
                    <a:pt x="10560" y="777"/>
                  </a:cubicBezTo>
                  <a:cubicBezTo>
                    <a:pt x="10530" y="747"/>
                    <a:pt x="10500" y="732"/>
                    <a:pt x="10470" y="717"/>
                  </a:cubicBezTo>
                  <a:cubicBezTo>
                    <a:pt x="10515" y="702"/>
                    <a:pt x="10560" y="702"/>
                    <a:pt x="10605" y="687"/>
                  </a:cubicBezTo>
                  <a:cubicBezTo>
                    <a:pt x="10560" y="612"/>
                    <a:pt x="10411" y="657"/>
                    <a:pt x="10441" y="523"/>
                  </a:cubicBezTo>
                  <a:lnTo>
                    <a:pt x="10441" y="523"/>
                  </a:lnTo>
                  <a:cubicBezTo>
                    <a:pt x="10426" y="568"/>
                    <a:pt x="10426" y="627"/>
                    <a:pt x="10411" y="687"/>
                  </a:cubicBezTo>
                  <a:lnTo>
                    <a:pt x="10366" y="657"/>
                  </a:lnTo>
                  <a:cubicBezTo>
                    <a:pt x="10351" y="642"/>
                    <a:pt x="10351" y="642"/>
                    <a:pt x="10336" y="642"/>
                  </a:cubicBezTo>
                  <a:cubicBezTo>
                    <a:pt x="10321" y="657"/>
                    <a:pt x="10306" y="657"/>
                    <a:pt x="10291" y="672"/>
                  </a:cubicBezTo>
                  <a:cubicBezTo>
                    <a:pt x="10261" y="672"/>
                    <a:pt x="10232" y="687"/>
                    <a:pt x="10217" y="687"/>
                  </a:cubicBezTo>
                  <a:lnTo>
                    <a:pt x="10157" y="597"/>
                  </a:lnTo>
                  <a:cubicBezTo>
                    <a:pt x="10127" y="597"/>
                    <a:pt x="10097" y="597"/>
                    <a:pt x="10067" y="612"/>
                  </a:cubicBezTo>
                  <a:cubicBezTo>
                    <a:pt x="10036" y="581"/>
                    <a:pt x="10013" y="529"/>
                    <a:pt x="9976" y="529"/>
                  </a:cubicBezTo>
                  <a:cubicBezTo>
                    <a:pt x="9960" y="529"/>
                    <a:pt x="9941" y="540"/>
                    <a:pt x="9918" y="568"/>
                  </a:cubicBezTo>
                  <a:cubicBezTo>
                    <a:pt x="9918" y="597"/>
                    <a:pt x="9933" y="627"/>
                    <a:pt x="9948" y="642"/>
                  </a:cubicBezTo>
                  <a:cubicBezTo>
                    <a:pt x="9933" y="642"/>
                    <a:pt x="9918" y="627"/>
                    <a:pt x="9888" y="627"/>
                  </a:cubicBezTo>
                  <a:cubicBezTo>
                    <a:pt x="9888" y="612"/>
                    <a:pt x="9888" y="597"/>
                    <a:pt x="9888" y="583"/>
                  </a:cubicBezTo>
                  <a:cubicBezTo>
                    <a:pt x="9903" y="583"/>
                    <a:pt x="9918" y="553"/>
                    <a:pt x="9918" y="538"/>
                  </a:cubicBezTo>
                  <a:cubicBezTo>
                    <a:pt x="9918" y="523"/>
                    <a:pt x="9918" y="508"/>
                    <a:pt x="9918" y="493"/>
                  </a:cubicBezTo>
                  <a:cubicBezTo>
                    <a:pt x="9888" y="493"/>
                    <a:pt x="9843" y="508"/>
                    <a:pt x="9813" y="508"/>
                  </a:cubicBezTo>
                  <a:cubicBezTo>
                    <a:pt x="9709" y="478"/>
                    <a:pt x="9619" y="463"/>
                    <a:pt x="9515" y="433"/>
                  </a:cubicBezTo>
                  <a:cubicBezTo>
                    <a:pt x="9507" y="441"/>
                    <a:pt x="9496" y="441"/>
                    <a:pt x="9485" y="441"/>
                  </a:cubicBezTo>
                  <a:cubicBezTo>
                    <a:pt x="9474" y="441"/>
                    <a:pt x="9462" y="441"/>
                    <a:pt x="9455" y="448"/>
                  </a:cubicBezTo>
                  <a:lnTo>
                    <a:pt x="9455" y="463"/>
                  </a:lnTo>
                  <a:lnTo>
                    <a:pt x="9440" y="463"/>
                  </a:lnTo>
                  <a:cubicBezTo>
                    <a:pt x="9455" y="448"/>
                    <a:pt x="9455" y="433"/>
                    <a:pt x="9455" y="418"/>
                  </a:cubicBezTo>
                  <a:cubicBezTo>
                    <a:pt x="9444" y="390"/>
                    <a:pt x="9424" y="383"/>
                    <a:pt x="9401" y="383"/>
                  </a:cubicBezTo>
                  <a:cubicBezTo>
                    <a:pt x="9380" y="383"/>
                    <a:pt x="9356" y="389"/>
                    <a:pt x="9334" y="389"/>
                  </a:cubicBezTo>
                  <a:cubicBezTo>
                    <a:pt x="9318" y="389"/>
                    <a:pt x="9303" y="385"/>
                    <a:pt x="9291" y="373"/>
                  </a:cubicBezTo>
                  <a:lnTo>
                    <a:pt x="9081" y="373"/>
                  </a:lnTo>
                  <a:cubicBezTo>
                    <a:pt x="9022" y="344"/>
                    <a:pt x="8947" y="314"/>
                    <a:pt x="8887" y="284"/>
                  </a:cubicBezTo>
                  <a:cubicBezTo>
                    <a:pt x="8857" y="314"/>
                    <a:pt x="8828" y="344"/>
                    <a:pt x="8842" y="388"/>
                  </a:cubicBezTo>
                  <a:cubicBezTo>
                    <a:pt x="8857" y="418"/>
                    <a:pt x="8872" y="433"/>
                    <a:pt x="8887" y="463"/>
                  </a:cubicBezTo>
                  <a:cubicBezTo>
                    <a:pt x="8902" y="478"/>
                    <a:pt x="8902" y="478"/>
                    <a:pt x="8917" y="493"/>
                  </a:cubicBezTo>
                  <a:cubicBezTo>
                    <a:pt x="8902" y="485"/>
                    <a:pt x="8887" y="485"/>
                    <a:pt x="8872" y="485"/>
                  </a:cubicBezTo>
                  <a:cubicBezTo>
                    <a:pt x="8857" y="485"/>
                    <a:pt x="8842" y="485"/>
                    <a:pt x="8828" y="478"/>
                  </a:cubicBezTo>
                  <a:cubicBezTo>
                    <a:pt x="8828" y="433"/>
                    <a:pt x="8828" y="388"/>
                    <a:pt x="8768" y="373"/>
                  </a:cubicBezTo>
                  <a:cubicBezTo>
                    <a:pt x="8753" y="388"/>
                    <a:pt x="8738" y="388"/>
                    <a:pt x="8723" y="403"/>
                  </a:cubicBezTo>
                  <a:cubicBezTo>
                    <a:pt x="8723" y="418"/>
                    <a:pt x="8723" y="433"/>
                    <a:pt x="8723" y="448"/>
                  </a:cubicBezTo>
                  <a:cubicBezTo>
                    <a:pt x="8723" y="433"/>
                    <a:pt x="8708" y="418"/>
                    <a:pt x="8693" y="403"/>
                  </a:cubicBezTo>
                  <a:cubicBezTo>
                    <a:pt x="8678" y="373"/>
                    <a:pt x="8663" y="358"/>
                    <a:pt x="8663" y="344"/>
                  </a:cubicBezTo>
                  <a:cubicBezTo>
                    <a:pt x="8663" y="329"/>
                    <a:pt x="8648" y="329"/>
                    <a:pt x="8648" y="314"/>
                  </a:cubicBezTo>
                  <a:cubicBezTo>
                    <a:pt x="8660" y="314"/>
                    <a:pt x="8672" y="316"/>
                    <a:pt x="8682" y="316"/>
                  </a:cubicBezTo>
                  <a:cubicBezTo>
                    <a:pt x="8697" y="316"/>
                    <a:pt x="8708" y="311"/>
                    <a:pt x="8708" y="284"/>
                  </a:cubicBezTo>
                  <a:cubicBezTo>
                    <a:pt x="8708" y="269"/>
                    <a:pt x="8708" y="269"/>
                    <a:pt x="8708" y="254"/>
                  </a:cubicBezTo>
                  <a:cubicBezTo>
                    <a:pt x="8693" y="239"/>
                    <a:pt x="8678" y="239"/>
                    <a:pt x="8663" y="224"/>
                  </a:cubicBezTo>
                  <a:cubicBezTo>
                    <a:pt x="8643" y="219"/>
                    <a:pt x="8623" y="217"/>
                    <a:pt x="8604" y="217"/>
                  </a:cubicBezTo>
                  <a:cubicBezTo>
                    <a:pt x="8564" y="217"/>
                    <a:pt x="8524" y="224"/>
                    <a:pt x="8484" y="224"/>
                  </a:cubicBezTo>
                  <a:cubicBezTo>
                    <a:pt x="8469" y="239"/>
                    <a:pt x="8469" y="239"/>
                    <a:pt x="8454" y="254"/>
                  </a:cubicBezTo>
                  <a:cubicBezTo>
                    <a:pt x="8454" y="239"/>
                    <a:pt x="8439" y="239"/>
                    <a:pt x="8424" y="224"/>
                  </a:cubicBezTo>
                  <a:cubicBezTo>
                    <a:pt x="8409" y="194"/>
                    <a:pt x="8379" y="194"/>
                    <a:pt x="8350" y="194"/>
                  </a:cubicBezTo>
                  <a:cubicBezTo>
                    <a:pt x="8335" y="179"/>
                    <a:pt x="8305" y="179"/>
                    <a:pt x="8290" y="179"/>
                  </a:cubicBezTo>
                  <a:cubicBezTo>
                    <a:pt x="8275" y="194"/>
                    <a:pt x="8275" y="209"/>
                    <a:pt x="8260" y="224"/>
                  </a:cubicBezTo>
                  <a:cubicBezTo>
                    <a:pt x="8237" y="190"/>
                    <a:pt x="8214" y="129"/>
                    <a:pt x="8165" y="129"/>
                  </a:cubicBezTo>
                  <a:cubicBezTo>
                    <a:pt x="8150" y="129"/>
                    <a:pt x="8132" y="135"/>
                    <a:pt x="8111" y="149"/>
                  </a:cubicBezTo>
                  <a:cubicBezTo>
                    <a:pt x="8066" y="179"/>
                    <a:pt x="7991" y="194"/>
                    <a:pt x="7931" y="224"/>
                  </a:cubicBezTo>
                  <a:lnTo>
                    <a:pt x="7916" y="224"/>
                  </a:lnTo>
                  <a:cubicBezTo>
                    <a:pt x="7887" y="179"/>
                    <a:pt x="7857" y="134"/>
                    <a:pt x="7827" y="90"/>
                  </a:cubicBezTo>
                  <a:cubicBezTo>
                    <a:pt x="7819" y="75"/>
                    <a:pt x="7808" y="67"/>
                    <a:pt x="7797" y="67"/>
                  </a:cubicBezTo>
                  <a:cubicBezTo>
                    <a:pt x="7786" y="67"/>
                    <a:pt x="7775" y="75"/>
                    <a:pt x="7767" y="90"/>
                  </a:cubicBezTo>
                  <a:cubicBezTo>
                    <a:pt x="7752" y="105"/>
                    <a:pt x="7737" y="120"/>
                    <a:pt x="7707" y="134"/>
                  </a:cubicBezTo>
                  <a:cubicBezTo>
                    <a:pt x="7692" y="90"/>
                    <a:pt x="7677" y="45"/>
                    <a:pt x="7663" y="0"/>
                  </a:cubicBezTo>
                  <a:close/>
                  <a:moveTo>
                    <a:pt x="6498" y="11919"/>
                  </a:moveTo>
                  <a:cubicBezTo>
                    <a:pt x="6498" y="12023"/>
                    <a:pt x="6498" y="12143"/>
                    <a:pt x="6498" y="12247"/>
                  </a:cubicBezTo>
                  <a:cubicBezTo>
                    <a:pt x="6512" y="12203"/>
                    <a:pt x="6527" y="12143"/>
                    <a:pt x="6527" y="12098"/>
                  </a:cubicBezTo>
                  <a:cubicBezTo>
                    <a:pt x="6557" y="12083"/>
                    <a:pt x="6557" y="12053"/>
                    <a:pt x="6527" y="12038"/>
                  </a:cubicBezTo>
                  <a:cubicBezTo>
                    <a:pt x="6527" y="11994"/>
                    <a:pt x="6512" y="11964"/>
                    <a:pt x="6498" y="11919"/>
                  </a:cubicBezTo>
                  <a:close/>
                  <a:moveTo>
                    <a:pt x="6498" y="12247"/>
                  </a:moveTo>
                  <a:cubicBezTo>
                    <a:pt x="6498" y="12412"/>
                    <a:pt x="6483" y="12561"/>
                    <a:pt x="6483" y="12725"/>
                  </a:cubicBezTo>
                  <a:lnTo>
                    <a:pt x="6527" y="12725"/>
                  </a:lnTo>
                  <a:cubicBezTo>
                    <a:pt x="6527" y="12696"/>
                    <a:pt x="6512" y="12666"/>
                    <a:pt x="6512" y="12651"/>
                  </a:cubicBezTo>
                  <a:lnTo>
                    <a:pt x="6512" y="12576"/>
                  </a:lnTo>
                  <a:cubicBezTo>
                    <a:pt x="6527" y="12516"/>
                    <a:pt x="6527" y="12457"/>
                    <a:pt x="6512" y="12382"/>
                  </a:cubicBezTo>
                  <a:cubicBezTo>
                    <a:pt x="6498" y="12337"/>
                    <a:pt x="6498" y="12292"/>
                    <a:pt x="6498" y="12247"/>
                  </a:cubicBezTo>
                  <a:close/>
                  <a:moveTo>
                    <a:pt x="10411" y="15085"/>
                  </a:moveTo>
                  <a:cubicBezTo>
                    <a:pt x="10411" y="15130"/>
                    <a:pt x="10396" y="15160"/>
                    <a:pt x="10381" y="15205"/>
                  </a:cubicBezTo>
                  <a:cubicBezTo>
                    <a:pt x="10396" y="15250"/>
                    <a:pt x="10411" y="15279"/>
                    <a:pt x="10411" y="15324"/>
                  </a:cubicBezTo>
                  <a:cubicBezTo>
                    <a:pt x="10411" y="15250"/>
                    <a:pt x="10411" y="15160"/>
                    <a:pt x="10411" y="15085"/>
                  </a:cubicBezTo>
                  <a:close/>
                  <a:moveTo>
                    <a:pt x="10246" y="15175"/>
                  </a:moveTo>
                  <a:lnTo>
                    <a:pt x="10246" y="15175"/>
                  </a:lnTo>
                  <a:cubicBezTo>
                    <a:pt x="10261" y="15205"/>
                    <a:pt x="10276" y="15235"/>
                    <a:pt x="10291" y="15250"/>
                  </a:cubicBezTo>
                  <a:cubicBezTo>
                    <a:pt x="10291" y="15264"/>
                    <a:pt x="10291" y="15264"/>
                    <a:pt x="10291" y="15264"/>
                  </a:cubicBezTo>
                  <a:cubicBezTo>
                    <a:pt x="10291" y="15279"/>
                    <a:pt x="10291" y="15294"/>
                    <a:pt x="10306" y="15324"/>
                  </a:cubicBezTo>
                  <a:cubicBezTo>
                    <a:pt x="10306" y="15324"/>
                    <a:pt x="10306" y="15339"/>
                    <a:pt x="10306" y="15354"/>
                  </a:cubicBezTo>
                  <a:cubicBezTo>
                    <a:pt x="10381" y="15339"/>
                    <a:pt x="10396" y="15294"/>
                    <a:pt x="10351" y="15235"/>
                  </a:cubicBezTo>
                  <a:lnTo>
                    <a:pt x="10321" y="15235"/>
                  </a:lnTo>
                  <a:cubicBezTo>
                    <a:pt x="10291" y="15205"/>
                    <a:pt x="10276" y="15190"/>
                    <a:pt x="10246" y="15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7"/>
            <p:cNvSpPr/>
            <p:nvPr/>
          </p:nvSpPr>
          <p:spPr>
            <a:xfrm rot="-560994" flipH="1">
              <a:off x="4829072" y="4739790"/>
              <a:ext cx="1978922" cy="2132202"/>
            </a:xfrm>
            <a:custGeom>
              <a:avLst/>
              <a:gdLst/>
              <a:ahLst/>
              <a:cxnLst/>
              <a:rect l="l" t="t" r="r" b="b"/>
              <a:pathLst>
                <a:path w="7528" h="8111" extrusionOk="0">
                  <a:moveTo>
                    <a:pt x="777" y="448"/>
                  </a:moveTo>
                  <a:cubicBezTo>
                    <a:pt x="777" y="478"/>
                    <a:pt x="762" y="508"/>
                    <a:pt x="747" y="538"/>
                  </a:cubicBezTo>
                  <a:lnTo>
                    <a:pt x="777" y="538"/>
                  </a:lnTo>
                  <a:cubicBezTo>
                    <a:pt x="792" y="523"/>
                    <a:pt x="807" y="493"/>
                    <a:pt x="807" y="463"/>
                  </a:cubicBezTo>
                  <a:cubicBezTo>
                    <a:pt x="807" y="448"/>
                    <a:pt x="792" y="448"/>
                    <a:pt x="777" y="448"/>
                  </a:cubicBezTo>
                  <a:close/>
                  <a:moveTo>
                    <a:pt x="508" y="523"/>
                  </a:moveTo>
                  <a:cubicBezTo>
                    <a:pt x="508" y="538"/>
                    <a:pt x="508" y="568"/>
                    <a:pt x="493" y="583"/>
                  </a:cubicBezTo>
                  <a:cubicBezTo>
                    <a:pt x="523" y="568"/>
                    <a:pt x="553" y="568"/>
                    <a:pt x="583" y="553"/>
                  </a:cubicBezTo>
                  <a:cubicBezTo>
                    <a:pt x="553" y="538"/>
                    <a:pt x="523" y="538"/>
                    <a:pt x="508" y="523"/>
                  </a:cubicBezTo>
                  <a:close/>
                  <a:moveTo>
                    <a:pt x="6886" y="851"/>
                  </a:moveTo>
                  <a:lnTo>
                    <a:pt x="6886" y="851"/>
                  </a:lnTo>
                  <a:cubicBezTo>
                    <a:pt x="6901" y="866"/>
                    <a:pt x="6901" y="866"/>
                    <a:pt x="6901" y="881"/>
                  </a:cubicBezTo>
                  <a:cubicBezTo>
                    <a:pt x="6856" y="881"/>
                    <a:pt x="6871" y="866"/>
                    <a:pt x="6886" y="851"/>
                  </a:cubicBezTo>
                  <a:close/>
                  <a:moveTo>
                    <a:pt x="718" y="1045"/>
                  </a:moveTo>
                  <a:cubicBezTo>
                    <a:pt x="717" y="1045"/>
                    <a:pt x="717" y="1046"/>
                    <a:pt x="717" y="1046"/>
                  </a:cubicBezTo>
                  <a:lnTo>
                    <a:pt x="702" y="1046"/>
                  </a:lnTo>
                  <a:cubicBezTo>
                    <a:pt x="707" y="1046"/>
                    <a:pt x="713" y="1046"/>
                    <a:pt x="718" y="1045"/>
                  </a:cubicBezTo>
                  <a:close/>
                  <a:moveTo>
                    <a:pt x="6632" y="1016"/>
                  </a:moveTo>
                  <a:cubicBezTo>
                    <a:pt x="6632" y="1016"/>
                    <a:pt x="6632" y="1031"/>
                    <a:pt x="6647" y="1031"/>
                  </a:cubicBezTo>
                  <a:lnTo>
                    <a:pt x="6662" y="1046"/>
                  </a:lnTo>
                  <a:cubicBezTo>
                    <a:pt x="6677" y="1061"/>
                    <a:pt x="6677" y="1061"/>
                    <a:pt x="6677" y="1075"/>
                  </a:cubicBezTo>
                  <a:cubicBezTo>
                    <a:pt x="6647" y="1061"/>
                    <a:pt x="6632" y="1046"/>
                    <a:pt x="6632" y="1016"/>
                  </a:cubicBezTo>
                  <a:close/>
                  <a:moveTo>
                    <a:pt x="6512" y="1165"/>
                  </a:moveTo>
                  <a:cubicBezTo>
                    <a:pt x="6512" y="1195"/>
                    <a:pt x="6542" y="1210"/>
                    <a:pt x="6572" y="1225"/>
                  </a:cubicBezTo>
                  <a:cubicBezTo>
                    <a:pt x="6617" y="1225"/>
                    <a:pt x="6647" y="1270"/>
                    <a:pt x="6677" y="1300"/>
                  </a:cubicBezTo>
                  <a:cubicBezTo>
                    <a:pt x="6677" y="1300"/>
                    <a:pt x="6662" y="1314"/>
                    <a:pt x="6662" y="1314"/>
                  </a:cubicBezTo>
                  <a:cubicBezTo>
                    <a:pt x="6632" y="1329"/>
                    <a:pt x="6632" y="1359"/>
                    <a:pt x="6602" y="1359"/>
                  </a:cubicBezTo>
                  <a:cubicBezTo>
                    <a:pt x="6587" y="1359"/>
                    <a:pt x="6557" y="1344"/>
                    <a:pt x="6542" y="1329"/>
                  </a:cubicBezTo>
                  <a:cubicBezTo>
                    <a:pt x="6572" y="1300"/>
                    <a:pt x="6617" y="1270"/>
                    <a:pt x="6512" y="1240"/>
                  </a:cubicBezTo>
                  <a:cubicBezTo>
                    <a:pt x="6512" y="1240"/>
                    <a:pt x="6497" y="1210"/>
                    <a:pt x="6482" y="1180"/>
                  </a:cubicBezTo>
                  <a:cubicBezTo>
                    <a:pt x="6497" y="1180"/>
                    <a:pt x="6497" y="1165"/>
                    <a:pt x="6512" y="1165"/>
                  </a:cubicBezTo>
                  <a:close/>
                  <a:moveTo>
                    <a:pt x="6751" y="1688"/>
                  </a:moveTo>
                  <a:lnTo>
                    <a:pt x="6751" y="1703"/>
                  </a:lnTo>
                  <a:lnTo>
                    <a:pt x="6736" y="1718"/>
                  </a:lnTo>
                  <a:lnTo>
                    <a:pt x="6751" y="1688"/>
                  </a:lnTo>
                  <a:close/>
                  <a:moveTo>
                    <a:pt x="6677" y="1718"/>
                  </a:moveTo>
                  <a:lnTo>
                    <a:pt x="6662" y="1733"/>
                  </a:lnTo>
                  <a:cubicBezTo>
                    <a:pt x="6654" y="1725"/>
                    <a:pt x="6647" y="1725"/>
                    <a:pt x="6641" y="1725"/>
                  </a:cubicBezTo>
                  <a:cubicBezTo>
                    <a:pt x="6635" y="1725"/>
                    <a:pt x="6632" y="1725"/>
                    <a:pt x="6632" y="1718"/>
                  </a:cubicBezTo>
                  <a:close/>
                  <a:moveTo>
                    <a:pt x="6841" y="1852"/>
                  </a:moveTo>
                  <a:cubicBezTo>
                    <a:pt x="6871" y="1867"/>
                    <a:pt x="6856" y="1882"/>
                    <a:pt x="6841" y="1897"/>
                  </a:cubicBezTo>
                  <a:cubicBezTo>
                    <a:pt x="6841" y="1882"/>
                    <a:pt x="6826" y="1882"/>
                    <a:pt x="6826" y="1867"/>
                  </a:cubicBezTo>
                  <a:cubicBezTo>
                    <a:pt x="6826" y="1867"/>
                    <a:pt x="6811" y="1867"/>
                    <a:pt x="6811" y="1852"/>
                  </a:cubicBezTo>
                  <a:close/>
                  <a:moveTo>
                    <a:pt x="284" y="4317"/>
                  </a:moveTo>
                  <a:cubicBezTo>
                    <a:pt x="299" y="4317"/>
                    <a:pt x="329" y="4317"/>
                    <a:pt x="344" y="4346"/>
                  </a:cubicBezTo>
                  <a:lnTo>
                    <a:pt x="344" y="4360"/>
                  </a:lnTo>
                  <a:cubicBezTo>
                    <a:pt x="340" y="4358"/>
                    <a:pt x="336" y="4354"/>
                    <a:pt x="329" y="4346"/>
                  </a:cubicBezTo>
                  <a:lnTo>
                    <a:pt x="284" y="4317"/>
                  </a:lnTo>
                  <a:close/>
                  <a:moveTo>
                    <a:pt x="239" y="6871"/>
                  </a:moveTo>
                  <a:cubicBezTo>
                    <a:pt x="194" y="6886"/>
                    <a:pt x="150" y="6900"/>
                    <a:pt x="90" y="6900"/>
                  </a:cubicBezTo>
                  <a:cubicBezTo>
                    <a:pt x="105" y="6930"/>
                    <a:pt x="105" y="6960"/>
                    <a:pt x="105" y="6990"/>
                  </a:cubicBezTo>
                  <a:cubicBezTo>
                    <a:pt x="150" y="6960"/>
                    <a:pt x="194" y="6930"/>
                    <a:pt x="239" y="6900"/>
                  </a:cubicBezTo>
                  <a:lnTo>
                    <a:pt x="254" y="6900"/>
                  </a:lnTo>
                  <a:cubicBezTo>
                    <a:pt x="254" y="6886"/>
                    <a:pt x="254" y="6886"/>
                    <a:pt x="239" y="6871"/>
                  </a:cubicBezTo>
                  <a:close/>
                  <a:moveTo>
                    <a:pt x="6871" y="7289"/>
                  </a:moveTo>
                  <a:cubicBezTo>
                    <a:pt x="6871" y="7289"/>
                    <a:pt x="6871" y="7304"/>
                    <a:pt x="6871" y="7304"/>
                  </a:cubicBezTo>
                  <a:lnTo>
                    <a:pt x="6856" y="7289"/>
                  </a:lnTo>
                  <a:close/>
                  <a:moveTo>
                    <a:pt x="6214" y="7468"/>
                  </a:moveTo>
                  <a:lnTo>
                    <a:pt x="6214" y="7468"/>
                  </a:lnTo>
                  <a:cubicBezTo>
                    <a:pt x="6214" y="7468"/>
                    <a:pt x="6229" y="7468"/>
                    <a:pt x="6243" y="7483"/>
                  </a:cubicBezTo>
                  <a:lnTo>
                    <a:pt x="6214" y="7468"/>
                  </a:lnTo>
                  <a:close/>
                  <a:moveTo>
                    <a:pt x="6781" y="7483"/>
                  </a:moveTo>
                  <a:cubicBezTo>
                    <a:pt x="6781" y="7498"/>
                    <a:pt x="6781" y="7513"/>
                    <a:pt x="6766" y="7528"/>
                  </a:cubicBezTo>
                  <a:cubicBezTo>
                    <a:pt x="6766" y="7513"/>
                    <a:pt x="6751" y="7498"/>
                    <a:pt x="6736" y="7483"/>
                  </a:cubicBezTo>
                  <a:close/>
                  <a:moveTo>
                    <a:pt x="7125" y="7543"/>
                  </a:moveTo>
                  <a:cubicBezTo>
                    <a:pt x="7110" y="7573"/>
                    <a:pt x="7110" y="7617"/>
                    <a:pt x="7110" y="7647"/>
                  </a:cubicBezTo>
                  <a:lnTo>
                    <a:pt x="7140" y="7647"/>
                  </a:lnTo>
                  <a:lnTo>
                    <a:pt x="7140" y="7543"/>
                  </a:lnTo>
                  <a:close/>
                  <a:moveTo>
                    <a:pt x="3615" y="0"/>
                  </a:moveTo>
                  <a:cubicBezTo>
                    <a:pt x="3391" y="0"/>
                    <a:pt x="3167" y="30"/>
                    <a:pt x="2943" y="45"/>
                  </a:cubicBezTo>
                  <a:cubicBezTo>
                    <a:pt x="2918" y="82"/>
                    <a:pt x="2893" y="109"/>
                    <a:pt x="2852" y="109"/>
                  </a:cubicBezTo>
                  <a:cubicBezTo>
                    <a:pt x="2843" y="109"/>
                    <a:pt x="2834" y="107"/>
                    <a:pt x="2823" y="105"/>
                  </a:cubicBezTo>
                  <a:cubicBezTo>
                    <a:pt x="2778" y="90"/>
                    <a:pt x="2734" y="60"/>
                    <a:pt x="2689" y="45"/>
                  </a:cubicBezTo>
                  <a:lnTo>
                    <a:pt x="2539" y="45"/>
                  </a:lnTo>
                  <a:cubicBezTo>
                    <a:pt x="2509" y="60"/>
                    <a:pt x="2495" y="90"/>
                    <a:pt x="2465" y="105"/>
                  </a:cubicBezTo>
                  <a:cubicBezTo>
                    <a:pt x="2465" y="105"/>
                    <a:pt x="2450" y="120"/>
                    <a:pt x="2450" y="120"/>
                  </a:cubicBezTo>
                  <a:cubicBezTo>
                    <a:pt x="2420" y="90"/>
                    <a:pt x="2390" y="75"/>
                    <a:pt x="2360" y="60"/>
                  </a:cubicBezTo>
                  <a:cubicBezTo>
                    <a:pt x="2345" y="97"/>
                    <a:pt x="2319" y="108"/>
                    <a:pt x="2289" y="108"/>
                  </a:cubicBezTo>
                  <a:cubicBezTo>
                    <a:pt x="2259" y="108"/>
                    <a:pt x="2226" y="97"/>
                    <a:pt x="2196" y="90"/>
                  </a:cubicBezTo>
                  <a:cubicBezTo>
                    <a:pt x="2196" y="90"/>
                    <a:pt x="2181" y="75"/>
                    <a:pt x="2166" y="75"/>
                  </a:cubicBezTo>
                  <a:cubicBezTo>
                    <a:pt x="2142" y="63"/>
                    <a:pt x="2137" y="22"/>
                    <a:pt x="2113" y="22"/>
                  </a:cubicBezTo>
                  <a:cubicBezTo>
                    <a:pt x="2107" y="22"/>
                    <a:pt x="2100" y="24"/>
                    <a:pt x="2091" y="30"/>
                  </a:cubicBezTo>
                  <a:cubicBezTo>
                    <a:pt x="1912" y="15"/>
                    <a:pt x="1733" y="15"/>
                    <a:pt x="1569" y="15"/>
                  </a:cubicBezTo>
                  <a:cubicBezTo>
                    <a:pt x="1554" y="15"/>
                    <a:pt x="1524" y="15"/>
                    <a:pt x="1509" y="30"/>
                  </a:cubicBezTo>
                  <a:cubicBezTo>
                    <a:pt x="1519" y="19"/>
                    <a:pt x="1515" y="9"/>
                    <a:pt x="1506" y="9"/>
                  </a:cubicBezTo>
                  <a:cubicBezTo>
                    <a:pt x="1503" y="9"/>
                    <a:pt x="1498" y="11"/>
                    <a:pt x="1494" y="15"/>
                  </a:cubicBezTo>
                  <a:lnTo>
                    <a:pt x="1270" y="15"/>
                  </a:lnTo>
                  <a:cubicBezTo>
                    <a:pt x="1270" y="30"/>
                    <a:pt x="1270" y="30"/>
                    <a:pt x="1285" y="30"/>
                  </a:cubicBezTo>
                  <a:lnTo>
                    <a:pt x="1240" y="30"/>
                  </a:lnTo>
                  <a:cubicBezTo>
                    <a:pt x="1240" y="30"/>
                    <a:pt x="1240" y="15"/>
                    <a:pt x="1225" y="15"/>
                  </a:cubicBezTo>
                  <a:cubicBezTo>
                    <a:pt x="1135" y="15"/>
                    <a:pt x="1046" y="30"/>
                    <a:pt x="956" y="30"/>
                  </a:cubicBezTo>
                  <a:cubicBezTo>
                    <a:pt x="971" y="60"/>
                    <a:pt x="986" y="75"/>
                    <a:pt x="1001" y="105"/>
                  </a:cubicBezTo>
                  <a:cubicBezTo>
                    <a:pt x="1001" y="135"/>
                    <a:pt x="986" y="164"/>
                    <a:pt x="986" y="194"/>
                  </a:cubicBezTo>
                  <a:cubicBezTo>
                    <a:pt x="986" y="194"/>
                    <a:pt x="986" y="209"/>
                    <a:pt x="986" y="209"/>
                  </a:cubicBezTo>
                  <a:cubicBezTo>
                    <a:pt x="986" y="224"/>
                    <a:pt x="971" y="254"/>
                    <a:pt x="971" y="269"/>
                  </a:cubicBezTo>
                  <a:cubicBezTo>
                    <a:pt x="956" y="299"/>
                    <a:pt x="941" y="329"/>
                    <a:pt x="941" y="359"/>
                  </a:cubicBezTo>
                  <a:cubicBezTo>
                    <a:pt x="911" y="448"/>
                    <a:pt x="881" y="553"/>
                    <a:pt x="852" y="642"/>
                  </a:cubicBezTo>
                  <a:lnTo>
                    <a:pt x="837" y="642"/>
                  </a:lnTo>
                  <a:cubicBezTo>
                    <a:pt x="732" y="687"/>
                    <a:pt x="628" y="732"/>
                    <a:pt x="643" y="881"/>
                  </a:cubicBezTo>
                  <a:cubicBezTo>
                    <a:pt x="657" y="926"/>
                    <a:pt x="657" y="986"/>
                    <a:pt x="672" y="1031"/>
                  </a:cubicBezTo>
                  <a:cubicBezTo>
                    <a:pt x="672" y="1048"/>
                    <a:pt x="678" y="1055"/>
                    <a:pt x="685" y="1055"/>
                  </a:cubicBezTo>
                  <a:cubicBezTo>
                    <a:pt x="690" y="1055"/>
                    <a:pt x="696" y="1052"/>
                    <a:pt x="702" y="1046"/>
                  </a:cubicBezTo>
                  <a:lnTo>
                    <a:pt x="702" y="1046"/>
                  </a:lnTo>
                  <a:cubicBezTo>
                    <a:pt x="687" y="1061"/>
                    <a:pt x="672" y="1075"/>
                    <a:pt x="672" y="1105"/>
                  </a:cubicBezTo>
                  <a:cubicBezTo>
                    <a:pt x="657" y="1105"/>
                    <a:pt x="643" y="1105"/>
                    <a:pt x="643" y="1135"/>
                  </a:cubicBezTo>
                  <a:lnTo>
                    <a:pt x="672" y="1150"/>
                  </a:lnTo>
                  <a:cubicBezTo>
                    <a:pt x="643" y="1165"/>
                    <a:pt x="613" y="1165"/>
                    <a:pt x="613" y="1165"/>
                  </a:cubicBezTo>
                  <a:cubicBezTo>
                    <a:pt x="598" y="1225"/>
                    <a:pt x="583" y="1285"/>
                    <a:pt x="583" y="1329"/>
                  </a:cubicBezTo>
                  <a:cubicBezTo>
                    <a:pt x="613" y="1329"/>
                    <a:pt x="628" y="1314"/>
                    <a:pt x="657" y="1300"/>
                  </a:cubicBezTo>
                  <a:cubicBezTo>
                    <a:pt x="657" y="1434"/>
                    <a:pt x="672" y="1568"/>
                    <a:pt x="657" y="1703"/>
                  </a:cubicBezTo>
                  <a:cubicBezTo>
                    <a:pt x="628" y="1897"/>
                    <a:pt x="553" y="2106"/>
                    <a:pt x="523" y="2300"/>
                  </a:cubicBezTo>
                  <a:cubicBezTo>
                    <a:pt x="463" y="2674"/>
                    <a:pt x="418" y="3032"/>
                    <a:pt x="359" y="3405"/>
                  </a:cubicBezTo>
                  <a:cubicBezTo>
                    <a:pt x="359" y="3435"/>
                    <a:pt x="344" y="3480"/>
                    <a:pt x="329" y="3510"/>
                  </a:cubicBezTo>
                  <a:cubicBezTo>
                    <a:pt x="314" y="3674"/>
                    <a:pt x="299" y="3839"/>
                    <a:pt x="269" y="4018"/>
                  </a:cubicBezTo>
                  <a:lnTo>
                    <a:pt x="269" y="4003"/>
                  </a:lnTo>
                  <a:cubicBezTo>
                    <a:pt x="239" y="4033"/>
                    <a:pt x="209" y="4048"/>
                    <a:pt x="165" y="4063"/>
                  </a:cubicBezTo>
                  <a:cubicBezTo>
                    <a:pt x="179" y="4063"/>
                    <a:pt x="179" y="4078"/>
                    <a:pt x="179" y="4078"/>
                  </a:cubicBezTo>
                  <a:cubicBezTo>
                    <a:pt x="209" y="4078"/>
                    <a:pt x="239" y="4063"/>
                    <a:pt x="269" y="4063"/>
                  </a:cubicBezTo>
                  <a:cubicBezTo>
                    <a:pt x="269" y="4078"/>
                    <a:pt x="269" y="4107"/>
                    <a:pt x="284" y="4122"/>
                  </a:cubicBezTo>
                  <a:lnTo>
                    <a:pt x="269" y="4122"/>
                  </a:lnTo>
                  <a:cubicBezTo>
                    <a:pt x="269" y="4152"/>
                    <a:pt x="254" y="4182"/>
                    <a:pt x="254" y="4212"/>
                  </a:cubicBezTo>
                  <a:cubicBezTo>
                    <a:pt x="254" y="4212"/>
                    <a:pt x="269" y="4227"/>
                    <a:pt x="269" y="4227"/>
                  </a:cubicBezTo>
                  <a:lnTo>
                    <a:pt x="269" y="4242"/>
                  </a:lnTo>
                  <a:cubicBezTo>
                    <a:pt x="269" y="4257"/>
                    <a:pt x="254" y="4272"/>
                    <a:pt x="254" y="4287"/>
                  </a:cubicBezTo>
                  <a:cubicBezTo>
                    <a:pt x="254" y="4302"/>
                    <a:pt x="239" y="4317"/>
                    <a:pt x="239" y="4317"/>
                  </a:cubicBezTo>
                  <a:lnTo>
                    <a:pt x="239" y="4376"/>
                  </a:lnTo>
                  <a:cubicBezTo>
                    <a:pt x="239" y="4391"/>
                    <a:pt x="239" y="4391"/>
                    <a:pt x="239" y="4406"/>
                  </a:cubicBezTo>
                  <a:cubicBezTo>
                    <a:pt x="239" y="4451"/>
                    <a:pt x="224" y="4511"/>
                    <a:pt x="224" y="4556"/>
                  </a:cubicBezTo>
                  <a:lnTo>
                    <a:pt x="224" y="4541"/>
                  </a:lnTo>
                  <a:cubicBezTo>
                    <a:pt x="198" y="4535"/>
                    <a:pt x="174" y="4532"/>
                    <a:pt x="152" y="4532"/>
                  </a:cubicBezTo>
                  <a:cubicBezTo>
                    <a:pt x="59" y="4532"/>
                    <a:pt x="0" y="4584"/>
                    <a:pt x="0" y="4705"/>
                  </a:cubicBezTo>
                  <a:cubicBezTo>
                    <a:pt x="15" y="4750"/>
                    <a:pt x="75" y="4735"/>
                    <a:pt x="105" y="4765"/>
                  </a:cubicBezTo>
                  <a:lnTo>
                    <a:pt x="150" y="4765"/>
                  </a:lnTo>
                  <a:cubicBezTo>
                    <a:pt x="150" y="4795"/>
                    <a:pt x="135" y="4824"/>
                    <a:pt x="135" y="4854"/>
                  </a:cubicBezTo>
                  <a:cubicBezTo>
                    <a:pt x="135" y="4899"/>
                    <a:pt x="120" y="4944"/>
                    <a:pt x="165" y="4959"/>
                  </a:cubicBezTo>
                  <a:cubicBezTo>
                    <a:pt x="194" y="4959"/>
                    <a:pt x="209" y="4944"/>
                    <a:pt x="224" y="4929"/>
                  </a:cubicBezTo>
                  <a:lnTo>
                    <a:pt x="224" y="4929"/>
                  </a:lnTo>
                  <a:cubicBezTo>
                    <a:pt x="209" y="4944"/>
                    <a:pt x="194" y="4959"/>
                    <a:pt x="179" y="4959"/>
                  </a:cubicBezTo>
                  <a:cubicBezTo>
                    <a:pt x="120" y="4989"/>
                    <a:pt x="120" y="5048"/>
                    <a:pt x="135" y="5093"/>
                  </a:cubicBezTo>
                  <a:cubicBezTo>
                    <a:pt x="150" y="5108"/>
                    <a:pt x="150" y="5108"/>
                    <a:pt x="165" y="5123"/>
                  </a:cubicBezTo>
                  <a:lnTo>
                    <a:pt x="165" y="5168"/>
                  </a:lnTo>
                  <a:lnTo>
                    <a:pt x="150" y="5168"/>
                  </a:lnTo>
                  <a:cubicBezTo>
                    <a:pt x="135" y="5168"/>
                    <a:pt x="135" y="5183"/>
                    <a:pt x="120" y="5183"/>
                  </a:cubicBezTo>
                  <a:cubicBezTo>
                    <a:pt x="105" y="5198"/>
                    <a:pt x="105" y="5213"/>
                    <a:pt x="105" y="5228"/>
                  </a:cubicBezTo>
                  <a:cubicBezTo>
                    <a:pt x="90" y="5272"/>
                    <a:pt x="105" y="5302"/>
                    <a:pt x="135" y="5332"/>
                  </a:cubicBezTo>
                  <a:cubicBezTo>
                    <a:pt x="150" y="5347"/>
                    <a:pt x="165" y="5362"/>
                    <a:pt x="135" y="5377"/>
                  </a:cubicBezTo>
                  <a:cubicBezTo>
                    <a:pt x="105" y="5422"/>
                    <a:pt x="105" y="5452"/>
                    <a:pt x="105" y="5496"/>
                  </a:cubicBezTo>
                  <a:cubicBezTo>
                    <a:pt x="105" y="5511"/>
                    <a:pt x="105" y="5526"/>
                    <a:pt x="120" y="5541"/>
                  </a:cubicBezTo>
                  <a:cubicBezTo>
                    <a:pt x="135" y="5586"/>
                    <a:pt x="105" y="5631"/>
                    <a:pt x="120" y="5691"/>
                  </a:cubicBezTo>
                  <a:cubicBezTo>
                    <a:pt x="120" y="5691"/>
                    <a:pt x="135" y="5706"/>
                    <a:pt x="135" y="5721"/>
                  </a:cubicBezTo>
                  <a:lnTo>
                    <a:pt x="135" y="5870"/>
                  </a:lnTo>
                  <a:cubicBezTo>
                    <a:pt x="135" y="5870"/>
                    <a:pt x="120" y="5870"/>
                    <a:pt x="120" y="5885"/>
                  </a:cubicBezTo>
                  <a:cubicBezTo>
                    <a:pt x="120" y="5900"/>
                    <a:pt x="120" y="5915"/>
                    <a:pt x="120" y="5930"/>
                  </a:cubicBezTo>
                  <a:cubicBezTo>
                    <a:pt x="105" y="5960"/>
                    <a:pt x="105" y="5989"/>
                    <a:pt x="120" y="6019"/>
                  </a:cubicBezTo>
                  <a:lnTo>
                    <a:pt x="105" y="6019"/>
                  </a:lnTo>
                  <a:cubicBezTo>
                    <a:pt x="105" y="6064"/>
                    <a:pt x="90" y="6109"/>
                    <a:pt x="90" y="6154"/>
                  </a:cubicBezTo>
                  <a:cubicBezTo>
                    <a:pt x="90" y="6213"/>
                    <a:pt x="105" y="6258"/>
                    <a:pt x="105" y="6318"/>
                  </a:cubicBezTo>
                  <a:cubicBezTo>
                    <a:pt x="120" y="6378"/>
                    <a:pt x="120" y="6437"/>
                    <a:pt x="135" y="6512"/>
                  </a:cubicBezTo>
                  <a:cubicBezTo>
                    <a:pt x="120" y="6542"/>
                    <a:pt x="120" y="6572"/>
                    <a:pt x="105" y="6587"/>
                  </a:cubicBezTo>
                  <a:cubicBezTo>
                    <a:pt x="150" y="6632"/>
                    <a:pt x="194" y="6661"/>
                    <a:pt x="254" y="6706"/>
                  </a:cubicBezTo>
                  <a:cubicBezTo>
                    <a:pt x="239" y="6736"/>
                    <a:pt x="120" y="6781"/>
                    <a:pt x="239" y="6826"/>
                  </a:cubicBezTo>
                  <a:lnTo>
                    <a:pt x="254" y="6826"/>
                  </a:lnTo>
                  <a:lnTo>
                    <a:pt x="269" y="6886"/>
                  </a:lnTo>
                  <a:cubicBezTo>
                    <a:pt x="239" y="6930"/>
                    <a:pt x="299" y="6975"/>
                    <a:pt x="269" y="7020"/>
                  </a:cubicBezTo>
                  <a:cubicBezTo>
                    <a:pt x="269" y="7050"/>
                    <a:pt x="269" y="7065"/>
                    <a:pt x="269" y="7080"/>
                  </a:cubicBezTo>
                  <a:cubicBezTo>
                    <a:pt x="284" y="7125"/>
                    <a:pt x="314" y="7139"/>
                    <a:pt x="344" y="7139"/>
                  </a:cubicBezTo>
                  <a:cubicBezTo>
                    <a:pt x="329" y="7139"/>
                    <a:pt x="314" y="7139"/>
                    <a:pt x="314" y="7154"/>
                  </a:cubicBezTo>
                  <a:lnTo>
                    <a:pt x="284" y="7154"/>
                  </a:lnTo>
                  <a:cubicBezTo>
                    <a:pt x="284" y="7125"/>
                    <a:pt x="269" y="7110"/>
                    <a:pt x="254" y="7080"/>
                  </a:cubicBezTo>
                  <a:cubicBezTo>
                    <a:pt x="239" y="7065"/>
                    <a:pt x="224" y="7050"/>
                    <a:pt x="209" y="7020"/>
                  </a:cubicBezTo>
                  <a:cubicBezTo>
                    <a:pt x="179" y="7050"/>
                    <a:pt x="165" y="7080"/>
                    <a:pt x="135" y="7110"/>
                  </a:cubicBezTo>
                  <a:cubicBezTo>
                    <a:pt x="135" y="7110"/>
                    <a:pt x="135" y="7125"/>
                    <a:pt x="135" y="7139"/>
                  </a:cubicBezTo>
                  <a:cubicBezTo>
                    <a:pt x="150" y="7169"/>
                    <a:pt x="165" y="7214"/>
                    <a:pt x="179" y="7259"/>
                  </a:cubicBezTo>
                  <a:cubicBezTo>
                    <a:pt x="209" y="7274"/>
                    <a:pt x="239" y="7289"/>
                    <a:pt x="269" y="7304"/>
                  </a:cubicBezTo>
                  <a:cubicBezTo>
                    <a:pt x="299" y="7334"/>
                    <a:pt x="344" y="7363"/>
                    <a:pt x="359" y="7393"/>
                  </a:cubicBezTo>
                  <a:cubicBezTo>
                    <a:pt x="437" y="7423"/>
                    <a:pt x="521" y="7445"/>
                    <a:pt x="603" y="7445"/>
                  </a:cubicBezTo>
                  <a:cubicBezTo>
                    <a:pt x="647" y="7445"/>
                    <a:pt x="690" y="7439"/>
                    <a:pt x="732" y="7423"/>
                  </a:cubicBezTo>
                  <a:cubicBezTo>
                    <a:pt x="807" y="7438"/>
                    <a:pt x="867" y="7438"/>
                    <a:pt x="941" y="7453"/>
                  </a:cubicBezTo>
                  <a:cubicBezTo>
                    <a:pt x="941" y="7453"/>
                    <a:pt x="941" y="7438"/>
                    <a:pt x="956" y="7438"/>
                  </a:cubicBezTo>
                  <a:cubicBezTo>
                    <a:pt x="986" y="7438"/>
                    <a:pt x="1001" y="7438"/>
                    <a:pt x="1031" y="7423"/>
                  </a:cubicBezTo>
                  <a:cubicBezTo>
                    <a:pt x="1039" y="7415"/>
                    <a:pt x="1048" y="7406"/>
                    <a:pt x="1057" y="7406"/>
                  </a:cubicBezTo>
                  <a:cubicBezTo>
                    <a:pt x="1063" y="7406"/>
                    <a:pt x="1069" y="7411"/>
                    <a:pt x="1076" y="7423"/>
                  </a:cubicBezTo>
                  <a:cubicBezTo>
                    <a:pt x="1106" y="7468"/>
                    <a:pt x="1165" y="7468"/>
                    <a:pt x="1225" y="7468"/>
                  </a:cubicBezTo>
                  <a:lnTo>
                    <a:pt x="1240" y="7483"/>
                  </a:lnTo>
                  <a:cubicBezTo>
                    <a:pt x="1240" y="7498"/>
                    <a:pt x="1240" y="7498"/>
                    <a:pt x="1255" y="7513"/>
                  </a:cubicBezTo>
                  <a:cubicBezTo>
                    <a:pt x="1300" y="7528"/>
                    <a:pt x="1344" y="7528"/>
                    <a:pt x="1389" y="7543"/>
                  </a:cubicBezTo>
                  <a:cubicBezTo>
                    <a:pt x="1419" y="7543"/>
                    <a:pt x="1449" y="7528"/>
                    <a:pt x="1479" y="7513"/>
                  </a:cubicBezTo>
                  <a:cubicBezTo>
                    <a:pt x="1628" y="7528"/>
                    <a:pt x="1778" y="7528"/>
                    <a:pt x="1942" y="7543"/>
                  </a:cubicBezTo>
                  <a:cubicBezTo>
                    <a:pt x="1987" y="7558"/>
                    <a:pt x="2032" y="7573"/>
                    <a:pt x="2076" y="7588"/>
                  </a:cubicBezTo>
                  <a:cubicBezTo>
                    <a:pt x="2345" y="7602"/>
                    <a:pt x="2614" y="7632"/>
                    <a:pt x="2898" y="7632"/>
                  </a:cubicBezTo>
                  <a:cubicBezTo>
                    <a:pt x="3152" y="7647"/>
                    <a:pt x="3406" y="7647"/>
                    <a:pt x="3660" y="7662"/>
                  </a:cubicBezTo>
                  <a:lnTo>
                    <a:pt x="3809" y="7677"/>
                  </a:lnTo>
                  <a:cubicBezTo>
                    <a:pt x="3958" y="7707"/>
                    <a:pt x="4108" y="7722"/>
                    <a:pt x="4257" y="7752"/>
                  </a:cubicBezTo>
                  <a:cubicBezTo>
                    <a:pt x="4272" y="7752"/>
                    <a:pt x="4287" y="7722"/>
                    <a:pt x="4302" y="7707"/>
                  </a:cubicBezTo>
                  <a:lnTo>
                    <a:pt x="4302" y="7722"/>
                  </a:lnTo>
                  <a:cubicBezTo>
                    <a:pt x="4347" y="7722"/>
                    <a:pt x="4391" y="7737"/>
                    <a:pt x="4436" y="7752"/>
                  </a:cubicBezTo>
                  <a:lnTo>
                    <a:pt x="4436" y="7737"/>
                  </a:lnTo>
                  <a:cubicBezTo>
                    <a:pt x="4511" y="7752"/>
                    <a:pt x="4571" y="7752"/>
                    <a:pt x="4645" y="7752"/>
                  </a:cubicBezTo>
                  <a:cubicBezTo>
                    <a:pt x="4720" y="7752"/>
                    <a:pt x="4810" y="7767"/>
                    <a:pt x="4884" y="7767"/>
                  </a:cubicBezTo>
                  <a:cubicBezTo>
                    <a:pt x="4904" y="7767"/>
                    <a:pt x="4917" y="7773"/>
                    <a:pt x="4933" y="7773"/>
                  </a:cubicBezTo>
                  <a:cubicBezTo>
                    <a:pt x="4941" y="7773"/>
                    <a:pt x="4949" y="7772"/>
                    <a:pt x="4959" y="7767"/>
                  </a:cubicBezTo>
                  <a:lnTo>
                    <a:pt x="5422" y="7797"/>
                  </a:lnTo>
                  <a:cubicBezTo>
                    <a:pt x="5616" y="7797"/>
                    <a:pt x="5825" y="7782"/>
                    <a:pt x="6019" y="7782"/>
                  </a:cubicBezTo>
                  <a:lnTo>
                    <a:pt x="6049" y="7782"/>
                  </a:lnTo>
                  <a:cubicBezTo>
                    <a:pt x="6228" y="7767"/>
                    <a:pt x="6408" y="7767"/>
                    <a:pt x="6587" y="7767"/>
                  </a:cubicBezTo>
                  <a:cubicBezTo>
                    <a:pt x="6587" y="7767"/>
                    <a:pt x="6587" y="7737"/>
                    <a:pt x="6602" y="7722"/>
                  </a:cubicBezTo>
                  <a:lnTo>
                    <a:pt x="6527" y="7707"/>
                  </a:lnTo>
                  <a:lnTo>
                    <a:pt x="6602" y="7707"/>
                  </a:lnTo>
                  <a:lnTo>
                    <a:pt x="6647" y="7737"/>
                  </a:lnTo>
                  <a:cubicBezTo>
                    <a:pt x="6692" y="7752"/>
                    <a:pt x="6721" y="7752"/>
                    <a:pt x="6766" y="7767"/>
                  </a:cubicBezTo>
                  <a:cubicBezTo>
                    <a:pt x="6781" y="7737"/>
                    <a:pt x="6811" y="7722"/>
                    <a:pt x="6826" y="7692"/>
                  </a:cubicBezTo>
                  <a:cubicBezTo>
                    <a:pt x="6846" y="7716"/>
                    <a:pt x="6862" y="7725"/>
                    <a:pt x="6875" y="7725"/>
                  </a:cubicBezTo>
                  <a:cubicBezTo>
                    <a:pt x="6912" y="7725"/>
                    <a:pt x="6932" y="7658"/>
                    <a:pt x="6975" y="7647"/>
                  </a:cubicBezTo>
                  <a:cubicBezTo>
                    <a:pt x="6975" y="7647"/>
                    <a:pt x="6990" y="7632"/>
                    <a:pt x="6975" y="7617"/>
                  </a:cubicBezTo>
                  <a:cubicBezTo>
                    <a:pt x="7005" y="7573"/>
                    <a:pt x="7020" y="7513"/>
                    <a:pt x="6990" y="7468"/>
                  </a:cubicBezTo>
                  <a:cubicBezTo>
                    <a:pt x="7005" y="7468"/>
                    <a:pt x="7005" y="7453"/>
                    <a:pt x="7020" y="7453"/>
                  </a:cubicBezTo>
                  <a:cubicBezTo>
                    <a:pt x="7032" y="7465"/>
                    <a:pt x="7044" y="7487"/>
                    <a:pt x="7064" y="7487"/>
                  </a:cubicBezTo>
                  <a:cubicBezTo>
                    <a:pt x="7069" y="7487"/>
                    <a:pt x="7074" y="7486"/>
                    <a:pt x="7080" y="7483"/>
                  </a:cubicBezTo>
                  <a:cubicBezTo>
                    <a:pt x="7110" y="7468"/>
                    <a:pt x="7140" y="7453"/>
                    <a:pt x="7155" y="7453"/>
                  </a:cubicBezTo>
                  <a:cubicBezTo>
                    <a:pt x="7181" y="7460"/>
                    <a:pt x="7203" y="7463"/>
                    <a:pt x="7221" y="7463"/>
                  </a:cubicBezTo>
                  <a:cubicBezTo>
                    <a:pt x="7321" y="7463"/>
                    <a:pt x="7289" y="7365"/>
                    <a:pt x="7289" y="7289"/>
                  </a:cubicBezTo>
                  <a:cubicBezTo>
                    <a:pt x="7304" y="7259"/>
                    <a:pt x="7319" y="7214"/>
                    <a:pt x="7334" y="7184"/>
                  </a:cubicBezTo>
                  <a:lnTo>
                    <a:pt x="7364" y="7184"/>
                  </a:lnTo>
                  <a:cubicBezTo>
                    <a:pt x="7483" y="7169"/>
                    <a:pt x="7438" y="7080"/>
                    <a:pt x="7408" y="7020"/>
                  </a:cubicBezTo>
                  <a:cubicBezTo>
                    <a:pt x="7438" y="6990"/>
                    <a:pt x="7453" y="6975"/>
                    <a:pt x="7483" y="6945"/>
                  </a:cubicBezTo>
                  <a:cubicBezTo>
                    <a:pt x="7483" y="6915"/>
                    <a:pt x="7438" y="6930"/>
                    <a:pt x="7438" y="6900"/>
                  </a:cubicBezTo>
                  <a:cubicBezTo>
                    <a:pt x="7433" y="6885"/>
                    <a:pt x="7433" y="6880"/>
                    <a:pt x="7436" y="6880"/>
                  </a:cubicBezTo>
                  <a:cubicBezTo>
                    <a:pt x="7440" y="6880"/>
                    <a:pt x="7448" y="6889"/>
                    <a:pt x="7451" y="6889"/>
                  </a:cubicBezTo>
                  <a:cubicBezTo>
                    <a:pt x="7453" y="6889"/>
                    <a:pt x="7453" y="6888"/>
                    <a:pt x="7453" y="6886"/>
                  </a:cubicBezTo>
                  <a:cubicBezTo>
                    <a:pt x="7498" y="6856"/>
                    <a:pt x="7528" y="6796"/>
                    <a:pt x="7498" y="6766"/>
                  </a:cubicBezTo>
                  <a:cubicBezTo>
                    <a:pt x="7423" y="6706"/>
                    <a:pt x="7528" y="6721"/>
                    <a:pt x="7513" y="6691"/>
                  </a:cubicBezTo>
                  <a:cubicBezTo>
                    <a:pt x="7498" y="6647"/>
                    <a:pt x="7483" y="6617"/>
                    <a:pt x="7483" y="6572"/>
                  </a:cubicBezTo>
                  <a:cubicBezTo>
                    <a:pt x="7498" y="6452"/>
                    <a:pt x="7483" y="6333"/>
                    <a:pt x="7513" y="6213"/>
                  </a:cubicBezTo>
                  <a:cubicBezTo>
                    <a:pt x="7528" y="6049"/>
                    <a:pt x="7468" y="5870"/>
                    <a:pt x="7468" y="5691"/>
                  </a:cubicBezTo>
                  <a:cubicBezTo>
                    <a:pt x="7468" y="5496"/>
                    <a:pt x="7483" y="5317"/>
                    <a:pt x="7498" y="5123"/>
                  </a:cubicBezTo>
                  <a:cubicBezTo>
                    <a:pt x="7498" y="5093"/>
                    <a:pt x="7498" y="5063"/>
                    <a:pt x="7498" y="5033"/>
                  </a:cubicBezTo>
                  <a:cubicBezTo>
                    <a:pt x="7498" y="4929"/>
                    <a:pt x="7498" y="4839"/>
                    <a:pt x="7498" y="4735"/>
                  </a:cubicBezTo>
                  <a:lnTo>
                    <a:pt x="7498" y="4720"/>
                  </a:lnTo>
                  <a:cubicBezTo>
                    <a:pt x="7483" y="4630"/>
                    <a:pt x="7483" y="4526"/>
                    <a:pt x="7468" y="4436"/>
                  </a:cubicBezTo>
                  <a:cubicBezTo>
                    <a:pt x="7483" y="4346"/>
                    <a:pt x="7498" y="4257"/>
                    <a:pt x="7498" y="4152"/>
                  </a:cubicBezTo>
                  <a:cubicBezTo>
                    <a:pt x="7483" y="3958"/>
                    <a:pt x="7483" y="3749"/>
                    <a:pt x="7468" y="3540"/>
                  </a:cubicBezTo>
                  <a:cubicBezTo>
                    <a:pt x="7453" y="3420"/>
                    <a:pt x="7438" y="3301"/>
                    <a:pt x="7423" y="3181"/>
                  </a:cubicBezTo>
                  <a:lnTo>
                    <a:pt x="7423" y="3166"/>
                  </a:lnTo>
                  <a:lnTo>
                    <a:pt x="7438" y="3166"/>
                  </a:lnTo>
                  <a:cubicBezTo>
                    <a:pt x="7438" y="3092"/>
                    <a:pt x="7438" y="3017"/>
                    <a:pt x="7438" y="2942"/>
                  </a:cubicBezTo>
                  <a:cubicBezTo>
                    <a:pt x="7423" y="2928"/>
                    <a:pt x="7408" y="2928"/>
                    <a:pt x="7393" y="2928"/>
                  </a:cubicBezTo>
                  <a:cubicBezTo>
                    <a:pt x="7408" y="2883"/>
                    <a:pt x="7423" y="2838"/>
                    <a:pt x="7408" y="2793"/>
                  </a:cubicBezTo>
                  <a:cubicBezTo>
                    <a:pt x="7408" y="2778"/>
                    <a:pt x="7408" y="2778"/>
                    <a:pt x="7408" y="2763"/>
                  </a:cubicBezTo>
                  <a:cubicBezTo>
                    <a:pt x="7393" y="2674"/>
                    <a:pt x="7379" y="2599"/>
                    <a:pt x="7379" y="2509"/>
                  </a:cubicBezTo>
                  <a:cubicBezTo>
                    <a:pt x="7379" y="2494"/>
                    <a:pt x="7379" y="2479"/>
                    <a:pt x="7379" y="2465"/>
                  </a:cubicBezTo>
                  <a:cubicBezTo>
                    <a:pt x="7389" y="2373"/>
                    <a:pt x="7385" y="2344"/>
                    <a:pt x="7349" y="2344"/>
                  </a:cubicBezTo>
                  <a:cubicBezTo>
                    <a:pt x="7332" y="2344"/>
                    <a:pt x="7307" y="2350"/>
                    <a:pt x="7274" y="2360"/>
                  </a:cubicBezTo>
                  <a:cubicBezTo>
                    <a:pt x="7271" y="2363"/>
                    <a:pt x="7268" y="2364"/>
                    <a:pt x="7264" y="2364"/>
                  </a:cubicBezTo>
                  <a:cubicBezTo>
                    <a:pt x="7248" y="2364"/>
                    <a:pt x="7223" y="2342"/>
                    <a:pt x="7199" y="2330"/>
                  </a:cubicBezTo>
                  <a:cubicBezTo>
                    <a:pt x="7243" y="2295"/>
                    <a:pt x="7271" y="2281"/>
                    <a:pt x="7305" y="2281"/>
                  </a:cubicBezTo>
                  <a:cubicBezTo>
                    <a:pt x="7329" y="2281"/>
                    <a:pt x="7356" y="2288"/>
                    <a:pt x="7393" y="2300"/>
                  </a:cubicBezTo>
                  <a:cubicBezTo>
                    <a:pt x="7364" y="2166"/>
                    <a:pt x="7349" y="2046"/>
                    <a:pt x="7319" y="1942"/>
                  </a:cubicBezTo>
                  <a:lnTo>
                    <a:pt x="7319" y="1927"/>
                  </a:lnTo>
                  <a:cubicBezTo>
                    <a:pt x="7319" y="1852"/>
                    <a:pt x="7319" y="1777"/>
                    <a:pt x="7319" y="1703"/>
                  </a:cubicBezTo>
                  <a:cubicBezTo>
                    <a:pt x="7334" y="1688"/>
                    <a:pt x="7319" y="1658"/>
                    <a:pt x="7319" y="1643"/>
                  </a:cubicBezTo>
                  <a:lnTo>
                    <a:pt x="7289" y="1479"/>
                  </a:lnTo>
                  <a:cubicBezTo>
                    <a:pt x="7274" y="1449"/>
                    <a:pt x="7259" y="1419"/>
                    <a:pt x="7229" y="1419"/>
                  </a:cubicBezTo>
                  <a:cubicBezTo>
                    <a:pt x="7244" y="1389"/>
                    <a:pt x="7244" y="1374"/>
                    <a:pt x="7259" y="1359"/>
                  </a:cubicBezTo>
                  <a:cubicBezTo>
                    <a:pt x="7259" y="1329"/>
                    <a:pt x="7259" y="1300"/>
                    <a:pt x="7259" y="1285"/>
                  </a:cubicBezTo>
                  <a:cubicBezTo>
                    <a:pt x="7229" y="1255"/>
                    <a:pt x="7199" y="1255"/>
                    <a:pt x="7155" y="1255"/>
                  </a:cubicBezTo>
                  <a:lnTo>
                    <a:pt x="7125" y="1255"/>
                  </a:lnTo>
                  <a:cubicBezTo>
                    <a:pt x="7125" y="1240"/>
                    <a:pt x="7140" y="1240"/>
                    <a:pt x="7155" y="1225"/>
                  </a:cubicBezTo>
                  <a:cubicBezTo>
                    <a:pt x="7169" y="1165"/>
                    <a:pt x="7259" y="1165"/>
                    <a:pt x="7229" y="1090"/>
                  </a:cubicBezTo>
                  <a:cubicBezTo>
                    <a:pt x="7229" y="1090"/>
                    <a:pt x="7229" y="1090"/>
                    <a:pt x="7214" y="1075"/>
                  </a:cubicBezTo>
                  <a:lnTo>
                    <a:pt x="7199" y="1046"/>
                  </a:lnTo>
                  <a:cubicBezTo>
                    <a:pt x="7214" y="1031"/>
                    <a:pt x="7214" y="1031"/>
                    <a:pt x="7229" y="1016"/>
                  </a:cubicBezTo>
                  <a:cubicBezTo>
                    <a:pt x="7199" y="1001"/>
                    <a:pt x="7169" y="1001"/>
                    <a:pt x="7155" y="986"/>
                  </a:cubicBezTo>
                  <a:lnTo>
                    <a:pt x="7140" y="986"/>
                  </a:lnTo>
                  <a:cubicBezTo>
                    <a:pt x="7110" y="956"/>
                    <a:pt x="7065" y="926"/>
                    <a:pt x="7035" y="896"/>
                  </a:cubicBezTo>
                  <a:cubicBezTo>
                    <a:pt x="7050" y="866"/>
                    <a:pt x="7065" y="837"/>
                    <a:pt x="7080" y="807"/>
                  </a:cubicBezTo>
                  <a:cubicBezTo>
                    <a:pt x="7095" y="792"/>
                    <a:pt x="7125" y="792"/>
                    <a:pt x="7140" y="792"/>
                  </a:cubicBezTo>
                  <a:cubicBezTo>
                    <a:pt x="7110" y="762"/>
                    <a:pt x="7080" y="732"/>
                    <a:pt x="7050" y="732"/>
                  </a:cubicBezTo>
                  <a:cubicBezTo>
                    <a:pt x="7020" y="732"/>
                    <a:pt x="6990" y="762"/>
                    <a:pt x="6945" y="777"/>
                  </a:cubicBezTo>
                  <a:cubicBezTo>
                    <a:pt x="6960" y="747"/>
                    <a:pt x="6975" y="717"/>
                    <a:pt x="7005" y="702"/>
                  </a:cubicBezTo>
                  <a:cubicBezTo>
                    <a:pt x="7035" y="672"/>
                    <a:pt x="7035" y="627"/>
                    <a:pt x="7020" y="598"/>
                  </a:cubicBezTo>
                  <a:cubicBezTo>
                    <a:pt x="7005" y="583"/>
                    <a:pt x="7005" y="583"/>
                    <a:pt x="7005" y="583"/>
                  </a:cubicBezTo>
                  <a:lnTo>
                    <a:pt x="7005" y="553"/>
                  </a:lnTo>
                  <a:lnTo>
                    <a:pt x="6930" y="553"/>
                  </a:lnTo>
                  <a:cubicBezTo>
                    <a:pt x="6916" y="508"/>
                    <a:pt x="6901" y="463"/>
                    <a:pt x="6886" y="418"/>
                  </a:cubicBezTo>
                  <a:cubicBezTo>
                    <a:pt x="6871" y="433"/>
                    <a:pt x="6871" y="448"/>
                    <a:pt x="6856" y="478"/>
                  </a:cubicBezTo>
                  <a:cubicBezTo>
                    <a:pt x="6841" y="493"/>
                    <a:pt x="6826" y="493"/>
                    <a:pt x="6811" y="508"/>
                  </a:cubicBezTo>
                  <a:cubicBezTo>
                    <a:pt x="6811" y="478"/>
                    <a:pt x="6796" y="463"/>
                    <a:pt x="6781" y="433"/>
                  </a:cubicBezTo>
                  <a:cubicBezTo>
                    <a:pt x="6841" y="388"/>
                    <a:pt x="6826" y="329"/>
                    <a:pt x="6796" y="269"/>
                  </a:cubicBezTo>
                  <a:cubicBezTo>
                    <a:pt x="6751" y="239"/>
                    <a:pt x="6692" y="209"/>
                    <a:pt x="6632" y="179"/>
                  </a:cubicBezTo>
                  <a:lnTo>
                    <a:pt x="6602" y="179"/>
                  </a:lnTo>
                  <a:cubicBezTo>
                    <a:pt x="6487" y="156"/>
                    <a:pt x="6381" y="125"/>
                    <a:pt x="6271" y="125"/>
                  </a:cubicBezTo>
                  <a:cubicBezTo>
                    <a:pt x="6237" y="125"/>
                    <a:pt x="6203" y="128"/>
                    <a:pt x="6169" y="135"/>
                  </a:cubicBezTo>
                  <a:cubicBezTo>
                    <a:pt x="6169" y="105"/>
                    <a:pt x="6154" y="90"/>
                    <a:pt x="6109" y="90"/>
                  </a:cubicBezTo>
                  <a:cubicBezTo>
                    <a:pt x="6034" y="75"/>
                    <a:pt x="5945" y="45"/>
                    <a:pt x="5870" y="30"/>
                  </a:cubicBezTo>
                  <a:cubicBezTo>
                    <a:pt x="5780" y="30"/>
                    <a:pt x="5676" y="45"/>
                    <a:pt x="5586" y="60"/>
                  </a:cubicBezTo>
                  <a:cubicBezTo>
                    <a:pt x="5497" y="60"/>
                    <a:pt x="5422" y="45"/>
                    <a:pt x="5332" y="45"/>
                  </a:cubicBezTo>
                  <a:cubicBezTo>
                    <a:pt x="5301" y="24"/>
                    <a:pt x="5269" y="3"/>
                    <a:pt x="5232" y="3"/>
                  </a:cubicBezTo>
                  <a:cubicBezTo>
                    <a:pt x="5217" y="3"/>
                    <a:pt x="5200" y="6"/>
                    <a:pt x="5183" y="15"/>
                  </a:cubicBezTo>
                  <a:lnTo>
                    <a:pt x="5108" y="15"/>
                  </a:lnTo>
                  <a:cubicBezTo>
                    <a:pt x="5080" y="34"/>
                    <a:pt x="5058" y="53"/>
                    <a:pt x="5034" y="53"/>
                  </a:cubicBezTo>
                  <a:cubicBezTo>
                    <a:pt x="5020" y="53"/>
                    <a:pt x="5005" y="46"/>
                    <a:pt x="4989" y="30"/>
                  </a:cubicBezTo>
                  <a:cubicBezTo>
                    <a:pt x="4989" y="30"/>
                    <a:pt x="4974" y="15"/>
                    <a:pt x="4959" y="15"/>
                  </a:cubicBezTo>
                  <a:cubicBezTo>
                    <a:pt x="4944" y="15"/>
                    <a:pt x="4929" y="15"/>
                    <a:pt x="4914" y="30"/>
                  </a:cubicBezTo>
                  <a:cubicBezTo>
                    <a:pt x="4906" y="33"/>
                    <a:pt x="4898" y="34"/>
                    <a:pt x="4892" y="34"/>
                  </a:cubicBezTo>
                  <a:cubicBezTo>
                    <a:pt x="4864" y="34"/>
                    <a:pt x="4852" y="12"/>
                    <a:pt x="4839" y="0"/>
                  </a:cubicBezTo>
                  <a:cubicBezTo>
                    <a:pt x="4825" y="0"/>
                    <a:pt x="4795" y="0"/>
                    <a:pt x="4780" y="15"/>
                  </a:cubicBezTo>
                  <a:cubicBezTo>
                    <a:pt x="4391" y="0"/>
                    <a:pt x="4003" y="0"/>
                    <a:pt x="3615" y="0"/>
                  </a:cubicBezTo>
                  <a:close/>
                  <a:moveTo>
                    <a:pt x="3344" y="8040"/>
                  </a:moveTo>
                  <a:cubicBezTo>
                    <a:pt x="3326" y="8040"/>
                    <a:pt x="3307" y="8058"/>
                    <a:pt x="3286" y="8110"/>
                  </a:cubicBezTo>
                  <a:lnTo>
                    <a:pt x="3436" y="8110"/>
                  </a:lnTo>
                  <a:cubicBezTo>
                    <a:pt x="3406" y="8101"/>
                    <a:pt x="3377" y="8040"/>
                    <a:pt x="3344" y="8040"/>
                  </a:cubicBezTo>
                  <a:close/>
                  <a:moveTo>
                    <a:pt x="3495" y="8065"/>
                  </a:moveTo>
                  <a:lnTo>
                    <a:pt x="3495" y="8065"/>
                  </a:lnTo>
                  <a:cubicBezTo>
                    <a:pt x="3510" y="8080"/>
                    <a:pt x="3525" y="8095"/>
                    <a:pt x="3555" y="8110"/>
                  </a:cubicBezTo>
                  <a:lnTo>
                    <a:pt x="3645" y="8110"/>
                  </a:lnTo>
                  <a:cubicBezTo>
                    <a:pt x="3600" y="8095"/>
                    <a:pt x="3540" y="8080"/>
                    <a:pt x="3495" y="80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7"/>
            <p:cNvSpPr/>
            <p:nvPr/>
          </p:nvSpPr>
          <p:spPr>
            <a:xfrm rot="2700000" flipH="1">
              <a:off x="8302303" y="3773056"/>
              <a:ext cx="1341052" cy="2232629"/>
            </a:xfrm>
            <a:custGeom>
              <a:avLst/>
              <a:gdLst/>
              <a:ahLst/>
              <a:cxnLst/>
              <a:rect l="l" t="t" r="r" b="b"/>
              <a:pathLst>
                <a:path w="11457" h="19074" extrusionOk="0">
                  <a:moveTo>
                    <a:pt x="7319" y="5900"/>
                  </a:moveTo>
                  <a:lnTo>
                    <a:pt x="7319" y="5900"/>
                  </a:lnTo>
                  <a:cubicBezTo>
                    <a:pt x="7289" y="5915"/>
                    <a:pt x="7244" y="5930"/>
                    <a:pt x="7199" y="5959"/>
                  </a:cubicBezTo>
                  <a:cubicBezTo>
                    <a:pt x="7229" y="5974"/>
                    <a:pt x="7259" y="6004"/>
                    <a:pt x="7289" y="6034"/>
                  </a:cubicBezTo>
                  <a:cubicBezTo>
                    <a:pt x="7304" y="5989"/>
                    <a:pt x="7319" y="5945"/>
                    <a:pt x="7319" y="5900"/>
                  </a:cubicBezTo>
                  <a:close/>
                  <a:moveTo>
                    <a:pt x="11172" y="6348"/>
                  </a:moveTo>
                  <a:lnTo>
                    <a:pt x="11202" y="6393"/>
                  </a:lnTo>
                  <a:lnTo>
                    <a:pt x="11157" y="6393"/>
                  </a:lnTo>
                  <a:lnTo>
                    <a:pt x="11172" y="6348"/>
                  </a:lnTo>
                  <a:close/>
                  <a:moveTo>
                    <a:pt x="3719" y="8857"/>
                  </a:moveTo>
                  <a:cubicBezTo>
                    <a:pt x="3719" y="8917"/>
                    <a:pt x="3719" y="8991"/>
                    <a:pt x="3704" y="9066"/>
                  </a:cubicBezTo>
                  <a:lnTo>
                    <a:pt x="3719" y="8857"/>
                  </a:lnTo>
                  <a:close/>
                  <a:moveTo>
                    <a:pt x="3839" y="9753"/>
                  </a:moveTo>
                  <a:cubicBezTo>
                    <a:pt x="3854" y="9783"/>
                    <a:pt x="3839" y="9798"/>
                    <a:pt x="3824" y="9828"/>
                  </a:cubicBezTo>
                  <a:cubicBezTo>
                    <a:pt x="3824" y="9813"/>
                    <a:pt x="3824" y="9798"/>
                    <a:pt x="3824" y="9768"/>
                  </a:cubicBezTo>
                  <a:cubicBezTo>
                    <a:pt x="3839" y="9768"/>
                    <a:pt x="3839" y="9768"/>
                    <a:pt x="3839" y="9753"/>
                  </a:cubicBezTo>
                  <a:close/>
                  <a:moveTo>
                    <a:pt x="5527" y="10156"/>
                  </a:moveTo>
                  <a:cubicBezTo>
                    <a:pt x="5541" y="10186"/>
                    <a:pt x="5541" y="10231"/>
                    <a:pt x="5541" y="10261"/>
                  </a:cubicBezTo>
                  <a:lnTo>
                    <a:pt x="5527" y="10156"/>
                  </a:lnTo>
                  <a:close/>
                  <a:moveTo>
                    <a:pt x="11411" y="10649"/>
                  </a:moveTo>
                  <a:lnTo>
                    <a:pt x="11411" y="10649"/>
                  </a:lnTo>
                  <a:cubicBezTo>
                    <a:pt x="11396" y="10724"/>
                    <a:pt x="11381" y="10799"/>
                    <a:pt x="11381" y="10873"/>
                  </a:cubicBezTo>
                  <a:cubicBezTo>
                    <a:pt x="11381" y="10799"/>
                    <a:pt x="11381" y="10724"/>
                    <a:pt x="11411" y="10649"/>
                  </a:cubicBezTo>
                  <a:close/>
                  <a:moveTo>
                    <a:pt x="7169" y="11650"/>
                  </a:moveTo>
                  <a:lnTo>
                    <a:pt x="7169" y="11650"/>
                  </a:lnTo>
                  <a:cubicBezTo>
                    <a:pt x="7169" y="11650"/>
                    <a:pt x="7184" y="11665"/>
                    <a:pt x="7184" y="11680"/>
                  </a:cubicBezTo>
                  <a:lnTo>
                    <a:pt x="7184" y="11740"/>
                  </a:lnTo>
                  <a:cubicBezTo>
                    <a:pt x="7184" y="11710"/>
                    <a:pt x="7169" y="11680"/>
                    <a:pt x="7169" y="11650"/>
                  </a:cubicBezTo>
                  <a:close/>
                  <a:moveTo>
                    <a:pt x="463" y="12053"/>
                  </a:moveTo>
                  <a:lnTo>
                    <a:pt x="433" y="12173"/>
                  </a:lnTo>
                  <a:cubicBezTo>
                    <a:pt x="433" y="12128"/>
                    <a:pt x="433" y="12083"/>
                    <a:pt x="463" y="12053"/>
                  </a:cubicBezTo>
                  <a:close/>
                  <a:moveTo>
                    <a:pt x="7095" y="12322"/>
                  </a:moveTo>
                  <a:lnTo>
                    <a:pt x="7095" y="12322"/>
                  </a:lnTo>
                  <a:cubicBezTo>
                    <a:pt x="7125" y="12397"/>
                    <a:pt x="7125" y="12471"/>
                    <a:pt x="7125" y="12561"/>
                  </a:cubicBezTo>
                  <a:lnTo>
                    <a:pt x="7095" y="12322"/>
                  </a:lnTo>
                  <a:close/>
                  <a:moveTo>
                    <a:pt x="299" y="0"/>
                  </a:moveTo>
                  <a:cubicBezTo>
                    <a:pt x="284" y="0"/>
                    <a:pt x="269" y="0"/>
                    <a:pt x="254" y="15"/>
                  </a:cubicBezTo>
                  <a:cubicBezTo>
                    <a:pt x="239" y="314"/>
                    <a:pt x="224" y="627"/>
                    <a:pt x="194" y="941"/>
                  </a:cubicBezTo>
                  <a:cubicBezTo>
                    <a:pt x="150" y="1090"/>
                    <a:pt x="90" y="1225"/>
                    <a:pt x="75" y="1374"/>
                  </a:cubicBezTo>
                  <a:cubicBezTo>
                    <a:pt x="45" y="2464"/>
                    <a:pt x="60" y="3570"/>
                    <a:pt x="30" y="4660"/>
                  </a:cubicBezTo>
                  <a:cubicBezTo>
                    <a:pt x="30" y="4705"/>
                    <a:pt x="45" y="4750"/>
                    <a:pt x="60" y="4794"/>
                  </a:cubicBezTo>
                  <a:cubicBezTo>
                    <a:pt x="45" y="4839"/>
                    <a:pt x="30" y="4884"/>
                    <a:pt x="45" y="4929"/>
                  </a:cubicBezTo>
                  <a:cubicBezTo>
                    <a:pt x="45" y="4959"/>
                    <a:pt x="45" y="4974"/>
                    <a:pt x="45" y="4989"/>
                  </a:cubicBezTo>
                  <a:cubicBezTo>
                    <a:pt x="30" y="5138"/>
                    <a:pt x="0" y="5302"/>
                    <a:pt x="30" y="5452"/>
                  </a:cubicBezTo>
                  <a:cubicBezTo>
                    <a:pt x="45" y="5482"/>
                    <a:pt x="60" y="5496"/>
                    <a:pt x="90" y="5526"/>
                  </a:cubicBezTo>
                  <a:cubicBezTo>
                    <a:pt x="75" y="5915"/>
                    <a:pt x="60" y="6303"/>
                    <a:pt x="60" y="6691"/>
                  </a:cubicBezTo>
                  <a:cubicBezTo>
                    <a:pt x="60" y="7602"/>
                    <a:pt x="75" y="8528"/>
                    <a:pt x="75" y="9454"/>
                  </a:cubicBezTo>
                  <a:cubicBezTo>
                    <a:pt x="90" y="10007"/>
                    <a:pt x="90" y="10575"/>
                    <a:pt x="90" y="11127"/>
                  </a:cubicBezTo>
                  <a:lnTo>
                    <a:pt x="120" y="11471"/>
                  </a:lnTo>
                  <a:lnTo>
                    <a:pt x="105" y="11501"/>
                  </a:lnTo>
                  <a:cubicBezTo>
                    <a:pt x="105" y="11560"/>
                    <a:pt x="120" y="11620"/>
                    <a:pt x="135" y="11680"/>
                  </a:cubicBezTo>
                  <a:lnTo>
                    <a:pt x="165" y="12023"/>
                  </a:lnTo>
                  <a:cubicBezTo>
                    <a:pt x="150" y="12113"/>
                    <a:pt x="165" y="12188"/>
                    <a:pt x="194" y="12277"/>
                  </a:cubicBezTo>
                  <a:lnTo>
                    <a:pt x="254" y="12860"/>
                  </a:lnTo>
                  <a:cubicBezTo>
                    <a:pt x="254" y="12934"/>
                    <a:pt x="254" y="13009"/>
                    <a:pt x="254" y="13099"/>
                  </a:cubicBezTo>
                  <a:lnTo>
                    <a:pt x="329" y="13099"/>
                  </a:lnTo>
                  <a:cubicBezTo>
                    <a:pt x="344" y="13009"/>
                    <a:pt x="344" y="12934"/>
                    <a:pt x="359" y="12860"/>
                  </a:cubicBezTo>
                  <a:lnTo>
                    <a:pt x="418" y="12442"/>
                  </a:lnTo>
                  <a:cubicBezTo>
                    <a:pt x="433" y="12397"/>
                    <a:pt x="433" y="12337"/>
                    <a:pt x="433" y="12277"/>
                  </a:cubicBezTo>
                  <a:cubicBezTo>
                    <a:pt x="433" y="12262"/>
                    <a:pt x="433" y="12262"/>
                    <a:pt x="433" y="12247"/>
                  </a:cubicBezTo>
                  <a:lnTo>
                    <a:pt x="463" y="12053"/>
                  </a:lnTo>
                  <a:cubicBezTo>
                    <a:pt x="478" y="11979"/>
                    <a:pt x="508" y="11919"/>
                    <a:pt x="508" y="11844"/>
                  </a:cubicBezTo>
                  <a:cubicBezTo>
                    <a:pt x="538" y="10963"/>
                    <a:pt x="553" y="10082"/>
                    <a:pt x="568" y="9201"/>
                  </a:cubicBezTo>
                  <a:cubicBezTo>
                    <a:pt x="568" y="8976"/>
                    <a:pt x="538" y="8767"/>
                    <a:pt x="523" y="8543"/>
                  </a:cubicBezTo>
                  <a:cubicBezTo>
                    <a:pt x="478" y="8484"/>
                    <a:pt x="478" y="8424"/>
                    <a:pt x="493" y="8364"/>
                  </a:cubicBezTo>
                  <a:lnTo>
                    <a:pt x="493" y="8364"/>
                  </a:lnTo>
                  <a:cubicBezTo>
                    <a:pt x="493" y="8424"/>
                    <a:pt x="508" y="8484"/>
                    <a:pt x="523" y="8543"/>
                  </a:cubicBezTo>
                  <a:cubicBezTo>
                    <a:pt x="523" y="7961"/>
                    <a:pt x="523" y="7378"/>
                    <a:pt x="523" y="6796"/>
                  </a:cubicBezTo>
                  <a:cubicBezTo>
                    <a:pt x="523" y="6512"/>
                    <a:pt x="553" y="6228"/>
                    <a:pt x="568" y="5945"/>
                  </a:cubicBezTo>
                  <a:cubicBezTo>
                    <a:pt x="553" y="5661"/>
                    <a:pt x="523" y="5362"/>
                    <a:pt x="508" y="5063"/>
                  </a:cubicBezTo>
                  <a:cubicBezTo>
                    <a:pt x="493" y="4570"/>
                    <a:pt x="478" y="4078"/>
                    <a:pt x="463" y="3585"/>
                  </a:cubicBezTo>
                  <a:lnTo>
                    <a:pt x="463" y="3465"/>
                  </a:lnTo>
                  <a:cubicBezTo>
                    <a:pt x="508" y="3405"/>
                    <a:pt x="493" y="3331"/>
                    <a:pt x="463" y="3256"/>
                  </a:cubicBezTo>
                  <a:lnTo>
                    <a:pt x="463" y="2987"/>
                  </a:lnTo>
                  <a:cubicBezTo>
                    <a:pt x="463" y="3047"/>
                    <a:pt x="448" y="3107"/>
                    <a:pt x="448" y="3166"/>
                  </a:cubicBezTo>
                  <a:cubicBezTo>
                    <a:pt x="433" y="3107"/>
                    <a:pt x="418" y="3047"/>
                    <a:pt x="463" y="2987"/>
                  </a:cubicBezTo>
                  <a:lnTo>
                    <a:pt x="463" y="2987"/>
                  </a:lnTo>
                  <a:lnTo>
                    <a:pt x="463" y="2987"/>
                  </a:lnTo>
                  <a:cubicBezTo>
                    <a:pt x="463" y="2644"/>
                    <a:pt x="463" y="2300"/>
                    <a:pt x="463" y="1957"/>
                  </a:cubicBezTo>
                  <a:cubicBezTo>
                    <a:pt x="463" y="1882"/>
                    <a:pt x="463" y="1822"/>
                    <a:pt x="463" y="1748"/>
                  </a:cubicBezTo>
                  <a:cubicBezTo>
                    <a:pt x="404" y="1165"/>
                    <a:pt x="359" y="583"/>
                    <a:pt x="299" y="0"/>
                  </a:cubicBezTo>
                  <a:close/>
                  <a:moveTo>
                    <a:pt x="5915" y="13009"/>
                  </a:moveTo>
                  <a:cubicBezTo>
                    <a:pt x="5900" y="13099"/>
                    <a:pt x="5900" y="13173"/>
                    <a:pt x="5885" y="13263"/>
                  </a:cubicBezTo>
                  <a:cubicBezTo>
                    <a:pt x="5870" y="13173"/>
                    <a:pt x="5870" y="13099"/>
                    <a:pt x="5915" y="13009"/>
                  </a:cubicBezTo>
                  <a:close/>
                  <a:moveTo>
                    <a:pt x="9171" y="1912"/>
                  </a:moveTo>
                  <a:cubicBezTo>
                    <a:pt x="9141" y="1912"/>
                    <a:pt x="9111" y="1927"/>
                    <a:pt x="9081" y="1927"/>
                  </a:cubicBezTo>
                  <a:lnTo>
                    <a:pt x="9081" y="2554"/>
                  </a:lnTo>
                  <a:lnTo>
                    <a:pt x="9096" y="2554"/>
                  </a:lnTo>
                  <a:cubicBezTo>
                    <a:pt x="9066" y="2629"/>
                    <a:pt x="9066" y="2703"/>
                    <a:pt x="9066" y="2778"/>
                  </a:cubicBezTo>
                  <a:cubicBezTo>
                    <a:pt x="9081" y="2883"/>
                    <a:pt x="9081" y="2987"/>
                    <a:pt x="9036" y="3092"/>
                  </a:cubicBezTo>
                  <a:cubicBezTo>
                    <a:pt x="9022" y="3465"/>
                    <a:pt x="9007" y="3854"/>
                    <a:pt x="8992" y="4227"/>
                  </a:cubicBezTo>
                  <a:cubicBezTo>
                    <a:pt x="8962" y="4287"/>
                    <a:pt x="8932" y="4346"/>
                    <a:pt x="8932" y="4406"/>
                  </a:cubicBezTo>
                  <a:cubicBezTo>
                    <a:pt x="8947" y="4809"/>
                    <a:pt x="8962" y="5213"/>
                    <a:pt x="8977" y="5616"/>
                  </a:cubicBezTo>
                  <a:cubicBezTo>
                    <a:pt x="8962" y="5661"/>
                    <a:pt x="8932" y="5720"/>
                    <a:pt x="8932" y="5765"/>
                  </a:cubicBezTo>
                  <a:cubicBezTo>
                    <a:pt x="8932" y="6482"/>
                    <a:pt x="8932" y="7184"/>
                    <a:pt x="8932" y="7886"/>
                  </a:cubicBezTo>
                  <a:cubicBezTo>
                    <a:pt x="8857" y="7976"/>
                    <a:pt x="8842" y="8080"/>
                    <a:pt x="8932" y="8155"/>
                  </a:cubicBezTo>
                  <a:cubicBezTo>
                    <a:pt x="8932" y="8215"/>
                    <a:pt x="8932" y="8275"/>
                    <a:pt x="8932" y="8319"/>
                  </a:cubicBezTo>
                  <a:cubicBezTo>
                    <a:pt x="8947" y="8708"/>
                    <a:pt x="8962" y="9081"/>
                    <a:pt x="8977" y="9454"/>
                  </a:cubicBezTo>
                  <a:cubicBezTo>
                    <a:pt x="8977" y="9783"/>
                    <a:pt x="8947" y="10112"/>
                    <a:pt x="8947" y="10440"/>
                  </a:cubicBezTo>
                  <a:cubicBezTo>
                    <a:pt x="8947" y="10903"/>
                    <a:pt x="8962" y="11351"/>
                    <a:pt x="8977" y="11814"/>
                  </a:cubicBezTo>
                  <a:cubicBezTo>
                    <a:pt x="8962" y="12053"/>
                    <a:pt x="8947" y="12307"/>
                    <a:pt x="8962" y="12546"/>
                  </a:cubicBezTo>
                  <a:cubicBezTo>
                    <a:pt x="8977" y="12964"/>
                    <a:pt x="9007" y="13383"/>
                    <a:pt x="9036" y="13816"/>
                  </a:cubicBezTo>
                  <a:cubicBezTo>
                    <a:pt x="9066" y="13890"/>
                    <a:pt x="9096" y="13965"/>
                    <a:pt x="9111" y="14055"/>
                  </a:cubicBezTo>
                  <a:cubicBezTo>
                    <a:pt x="9171" y="13950"/>
                    <a:pt x="9201" y="13890"/>
                    <a:pt x="9231" y="13816"/>
                  </a:cubicBezTo>
                  <a:cubicBezTo>
                    <a:pt x="9246" y="13741"/>
                    <a:pt x="9246" y="13681"/>
                    <a:pt x="9260" y="13607"/>
                  </a:cubicBezTo>
                  <a:cubicBezTo>
                    <a:pt x="9260" y="13502"/>
                    <a:pt x="9260" y="13398"/>
                    <a:pt x="9260" y="13293"/>
                  </a:cubicBezTo>
                  <a:cubicBezTo>
                    <a:pt x="9290" y="12770"/>
                    <a:pt x="9335" y="12262"/>
                    <a:pt x="9350" y="11740"/>
                  </a:cubicBezTo>
                  <a:cubicBezTo>
                    <a:pt x="9365" y="11157"/>
                    <a:pt x="9365" y="10575"/>
                    <a:pt x="9365" y="9992"/>
                  </a:cubicBezTo>
                  <a:cubicBezTo>
                    <a:pt x="9470" y="9858"/>
                    <a:pt x="9410" y="9753"/>
                    <a:pt x="9320" y="9634"/>
                  </a:cubicBezTo>
                  <a:lnTo>
                    <a:pt x="9320" y="9619"/>
                  </a:lnTo>
                  <a:cubicBezTo>
                    <a:pt x="9320" y="9626"/>
                    <a:pt x="9324" y="9630"/>
                    <a:pt x="9330" y="9630"/>
                  </a:cubicBezTo>
                  <a:cubicBezTo>
                    <a:pt x="9335" y="9630"/>
                    <a:pt x="9343" y="9626"/>
                    <a:pt x="9350" y="9619"/>
                  </a:cubicBezTo>
                  <a:cubicBezTo>
                    <a:pt x="9365" y="9380"/>
                    <a:pt x="9365" y="9156"/>
                    <a:pt x="9365" y="8917"/>
                  </a:cubicBezTo>
                  <a:cubicBezTo>
                    <a:pt x="9350" y="8887"/>
                    <a:pt x="9350" y="8857"/>
                    <a:pt x="9350" y="8827"/>
                  </a:cubicBezTo>
                  <a:lnTo>
                    <a:pt x="9380" y="8827"/>
                  </a:lnTo>
                  <a:cubicBezTo>
                    <a:pt x="9365" y="8513"/>
                    <a:pt x="9335" y="8200"/>
                    <a:pt x="9335" y="7886"/>
                  </a:cubicBezTo>
                  <a:cubicBezTo>
                    <a:pt x="9335" y="7513"/>
                    <a:pt x="9365" y="7154"/>
                    <a:pt x="9365" y="6781"/>
                  </a:cubicBezTo>
                  <a:cubicBezTo>
                    <a:pt x="9365" y="6333"/>
                    <a:pt x="9350" y="5900"/>
                    <a:pt x="9335" y="5452"/>
                  </a:cubicBezTo>
                  <a:cubicBezTo>
                    <a:pt x="9335" y="5317"/>
                    <a:pt x="9320" y="5168"/>
                    <a:pt x="9305" y="5033"/>
                  </a:cubicBezTo>
                  <a:cubicBezTo>
                    <a:pt x="9275" y="4959"/>
                    <a:pt x="9275" y="4869"/>
                    <a:pt x="9275" y="4780"/>
                  </a:cubicBezTo>
                  <a:lnTo>
                    <a:pt x="9275" y="4780"/>
                  </a:lnTo>
                  <a:lnTo>
                    <a:pt x="9305" y="5033"/>
                  </a:lnTo>
                  <a:cubicBezTo>
                    <a:pt x="9305" y="4750"/>
                    <a:pt x="9305" y="4466"/>
                    <a:pt x="9305" y="4167"/>
                  </a:cubicBezTo>
                  <a:cubicBezTo>
                    <a:pt x="9290" y="4003"/>
                    <a:pt x="9275" y="3854"/>
                    <a:pt x="9260" y="3689"/>
                  </a:cubicBezTo>
                  <a:lnTo>
                    <a:pt x="9246" y="3704"/>
                  </a:lnTo>
                  <a:cubicBezTo>
                    <a:pt x="9246" y="3689"/>
                    <a:pt x="9246" y="3689"/>
                    <a:pt x="9260" y="3689"/>
                  </a:cubicBezTo>
                  <a:cubicBezTo>
                    <a:pt x="9246" y="3286"/>
                    <a:pt x="9216" y="2898"/>
                    <a:pt x="9201" y="2509"/>
                  </a:cubicBezTo>
                  <a:cubicBezTo>
                    <a:pt x="9186" y="2300"/>
                    <a:pt x="9186" y="2106"/>
                    <a:pt x="9171" y="1912"/>
                  </a:cubicBezTo>
                  <a:close/>
                  <a:moveTo>
                    <a:pt x="3854" y="3734"/>
                  </a:moveTo>
                  <a:cubicBezTo>
                    <a:pt x="3839" y="3764"/>
                    <a:pt x="3809" y="3779"/>
                    <a:pt x="3809" y="3809"/>
                  </a:cubicBezTo>
                  <a:cubicBezTo>
                    <a:pt x="3794" y="4585"/>
                    <a:pt x="3764" y="5377"/>
                    <a:pt x="3749" y="6169"/>
                  </a:cubicBezTo>
                  <a:cubicBezTo>
                    <a:pt x="3764" y="6034"/>
                    <a:pt x="3764" y="5900"/>
                    <a:pt x="3779" y="5780"/>
                  </a:cubicBezTo>
                  <a:lnTo>
                    <a:pt x="3779" y="5780"/>
                  </a:lnTo>
                  <a:cubicBezTo>
                    <a:pt x="3779" y="5900"/>
                    <a:pt x="3779" y="6034"/>
                    <a:pt x="3749" y="6169"/>
                  </a:cubicBezTo>
                  <a:cubicBezTo>
                    <a:pt x="3734" y="6721"/>
                    <a:pt x="3704" y="7274"/>
                    <a:pt x="3704" y="7826"/>
                  </a:cubicBezTo>
                  <a:cubicBezTo>
                    <a:pt x="3689" y="8245"/>
                    <a:pt x="3704" y="8663"/>
                    <a:pt x="3704" y="9081"/>
                  </a:cubicBezTo>
                  <a:lnTo>
                    <a:pt x="3689" y="9081"/>
                  </a:lnTo>
                  <a:cubicBezTo>
                    <a:pt x="3675" y="9380"/>
                    <a:pt x="3645" y="9664"/>
                    <a:pt x="3645" y="9962"/>
                  </a:cubicBezTo>
                  <a:cubicBezTo>
                    <a:pt x="3645" y="11082"/>
                    <a:pt x="3630" y="12203"/>
                    <a:pt x="3645" y="13323"/>
                  </a:cubicBezTo>
                  <a:cubicBezTo>
                    <a:pt x="3645" y="13935"/>
                    <a:pt x="3689" y="14563"/>
                    <a:pt x="3719" y="15175"/>
                  </a:cubicBezTo>
                  <a:cubicBezTo>
                    <a:pt x="3719" y="15294"/>
                    <a:pt x="3779" y="15414"/>
                    <a:pt x="3809" y="15533"/>
                  </a:cubicBezTo>
                  <a:cubicBezTo>
                    <a:pt x="3839" y="15533"/>
                    <a:pt x="3869" y="15533"/>
                    <a:pt x="3899" y="15518"/>
                  </a:cubicBezTo>
                  <a:cubicBezTo>
                    <a:pt x="3928" y="15384"/>
                    <a:pt x="3943" y="15250"/>
                    <a:pt x="3973" y="15115"/>
                  </a:cubicBezTo>
                  <a:cubicBezTo>
                    <a:pt x="3988" y="15055"/>
                    <a:pt x="4033" y="15011"/>
                    <a:pt x="4033" y="14951"/>
                  </a:cubicBezTo>
                  <a:cubicBezTo>
                    <a:pt x="4048" y="14533"/>
                    <a:pt x="4063" y="14114"/>
                    <a:pt x="4078" y="13696"/>
                  </a:cubicBezTo>
                  <a:cubicBezTo>
                    <a:pt x="4093" y="13084"/>
                    <a:pt x="4078" y="12471"/>
                    <a:pt x="4093" y="11874"/>
                  </a:cubicBezTo>
                  <a:lnTo>
                    <a:pt x="4078" y="11874"/>
                  </a:lnTo>
                  <a:cubicBezTo>
                    <a:pt x="4078" y="11605"/>
                    <a:pt x="4078" y="11336"/>
                    <a:pt x="4078" y="11082"/>
                  </a:cubicBezTo>
                  <a:cubicBezTo>
                    <a:pt x="4078" y="11077"/>
                    <a:pt x="4078" y="11072"/>
                    <a:pt x="4078" y="11068"/>
                  </a:cubicBezTo>
                  <a:cubicBezTo>
                    <a:pt x="4033" y="10963"/>
                    <a:pt x="4033" y="10858"/>
                    <a:pt x="4078" y="10754"/>
                  </a:cubicBezTo>
                  <a:cubicBezTo>
                    <a:pt x="4078" y="10739"/>
                    <a:pt x="4078" y="10709"/>
                    <a:pt x="4078" y="10694"/>
                  </a:cubicBezTo>
                  <a:cubicBezTo>
                    <a:pt x="4063" y="10425"/>
                    <a:pt x="4033" y="10171"/>
                    <a:pt x="4018" y="9903"/>
                  </a:cubicBezTo>
                  <a:lnTo>
                    <a:pt x="4018" y="9888"/>
                  </a:lnTo>
                  <a:cubicBezTo>
                    <a:pt x="4018" y="9858"/>
                    <a:pt x="4018" y="9828"/>
                    <a:pt x="4033" y="9798"/>
                  </a:cubicBezTo>
                  <a:cubicBezTo>
                    <a:pt x="4063" y="9693"/>
                    <a:pt x="4063" y="9589"/>
                    <a:pt x="4048" y="9484"/>
                  </a:cubicBezTo>
                  <a:lnTo>
                    <a:pt x="4078" y="9245"/>
                  </a:lnTo>
                  <a:cubicBezTo>
                    <a:pt x="4108" y="9215"/>
                    <a:pt x="4108" y="9171"/>
                    <a:pt x="4078" y="9141"/>
                  </a:cubicBezTo>
                  <a:cubicBezTo>
                    <a:pt x="4063" y="8872"/>
                    <a:pt x="4048" y="8588"/>
                    <a:pt x="4018" y="8319"/>
                  </a:cubicBezTo>
                  <a:cubicBezTo>
                    <a:pt x="4003" y="7662"/>
                    <a:pt x="3988" y="7005"/>
                    <a:pt x="3958" y="6348"/>
                  </a:cubicBezTo>
                  <a:cubicBezTo>
                    <a:pt x="3958" y="5974"/>
                    <a:pt x="3928" y="5616"/>
                    <a:pt x="3913" y="5257"/>
                  </a:cubicBezTo>
                  <a:cubicBezTo>
                    <a:pt x="3928" y="5168"/>
                    <a:pt x="3943" y="5093"/>
                    <a:pt x="3943" y="5004"/>
                  </a:cubicBezTo>
                  <a:cubicBezTo>
                    <a:pt x="3943" y="4615"/>
                    <a:pt x="3928" y="4242"/>
                    <a:pt x="3913" y="3854"/>
                  </a:cubicBezTo>
                  <a:cubicBezTo>
                    <a:pt x="3943" y="3794"/>
                    <a:pt x="3899" y="3764"/>
                    <a:pt x="3854" y="3734"/>
                  </a:cubicBezTo>
                  <a:close/>
                  <a:moveTo>
                    <a:pt x="2166" y="1046"/>
                  </a:moveTo>
                  <a:cubicBezTo>
                    <a:pt x="2151" y="1046"/>
                    <a:pt x="2136" y="1046"/>
                    <a:pt x="2121" y="1060"/>
                  </a:cubicBezTo>
                  <a:cubicBezTo>
                    <a:pt x="2061" y="1255"/>
                    <a:pt x="2017" y="1449"/>
                    <a:pt x="1972" y="1643"/>
                  </a:cubicBezTo>
                  <a:cubicBezTo>
                    <a:pt x="1972" y="1777"/>
                    <a:pt x="1972" y="1927"/>
                    <a:pt x="1972" y="2076"/>
                  </a:cubicBezTo>
                  <a:cubicBezTo>
                    <a:pt x="1972" y="2091"/>
                    <a:pt x="1972" y="2106"/>
                    <a:pt x="1987" y="2121"/>
                  </a:cubicBezTo>
                  <a:cubicBezTo>
                    <a:pt x="1957" y="2196"/>
                    <a:pt x="1927" y="2285"/>
                    <a:pt x="1927" y="2360"/>
                  </a:cubicBezTo>
                  <a:cubicBezTo>
                    <a:pt x="1912" y="2957"/>
                    <a:pt x="1897" y="3570"/>
                    <a:pt x="1882" y="4182"/>
                  </a:cubicBezTo>
                  <a:cubicBezTo>
                    <a:pt x="1882" y="4302"/>
                    <a:pt x="1897" y="4436"/>
                    <a:pt x="1912" y="4555"/>
                  </a:cubicBezTo>
                  <a:lnTo>
                    <a:pt x="1912" y="4914"/>
                  </a:lnTo>
                  <a:cubicBezTo>
                    <a:pt x="1897" y="4959"/>
                    <a:pt x="1897" y="5018"/>
                    <a:pt x="1912" y="5063"/>
                  </a:cubicBezTo>
                  <a:lnTo>
                    <a:pt x="1912" y="6004"/>
                  </a:lnTo>
                  <a:cubicBezTo>
                    <a:pt x="1897" y="6094"/>
                    <a:pt x="1882" y="6183"/>
                    <a:pt x="1882" y="6288"/>
                  </a:cubicBezTo>
                  <a:cubicBezTo>
                    <a:pt x="1882" y="7602"/>
                    <a:pt x="1882" y="8932"/>
                    <a:pt x="1867" y="10246"/>
                  </a:cubicBezTo>
                  <a:cubicBezTo>
                    <a:pt x="1867" y="10545"/>
                    <a:pt x="1837" y="10829"/>
                    <a:pt x="1808" y="11127"/>
                  </a:cubicBezTo>
                  <a:cubicBezTo>
                    <a:pt x="1808" y="11187"/>
                    <a:pt x="1793" y="11247"/>
                    <a:pt x="1793" y="11306"/>
                  </a:cubicBezTo>
                  <a:cubicBezTo>
                    <a:pt x="1837" y="11575"/>
                    <a:pt x="1912" y="11844"/>
                    <a:pt x="1912" y="12113"/>
                  </a:cubicBezTo>
                  <a:cubicBezTo>
                    <a:pt x="1912" y="12740"/>
                    <a:pt x="1882" y="13368"/>
                    <a:pt x="1867" y="13980"/>
                  </a:cubicBezTo>
                  <a:cubicBezTo>
                    <a:pt x="1867" y="13980"/>
                    <a:pt x="1867" y="13980"/>
                    <a:pt x="1867" y="13980"/>
                  </a:cubicBezTo>
                  <a:lnTo>
                    <a:pt x="1867" y="13980"/>
                  </a:lnTo>
                  <a:cubicBezTo>
                    <a:pt x="1882" y="14010"/>
                    <a:pt x="1882" y="14025"/>
                    <a:pt x="1882" y="14040"/>
                  </a:cubicBezTo>
                  <a:lnTo>
                    <a:pt x="1867" y="13980"/>
                  </a:lnTo>
                  <a:lnTo>
                    <a:pt x="1867" y="13980"/>
                  </a:lnTo>
                  <a:cubicBezTo>
                    <a:pt x="1882" y="14085"/>
                    <a:pt x="1897" y="14189"/>
                    <a:pt x="1912" y="14294"/>
                  </a:cubicBezTo>
                  <a:cubicBezTo>
                    <a:pt x="1763" y="14503"/>
                    <a:pt x="1852" y="14697"/>
                    <a:pt x="1912" y="14891"/>
                  </a:cubicBezTo>
                  <a:lnTo>
                    <a:pt x="1942" y="14787"/>
                  </a:lnTo>
                  <a:lnTo>
                    <a:pt x="1942" y="14787"/>
                  </a:lnTo>
                  <a:cubicBezTo>
                    <a:pt x="1942" y="14831"/>
                    <a:pt x="1957" y="14876"/>
                    <a:pt x="1912" y="14891"/>
                  </a:cubicBezTo>
                  <a:cubicBezTo>
                    <a:pt x="1897" y="14951"/>
                    <a:pt x="1882" y="14996"/>
                    <a:pt x="1882" y="15040"/>
                  </a:cubicBezTo>
                  <a:cubicBezTo>
                    <a:pt x="1912" y="15339"/>
                    <a:pt x="1942" y="15638"/>
                    <a:pt x="1972" y="15922"/>
                  </a:cubicBezTo>
                  <a:cubicBezTo>
                    <a:pt x="1957" y="15996"/>
                    <a:pt x="1927" y="16056"/>
                    <a:pt x="1942" y="16116"/>
                  </a:cubicBezTo>
                  <a:cubicBezTo>
                    <a:pt x="2032" y="16519"/>
                    <a:pt x="2091" y="16922"/>
                    <a:pt x="2032" y="17326"/>
                  </a:cubicBezTo>
                  <a:cubicBezTo>
                    <a:pt x="2032" y="17356"/>
                    <a:pt x="2046" y="17385"/>
                    <a:pt x="2061" y="17415"/>
                  </a:cubicBezTo>
                  <a:cubicBezTo>
                    <a:pt x="2076" y="17415"/>
                    <a:pt x="2106" y="17400"/>
                    <a:pt x="2121" y="17400"/>
                  </a:cubicBezTo>
                  <a:cubicBezTo>
                    <a:pt x="2136" y="17102"/>
                    <a:pt x="2166" y="16818"/>
                    <a:pt x="2181" y="16519"/>
                  </a:cubicBezTo>
                  <a:cubicBezTo>
                    <a:pt x="2211" y="16370"/>
                    <a:pt x="2226" y="16235"/>
                    <a:pt x="2241" y="16086"/>
                  </a:cubicBezTo>
                  <a:lnTo>
                    <a:pt x="2360" y="14637"/>
                  </a:lnTo>
                  <a:cubicBezTo>
                    <a:pt x="2375" y="14219"/>
                    <a:pt x="2405" y="13816"/>
                    <a:pt x="2420" y="13398"/>
                  </a:cubicBezTo>
                  <a:cubicBezTo>
                    <a:pt x="2420" y="13278"/>
                    <a:pt x="2405" y="13173"/>
                    <a:pt x="2405" y="13069"/>
                  </a:cubicBezTo>
                  <a:cubicBezTo>
                    <a:pt x="2405" y="12979"/>
                    <a:pt x="2405" y="12890"/>
                    <a:pt x="2405" y="12800"/>
                  </a:cubicBezTo>
                  <a:cubicBezTo>
                    <a:pt x="2390" y="12740"/>
                    <a:pt x="2360" y="12696"/>
                    <a:pt x="2345" y="12636"/>
                  </a:cubicBezTo>
                  <a:cubicBezTo>
                    <a:pt x="2375" y="12546"/>
                    <a:pt x="2435" y="12442"/>
                    <a:pt x="2435" y="12352"/>
                  </a:cubicBezTo>
                  <a:cubicBezTo>
                    <a:pt x="2435" y="11784"/>
                    <a:pt x="2420" y="11202"/>
                    <a:pt x="2420" y="10634"/>
                  </a:cubicBezTo>
                  <a:cubicBezTo>
                    <a:pt x="2405" y="10052"/>
                    <a:pt x="2405" y="9454"/>
                    <a:pt x="2405" y="8872"/>
                  </a:cubicBezTo>
                  <a:cubicBezTo>
                    <a:pt x="2450" y="8738"/>
                    <a:pt x="2420" y="8603"/>
                    <a:pt x="2405" y="8469"/>
                  </a:cubicBezTo>
                  <a:cubicBezTo>
                    <a:pt x="2420" y="8454"/>
                    <a:pt x="2420" y="8439"/>
                    <a:pt x="2405" y="8424"/>
                  </a:cubicBezTo>
                  <a:cubicBezTo>
                    <a:pt x="2405" y="8319"/>
                    <a:pt x="2405" y="8215"/>
                    <a:pt x="2405" y="8110"/>
                  </a:cubicBezTo>
                  <a:cubicBezTo>
                    <a:pt x="2420" y="8050"/>
                    <a:pt x="2435" y="7991"/>
                    <a:pt x="2450" y="7931"/>
                  </a:cubicBezTo>
                  <a:lnTo>
                    <a:pt x="2450" y="7946"/>
                  </a:lnTo>
                  <a:cubicBezTo>
                    <a:pt x="2465" y="7976"/>
                    <a:pt x="2465" y="8021"/>
                    <a:pt x="2480" y="8065"/>
                  </a:cubicBezTo>
                  <a:cubicBezTo>
                    <a:pt x="2510" y="8050"/>
                    <a:pt x="2524" y="8021"/>
                    <a:pt x="2554" y="8006"/>
                  </a:cubicBezTo>
                  <a:cubicBezTo>
                    <a:pt x="2524" y="7976"/>
                    <a:pt x="2495" y="7946"/>
                    <a:pt x="2465" y="7901"/>
                  </a:cubicBezTo>
                  <a:cubicBezTo>
                    <a:pt x="2465" y="7901"/>
                    <a:pt x="2465" y="7901"/>
                    <a:pt x="2450" y="7886"/>
                  </a:cubicBezTo>
                  <a:cubicBezTo>
                    <a:pt x="2435" y="7617"/>
                    <a:pt x="2420" y="7348"/>
                    <a:pt x="2405" y="7080"/>
                  </a:cubicBezTo>
                  <a:cubicBezTo>
                    <a:pt x="2405" y="6333"/>
                    <a:pt x="2405" y="5571"/>
                    <a:pt x="2405" y="4824"/>
                  </a:cubicBezTo>
                  <a:lnTo>
                    <a:pt x="2375" y="4511"/>
                  </a:lnTo>
                  <a:cubicBezTo>
                    <a:pt x="2375" y="4481"/>
                    <a:pt x="2375" y="4421"/>
                    <a:pt x="2360" y="4376"/>
                  </a:cubicBezTo>
                  <a:lnTo>
                    <a:pt x="2345" y="3256"/>
                  </a:lnTo>
                  <a:cubicBezTo>
                    <a:pt x="2315" y="3226"/>
                    <a:pt x="2315" y="3181"/>
                    <a:pt x="2315" y="3152"/>
                  </a:cubicBezTo>
                  <a:lnTo>
                    <a:pt x="2315" y="3152"/>
                  </a:lnTo>
                  <a:lnTo>
                    <a:pt x="2345" y="3256"/>
                  </a:lnTo>
                  <a:lnTo>
                    <a:pt x="2315" y="3002"/>
                  </a:lnTo>
                  <a:cubicBezTo>
                    <a:pt x="2330" y="2972"/>
                    <a:pt x="2315" y="2942"/>
                    <a:pt x="2300" y="2913"/>
                  </a:cubicBezTo>
                  <a:lnTo>
                    <a:pt x="2300" y="2883"/>
                  </a:lnTo>
                  <a:cubicBezTo>
                    <a:pt x="2315" y="2763"/>
                    <a:pt x="2345" y="2659"/>
                    <a:pt x="2360" y="2554"/>
                  </a:cubicBezTo>
                  <a:cubicBezTo>
                    <a:pt x="2345" y="2479"/>
                    <a:pt x="2315" y="2405"/>
                    <a:pt x="2300" y="2345"/>
                  </a:cubicBezTo>
                  <a:cubicBezTo>
                    <a:pt x="2315" y="2330"/>
                    <a:pt x="2330" y="2315"/>
                    <a:pt x="2345" y="2285"/>
                  </a:cubicBezTo>
                  <a:cubicBezTo>
                    <a:pt x="2390" y="2181"/>
                    <a:pt x="2330" y="2061"/>
                    <a:pt x="2300" y="1957"/>
                  </a:cubicBezTo>
                  <a:cubicBezTo>
                    <a:pt x="2285" y="1897"/>
                    <a:pt x="2256" y="1822"/>
                    <a:pt x="2241" y="1748"/>
                  </a:cubicBezTo>
                  <a:cubicBezTo>
                    <a:pt x="2226" y="1733"/>
                    <a:pt x="2226" y="1733"/>
                    <a:pt x="2226" y="1718"/>
                  </a:cubicBezTo>
                  <a:lnTo>
                    <a:pt x="2226" y="1718"/>
                  </a:lnTo>
                  <a:lnTo>
                    <a:pt x="2241" y="1748"/>
                  </a:lnTo>
                  <a:cubicBezTo>
                    <a:pt x="2211" y="1509"/>
                    <a:pt x="2181" y="1270"/>
                    <a:pt x="2166" y="1046"/>
                  </a:cubicBezTo>
                  <a:close/>
                  <a:moveTo>
                    <a:pt x="5594" y="17505"/>
                  </a:moveTo>
                  <a:cubicBezTo>
                    <a:pt x="5597" y="17509"/>
                    <a:pt x="5601" y="17512"/>
                    <a:pt x="5601" y="17520"/>
                  </a:cubicBezTo>
                  <a:lnTo>
                    <a:pt x="5594" y="17505"/>
                  </a:lnTo>
                  <a:close/>
                  <a:moveTo>
                    <a:pt x="5729" y="4719"/>
                  </a:moveTo>
                  <a:cubicBezTo>
                    <a:pt x="5523" y="4719"/>
                    <a:pt x="5687" y="4931"/>
                    <a:pt x="5586" y="4989"/>
                  </a:cubicBezTo>
                  <a:cubicBezTo>
                    <a:pt x="5571" y="5228"/>
                    <a:pt x="5571" y="5482"/>
                    <a:pt x="5571" y="5720"/>
                  </a:cubicBezTo>
                  <a:cubicBezTo>
                    <a:pt x="5556" y="6303"/>
                    <a:pt x="5541" y="6885"/>
                    <a:pt x="5527" y="7453"/>
                  </a:cubicBezTo>
                  <a:cubicBezTo>
                    <a:pt x="5527" y="7871"/>
                    <a:pt x="5497" y="8275"/>
                    <a:pt x="5497" y="8678"/>
                  </a:cubicBezTo>
                  <a:cubicBezTo>
                    <a:pt x="5497" y="9141"/>
                    <a:pt x="5512" y="9604"/>
                    <a:pt x="5527" y="10067"/>
                  </a:cubicBezTo>
                  <a:cubicBezTo>
                    <a:pt x="5527" y="10097"/>
                    <a:pt x="5527" y="10127"/>
                    <a:pt x="5527" y="10156"/>
                  </a:cubicBezTo>
                  <a:cubicBezTo>
                    <a:pt x="5512" y="10321"/>
                    <a:pt x="5482" y="10500"/>
                    <a:pt x="5482" y="10664"/>
                  </a:cubicBezTo>
                  <a:cubicBezTo>
                    <a:pt x="5482" y="11456"/>
                    <a:pt x="5497" y="12247"/>
                    <a:pt x="5497" y="13039"/>
                  </a:cubicBezTo>
                  <a:cubicBezTo>
                    <a:pt x="5512" y="14294"/>
                    <a:pt x="5527" y="15533"/>
                    <a:pt x="5527" y="16788"/>
                  </a:cubicBezTo>
                  <a:cubicBezTo>
                    <a:pt x="5497" y="16848"/>
                    <a:pt x="5482" y="16907"/>
                    <a:pt x="5541" y="16967"/>
                  </a:cubicBezTo>
                  <a:lnTo>
                    <a:pt x="5556" y="17161"/>
                  </a:lnTo>
                  <a:cubicBezTo>
                    <a:pt x="5556" y="17191"/>
                    <a:pt x="5556" y="17221"/>
                    <a:pt x="5571" y="17236"/>
                  </a:cubicBezTo>
                  <a:lnTo>
                    <a:pt x="5586" y="17490"/>
                  </a:lnTo>
                  <a:cubicBezTo>
                    <a:pt x="5586" y="17490"/>
                    <a:pt x="5586" y="17490"/>
                    <a:pt x="5586" y="17490"/>
                  </a:cubicBezTo>
                  <a:lnTo>
                    <a:pt x="5586" y="17490"/>
                  </a:lnTo>
                  <a:cubicBezTo>
                    <a:pt x="5586" y="17491"/>
                    <a:pt x="5586" y="17492"/>
                    <a:pt x="5587" y="17493"/>
                  </a:cubicBezTo>
                  <a:lnTo>
                    <a:pt x="5587" y="17493"/>
                  </a:lnTo>
                  <a:cubicBezTo>
                    <a:pt x="5601" y="17686"/>
                    <a:pt x="5616" y="17864"/>
                    <a:pt x="5631" y="18043"/>
                  </a:cubicBezTo>
                  <a:cubicBezTo>
                    <a:pt x="5646" y="18057"/>
                    <a:pt x="5676" y="18057"/>
                    <a:pt x="5706" y="18057"/>
                  </a:cubicBezTo>
                  <a:cubicBezTo>
                    <a:pt x="5721" y="17938"/>
                    <a:pt x="5736" y="17819"/>
                    <a:pt x="5751" y="17699"/>
                  </a:cubicBezTo>
                  <a:cubicBezTo>
                    <a:pt x="5766" y="17565"/>
                    <a:pt x="5780" y="17415"/>
                    <a:pt x="5810" y="17281"/>
                  </a:cubicBezTo>
                  <a:cubicBezTo>
                    <a:pt x="5825" y="17176"/>
                    <a:pt x="5840" y="17087"/>
                    <a:pt x="5855" y="16982"/>
                  </a:cubicBezTo>
                  <a:cubicBezTo>
                    <a:pt x="5870" y="16489"/>
                    <a:pt x="5885" y="15996"/>
                    <a:pt x="5900" y="15503"/>
                  </a:cubicBezTo>
                  <a:cubicBezTo>
                    <a:pt x="5900" y="15040"/>
                    <a:pt x="5885" y="14592"/>
                    <a:pt x="5870" y="14144"/>
                  </a:cubicBezTo>
                  <a:cubicBezTo>
                    <a:pt x="5870" y="14129"/>
                    <a:pt x="5870" y="14114"/>
                    <a:pt x="5855" y="14099"/>
                  </a:cubicBezTo>
                  <a:cubicBezTo>
                    <a:pt x="5885" y="14010"/>
                    <a:pt x="5915" y="13920"/>
                    <a:pt x="5915" y="13846"/>
                  </a:cubicBezTo>
                  <a:cubicBezTo>
                    <a:pt x="5930" y="13562"/>
                    <a:pt x="5915" y="13293"/>
                    <a:pt x="5915" y="13009"/>
                  </a:cubicBezTo>
                  <a:cubicBezTo>
                    <a:pt x="5915" y="12800"/>
                    <a:pt x="5915" y="12606"/>
                    <a:pt x="5915" y="12397"/>
                  </a:cubicBezTo>
                  <a:cubicBezTo>
                    <a:pt x="5915" y="12083"/>
                    <a:pt x="5915" y="11770"/>
                    <a:pt x="5900" y="11456"/>
                  </a:cubicBezTo>
                  <a:cubicBezTo>
                    <a:pt x="5900" y="11277"/>
                    <a:pt x="5900" y="11097"/>
                    <a:pt x="5900" y="10918"/>
                  </a:cubicBezTo>
                  <a:cubicBezTo>
                    <a:pt x="5915" y="10888"/>
                    <a:pt x="5915" y="10873"/>
                    <a:pt x="5915" y="10858"/>
                  </a:cubicBezTo>
                  <a:cubicBezTo>
                    <a:pt x="5870" y="10754"/>
                    <a:pt x="5870" y="10649"/>
                    <a:pt x="5915" y="10530"/>
                  </a:cubicBezTo>
                  <a:cubicBezTo>
                    <a:pt x="5915" y="10097"/>
                    <a:pt x="5915" y="9649"/>
                    <a:pt x="5900" y="9215"/>
                  </a:cubicBezTo>
                  <a:cubicBezTo>
                    <a:pt x="5900" y="8991"/>
                    <a:pt x="5870" y="8752"/>
                    <a:pt x="5855" y="8528"/>
                  </a:cubicBezTo>
                  <a:cubicBezTo>
                    <a:pt x="5870" y="8499"/>
                    <a:pt x="5900" y="8469"/>
                    <a:pt x="5900" y="8439"/>
                  </a:cubicBezTo>
                  <a:cubicBezTo>
                    <a:pt x="5885" y="7826"/>
                    <a:pt x="5870" y="7214"/>
                    <a:pt x="5855" y="6602"/>
                  </a:cubicBezTo>
                  <a:cubicBezTo>
                    <a:pt x="5840" y="6243"/>
                    <a:pt x="5825" y="5885"/>
                    <a:pt x="5795" y="5526"/>
                  </a:cubicBezTo>
                  <a:lnTo>
                    <a:pt x="5810" y="5526"/>
                  </a:lnTo>
                  <a:cubicBezTo>
                    <a:pt x="5810" y="5467"/>
                    <a:pt x="5810" y="5407"/>
                    <a:pt x="5810" y="5362"/>
                  </a:cubicBezTo>
                  <a:cubicBezTo>
                    <a:pt x="5915" y="5198"/>
                    <a:pt x="5855" y="5033"/>
                    <a:pt x="5795" y="4869"/>
                  </a:cubicBezTo>
                  <a:cubicBezTo>
                    <a:pt x="5780" y="4824"/>
                    <a:pt x="5766" y="4765"/>
                    <a:pt x="5751" y="4720"/>
                  </a:cubicBezTo>
                  <a:cubicBezTo>
                    <a:pt x="5743" y="4719"/>
                    <a:pt x="5736" y="4719"/>
                    <a:pt x="5729" y="4719"/>
                  </a:cubicBezTo>
                  <a:close/>
                  <a:moveTo>
                    <a:pt x="7263" y="6223"/>
                  </a:moveTo>
                  <a:cubicBezTo>
                    <a:pt x="7207" y="6223"/>
                    <a:pt x="7199" y="6304"/>
                    <a:pt x="7199" y="6378"/>
                  </a:cubicBezTo>
                  <a:cubicBezTo>
                    <a:pt x="7184" y="6676"/>
                    <a:pt x="7169" y="6960"/>
                    <a:pt x="7155" y="7244"/>
                  </a:cubicBezTo>
                  <a:cubicBezTo>
                    <a:pt x="7140" y="7632"/>
                    <a:pt x="7125" y="8021"/>
                    <a:pt x="7110" y="8409"/>
                  </a:cubicBezTo>
                  <a:cubicBezTo>
                    <a:pt x="7095" y="8603"/>
                    <a:pt x="7095" y="8812"/>
                    <a:pt x="7095" y="9006"/>
                  </a:cubicBezTo>
                  <a:cubicBezTo>
                    <a:pt x="7080" y="9245"/>
                    <a:pt x="7080" y="9499"/>
                    <a:pt x="7080" y="9738"/>
                  </a:cubicBezTo>
                  <a:cubicBezTo>
                    <a:pt x="7095" y="9917"/>
                    <a:pt x="7095" y="10097"/>
                    <a:pt x="7095" y="10276"/>
                  </a:cubicBezTo>
                  <a:cubicBezTo>
                    <a:pt x="7095" y="10933"/>
                    <a:pt x="7095" y="11605"/>
                    <a:pt x="7095" y="12277"/>
                  </a:cubicBezTo>
                  <a:cubicBezTo>
                    <a:pt x="7095" y="12292"/>
                    <a:pt x="7095" y="12307"/>
                    <a:pt x="7095" y="12322"/>
                  </a:cubicBezTo>
                  <a:lnTo>
                    <a:pt x="7095" y="13069"/>
                  </a:lnTo>
                  <a:cubicBezTo>
                    <a:pt x="7095" y="13084"/>
                    <a:pt x="7095" y="13099"/>
                    <a:pt x="7095" y="13114"/>
                  </a:cubicBezTo>
                  <a:cubicBezTo>
                    <a:pt x="7065" y="13159"/>
                    <a:pt x="7020" y="13218"/>
                    <a:pt x="7020" y="13263"/>
                  </a:cubicBezTo>
                  <a:cubicBezTo>
                    <a:pt x="7035" y="13771"/>
                    <a:pt x="7065" y="14279"/>
                    <a:pt x="7095" y="14787"/>
                  </a:cubicBezTo>
                  <a:cubicBezTo>
                    <a:pt x="7110" y="15459"/>
                    <a:pt x="7140" y="16116"/>
                    <a:pt x="7155" y="16788"/>
                  </a:cubicBezTo>
                  <a:lnTo>
                    <a:pt x="7155" y="16803"/>
                  </a:lnTo>
                  <a:cubicBezTo>
                    <a:pt x="7155" y="16878"/>
                    <a:pt x="7155" y="16937"/>
                    <a:pt x="7169" y="17012"/>
                  </a:cubicBezTo>
                  <a:cubicBezTo>
                    <a:pt x="7184" y="17535"/>
                    <a:pt x="7214" y="18057"/>
                    <a:pt x="7229" y="18580"/>
                  </a:cubicBezTo>
                  <a:lnTo>
                    <a:pt x="7334" y="18580"/>
                  </a:lnTo>
                  <a:cubicBezTo>
                    <a:pt x="7334" y="18356"/>
                    <a:pt x="7349" y="18147"/>
                    <a:pt x="7364" y="17923"/>
                  </a:cubicBezTo>
                  <a:cubicBezTo>
                    <a:pt x="7379" y="17609"/>
                    <a:pt x="7408" y="17311"/>
                    <a:pt x="7423" y="17012"/>
                  </a:cubicBezTo>
                  <a:cubicBezTo>
                    <a:pt x="7423" y="16907"/>
                    <a:pt x="7423" y="16803"/>
                    <a:pt x="7423" y="16698"/>
                  </a:cubicBezTo>
                  <a:cubicBezTo>
                    <a:pt x="7453" y="16654"/>
                    <a:pt x="7453" y="16594"/>
                    <a:pt x="7438" y="16549"/>
                  </a:cubicBezTo>
                  <a:lnTo>
                    <a:pt x="7468" y="16355"/>
                  </a:lnTo>
                  <a:cubicBezTo>
                    <a:pt x="7468" y="16086"/>
                    <a:pt x="7483" y="15817"/>
                    <a:pt x="7483" y="15548"/>
                  </a:cubicBezTo>
                  <a:cubicBezTo>
                    <a:pt x="7468" y="15474"/>
                    <a:pt x="7468" y="15414"/>
                    <a:pt x="7468" y="15339"/>
                  </a:cubicBezTo>
                  <a:cubicBezTo>
                    <a:pt x="7468" y="14891"/>
                    <a:pt x="7468" y="14443"/>
                    <a:pt x="7483" y="13995"/>
                  </a:cubicBezTo>
                  <a:lnTo>
                    <a:pt x="7483" y="13980"/>
                  </a:lnTo>
                  <a:cubicBezTo>
                    <a:pt x="7498" y="13622"/>
                    <a:pt x="7513" y="13263"/>
                    <a:pt x="7528" y="12905"/>
                  </a:cubicBezTo>
                  <a:cubicBezTo>
                    <a:pt x="7513" y="12770"/>
                    <a:pt x="7498" y="12636"/>
                    <a:pt x="7483" y="12501"/>
                  </a:cubicBezTo>
                  <a:cubicBezTo>
                    <a:pt x="7483" y="12486"/>
                    <a:pt x="7483" y="12486"/>
                    <a:pt x="7483" y="12471"/>
                  </a:cubicBezTo>
                  <a:cubicBezTo>
                    <a:pt x="7483" y="12457"/>
                    <a:pt x="7483" y="12442"/>
                    <a:pt x="7483" y="12427"/>
                  </a:cubicBezTo>
                  <a:cubicBezTo>
                    <a:pt x="7498" y="12337"/>
                    <a:pt x="7528" y="12247"/>
                    <a:pt x="7528" y="12143"/>
                  </a:cubicBezTo>
                  <a:cubicBezTo>
                    <a:pt x="7528" y="11635"/>
                    <a:pt x="7528" y="11127"/>
                    <a:pt x="7528" y="10634"/>
                  </a:cubicBezTo>
                  <a:cubicBezTo>
                    <a:pt x="7513" y="10306"/>
                    <a:pt x="7498" y="9977"/>
                    <a:pt x="7483" y="9649"/>
                  </a:cubicBezTo>
                  <a:cubicBezTo>
                    <a:pt x="7483" y="9410"/>
                    <a:pt x="7498" y="9171"/>
                    <a:pt x="7498" y="8932"/>
                  </a:cubicBezTo>
                  <a:cubicBezTo>
                    <a:pt x="7498" y="8723"/>
                    <a:pt x="7483" y="8499"/>
                    <a:pt x="7483" y="8289"/>
                  </a:cubicBezTo>
                  <a:lnTo>
                    <a:pt x="7483" y="8275"/>
                  </a:lnTo>
                  <a:cubicBezTo>
                    <a:pt x="7483" y="8260"/>
                    <a:pt x="7483" y="8245"/>
                    <a:pt x="7483" y="8245"/>
                  </a:cubicBezTo>
                  <a:lnTo>
                    <a:pt x="7483" y="8006"/>
                  </a:lnTo>
                  <a:cubicBezTo>
                    <a:pt x="7483" y="7856"/>
                    <a:pt x="7468" y="7722"/>
                    <a:pt x="7468" y="7573"/>
                  </a:cubicBezTo>
                  <a:cubicBezTo>
                    <a:pt x="7453" y="7319"/>
                    <a:pt x="7438" y="7065"/>
                    <a:pt x="7423" y="6811"/>
                  </a:cubicBezTo>
                  <a:cubicBezTo>
                    <a:pt x="7423" y="6781"/>
                    <a:pt x="7423" y="6736"/>
                    <a:pt x="7423" y="6706"/>
                  </a:cubicBezTo>
                  <a:cubicBezTo>
                    <a:pt x="7408" y="6587"/>
                    <a:pt x="7394" y="6452"/>
                    <a:pt x="7379" y="6333"/>
                  </a:cubicBezTo>
                  <a:cubicBezTo>
                    <a:pt x="7364" y="6318"/>
                    <a:pt x="7364" y="6303"/>
                    <a:pt x="7364" y="6273"/>
                  </a:cubicBezTo>
                  <a:cubicBezTo>
                    <a:pt x="7319" y="6238"/>
                    <a:pt x="7287" y="6223"/>
                    <a:pt x="7263" y="6223"/>
                  </a:cubicBezTo>
                  <a:close/>
                  <a:moveTo>
                    <a:pt x="5661" y="18446"/>
                  </a:moveTo>
                  <a:cubicBezTo>
                    <a:pt x="5646" y="18476"/>
                    <a:pt x="5601" y="18506"/>
                    <a:pt x="5586" y="18535"/>
                  </a:cubicBezTo>
                  <a:cubicBezTo>
                    <a:pt x="5586" y="18550"/>
                    <a:pt x="5631" y="18610"/>
                    <a:pt x="5646" y="18610"/>
                  </a:cubicBezTo>
                  <a:cubicBezTo>
                    <a:pt x="5676" y="18610"/>
                    <a:pt x="5706" y="18565"/>
                    <a:pt x="5736" y="18535"/>
                  </a:cubicBezTo>
                  <a:cubicBezTo>
                    <a:pt x="5706" y="18506"/>
                    <a:pt x="5691" y="18476"/>
                    <a:pt x="5661" y="18446"/>
                  </a:cubicBezTo>
                  <a:close/>
                  <a:moveTo>
                    <a:pt x="11157" y="4675"/>
                  </a:moveTo>
                  <a:cubicBezTo>
                    <a:pt x="11142" y="4705"/>
                    <a:pt x="11098" y="4735"/>
                    <a:pt x="11098" y="4765"/>
                  </a:cubicBezTo>
                  <a:cubicBezTo>
                    <a:pt x="11098" y="5093"/>
                    <a:pt x="11098" y="5422"/>
                    <a:pt x="11098" y="5735"/>
                  </a:cubicBezTo>
                  <a:lnTo>
                    <a:pt x="11113" y="5571"/>
                  </a:lnTo>
                  <a:lnTo>
                    <a:pt x="11113" y="5571"/>
                  </a:lnTo>
                  <a:cubicBezTo>
                    <a:pt x="11113" y="5631"/>
                    <a:pt x="11113" y="5691"/>
                    <a:pt x="11098" y="5735"/>
                  </a:cubicBezTo>
                  <a:lnTo>
                    <a:pt x="11098" y="5750"/>
                  </a:lnTo>
                  <a:cubicBezTo>
                    <a:pt x="11053" y="7050"/>
                    <a:pt x="11008" y="8364"/>
                    <a:pt x="10978" y="9678"/>
                  </a:cubicBezTo>
                  <a:lnTo>
                    <a:pt x="10993" y="9619"/>
                  </a:lnTo>
                  <a:lnTo>
                    <a:pt x="10993" y="9619"/>
                  </a:lnTo>
                  <a:cubicBezTo>
                    <a:pt x="10993" y="9634"/>
                    <a:pt x="10993" y="9649"/>
                    <a:pt x="10978" y="9678"/>
                  </a:cubicBezTo>
                  <a:cubicBezTo>
                    <a:pt x="10978" y="9708"/>
                    <a:pt x="10993" y="9738"/>
                    <a:pt x="10993" y="9783"/>
                  </a:cubicBezTo>
                  <a:cubicBezTo>
                    <a:pt x="10978" y="10022"/>
                    <a:pt x="10978" y="10246"/>
                    <a:pt x="10978" y="10485"/>
                  </a:cubicBezTo>
                  <a:cubicBezTo>
                    <a:pt x="10963" y="11217"/>
                    <a:pt x="10948" y="11964"/>
                    <a:pt x="10933" y="12696"/>
                  </a:cubicBezTo>
                  <a:cubicBezTo>
                    <a:pt x="10918" y="13517"/>
                    <a:pt x="10918" y="14324"/>
                    <a:pt x="10933" y="15145"/>
                  </a:cubicBezTo>
                  <a:cubicBezTo>
                    <a:pt x="10933" y="15354"/>
                    <a:pt x="10963" y="15563"/>
                    <a:pt x="10978" y="15772"/>
                  </a:cubicBezTo>
                  <a:cubicBezTo>
                    <a:pt x="10993" y="16489"/>
                    <a:pt x="11008" y="17206"/>
                    <a:pt x="11023" y="17923"/>
                  </a:cubicBezTo>
                  <a:cubicBezTo>
                    <a:pt x="11053" y="18296"/>
                    <a:pt x="11083" y="18670"/>
                    <a:pt x="11098" y="19028"/>
                  </a:cubicBezTo>
                  <a:lnTo>
                    <a:pt x="11187" y="19028"/>
                  </a:lnTo>
                  <a:cubicBezTo>
                    <a:pt x="11202" y="18894"/>
                    <a:pt x="11232" y="18759"/>
                    <a:pt x="11247" y="18625"/>
                  </a:cubicBezTo>
                  <a:cubicBezTo>
                    <a:pt x="11262" y="18491"/>
                    <a:pt x="11292" y="18371"/>
                    <a:pt x="11307" y="18252"/>
                  </a:cubicBezTo>
                  <a:cubicBezTo>
                    <a:pt x="11337" y="18162"/>
                    <a:pt x="11337" y="18087"/>
                    <a:pt x="11337" y="17998"/>
                  </a:cubicBezTo>
                  <a:cubicBezTo>
                    <a:pt x="11322" y="17893"/>
                    <a:pt x="11322" y="17804"/>
                    <a:pt x="11366" y="17714"/>
                  </a:cubicBezTo>
                  <a:lnTo>
                    <a:pt x="11366" y="17714"/>
                  </a:lnTo>
                  <a:lnTo>
                    <a:pt x="11366" y="17714"/>
                  </a:lnTo>
                  <a:lnTo>
                    <a:pt x="11411" y="15937"/>
                  </a:lnTo>
                  <a:lnTo>
                    <a:pt x="11411" y="15922"/>
                  </a:lnTo>
                  <a:cubicBezTo>
                    <a:pt x="11411" y="15787"/>
                    <a:pt x="11411" y="15638"/>
                    <a:pt x="11411" y="15503"/>
                  </a:cubicBezTo>
                  <a:cubicBezTo>
                    <a:pt x="11426" y="15220"/>
                    <a:pt x="11426" y="14936"/>
                    <a:pt x="11426" y="14652"/>
                  </a:cubicBezTo>
                  <a:cubicBezTo>
                    <a:pt x="11426" y="14279"/>
                    <a:pt x="11411" y="13920"/>
                    <a:pt x="11411" y="13562"/>
                  </a:cubicBezTo>
                  <a:lnTo>
                    <a:pt x="11411" y="13547"/>
                  </a:lnTo>
                  <a:lnTo>
                    <a:pt x="11426" y="12486"/>
                  </a:lnTo>
                  <a:cubicBezTo>
                    <a:pt x="11426" y="12412"/>
                    <a:pt x="11441" y="12337"/>
                    <a:pt x="11456" y="12262"/>
                  </a:cubicBezTo>
                  <a:cubicBezTo>
                    <a:pt x="11441" y="12038"/>
                    <a:pt x="11426" y="11829"/>
                    <a:pt x="11411" y="11620"/>
                  </a:cubicBezTo>
                  <a:cubicBezTo>
                    <a:pt x="11411" y="11292"/>
                    <a:pt x="11411" y="10963"/>
                    <a:pt x="11411" y="10649"/>
                  </a:cubicBezTo>
                  <a:cubicBezTo>
                    <a:pt x="11411" y="10216"/>
                    <a:pt x="11411" y="9783"/>
                    <a:pt x="11411" y="9365"/>
                  </a:cubicBezTo>
                  <a:cubicBezTo>
                    <a:pt x="11396" y="9036"/>
                    <a:pt x="11381" y="8708"/>
                    <a:pt x="11366" y="8379"/>
                  </a:cubicBezTo>
                  <a:cubicBezTo>
                    <a:pt x="11366" y="8334"/>
                    <a:pt x="11366" y="8304"/>
                    <a:pt x="11366" y="8275"/>
                  </a:cubicBezTo>
                  <a:cubicBezTo>
                    <a:pt x="11366" y="8230"/>
                    <a:pt x="11366" y="8200"/>
                    <a:pt x="11366" y="8170"/>
                  </a:cubicBezTo>
                  <a:cubicBezTo>
                    <a:pt x="11351" y="7617"/>
                    <a:pt x="11322" y="7080"/>
                    <a:pt x="11307" y="6542"/>
                  </a:cubicBezTo>
                  <a:cubicBezTo>
                    <a:pt x="11292" y="6542"/>
                    <a:pt x="11292" y="6527"/>
                    <a:pt x="11277" y="6512"/>
                  </a:cubicBezTo>
                  <a:lnTo>
                    <a:pt x="11277" y="6512"/>
                  </a:lnTo>
                  <a:lnTo>
                    <a:pt x="11307" y="6542"/>
                  </a:lnTo>
                  <a:lnTo>
                    <a:pt x="11307" y="6542"/>
                  </a:lnTo>
                  <a:lnTo>
                    <a:pt x="11247" y="5422"/>
                  </a:lnTo>
                  <a:cubicBezTo>
                    <a:pt x="11232" y="5407"/>
                    <a:pt x="11232" y="5392"/>
                    <a:pt x="11217" y="5362"/>
                  </a:cubicBezTo>
                  <a:lnTo>
                    <a:pt x="11217" y="5362"/>
                  </a:lnTo>
                  <a:lnTo>
                    <a:pt x="11247" y="5422"/>
                  </a:lnTo>
                  <a:cubicBezTo>
                    <a:pt x="11247" y="5198"/>
                    <a:pt x="11247" y="4989"/>
                    <a:pt x="11247" y="4780"/>
                  </a:cubicBezTo>
                  <a:cubicBezTo>
                    <a:pt x="11247" y="4750"/>
                    <a:pt x="11187" y="4705"/>
                    <a:pt x="11157" y="4675"/>
                  </a:cubicBezTo>
                  <a:close/>
                  <a:moveTo>
                    <a:pt x="7214" y="18819"/>
                  </a:moveTo>
                  <a:cubicBezTo>
                    <a:pt x="7214" y="18894"/>
                    <a:pt x="7214" y="18984"/>
                    <a:pt x="7199" y="19058"/>
                  </a:cubicBezTo>
                  <a:cubicBezTo>
                    <a:pt x="7229" y="19058"/>
                    <a:pt x="7259" y="19058"/>
                    <a:pt x="7274" y="19073"/>
                  </a:cubicBezTo>
                  <a:cubicBezTo>
                    <a:pt x="7289" y="18984"/>
                    <a:pt x="7289" y="18909"/>
                    <a:pt x="7304" y="188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7"/>
            <p:cNvSpPr/>
            <p:nvPr/>
          </p:nvSpPr>
          <p:spPr>
            <a:xfrm rot="2076528" flipH="1">
              <a:off x="-843805" y="3688365"/>
              <a:ext cx="1397516" cy="1299396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" name="Google Shape;344;p47"/>
            <p:cNvGrpSpPr/>
            <p:nvPr/>
          </p:nvGrpSpPr>
          <p:grpSpPr>
            <a:xfrm rot="10800000" flipH="1">
              <a:off x="-425748" y="1133249"/>
              <a:ext cx="1224855" cy="3106866"/>
              <a:chOff x="-284689" y="165002"/>
              <a:chExt cx="1164864" cy="2954699"/>
            </a:xfrm>
          </p:grpSpPr>
          <p:sp>
            <p:nvSpPr>
              <p:cNvPr id="345" name="Google Shape;345;p47"/>
              <p:cNvSpPr/>
              <p:nvPr/>
            </p:nvSpPr>
            <p:spPr>
              <a:xfrm>
                <a:off x="-284689" y="470994"/>
                <a:ext cx="156436" cy="175287"/>
              </a:xfrm>
              <a:custGeom>
                <a:avLst/>
                <a:gdLst/>
                <a:ahLst/>
                <a:cxnLst/>
                <a:rect l="l" t="t" r="r" b="b"/>
                <a:pathLst>
                  <a:path w="614" h="688" extrusionOk="0">
                    <a:moveTo>
                      <a:pt x="314" y="0"/>
                    </a:moveTo>
                    <a:cubicBezTo>
                      <a:pt x="285" y="0"/>
                      <a:pt x="255" y="0"/>
                      <a:pt x="225" y="15"/>
                    </a:cubicBezTo>
                    <a:cubicBezTo>
                      <a:pt x="180" y="30"/>
                      <a:pt x="135" y="45"/>
                      <a:pt x="105" y="75"/>
                    </a:cubicBezTo>
                    <a:cubicBezTo>
                      <a:pt x="61" y="135"/>
                      <a:pt x="1" y="180"/>
                      <a:pt x="31" y="254"/>
                    </a:cubicBezTo>
                    <a:cubicBezTo>
                      <a:pt x="46" y="299"/>
                      <a:pt x="46" y="359"/>
                      <a:pt x="46" y="419"/>
                    </a:cubicBezTo>
                    <a:cubicBezTo>
                      <a:pt x="61" y="583"/>
                      <a:pt x="165" y="687"/>
                      <a:pt x="329" y="687"/>
                    </a:cubicBezTo>
                    <a:cubicBezTo>
                      <a:pt x="509" y="672"/>
                      <a:pt x="613" y="553"/>
                      <a:pt x="598" y="359"/>
                    </a:cubicBezTo>
                    <a:cubicBezTo>
                      <a:pt x="583" y="299"/>
                      <a:pt x="568" y="239"/>
                      <a:pt x="568" y="180"/>
                    </a:cubicBezTo>
                    <a:cubicBezTo>
                      <a:pt x="583" y="120"/>
                      <a:pt x="539" y="90"/>
                      <a:pt x="494" y="60"/>
                    </a:cubicBezTo>
                    <a:cubicBezTo>
                      <a:pt x="464" y="30"/>
                      <a:pt x="419" y="15"/>
                      <a:pt x="3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47"/>
              <p:cNvSpPr/>
              <p:nvPr/>
            </p:nvSpPr>
            <p:spPr>
              <a:xfrm>
                <a:off x="27419" y="2308987"/>
                <a:ext cx="137328" cy="16407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47"/>
              <p:cNvSpPr/>
              <p:nvPr/>
            </p:nvSpPr>
            <p:spPr>
              <a:xfrm>
                <a:off x="-276791" y="2308987"/>
                <a:ext cx="144716" cy="16407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47"/>
              <p:cNvSpPr/>
              <p:nvPr/>
            </p:nvSpPr>
            <p:spPr>
              <a:xfrm>
                <a:off x="320418" y="2320198"/>
                <a:ext cx="152105" cy="148790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47"/>
              <p:cNvSpPr/>
              <p:nvPr/>
            </p:nvSpPr>
            <p:spPr>
              <a:xfrm>
                <a:off x="621061" y="2319434"/>
                <a:ext cx="141150" cy="142421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47"/>
              <p:cNvSpPr/>
              <p:nvPr/>
            </p:nvSpPr>
            <p:spPr>
              <a:xfrm>
                <a:off x="-269402" y="2639694"/>
                <a:ext cx="137328" cy="13783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47"/>
              <p:cNvSpPr/>
              <p:nvPr/>
            </p:nvSpPr>
            <p:spPr>
              <a:xfrm>
                <a:off x="-276536" y="1108203"/>
                <a:ext cx="144462" cy="135542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32" extrusionOk="0">
                    <a:moveTo>
                      <a:pt x="224" y="0"/>
                    </a:moveTo>
                    <a:cubicBezTo>
                      <a:pt x="91" y="0"/>
                      <a:pt x="1" y="131"/>
                      <a:pt x="14" y="262"/>
                    </a:cubicBezTo>
                    <a:cubicBezTo>
                      <a:pt x="29" y="367"/>
                      <a:pt x="148" y="472"/>
                      <a:pt x="193" y="531"/>
                    </a:cubicBezTo>
                    <a:cubicBezTo>
                      <a:pt x="447" y="516"/>
                      <a:pt x="566" y="397"/>
                      <a:pt x="536" y="248"/>
                    </a:cubicBezTo>
                    <a:cubicBezTo>
                      <a:pt x="521" y="158"/>
                      <a:pt x="387" y="23"/>
                      <a:pt x="282" y="9"/>
                    </a:cubicBezTo>
                    <a:cubicBezTo>
                      <a:pt x="262" y="3"/>
                      <a:pt x="243" y="0"/>
                      <a:pt x="2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47"/>
              <p:cNvSpPr/>
              <p:nvPr/>
            </p:nvSpPr>
            <p:spPr>
              <a:xfrm>
                <a:off x="316851" y="2015734"/>
                <a:ext cx="144716" cy="139363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47"/>
              <p:cNvSpPr/>
              <p:nvPr/>
            </p:nvSpPr>
            <p:spPr>
              <a:xfrm>
                <a:off x="175957" y="2483003"/>
                <a:ext cx="129430" cy="138599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47"/>
              <p:cNvSpPr/>
              <p:nvPr/>
            </p:nvSpPr>
            <p:spPr>
              <a:xfrm>
                <a:off x="172390" y="1257504"/>
                <a:ext cx="155927" cy="139363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47" extrusionOk="0">
                    <a:moveTo>
                      <a:pt x="253" y="1"/>
                    </a:moveTo>
                    <a:cubicBezTo>
                      <a:pt x="117" y="1"/>
                      <a:pt x="41" y="125"/>
                      <a:pt x="14" y="274"/>
                    </a:cubicBezTo>
                    <a:cubicBezTo>
                      <a:pt x="0" y="384"/>
                      <a:pt x="153" y="546"/>
                      <a:pt x="270" y="546"/>
                    </a:cubicBezTo>
                    <a:cubicBezTo>
                      <a:pt x="280" y="546"/>
                      <a:pt x="289" y="545"/>
                      <a:pt x="298" y="543"/>
                    </a:cubicBezTo>
                    <a:cubicBezTo>
                      <a:pt x="417" y="498"/>
                      <a:pt x="507" y="393"/>
                      <a:pt x="612" y="304"/>
                    </a:cubicBezTo>
                    <a:cubicBezTo>
                      <a:pt x="612" y="274"/>
                      <a:pt x="612" y="244"/>
                      <a:pt x="597" y="199"/>
                    </a:cubicBezTo>
                    <a:cubicBezTo>
                      <a:pt x="507" y="139"/>
                      <a:pt x="402" y="20"/>
                      <a:pt x="298" y="5"/>
                    </a:cubicBezTo>
                    <a:cubicBezTo>
                      <a:pt x="282" y="2"/>
                      <a:pt x="267" y="1"/>
                      <a:pt x="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47"/>
              <p:cNvSpPr/>
              <p:nvPr/>
            </p:nvSpPr>
            <p:spPr>
              <a:xfrm>
                <a:off x="621316" y="1715092"/>
                <a:ext cx="137073" cy="13758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47"/>
              <p:cNvSpPr/>
              <p:nvPr/>
            </p:nvSpPr>
            <p:spPr>
              <a:xfrm>
                <a:off x="614182" y="2015224"/>
                <a:ext cx="151850" cy="139109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47"/>
              <p:cNvSpPr/>
              <p:nvPr/>
            </p:nvSpPr>
            <p:spPr>
              <a:xfrm>
                <a:off x="175957" y="1555599"/>
                <a:ext cx="137073" cy="13707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34" y="0"/>
                      <a:pt x="0" y="90"/>
                      <a:pt x="0" y="269"/>
                    </a:cubicBezTo>
                    <a:cubicBezTo>
                      <a:pt x="15" y="433"/>
                      <a:pt x="90" y="538"/>
                      <a:pt x="269" y="538"/>
                    </a:cubicBezTo>
                    <a:cubicBezTo>
                      <a:pt x="448" y="538"/>
                      <a:pt x="523" y="448"/>
                      <a:pt x="538" y="239"/>
                    </a:cubicBezTo>
                    <a:cubicBezTo>
                      <a:pt x="538" y="10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47"/>
              <p:cNvSpPr/>
              <p:nvPr/>
            </p:nvSpPr>
            <p:spPr>
              <a:xfrm>
                <a:off x="328062" y="1406806"/>
                <a:ext cx="141150" cy="13783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1" extrusionOk="0">
                    <a:moveTo>
                      <a:pt x="284" y="0"/>
                    </a:moveTo>
                    <a:cubicBezTo>
                      <a:pt x="274" y="0"/>
                      <a:pt x="264" y="1"/>
                      <a:pt x="254" y="2"/>
                    </a:cubicBezTo>
                    <a:cubicBezTo>
                      <a:pt x="90" y="2"/>
                      <a:pt x="1" y="121"/>
                      <a:pt x="1" y="270"/>
                    </a:cubicBezTo>
                    <a:cubicBezTo>
                      <a:pt x="1" y="425"/>
                      <a:pt x="107" y="540"/>
                      <a:pt x="244" y="540"/>
                    </a:cubicBezTo>
                    <a:cubicBezTo>
                      <a:pt x="253" y="540"/>
                      <a:pt x="261" y="540"/>
                      <a:pt x="269" y="539"/>
                    </a:cubicBezTo>
                    <a:cubicBezTo>
                      <a:pt x="374" y="509"/>
                      <a:pt x="478" y="390"/>
                      <a:pt x="553" y="315"/>
                    </a:cubicBezTo>
                    <a:cubicBezTo>
                      <a:pt x="511" y="118"/>
                      <a:pt x="442" y="0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47"/>
              <p:cNvSpPr/>
              <p:nvPr/>
            </p:nvSpPr>
            <p:spPr>
              <a:xfrm>
                <a:off x="19775" y="2019811"/>
                <a:ext cx="133506" cy="13375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47"/>
              <p:cNvSpPr/>
              <p:nvPr/>
            </p:nvSpPr>
            <p:spPr>
              <a:xfrm>
                <a:off x="-120864" y="953805"/>
                <a:ext cx="137073" cy="13758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43" y="1"/>
                    </a:moveTo>
                    <a:cubicBezTo>
                      <a:pt x="118" y="1"/>
                      <a:pt x="0" y="103"/>
                      <a:pt x="0" y="271"/>
                    </a:cubicBezTo>
                    <a:cubicBezTo>
                      <a:pt x="15" y="435"/>
                      <a:pt x="90" y="540"/>
                      <a:pt x="254" y="540"/>
                    </a:cubicBezTo>
                    <a:cubicBezTo>
                      <a:pt x="418" y="540"/>
                      <a:pt x="508" y="435"/>
                      <a:pt x="538" y="196"/>
                    </a:cubicBezTo>
                    <a:cubicBezTo>
                      <a:pt x="463" y="137"/>
                      <a:pt x="373" y="17"/>
                      <a:pt x="269" y="2"/>
                    </a:cubicBezTo>
                    <a:cubicBezTo>
                      <a:pt x="260" y="1"/>
                      <a:pt x="252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47"/>
              <p:cNvSpPr/>
              <p:nvPr/>
            </p:nvSpPr>
            <p:spPr>
              <a:xfrm>
                <a:off x="-120864" y="657494"/>
                <a:ext cx="137073" cy="13707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69" y="0"/>
                    </a:moveTo>
                    <a:cubicBezTo>
                      <a:pt x="105" y="0"/>
                      <a:pt x="0" y="105"/>
                      <a:pt x="0" y="284"/>
                    </a:cubicBezTo>
                    <a:cubicBezTo>
                      <a:pt x="0" y="463"/>
                      <a:pt x="120" y="538"/>
                      <a:pt x="254" y="538"/>
                    </a:cubicBezTo>
                    <a:cubicBezTo>
                      <a:pt x="418" y="538"/>
                      <a:pt x="538" y="433"/>
                      <a:pt x="523" y="254"/>
                    </a:cubicBezTo>
                    <a:cubicBezTo>
                      <a:pt x="523" y="105"/>
                      <a:pt x="418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47"/>
              <p:cNvSpPr/>
              <p:nvPr/>
            </p:nvSpPr>
            <p:spPr>
              <a:xfrm>
                <a:off x="468956" y="2481729"/>
                <a:ext cx="148538" cy="142675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47"/>
              <p:cNvSpPr/>
              <p:nvPr/>
            </p:nvSpPr>
            <p:spPr>
              <a:xfrm>
                <a:off x="-132330" y="1559166"/>
                <a:ext cx="144716" cy="13859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4" extrusionOk="0">
                    <a:moveTo>
                      <a:pt x="299" y="1"/>
                    </a:moveTo>
                    <a:cubicBezTo>
                      <a:pt x="120" y="1"/>
                      <a:pt x="60" y="135"/>
                      <a:pt x="0" y="344"/>
                    </a:cubicBezTo>
                    <a:cubicBezTo>
                      <a:pt x="75" y="404"/>
                      <a:pt x="180" y="524"/>
                      <a:pt x="284" y="539"/>
                    </a:cubicBezTo>
                    <a:cubicBezTo>
                      <a:pt x="300" y="542"/>
                      <a:pt x="315" y="543"/>
                      <a:pt x="330" y="543"/>
                    </a:cubicBezTo>
                    <a:cubicBezTo>
                      <a:pt x="460" y="543"/>
                      <a:pt x="568" y="432"/>
                      <a:pt x="568" y="285"/>
                    </a:cubicBezTo>
                    <a:cubicBezTo>
                      <a:pt x="568" y="120"/>
                      <a:pt x="478" y="16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47"/>
              <p:cNvSpPr/>
              <p:nvPr/>
            </p:nvSpPr>
            <p:spPr>
              <a:xfrm>
                <a:off x="472778" y="1562987"/>
                <a:ext cx="137073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9" extrusionOk="0">
                    <a:moveTo>
                      <a:pt x="284" y="1"/>
                    </a:moveTo>
                    <a:cubicBezTo>
                      <a:pt x="134" y="1"/>
                      <a:pt x="0" y="91"/>
                      <a:pt x="15" y="270"/>
                    </a:cubicBezTo>
                    <a:cubicBezTo>
                      <a:pt x="15" y="434"/>
                      <a:pt x="105" y="539"/>
                      <a:pt x="269" y="539"/>
                    </a:cubicBezTo>
                    <a:cubicBezTo>
                      <a:pt x="448" y="539"/>
                      <a:pt x="523" y="449"/>
                      <a:pt x="523" y="255"/>
                    </a:cubicBezTo>
                    <a:cubicBezTo>
                      <a:pt x="538" y="105"/>
                      <a:pt x="418" y="1"/>
                      <a:pt x="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47"/>
              <p:cNvSpPr/>
              <p:nvPr/>
            </p:nvSpPr>
            <p:spPr>
              <a:xfrm>
                <a:off x="-128508" y="2484022"/>
                <a:ext cx="148538" cy="137835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47"/>
              <p:cNvSpPr/>
              <p:nvPr/>
            </p:nvSpPr>
            <p:spPr>
              <a:xfrm>
                <a:off x="27419" y="1102597"/>
                <a:ext cx="133506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69" y="1"/>
                    </a:moveTo>
                    <a:cubicBezTo>
                      <a:pt x="105" y="1"/>
                      <a:pt x="1" y="105"/>
                      <a:pt x="16" y="299"/>
                    </a:cubicBezTo>
                    <a:cubicBezTo>
                      <a:pt x="16" y="449"/>
                      <a:pt x="90" y="538"/>
                      <a:pt x="254" y="538"/>
                    </a:cubicBezTo>
                    <a:cubicBezTo>
                      <a:pt x="419" y="538"/>
                      <a:pt x="523" y="434"/>
                      <a:pt x="523" y="270"/>
                    </a:cubicBezTo>
                    <a:cubicBezTo>
                      <a:pt x="523" y="105"/>
                      <a:pt x="419" y="1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47"/>
              <p:cNvSpPr/>
              <p:nvPr/>
            </p:nvSpPr>
            <p:spPr>
              <a:xfrm>
                <a:off x="324240" y="1715347"/>
                <a:ext cx="133506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47"/>
              <p:cNvSpPr/>
              <p:nvPr/>
            </p:nvSpPr>
            <p:spPr>
              <a:xfrm>
                <a:off x="-120864" y="2784664"/>
                <a:ext cx="133251" cy="140892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47"/>
              <p:cNvSpPr/>
              <p:nvPr/>
            </p:nvSpPr>
            <p:spPr>
              <a:xfrm>
                <a:off x="168568" y="1865668"/>
                <a:ext cx="140640" cy="139363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47"/>
              <p:cNvSpPr/>
              <p:nvPr/>
            </p:nvSpPr>
            <p:spPr>
              <a:xfrm>
                <a:off x="-269402" y="809599"/>
                <a:ext cx="137328" cy="133503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4" extrusionOk="0">
                    <a:moveTo>
                      <a:pt x="269" y="1"/>
                    </a:moveTo>
                    <a:cubicBezTo>
                      <a:pt x="90" y="16"/>
                      <a:pt x="1" y="105"/>
                      <a:pt x="1" y="284"/>
                    </a:cubicBezTo>
                    <a:cubicBezTo>
                      <a:pt x="16" y="434"/>
                      <a:pt x="105" y="523"/>
                      <a:pt x="269" y="523"/>
                    </a:cubicBezTo>
                    <a:cubicBezTo>
                      <a:pt x="434" y="523"/>
                      <a:pt x="523" y="434"/>
                      <a:pt x="523" y="269"/>
                    </a:cubicBezTo>
                    <a:cubicBezTo>
                      <a:pt x="538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47"/>
              <p:cNvSpPr/>
              <p:nvPr/>
            </p:nvSpPr>
            <p:spPr>
              <a:xfrm>
                <a:off x="-277046" y="1399418"/>
                <a:ext cx="137328" cy="145223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70" extrusionOk="0">
                    <a:moveTo>
                      <a:pt x="329" y="1"/>
                    </a:moveTo>
                    <a:cubicBezTo>
                      <a:pt x="120" y="60"/>
                      <a:pt x="1" y="120"/>
                      <a:pt x="16" y="314"/>
                    </a:cubicBezTo>
                    <a:cubicBezTo>
                      <a:pt x="16" y="468"/>
                      <a:pt x="94" y="570"/>
                      <a:pt x="227" y="570"/>
                    </a:cubicBezTo>
                    <a:cubicBezTo>
                      <a:pt x="236" y="570"/>
                      <a:pt x="245" y="569"/>
                      <a:pt x="255" y="568"/>
                    </a:cubicBezTo>
                    <a:cubicBezTo>
                      <a:pt x="419" y="568"/>
                      <a:pt x="538" y="449"/>
                      <a:pt x="523" y="299"/>
                    </a:cubicBezTo>
                    <a:cubicBezTo>
                      <a:pt x="509" y="180"/>
                      <a:pt x="389" y="90"/>
                      <a:pt x="3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47"/>
              <p:cNvSpPr/>
              <p:nvPr/>
            </p:nvSpPr>
            <p:spPr>
              <a:xfrm>
                <a:off x="27419" y="1407061"/>
                <a:ext cx="137328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69" y="1"/>
                    </a:moveTo>
                    <a:cubicBezTo>
                      <a:pt x="105" y="1"/>
                      <a:pt x="1" y="105"/>
                      <a:pt x="16" y="284"/>
                    </a:cubicBezTo>
                    <a:cubicBezTo>
                      <a:pt x="16" y="449"/>
                      <a:pt x="120" y="538"/>
                      <a:pt x="269" y="538"/>
                    </a:cubicBezTo>
                    <a:cubicBezTo>
                      <a:pt x="419" y="538"/>
                      <a:pt x="538" y="434"/>
                      <a:pt x="523" y="254"/>
                    </a:cubicBezTo>
                    <a:cubicBezTo>
                      <a:pt x="523" y="90"/>
                      <a:pt x="419" y="1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47"/>
              <p:cNvSpPr/>
              <p:nvPr/>
            </p:nvSpPr>
            <p:spPr>
              <a:xfrm>
                <a:off x="19775" y="1707703"/>
                <a:ext cx="141150" cy="138344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47"/>
              <p:cNvSpPr/>
              <p:nvPr/>
            </p:nvSpPr>
            <p:spPr>
              <a:xfrm>
                <a:off x="23597" y="2636127"/>
                <a:ext cx="141150" cy="13375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47"/>
              <p:cNvSpPr/>
              <p:nvPr/>
            </p:nvSpPr>
            <p:spPr>
              <a:xfrm>
                <a:off x="476599" y="1863630"/>
                <a:ext cx="129430" cy="13350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47"/>
              <p:cNvSpPr/>
              <p:nvPr/>
            </p:nvSpPr>
            <p:spPr>
              <a:xfrm>
                <a:off x="172135" y="2168093"/>
                <a:ext cx="133251" cy="13350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47"/>
              <p:cNvSpPr/>
              <p:nvPr/>
            </p:nvSpPr>
            <p:spPr>
              <a:xfrm>
                <a:off x="172135" y="2784664"/>
                <a:ext cx="137073" cy="13707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47"/>
              <p:cNvSpPr/>
              <p:nvPr/>
            </p:nvSpPr>
            <p:spPr>
              <a:xfrm>
                <a:off x="-128508" y="1256485"/>
                <a:ext cx="140640" cy="13223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19" extrusionOk="0">
                    <a:moveTo>
                      <a:pt x="241" y="0"/>
                    </a:moveTo>
                    <a:cubicBezTo>
                      <a:pt x="120" y="0"/>
                      <a:pt x="28" y="119"/>
                      <a:pt x="15" y="248"/>
                    </a:cubicBezTo>
                    <a:cubicBezTo>
                      <a:pt x="0" y="382"/>
                      <a:pt x="75" y="517"/>
                      <a:pt x="269" y="517"/>
                    </a:cubicBezTo>
                    <a:cubicBezTo>
                      <a:pt x="280" y="518"/>
                      <a:pt x="290" y="518"/>
                      <a:pt x="300" y="518"/>
                    </a:cubicBezTo>
                    <a:cubicBezTo>
                      <a:pt x="448" y="518"/>
                      <a:pt x="552" y="418"/>
                      <a:pt x="538" y="278"/>
                    </a:cubicBezTo>
                    <a:cubicBezTo>
                      <a:pt x="538" y="173"/>
                      <a:pt x="403" y="39"/>
                      <a:pt x="299" y="9"/>
                    </a:cubicBezTo>
                    <a:cubicBezTo>
                      <a:pt x="279" y="3"/>
                      <a:pt x="260" y="0"/>
                      <a:pt x="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47"/>
              <p:cNvSpPr/>
              <p:nvPr/>
            </p:nvSpPr>
            <p:spPr>
              <a:xfrm>
                <a:off x="324240" y="2632305"/>
                <a:ext cx="133506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69" y="1"/>
                    </a:moveTo>
                    <a:cubicBezTo>
                      <a:pt x="120" y="1"/>
                      <a:pt x="16" y="105"/>
                      <a:pt x="1" y="285"/>
                    </a:cubicBezTo>
                    <a:cubicBezTo>
                      <a:pt x="16" y="449"/>
                      <a:pt x="120" y="539"/>
                      <a:pt x="269" y="539"/>
                    </a:cubicBezTo>
                    <a:cubicBezTo>
                      <a:pt x="434" y="539"/>
                      <a:pt x="523" y="434"/>
                      <a:pt x="523" y="255"/>
                    </a:cubicBezTo>
                    <a:cubicBezTo>
                      <a:pt x="523" y="90"/>
                      <a:pt x="404" y="1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47"/>
              <p:cNvSpPr/>
              <p:nvPr/>
            </p:nvSpPr>
            <p:spPr>
              <a:xfrm>
                <a:off x="-276791" y="2936514"/>
                <a:ext cx="144716" cy="13375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47"/>
              <p:cNvSpPr/>
              <p:nvPr/>
            </p:nvSpPr>
            <p:spPr>
              <a:xfrm>
                <a:off x="20794" y="805522"/>
                <a:ext cx="147774" cy="13197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518" extrusionOk="0">
                    <a:moveTo>
                      <a:pt x="289" y="0"/>
                    </a:moveTo>
                    <a:cubicBezTo>
                      <a:pt x="286" y="0"/>
                      <a:pt x="283" y="1"/>
                      <a:pt x="280" y="2"/>
                    </a:cubicBezTo>
                    <a:cubicBezTo>
                      <a:pt x="161" y="46"/>
                      <a:pt x="42" y="151"/>
                      <a:pt x="27" y="256"/>
                    </a:cubicBezTo>
                    <a:cubicBezTo>
                      <a:pt x="0" y="375"/>
                      <a:pt x="79" y="517"/>
                      <a:pt x="212" y="517"/>
                    </a:cubicBezTo>
                    <a:cubicBezTo>
                      <a:pt x="229" y="517"/>
                      <a:pt x="247" y="515"/>
                      <a:pt x="266" y="509"/>
                    </a:cubicBezTo>
                    <a:cubicBezTo>
                      <a:pt x="370" y="495"/>
                      <a:pt x="445" y="360"/>
                      <a:pt x="579" y="211"/>
                    </a:cubicBezTo>
                    <a:cubicBezTo>
                      <a:pt x="438" y="112"/>
                      <a:pt x="337" y="0"/>
                      <a:pt x="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47"/>
              <p:cNvSpPr/>
              <p:nvPr/>
            </p:nvSpPr>
            <p:spPr>
              <a:xfrm>
                <a:off x="-136151" y="322457"/>
                <a:ext cx="144716" cy="150574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91" extrusionOk="0">
                    <a:moveTo>
                      <a:pt x="269" y="1"/>
                    </a:moveTo>
                    <a:cubicBezTo>
                      <a:pt x="150" y="1"/>
                      <a:pt x="90" y="75"/>
                      <a:pt x="30" y="180"/>
                    </a:cubicBezTo>
                    <a:cubicBezTo>
                      <a:pt x="15" y="225"/>
                      <a:pt x="0" y="285"/>
                      <a:pt x="15" y="344"/>
                    </a:cubicBezTo>
                    <a:cubicBezTo>
                      <a:pt x="15" y="374"/>
                      <a:pt x="15" y="419"/>
                      <a:pt x="30" y="449"/>
                    </a:cubicBezTo>
                    <a:cubicBezTo>
                      <a:pt x="81" y="525"/>
                      <a:pt x="142" y="590"/>
                      <a:pt x="232" y="590"/>
                    </a:cubicBezTo>
                    <a:cubicBezTo>
                      <a:pt x="249" y="590"/>
                      <a:pt x="266" y="588"/>
                      <a:pt x="284" y="583"/>
                    </a:cubicBezTo>
                    <a:cubicBezTo>
                      <a:pt x="374" y="509"/>
                      <a:pt x="448" y="449"/>
                      <a:pt x="538" y="374"/>
                    </a:cubicBezTo>
                    <a:cubicBezTo>
                      <a:pt x="568" y="300"/>
                      <a:pt x="553" y="240"/>
                      <a:pt x="523" y="180"/>
                    </a:cubicBezTo>
                    <a:cubicBezTo>
                      <a:pt x="508" y="150"/>
                      <a:pt x="493" y="135"/>
                      <a:pt x="463" y="105"/>
                    </a:cubicBezTo>
                    <a:cubicBezTo>
                      <a:pt x="448" y="75"/>
                      <a:pt x="419" y="61"/>
                      <a:pt x="389" y="46"/>
                    </a:cubicBezTo>
                    <a:cubicBezTo>
                      <a:pt x="359" y="16"/>
                      <a:pt x="314" y="1"/>
                      <a:pt x="2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47"/>
              <p:cNvSpPr/>
              <p:nvPr/>
            </p:nvSpPr>
            <p:spPr>
              <a:xfrm>
                <a:off x="465134" y="2784664"/>
                <a:ext cx="148538" cy="124586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89" extrusionOk="0">
                    <a:moveTo>
                      <a:pt x="374" y="0"/>
                    </a:moveTo>
                    <a:lnTo>
                      <a:pt x="374" y="0"/>
                    </a:lnTo>
                    <a:cubicBezTo>
                      <a:pt x="269" y="60"/>
                      <a:pt x="164" y="105"/>
                      <a:pt x="60" y="165"/>
                    </a:cubicBezTo>
                    <a:cubicBezTo>
                      <a:pt x="60" y="180"/>
                      <a:pt x="45" y="194"/>
                      <a:pt x="45" y="209"/>
                    </a:cubicBezTo>
                    <a:cubicBezTo>
                      <a:pt x="0" y="299"/>
                      <a:pt x="15" y="389"/>
                      <a:pt x="90" y="448"/>
                    </a:cubicBezTo>
                    <a:cubicBezTo>
                      <a:pt x="113" y="477"/>
                      <a:pt x="138" y="488"/>
                      <a:pt x="164" y="488"/>
                    </a:cubicBezTo>
                    <a:cubicBezTo>
                      <a:pt x="205" y="488"/>
                      <a:pt x="247" y="461"/>
                      <a:pt x="284" y="433"/>
                    </a:cubicBezTo>
                    <a:cubicBezTo>
                      <a:pt x="568" y="209"/>
                      <a:pt x="583" y="150"/>
                      <a:pt x="3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47"/>
              <p:cNvSpPr/>
              <p:nvPr/>
            </p:nvSpPr>
            <p:spPr>
              <a:xfrm>
                <a:off x="-117043" y="2194336"/>
                <a:ext cx="129430" cy="10012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47"/>
              <p:cNvSpPr/>
              <p:nvPr/>
            </p:nvSpPr>
            <p:spPr>
              <a:xfrm>
                <a:off x="328062" y="1125528"/>
                <a:ext cx="114397" cy="118217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64" extrusionOk="0">
                    <a:moveTo>
                      <a:pt x="135" y="0"/>
                    </a:moveTo>
                    <a:cubicBezTo>
                      <a:pt x="90" y="60"/>
                      <a:pt x="1" y="135"/>
                      <a:pt x="1" y="194"/>
                    </a:cubicBezTo>
                    <a:cubicBezTo>
                      <a:pt x="1" y="359"/>
                      <a:pt x="90" y="448"/>
                      <a:pt x="314" y="463"/>
                    </a:cubicBezTo>
                    <a:cubicBezTo>
                      <a:pt x="344" y="433"/>
                      <a:pt x="449" y="329"/>
                      <a:pt x="449" y="314"/>
                    </a:cubicBezTo>
                    <a:cubicBezTo>
                      <a:pt x="344" y="209"/>
                      <a:pt x="239" y="105"/>
                      <a:pt x="1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47"/>
              <p:cNvSpPr/>
              <p:nvPr/>
            </p:nvSpPr>
            <p:spPr>
              <a:xfrm>
                <a:off x="773166" y="2168093"/>
                <a:ext cx="107009" cy="133503"/>
              </a:xfrm>
              <a:custGeom>
                <a:avLst/>
                <a:gdLst/>
                <a:ahLst/>
                <a:cxnLst/>
                <a:rect l="l" t="t" r="r" b="b"/>
                <a:pathLst>
                  <a:path w="420" h="524" extrusionOk="0">
                    <a:moveTo>
                      <a:pt x="225" y="1"/>
                    </a:moveTo>
                    <a:cubicBezTo>
                      <a:pt x="150" y="90"/>
                      <a:pt x="16" y="165"/>
                      <a:pt x="16" y="255"/>
                    </a:cubicBezTo>
                    <a:cubicBezTo>
                      <a:pt x="1" y="329"/>
                      <a:pt x="135" y="434"/>
                      <a:pt x="195" y="523"/>
                    </a:cubicBezTo>
                    <a:cubicBezTo>
                      <a:pt x="270" y="434"/>
                      <a:pt x="330" y="359"/>
                      <a:pt x="419" y="255"/>
                    </a:cubicBezTo>
                    <a:cubicBezTo>
                      <a:pt x="345" y="150"/>
                      <a:pt x="285" y="75"/>
                      <a:pt x="2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47"/>
              <p:cNvSpPr/>
              <p:nvPr/>
            </p:nvSpPr>
            <p:spPr>
              <a:xfrm>
                <a:off x="628704" y="2632305"/>
                <a:ext cx="122041" cy="122038"/>
              </a:xfrm>
              <a:custGeom>
                <a:avLst/>
                <a:gdLst/>
                <a:ahLst/>
                <a:cxnLst/>
                <a:rect l="l" t="t" r="r" b="b"/>
                <a:pathLst>
                  <a:path w="479" h="479" extrusionOk="0">
                    <a:moveTo>
                      <a:pt x="284" y="1"/>
                    </a:moveTo>
                    <a:cubicBezTo>
                      <a:pt x="135" y="16"/>
                      <a:pt x="0" y="90"/>
                      <a:pt x="15" y="255"/>
                    </a:cubicBezTo>
                    <a:cubicBezTo>
                      <a:pt x="15" y="329"/>
                      <a:pt x="90" y="404"/>
                      <a:pt x="135" y="479"/>
                    </a:cubicBezTo>
                    <a:cubicBezTo>
                      <a:pt x="239" y="374"/>
                      <a:pt x="344" y="285"/>
                      <a:pt x="478" y="150"/>
                    </a:cubicBezTo>
                    <a:cubicBezTo>
                      <a:pt x="389" y="76"/>
                      <a:pt x="329" y="1"/>
                      <a:pt x="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47"/>
              <p:cNvSpPr/>
              <p:nvPr/>
            </p:nvSpPr>
            <p:spPr>
              <a:xfrm>
                <a:off x="-86724" y="1863375"/>
                <a:ext cx="114397" cy="118472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65" extrusionOk="0">
                    <a:moveTo>
                      <a:pt x="131" y="0"/>
                    </a:moveTo>
                    <a:cubicBezTo>
                      <a:pt x="105" y="0"/>
                      <a:pt x="1" y="91"/>
                      <a:pt x="1" y="91"/>
                    </a:cubicBezTo>
                    <a:cubicBezTo>
                      <a:pt x="75" y="226"/>
                      <a:pt x="150" y="345"/>
                      <a:pt x="239" y="465"/>
                    </a:cubicBezTo>
                    <a:cubicBezTo>
                      <a:pt x="284" y="405"/>
                      <a:pt x="344" y="345"/>
                      <a:pt x="449" y="241"/>
                    </a:cubicBezTo>
                    <a:cubicBezTo>
                      <a:pt x="314" y="136"/>
                      <a:pt x="239" y="62"/>
                      <a:pt x="135" y="2"/>
                    </a:cubicBezTo>
                    <a:cubicBezTo>
                      <a:pt x="134" y="1"/>
                      <a:pt x="132" y="0"/>
                      <a:pt x="1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47"/>
              <p:cNvSpPr/>
              <p:nvPr/>
            </p:nvSpPr>
            <p:spPr>
              <a:xfrm>
                <a:off x="172135" y="999411"/>
                <a:ext cx="137073" cy="8891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349" extrusionOk="0">
                    <a:moveTo>
                      <a:pt x="114" y="0"/>
                    </a:moveTo>
                    <a:cubicBezTo>
                      <a:pt x="89" y="0"/>
                      <a:pt x="15" y="65"/>
                      <a:pt x="15" y="92"/>
                    </a:cubicBezTo>
                    <a:cubicBezTo>
                      <a:pt x="0" y="256"/>
                      <a:pt x="105" y="331"/>
                      <a:pt x="239" y="346"/>
                    </a:cubicBezTo>
                    <a:cubicBezTo>
                      <a:pt x="247" y="348"/>
                      <a:pt x="255" y="348"/>
                      <a:pt x="263" y="348"/>
                    </a:cubicBezTo>
                    <a:cubicBezTo>
                      <a:pt x="330" y="348"/>
                      <a:pt x="404" y="295"/>
                      <a:pt x="538" y="241"/>
                    </a:cubicBezTo>
                    <a:cubicBezTo>
                      <a:pt x="359" y="137"/>
                      <a:pt x="239" y="62"/>
                      <a:pt x="120" y="2"/>
                    </a:cubicBezTo>
                    <a:cubicBezTo>
                      <a:pt x="118" y="1"/>
                      <a:pt x="116" y="0"/>
                      <a:pt x="1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47"/>
              <p:cNvSpPr/>
              <p:nvPr/>
            </p:nvSpPr>
            <p:spPr>
              <a:xfrm>
                <a:off x="476599" y="1281454"/>
                <a:ext cx="91467" cy="106752"/>
              </a:xfrm>
              <a:custGeom>
                <a:avLst/>
                <a:gdLst/>
                <a:ahLst/>
                <a:cxnLst/>
                <a:rect l="l" t="t" r="r" b="b"/>
                <a:pathLst>
                  <a:path w="359" h="419" extrusionOk="0">
                    <a:moveTo>
                      <a:pt x="105" y="1"/>
                    </a:moveTo>
                    <a:cubicBezTo>
                      <a:pt x="60" y="45"/>
                      <a:pt x="0" y="105"/>
                      <a:pt x="0" y="150"/>
                    </a:cubicBezTo>
                    <a:cubicBezTo>
                      <a:pt x="0" y="284"/>
                      <a:pt x="60" y="404"/>
                      <a:pt x="254" y="419"/>
                    </a:cubicBezTo>
                    <a:cubicBezTo>
                      <a:pt x="284" y="404"/>
                      <a:pt x="358" y="344"/>
                      <a:pt x="358" y="329"/>
                    </a:cubicBezTo>
                    <a:cubicBezTo>
                      <a:pt x="284" y="225"/>
                      <a:pt x="194" y="105"/>
                      <a:pt x="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47"/>
              <p:cNvSpPr/>
              <p:nvPr/>
            </p:nvSpPr>
            <p:spPr>
              <a:xfrm>
                <a:off x="761955" y="1878916"/>
                <a:ext cx="95289" cy="122038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79" extrusionOk="0">
                    <a:moveTo>
                      <a:pt x="194" y="1"/>
                    </a:moveTo>
                    <a:cubicBezTo>
                      <a:pt x="150" y="60"/>
                      <a:pt x="90" y="120"/>
                      <a:pt x="0" y="240"/>
                    </a:cubicBezTo>
                    <a:cubicBezTo>
                      <a:pt x="105" y="329"/>
                      <a:pt x="194" y="404"/>
                      <a:pt x="269" y="479"/>
                    </a:cubicBezTo>
                    <a:cubicBezTo>
                      <a:pt x="299" y="419"/>
                      <a:pt x="374" y="359"/>
                      <a:pt x="359" y="329"/>
                    </a:cubicBezTo>
                    <a:cubicBezTo>
                      <a:pt x="329" y="210"/>
                      <a:pt x="254" y="105"/>
                      <a:pt x="1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47"/>
              <p:cNvSpPr/>
              <p:nvPr/>
            </p:nvSpPr>
            <p:spPr>
              <a:xfrm>
                <a:off x="-269402" y="2012167"/>
                <a:ext cx="76435" cy="122038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79" extrusionOk="0">
                    <a:moveTo>
                      <a:pt x="150" y="0"/>
                    </a:moveTo>
                    <a:cubicBezTo>
                      <a:pt x="105" y="90"/>
                      <a:pt x="1" y="165"/>
                      <a:pt x="16" y="239"/>
                    </a:cubicBezTo>
                    <a:cubicBezTo>
                      <a:pt x="30" y="314"/>
                      <a:pt x="120" y="389"/>
                      <a:pt x="180" y="478"/>
                    </a:cubicBezTo>
                    <a:cubicBezTo>
                      <a:pt x="210" y="419"/>
                      <a:pt x="254" y="359"/>
                      <a:pt x="299" y="269"/>
                    </a:cubicBezTo>
                    <a:cubicBezTo>
                      <a:pt x="240" y="180"/>
                      <a:pt x="195" y="90"/>
                      <a:pt x="1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7"/>
              <p:cNvSpPr/>
              <p:nvPr/>
            </p:nvSpPr>
            <p:spPr>
              <a:xfrm>
                <a:off x="-257937" y="1711525"/>
                <a:ext cx="118219" cy="64968"/>
              </a:xfrm>
              <a:custGeom>
                <a:avLst/>
                <a:gdLst/>
                <a:ahLst/>
                <a:cxnLst/>
                <a:rect l="l" t="t" r="r" b="b"/>
                <a:pathLst>
                  <a:path w="464" h="255" extrusionOk="0">
                    <a:moveTo>
                      <a:pt x="180" y="0"/>
                    </a:moveTo>
                    <a:cubicBezTo>
                      <a:pt x="135" y="0"/>
                      <a:pt x="60" y="75"/>
                      <a:pt x="0" y="120"/>
                    </a:cubicBezTo>
                    <a:cubicBezTo>
                      <a:pt x="120" y="165"/>
                      <a:pt x="239" y="210"/>
                      <a:pt x="359" y="254"/>
                    </a:cubicBezTo>
                    <a:cubicBezTo>
                      <a:pt x="389" y="254"/>
                      <a:pt x="419" y="239"/>
                      <a:pt x="448" y="239"/>
                    </a:cubicBezTo>
                    <a:cubicBezTo>
                      <a:pt x="448" y="239"/>
                      <a:pt x="448" y="224"/>
                      <a:pt x="463" y="150"/>
                    </a:cubicBezTo>
                    <a:cubicBezTo>
                      <a:pt x="374" y="105"/>
                      <a:pt x="284" y="30"/>
                      <a:pt x="1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7"/>
              <p:cNvSpPr/>
              <p:nvPr/>
            </p:nvSpPr>
            <p:spPr>
              <a:xfrm>
                <a:off x="27419" y="516600"/>
                <a:ext cx="57326" cy="11821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464" extrusionOk="0">
                    <a:moveTo>
                      <a:pt x="75" y="1"/>
                    </a:moveTo>
                    <a:cubicBezTo>
                      <a:pt x="60" y="15"/>
                      <a:pt x="45" y="15"/>
                      <a:pt x="16" y="30"/>
                    </a:cubicBezTo>
                    <a:cubicBezTo>
                      <a:pt x="16" y="120"/>
                      <a:pt x="1" y="225"/>
                      <a:pt x="30" y="314"/>
                    </a:cubicBezTo>
                    <a:cubicBezTo>
                      <a:pt x="45" y="374"/>
                      <a:pt x="135" y="419"/>
                      <a:pt x="195" y="464"/>
                    </a:cubicBezTo>
                    <a:cubicBezTo>
                      <a:pt x="195" y="404"/>
                      <a:pt x="225" y="329"/>
                      <a:pt x="210" y="284"/>
                    </a:cubicBezTo>
                    <a:cubicBezTo>
                      <a:pt x="180" y="180"/>
                      <a:pt x="120" y="90"/>
                      <a:pt x="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7"/>
              <p:cNvSpPr/>
              <p:nvPr/>
            </p:nvSpPr>
            <p:spPr>
              <a:xfrm>
                <a:off x="31241" y="2932438"/>
                <a:ext cx="144971" cy="11490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451" extrusionOk="0">
                    <a:moveTo>
                      <a:pt x="232" y="0"/>
                    </a:moveTo>
                    <a:cubicBezTo>
                      <a:pt x="180" y="0"/>
                      <a:pt x="131" y="24"/>
                      <a:pt x="90" y="77"/>
                    </a:cubicBezTo>
                    <a:cubicBezTo>
                      <a:pt x="30" y="152"/>
                      <a:pt x="1" y="287"/>
                      <a:pt x="15" y="376"/>
                    </a:cubicBezTo>
                    <a:cubicBezTo>
                      <a:pt x="30" y="406"/>
                      <a:pt x="75" y="406"/>
                      <a:pt x="150" y="421"/>
                    </a:cubicBezTo>
                    <a:cubicBezTo>
                      <a:pt x="195" y="436"/>
                      <a:pt x="239" y="436"/>
                      <a:pt x="284" y="451"/>
                    </a:cubicBezTo>
                    <a:cubicBezTo>
                      <a:pt x="553" y="361"/>
                      <a:pt x="568" y="302"/>
                      <a:pt x="419" y="92"/>
                    </a:cubicBezTo>
                    <a:cubicBezTo>
                      <a:pt x="361" y="35"/>
                      <a:pt x="295" y="0"/>
                      <a:pt x="2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47"/>
              <p:cNvSpPr/>
              <p:nvPr/>
            </p:nvSpPr>
            <p:spPr>
              <a:xfrm>
                <a:off x="624883" y="1471776"/>
                <a:ext cx="49683" cy="72612"/>
              </a:xfrm>
              <a:custGeom>
                <a:avLst/>
                <a:gdLst/>
                <a:ahLst/>
                <a:cxnLst/>
                <a:rect l="l" t="t" r="r" b="b"/>
                <a:pathLst>
                  <a:path w="195" h="285" extrusionOk="0">
                    <a:moveTo>
                      <a:pt x="45" y="0"/>
                    </a:moveTo>
                    <a:cubicBezTo>
                      <a:pt x="45" y="0"/>
                      <a:pt x="15" y="15"/>
                      <a:pt x="0" y="30"/>
                    </a:cubicBezTo>
                    <a:cubicBezTo>
                      <a:pt x="30" y="105"/>
                      <a:pt x="60" y="195"/>
                      <a:pt x="90" y="284"/>
                    </a:cubicBezTo>
                    <a:cubicBezTo>
                      <a:pt x="135" y="284"/>
                      <a:pt x="165" y="269"/>
                      <a:pt x="195" y="254"/>
                    </a:cubicBezTo>
                    <a:cubicBezTo>
                      <a:pt x="150" y="165"/>
                      <a:pt x="105" y="90"/>
                      <a:pt x="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47"/>
              <p:cNvSpPr/>
              <p:nvPr/>
            </p:nvSpPr>
            <p:spPr>
              <a:xfrm>
                <a:off x="457491" y="2168603"/>
                <a:ext cx="148538" cy="141911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47"/>
              <p:cNvSpPr/>
              <p:nvPr/>
            </p:nvSpPr>
            <p:spPr>
              <a:xfrm>
                <a:off x="308953" y="3088109"/>
                <a:ext cx="27007" cy="31592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47"/>
              <p:cNvSpPr/>
              <p:nvPr/>
            </p:nvSpPr>
            <p:spPr>
              <a:xfrm>
                <a:off x="-277046" y="165002"/>
                <a:ext cx="160258" cy="157707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19" extrusionOk="0">
                    <a:moveTo>
                      <a:pt x="389" y="1"/>
                    </a:moveTo>
                    <a:cubicBezTo>
                      <a:pt x="375" y="1"/>
                      <a:pt x="360" y="2"/>
                      <a:pt x="344" y="6"/>
                    </a:cubicBezTo>
                    <a:cubicBezTo>
                      <a:pt x="180" y="21"/>
                      <a:pt x="60" y="111"/>
                      <a:pt x="31" y="275"/>
                    </a:cubicBezTo>
                    <a:cubicBezTo>
                      <a:pt x="1" y="514"/>
                      <a:pt x="60" y="574"/>
                      <a:pt x="329" y="619"/>
                    </a:cubicBezTo>
                    <a:cubicBezTo>
                      <a:pt x="389" y="619"/>
                      <a:pt x="449" y="589"/>
                      <a:pt x="494" y="544"/>
                    </a:cubicBezTo>
                    <a:cubicBezTo>
                      <a:pt x="553" y="499"/>
                      <a:pt x="583" y="440"/>
                      <a:pt x="613" y="365"/>
                    </a:cubicBezTo>
                    <a:cubicBezTo>
                      <a:pt x="628" y="275"/>
                      <a:pt x="613" y="201"/>
                      <a:pt x="568" y="141"/>
                    </a:cubicBezTo>
                    <a:cubicBezTo>
                      <a:pt x="517" y="76"/>
                      <a:pt x="476" y="1"/>
                      <a:pt x="3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0" name="Google Shape;400;p47"/>
          <p:cNvSpPr txBox="1">
            <a:spLocks noGrp="1"/>
          </p:cNvSpPr>
          <p:nvPr>
            <p:ph type="title"/>
          </p:nvPr>
        </p:nvSpPr>
        <p:spPr>
          <a:xfrm>
            <a:off x="4586275" y="2851000"/>
            <a:ext cx="3844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title" idx="2"/>
          </p:nvPr>
        </p:nvSpPr>
        <p:spPr>
          <a:xfrm>
            <a:off x="5864125" y="1601000"/>
            <a:ext cx="12888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2" name="Google Shape;402;p47"/>
          <p:cNvSpPr>
            <a:spLocks noGrp="1"/>
          </p:cNvSpPr>
          <p:nvPr>
            <p:ph type="pic" idx="3"/>
          </p:nvPr>
        </p:nvSpPr>
        <p:spPr>
          <a:xfrm flipH="1">
            <a:off x="498025" y="275625"/>
            <a:ext cx="3844500" cy="4494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"/>
          <p:cNvSpPr txBox="1">
            <a:spLocks noGrp="1"/>
          </p:cNvSpPr>
          <p:nvPr>
            <p:ph type="title"/>
          </p:nvPr>
        </p:nvSpPr>
        <p:spPr>
          <a:xfrm>
            <a:off x="1727575" y="537275"/>
            <a:ext cx="3021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05" name="Google Shape;405;p48"/>
          <p:cNvGrpSpPr/>
          <p:nvPr/>
        </p:nvGrpSpPr>
        <p:grpSpPr>
          <a:xfrm>
            <a:off x="-2654115" y="-2100788"/>
            <a:ext cx="14062543" cy="9021640"/>
            <a:chOff x="-2654115" y="-2100788"/>
            <a:chExt cx="14062543" cy="9021640"/>
          </a:xfrm>
        </p:grpSpPr>
        <p:sp>
          <p:nvSpPr>
            <p:cNvPr id="406" name="Google Shape;406;p48"/>
            <p:cNvSpPr/>
            <p:nvPr/>
          </p:nvSpPr>
          <p:spPr>
            <a:xfrm rot="4500065">
              <a:off x="7332482" y="4697980"/>
              <a:ext cx="838751" cy="1092946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8"/>
            <p:cNvSpPr/>
            <p:nvPr/>
          </p:nvSpPr>
          <p:spPr>
            <a:xfrm rot="-2091542">
              <a:off x="8022087" y="3499735"/>
              <a:ext cx="2817942" cy="2873628"/>
            </a:xfrm>
            <a:custGeom>
              <a:avLst/>
              <a:gdLst/>
              <a:ahLst/>
              <a:cxnLst/>
              <a:rect l="l" t="t" r="r" b="b"/>
              <a:pathLst>
                <a:path w="4049" h="4129" extrusionOk="0">
                  <a:moveTo>
                    <a:pt x="2614" y="256"/>
                  </a:moveTo>
                  <a:cubicBezTo>
                    <a:pt x="2614" y="271"/>
                    <a:pt x="2614" y="286"/>
                    <a:pt x="2614" y="301"/>
                  </a:cubicBezTo>
                  <a:cubicBezTo>
                    <a:pt x="2599" y="330"/>
                    <a:pt x="2614" y="345"/>
                    <a:pt x="2644" y="360"/>
                  </a:cubicBezTo>
                  <a:cubicBezTo>
                    <a:pt x="2659" y="375"/>
                    <a:pt x="2689" y="375"/>
                    <a:pt x="2734" y="405"/>
                  </a:cubicBezTo>
                  <a:cubicBezTo>
                    <a:pt x="2689" y="405"/>
                    <a:pt x="2674" y="405"/>
                    <a:pt x="2644" y="420"/>
                  </a:cubicBezTo>
                  <a:cubicBezTo>
                    <a:pt x="2555" y="450"/>
                    <a:pt x="2465" y="525"/>
                    <a:pt x="2346" y="525"/>
                  </a:cubicBezTo>
                  <a:cubicBezTo>
                    <a:pt x="2346" y="495"/>
                    <a:pt x="2360" y="480"/>
                    <a:pt x="2360" y="465"/>
                  </a:cubicBezTo>
                  <a:cubicBezTo>
                    <a:pt x="2360" y="435"/>
                    <a:pt x="2375" y="420"/>
                    <a:pt x="2375" y="390"/>
                  </a:cubicBezTo>
                  <a:cubicBezTo>
                    <a:pt x="2380" y="369"/>
                    <a:pt x="2378" y="352"/>
                    <a:pt x="2372" y="339"/>
                  </a:cubicBezTo>
                  <a:lnTo>
                    <a:pt x="2372" y="339"/>
                  </a:lnTo>
                  <a:cubicBezTo>
                    <a:pt x="2393" y="352"/>
                    <a:pt x="2419" y="360"/>
                    <a:pt x="2450" y="360"/>
                  </a:cubicBezTo>
                  <a:cubicBezTo>
                    <a:pt x="2495" y="345"/>
                    <a:pt x="2525" y="345"/>
                    <a:pt x="2555" y="315"/>
                  </a:cubicBezTo>
                  <a:cubicBezTo>
                    <a:pt x="2585" y="301"/>
                    <a:pt x="2585" y="271"/>
                    <a:pt x="2614" y="256"/>
                  </a:cubicBezTo>
                  <a:close/>
                  <a:moveTo>
                    <a:pt x="2661" y="0"/>
                  </a:moveTo>
                  <a:cubicBezTo>
                    <a:pt x="2587" y="0"/>
                    <a:pt x="2523" y="49"/>
                    <a:pt x="2465" y="136"/>
                  </a:cubicBezTo>
                  <a:cubicBezTo>
                    <a:pt x="2450" y="151"/>
                    <a:pt x="2435" y="166"/>
                    <a:pt x="2420" y="196"/>
                  </a:cubicBezTo>
                  <a:cubicBezTo>
                    <a:pt x="2375" y="196"/>
                    <a:pt x="2316" y="226"/>
                    <a:pt x="2331" y="286"/>
                  </a:cubicBezTo>
                  <a:cubicBezTo>
                    <a:pt x="2334" y="294"/>
                    <a:pt x="2338" y="303"/>
                    <a:pt x="2343" y="310"/>
                  </a:cubicBezTo>
                  <a:lnTo>
                    <a:pt x="2343" y="310"/>
                  </a:lnTo>
                  <a:cubicBezTo>
                    <a:pt x="2333" y="306"/>
                    <a:pt x="2322" y="304"/>
                    <a:pt x="2310" y="304"/>
                  </a:cubicBezTo>
                  <a:cubicBezTo>
                    <a:pt x="2294" y="304"/>
                    <a:pt x="2275" y="308"/>
                    <a:pt x="2256" y="315"/>
                  </a:cubicBezTo>
                  <a:cubicBezTo>
                    <a:pt x="2196" y="345"/>
                    <a:pt x="2151" y="405"/>
                    <a:pt x="2092" y="420"/>
                  </a:cubicBezTo>
                  <a:cubicBezTo>
                    <a:pt x="1823" y="480"/>
                    <a:pt x="1703" y="734"/>
                    <a:pt x="1509" y="883"/>
                  </a:cubicBezTo>
                  <a:cubicBezTo>
                    <a:pt x="1330" y="1047"/>
                    <a:pt x="1195" y="1256"/>
                    <a:pt x="1046" y="1466"/>
                  </a:cubicBezTo>
                  <a:cubicBezTo>
                    <a:pt x="807" y="1779"/>
                    <a:pt x="583" y="2108"/>
                    <a:pt x="359" y="2421"/>
                  </a:cubicBezTo>
                  <a:cubicBezTo>
                    <a:pt x="299" y="2541"/>
                    <a:pt x="255" y="2690"/>
                    <a:pt x="165" y="2780"/>
                  </a:cubicBezTo>
                  <a:cubicBezTo>
                    <a:pt x="1" y="2959"/>
                    <a:pt x="30" y="3153"/>
                    <a:pt x="135" y="3333"/>
                  </a:cubicBezTo>
                  <a:cubicBezTo>
                    <a:pt x="180" y="3422"/>
                    <a:pt x="314" y="3467"/>
                    <a:pt x="419" y="3512"/>
                  </a:cubicBezTo>
                  <a:cubicBezTo>
                    <a:pt x="538" y="3557"/>
                    <a:pt x="673" y="3586"/>
                    <a:pt x="792" y="3646"/>
                  </a:cubicBezTo>
                  <a:cubicBezTo>
                    <a:pt x="839" y="3665"/>
                    <a:pt x="875" y="3684"/>
                    <a:pt x="913" y="3684"/>
                  </a:cubicBezTo>
                  <a:cubicBezTo>
                    <a:pt x="936" y="3684"/>
                    <a:pt x="959" y="3678"/>
                    <a:pt x="986" y="3661"/>
                  </a:cubicBezTo>
                  <a:cubicBezTo>
                    <a:pt x="1001" y="3654"/>
                    <a:pt x="1024" y="3650"/>
                    <a:pt x="1042" y="3650"/>
                  </a:cubicBezTo>
                  <a:cubicBezTo>
                    <a:pt x="1061" y="3650"/>
                    <a:pt x="1076" y="3654"/>
                    <a:pt x="1076" y="3661"/>
                  </a:cubicBezTo>
                  <a:cubicBezTo>
                    <a:pt x="1110" y="3721"/>
                    <a:pt x="1144" y="3737"/>
                    <a:pt x="1183" y="3737"/>
                  </a:cubicBezTo>
                  <a:cubicBezTo>
                    <a:pt x="1213" y="3737"/>
                    <a:pt x="1246" y="3727"/>
                    <a:pt x="1285" y="3721"/>
                  </a:cubicBezTo>
                  <a:cubicBezTo>
                    <a:pt x="1360" y="3721"/>
                    <a:pt x="1434" y="3796"/>
                    <a:pt x="1509" y="3825"/>
                  </a:cubicBezTo>
                  <a:cubicBezTo>
                    <a:pt x="1644" y="3870"/>
                    <a:pt x="1778" y="3915"/>
                    <a:pt x="1912" y="3945"/>
                  </a:cubicBezTo>
                  <a:cubicBezTo>
                    <a:pt x="1927" y="3945"/>
                    <a:pt x="1942" y="3960"/>
                    <a:pt x="1957" y="3960"/>
                  </a:cubicBezTo>
                  <a:cubicBezTo>
                    <a:pt x="2107" y="3975"/>
                    <a:pt x="2256" y="3990"/>
                    <a:pt x="2405" y="4020"/>
                  </a:cubicBezTo>
                  <a:cubicBezTo>
                    <a:pt x="2644" y="4049"/>
                    <a:pt x="2883" y="4094"/>
                    <a:pt x="3122" y="4124"/>
                  </a:cubicBezTo>
                  <a:cubicBezTo>
                    <a:pt x="3139" y="4127"/>
                    <a:pt x="3155" y="4128"/>
                    <a:pt x="3170" y="4128"/>
                  </a:cubicBezTo>
                  <a:cubicBezTo>
                    <a:pt x="3239" y="4128"/>
                    <a:pt x="3300" y="4104"/>
                    <a:pt x="3361" y="4079"/>
                  </a:cubicBezTo>
                  <a:cubicBezTo>
                    <a:pt x="3451" y="4035"/>
                    <a:pt x="3540" y="3990"/>
                    <a:pt x="3630" y="3930"/>
                  </a:cubicBezTo>
                  <a:cubicBezTo>
                    <a:pt x="3636" y="3927"/>
                    <a:pt x="3641" y="3926"/>
                    <a:pt x="3647" y="3926"/>
                  </a:cubicBezTo>
                  <a:cubicBezTo>
                    <a:pt x="3671" y="3926"/>
                    <a:pt x="3695" y="3948"/>
                    <a:pt x="3720" y="3960"/>
                  </a:cubicBezTo>
                  <a:cubicBezTo>
                    <a:pt x="3767" y="3979"/>
                    <a:pt x="3820" y="3998"/>
                    <a:pt x="3872" y="3998"/>
                  </a:cubicBezTo>
                  <a:cubicBezTo>
                    <a:pt x="3902" y="3998"/>
                    <a:pt x="3931" y="3991"/>
                    <a:pt x="3959" y="3975"/>
                  </a:cubicBezTo>
                  <a:cubicBezTo>
                    <a:pt x="4003" y="3945"/>
                    <a:pt x="4048" y="3870"/>
                    <a:pt x="4003" y="3796"/>
                  </a:cubicBezTo>
                  <a:cubicBezTo>
                    <a:pt x="3884" y="3676"/>
                    <a:pt x="3839" y="3527"/>
                    <a:pt x="3794" y="3377"/>
                  </a:cubicBezTo>
                  <a:cubicBezTo>
                    <a:pt x="3735" y="3094"/>
                    <a:pt x="3615" y="2825"/>
                    <a:pt x="3555" y="2526"/>
                  </a:cubicBezTo>
                  <a:cubicBezTo>
                    <a:pt x="3481" y="2212"/>
                    <a:pt x="3466" y="1869"/>
                    <a:pt x="3406" y="1555"/>
                  </a:cubicBezTo>
                  <a:cubicBezTo>
                    <a:pt x="3376" y="1391"/>
                    <a:pt x="3331" y="1241"/>
                    <a:pt x="3286" y="1092"/>
                  </a:cubicBezTo>
                  <a:cubicBezTo>
                    <a:pt x="3242" y="958"/>
                    <a:pt x="3167" y="808"/>
                    <a:pt x="3107" y="659"/>
                  </a:cubicBezTo>
                  <a:cubicBezTo>
                    <a:pt x="3062" y="525"/>
                    <a:pt x="3033" y="375"/>
                    <a:pt x="2973" y="241"/>
                  </a:cubicBezTo>
                  <a:cubicBezTo>
                    <a:pt x="2943" y="166"/>
                    <a:pt x="2868" y="91"/>
                    <a:pt x="2794" y="47"/>
                  </a:cubicBezTo>
                  <a:cubicBezTo>
                    <a:pt x="2746" y="15"/>
                    <a:pt x="2702" y="0"/>
                    <a:pt x="26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8"/>
            <p:cNvSpPr/>
            <p:nvPr/>
          </p:nvSpPr>
          <p:spPr>
            <a:xfrm rot="700178">
              <a:off x="-2358805" y="-1833806"/>
              <a:ext cx="2969277" cy="3223410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8"/>
            <p:cNvSpPr/>
            <p:nvPr/>
          </p:nvSpPr>
          <p:spPr>
            <a:xfrm rot="-10257279">
              <a:off x="-20259" y="-1758971"/>
              <a:ext cx="1118276" cy="1902013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0" name="Google Shape;410;p48"/>
            <p:cNvGrpSpPr/>
            <p:nvPr/>
          </p:nvGrpSpPr>
          <p:grpSpPr>
            <a:xfrm rot="10800000">
              <a:off x="8637219" y="1243766"/>
              <a:ext cx="750320" cy="2074653"/>
              <a:chOff x="-284689" y="165002"/>
              <a:chExt cx="1050721" cy="2905270"/>
            </a:xfrm>
          </p:grpSpPr>
          <p:sp>
            <p:nvSpPr>
              <p:cNvPr id="411" name="Google Shape;411;p48"/>
              <p:cNvSpPr/>
              <p:nvPr/>
            </p:nvSpPr>
            <p:spPr>
              <a:xfrm>
                <a:off x="-284689" y="470994"/>
                <a:ext cx="156436" cy="175287"/>
              </a:xfrm>
              <a:custGeom>
                <a:avLst/>
                <a:gdLst/>
                <a:ahLst/>
                <a:cxnLst/>
                <a:rect l="l" t="t" r="r" b="b"/>
                <a:pathLst>
                  <a:path w="614" h="688" extrusionOk="0">
                    <a:moveTo>
                      <a:pt x="314" y="0"/>
                    </a:moveTo>
                    <a:cubicBezTo>
                      <a:pt x="285" y="0"/>
                      <a:pt x="255" y="0"/>
                      <a:pt x="225" y="15"/>
                    </a:cubicBezTo>
                    <a:cubicBezTo>
                      <a:pt x="180" y="30"/>
                      <a:pt x="135" y="45"/>
                      <a:pt x="105" y="75"/>
                    </a:cubicBezTo>
                    <a:cubicBezTo>
                      <a:pt x="61" y="135"/>
                      <a:pt x="1" y="180"/>
                      <a:pt x="31" y="254"/>
                    </a:cubicBezTo>
                    <a:cubicBezTo>
                      <a:pt x="46" y="299"/>
                      <a:pt x="46" y="359"/>
                      <a:pt x="46" y="419"/>
                    </a:cubicBezTo>
                    <a:cubicBezTo>
                      <a:pt x="61" y="583"/>
                      <a:pt x="165" y="687"/>
                      <a:pt x="329" y="687"/>
                    </a:cubicBezTo>
                    <a:cubicBezTo>
                      <a:pt x="509" y="672"/>
                      <a:pt x="613" y="553"/>
                      <a:pt x="598" y="359"/>
                    </a:cubicBezTo>
                    <a:cubicBezTo>
                      <a:pt x="583" y="299"/>
                      <a:pt x="568" y="239"/>
                      <a:pt x="568" y="180"/>
                    </a:cubicBezTo>
                    <a:cubicBezTo>
                      <a:pt x="583" y="120"/>
                      <a:pt x="539" y="90"/>
                      <a:pt x="494" y="60"/>
                    </a:cubicBezTo>
                    <a:cubicBezTo>
                      <a:pt x="464" y="30"/>
                      <a:pt x="419" y="15"/>
                      <a:pt x="37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48"/>
              <p:cNvSpPr/>
              <p:nvPr/>
            </p:nvSpPr>
            <p:spPr>
              <a:xfrm>
                <a:off x="27419" y="2308987"/>
                <a:ext cx="137328" cy="16407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48"/>
              <p:cNvSpPr/>
              <p:nvPr/>
            </p:nvSpPr>
            <p:spPr>
              <a:xfrm>
                <a:off x="-276791" y="2308987"/>
                <a:ext cx="144716" cy="16407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48"/>
              <p:cNvSpPr/>
              <p:nvPr/>
            </p:nvSpPr>
            <p:spPr>
              <a:xfrm>
                <a:off x="320418" y="2320198"/>
                <a:ext cx="152105" cy="148790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48"/>
              <p:cNvSpPr/>
              <p:nvPr/>
            </p:nvSpPr>
            <p:spPr>
              <a:xfrm>
                <a:off x="621061" y="2319434"/>
                <a:ext cx="141150" cy="142421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48"/>
              <p:cNvSpPr/>
              <p:nvPr/>
            </p:nvSpPr>
            <p:spPr>
              <a:xfrm>
                <a:off x="-269402" y="2639694"/>
                <a:ext cx="137328" cy="13783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48"/>
              <p:cNvSpPr/>
              <p:nvPr/>
            </p:nvSpPr>
            <p:spPr>
              <a:xfrm>
                <a:off x="-276536" y="1108203"/>
                <a:ext cx="144462" cy="135542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32" extrusionOk="0">
                    <a:moveTo>
                      <a:pt x="224" y="0"/>
                    </a:moveTo>
                    <a:cubicBezTo>
                      <a:pt x="91" y="0"/>
                      <a:pt x="1" y="131"/>
                      <a:pt x="14" y="262"/>
                    </a:cubicBezTo>
                    <a:cubicBezTo>
                      <a:pt x="29" y="367"/>
                      <a:pt x="148" y="472"/>
                      <a:pt x="193" y="531"/>
                    </a:cubicBezTo>
                    <a:cubicBezTo>
                      <a:pt x="447" y="516"/>
                      <a:pt x="566" y="397"/>
                      <a:pt x="536" y="248"/>
                    </a:cubicBezTo>
                    <a:cubicBezTo>
                      <a:pt x="521" y="158"/>
                      <a:pt x="387" y="23"/>
                      <a:pt x="282" y="9"/>
                    </a:cubicBezTo>
                    <a:cubicBezTo>
                      <a:pt x="262" y="3"/>
                      <a:pt x="243" y="0"/>
                      <a:pt x="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48"/>
              <p:cNvSpPr/>
              <p:nvPr/>
            </p:nvSpPr>
            <p:spPr>
              <a:xfrm>
                <a:off x="316851" y="2015734"/>
                <a:ext cx="144716" cy="139363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48"/>
              <p:cNvSpPr/>
              <p:nvPr/>
            </p:nvSpPr>
            <p:spPr>
              <a:xfrm>
                <a:off x="175957" y="2483003"/>
                <a:ext cx="129430" cy="138599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48"/>
              <p:cNvSpPr/>
              <p:nvPr/>
            </p:nvSpPr>
            <p:spPr>
              <a:xfrm>
                <a:off x="172390" y="1257504"/>
                <a:ext cx="155927" cy="139363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47" extrusionOk="0">
                    <a:moveTo>
                      <a:pt x="253" y="1"/>
                    </a:moveTo>
                    <a:cubicBezTo>
                      <a:pt x="117" y="1"/>
                      <a:pt x="41" y="125"/>
                      <a:pt x="14" y="274"/>
                    </a:cubicBezTo>
                    <a:cubicBezTo>
                      <a:pt x="0" y="384"/>
                      <a:pt x="153" y="546"/>
                      <a:pt x="270" y="546"/>
                    </a:cubicBezTo>
                    <a:cubicBezTo>
                      <a:pt x="280" y="546"/>
                      <a:pt x="289" y="545"/>
                      <a:pt x="298" y="543"/>
                    </a:cubicBezTo>
                    <a:cubicBezTo>
                      <a:pt x="417" y="498"/>
                      <a:pt x="507" y="393"/>
                      <a:pt x="612" y="304"/>
                    </a:cubicBezTo>
                    <a:cubicBezTo>
                      <a:pt x="612" y="274"/>
                      <a:pt x="612" y="244"/>
                      <a:pt x="597" y="199"/>
                    </a:cubicBezTo>
                    <a:cubicBezTo>
                      <a:pt x="507" y="139"/>
                      <a:pt x="402" y="20"/>
                      <a:pt x="298" y="5"/>
                    </a:cubicBezTo>
                    <a:cubicBezTo>
                      <a:pt x="282" y="2"/>
                      <a:pt x="267" y="1"/>
                      <a:pt x="2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48"/>
              <p:cNvSpPr/>
              <p:nvPr/>
            </p:nvSpPr>
            <p:spPr>
              <a:xfrm>
                <a:off x="621316" y="1715092"/>
                <a:ext cx="137073" cy="13758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48"/>
              <p:cNvSpPr/>
              <p:nvPr/>
            </p:nvSpPr>
            <p:spPr>
              <a:xfrm>
                <a:off x="614182" y="2015224"/>
                <a:ext cx="151850" cy="139109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48"/>
              <p:cNvSpPr/>
              <p:nvPr/>
            </p:nvSpPr>
            <p:spPr>
              <a:xfrm>
                <a:off x="175957" y="1555599"/>
                <a:ext cx="137073" cy="13707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34" y="0"/>
                      <a:pt x="0" y="90"/>
                      <a:pt x="0" y="269"/>
                    </a:cubicBezTo>
                    <a:cubicBezTo>
                      <a:pt x="15" y="433"/>
                      <a:pt x="90" y="538"/>
                      <a:pt x="269" y="538"/>
                    </a:cubicBezTo>
                    <a:cubicBezTo>
                      <a:pt x="448" y="538"/>
                      <a:pt x="523" y="448"/>
                      <a:pt x="538" y="239"/>
                    </a:cubicBezTo>
                    <a:cubicBezTo>
                      <a:pt x="538" y="10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48"/>
              <p:cNvSpPr/>
              <p:nvPr/>
            </p:nvSpPr>
            <p:spPr>
              <a:xfrm>
                <a:off x="328062" y="1406806"/>
                <a:ext cx="141150" cy="13783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1" extrusionOk="0">
                    <a:moveTo>
                      <a:pt x="284" y="0"/>
                    </a:moveTo>
                    <a:cubicBezTo>
                      <a:pt x="274" y="0"/>
                      <a:pt x="264" y="1"/>
                      <a:pt x="254" y="2"/>
                    </a:cubicBezTo>
                    <a:cubicBezTo>
                      <a:pt x="90" y="2"/>
                      <a:pt x="1" y="121"/>
                      <a:pt x="1" y="270"/>
                    </a:cubicBezTo>
                    <a:cubicBezTo>
                      <a:pt x="1" y="425"/>
                      <a:pt x="107" y="540"/>
                      <a:pt x="244" y="540"/>
                    </a:cubicBezTo>
                    <a:cubicBezTo>
                      <a:pt x="253" y="540"/>
                      <a:pt x="261" y="540"/>
                      <a:pt x="269" y="539"/>
                    </a:cubicBezTo>
                    <a:cubicBezTo>
                      <a:pt x="374" y="509"/>
                      <a:pt x="478" y="390"/>
                      <a:pt x="553" y="315"/>
                    </a:cubicBezTo>
                    <a:cubicBezTo>
                      <a:pt x="511" y="118"/>
                      <a:pt x="442" y="0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48"/>
              <p:cNvSpPr/>
              <p:nvPr/>
            </p:nvSpPr>
            <p:spPr>
              <a:xfrm>
                <a:off x="19775" y="2019811"/>
                <a:ext cx="133506" cy="133758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48"/>
              <p:cNvSpPr/>
              <p:nvPr/>
            </p:nvSpPr>
            <p:spPr>
              <a:xfrm>
                <a:off x="-120864" y="953805"/>
                <a:ext cx="137073" cy="13758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43" y="1"/>
                    </a:moveTo>
                    <a:cubicBezTo>
                      <a:pt x="118" y="1"/>
                      <a:pt x="0" y="103"/>
                      <a:pt x="0" y="271"/>
                    </a:cubicBezTo>
                    <a:cubicBezTo>
                      <a:pt x="15" y="435"/>
                      <a:pt x="90" y="540"/>
                      <a:pt x="254" y="540"/>
                    </a:cubicBezTo>
                    <a:cubicBezTo>
                      <a:pt x="418" y="540"/>
                      <a:pt x="508" y="435"/>
                      <a:pt x="538" y="196"/>
                    </a:cubicBezTo>
                    <a:cubicBezTo>
                      <a:pt x="463" y="137"/>
                      <a:pt x="373" y="17"/>
                      <a:pt x="269" y="2"/>
                    </a:cubicBezTo>
                    <a:cubicBezTo>
                      <a:pt x="260" y="1"/>
                      <a:pt x="252" y="1"/>
                      <a:pt x="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48"/>
              <p:cNvSpPr/>
              <p:nvPr/>
            </p:nvSpPr>
            <p:spPr>
              <a:xfrm>
                <a:off x="-120864" y="657494"/>
                <a:ext cx="137073" cy="13707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69" y="0"/>
                    </a:moveTo>
                    <a:cubicBezTo>
                      <a:pt x="105" y="0"/>
                      <a:pt x="0" y="105"/>
                      <a:pt x="0" y="284"/>
                    </a:cubicBezTo>
                    <a:cubicBezTo>
                      <a:pt x="0" y="463"/>
                      <a:pt x="120" y="538"/>
                      <a:pt x="254" y="538"/>
                    </a:cubicBezTo>
                    <a:cubicBezTo>
                      <a:pt x="418" y="538"/>
                      <a:pt x="538" y="433"/>
                      <a:pt x="523" y="254"/>
                    </a:cubicBezTo>
                    <a:cubicBezTo>
                      <a:pt x="523" y="105"/>
                      <a:pt x="418" y="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48"/>
              <p:cNvSpPr/>
              <p:nvPr/>
            </p:nvSpPr>
            <p:spPr>
              <a:xfrm>
                <a:off x="468956" y="2481729"/>
                <a:ext cx="148538" cy="142675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48"/>
              <p:cNvSpPr/>
              <p:nvPr/>
            </p:nvSpPr>
            <p:spPr>
              <a:xfrm>
                <a:off x="-132330" y="1559166"/>
                <a:ext cx="144716" cy="13859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4" extrusionOk="0">
                    <a:moveTo>
                      <a:pt x="299" y="1"/>
                    </a:moveTo>
                    <a:cubicBezTo>
                      <a:pt x="120" y="1"/>
                      <a:pt x="60" y="135"/>
                      <a:pt x="0" y="344"/>
                    </a:cubicBezTo>
                    <a:cubicBezTo>
                      <a:pt x="75" y="404"/>
                      <a:pt x="180" y="524"/>
                      <a:pt x="284" y="539"/>
                    </a:cubicBezTo>
                    <a:cubicBezTo>
                      <a:pt x="300" y="542"/>
                      <a:pt x="315" y="543"/>
                      <a:pt x="330" y="543"/>
                    </a:cubicBezTo>
                    <a:cubicBezTo>
                      <a:pt x="460" y="543"/>
                      <a:pt x="568" y="432"/>
                      <a:pt x="568" y="285"/>
                    </a:cubicBezTo>
                    <a:cubicBezTo>
                      <a:pt x="568" y="120"/>
                      <a:pt x="478" y="16"/>
                      <a:pt x="2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48"/>
              <p:cNvSpPr/>
              <p:nvPr/>
            </p:nvSpPr>
            <p:spPr>
              <a:xfrm>
                <a:off x="472778" y="1562987"/>
                <a:ext cx="137073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9" extrusionOk="0">
                    <a:moveTo>
                      <a:pt x="284" y="1"/>
                    </a:moveTo>
                    <a:cubicBezTo>
                      <a:pt x="134" y="1"/>
                      <a:pt x="0" y="91"/>
                      <a:pt x="15" y="270"/>
                    </a:cubicBezTo>
                    <a:cubicBezTo>
                      <a:pt x="15" y="434"/>
                      <a:pt x="105" y="539"/>
                      <a:pt x="269" y="539"/>
                    </a:cubicBezTo>
                    <a:cubicBezTo>
                      <a:pt x="448" y="539"/>
                      <a:pt x="523" y="449"/>
                      <a:pt x="523" y="255"/>
                    </a:cubicBezTo>
                    <a:cubicBezTo>
                      <a:pt x="538" y="105"/>
                      <a:pt x="418" y="1"/>
                      <a:pt x="2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48"/>
              <p:cNvSpPr/>
              <p:nvPr/>
            </p:nvSpPr>
            <p:spPr>
              <a:xfrm>
                <a:off x="-128508" y="2484022"/>
                <a:ext cx="148538" cy="137835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48"/>
              <p:cNvSpPr/>
              <p:nvPr/>
            </p:nvSpPr>
            <p:spPr>
              <a:xfrm>
                <a:off x="27419" y="1102597"/>
                <a:ext cx="133506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69" y="1"/>
                    </a:moveTo>
                    <a:cubicBezTo>
                      <a:pt x="105" y="1"/>
                      <a:pt x="1" y="105"/>
                      <a:pt x="16" y="299"/>
                    </a:cubicBezTo>
                    <a:cubicBezTo>
                      <a:pt x="16" y="449"/>
                      <a:pt x="90" y="538"/>
                      <a:pt x="254" y="538"/>
                    </a:cubicBezTo>
                    <a:cubicBezTo>
                      <a:pt x="419" y="538"/>
                      <a:pt x="523" y="434"/>
                      <a:pt x="523" y="270"/>
                    </a:cubicBezTo>
                    <a:cubicBezTo>
                      <a:pt x="523" y="105"/>
                      <a:pt x="419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48"/>
              <p:cNvSpPr/>
              <p:nvPr/>
            </p:nvSpPr>
            <p:spPr>
              <a:xfrm>
                <a:off x="324240" y="1715347"/>
                <a:ext cx="133506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48"/>
              <p:cNvSpPr/>
              <p:nvPr/>
            </p:nvSpPr>
            <p:spPr>
              <a:xfrm>
                <a:off x="-120864" y="2784664"/>
                <a:ext cx="133251" cy="140892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48"/>
              <p:cNvSpPr/>
              <p:nvPr/>
            </p:nvSpPr>
            <p:spPr>
              <a:xfrm>
                <a:off x="168568" y="1865668"/>
                <a:ext cx="140640" cy="139363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48"/>
              <p:cNvSpPr/>
              <p:nvPr/>
            </p:nvSpPr>
            <p:spPr>
              <a:xfrm>
                <a:off x="-269402" y="809599"/>
                <a:ext cx="137328" cy="133503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4" extrusionOk="0">
                    <a:moveTo>
                      <a:pt x="269" y="1"/>
                    </a:moveTo>
                    <a:cubicBezTo>
                      <a:pt x="90" y="16"/>
                      <a:pt x="1" y="105"/>
                      <a:pt x="1" y="284"/>
                    </a:cubicBezTo>
                    <a:cubicBezTo>
                      <a:pt x="16" y="434"/>
                      <a:pt x="105" y="523"/>
                      <a:pt x="269" y="523"/>
                    </a:cubicBezTo>
                    <a:cubicBezTo>
                      <a:pt x="434" y="523"/>
                      <a:pt x="523" y="434"/>
                      <a:pt x="523" y="269"/>
                    </a:cubicBezTo>
                    <a:cubicBezTo>
                      <a:pt x="538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48"/>
              <p:cNvSpPr/>
              <p:nvPr/>
            </p:nvSpPr>
            <p:spPr>
              <a:xfrm>
                <a:off x="-277046" y="1399418"/>
                <a:ext cx="137328" cy="145223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70" extrusionOk="0">
                    <a:moveTo>
                      <a:pt x="329" y="1"/>
                    </a:moveTo>
                    <a:cubicBezTo>
                      <a:pt x="120" y="60"/>
                      <a:pt x="1" y="120"/>
                      <a:pt x="16" y="314"/>
                    </a:cubicBezTo>
                    <a:cubicBezTo>
                      <a:pt x="16" y="468"/>
                      <a:pt x="94" y="570"/>
                      <a:pt x="227" y="570"/>
                    </a:cubicBezTo>
                    <a:cubicBezTo>
                      <a:pt x="236" y="570"/>
                      <a:pt x="245" y="569"/>
                      <a:pt x="255" y="568"/>
                    </a:cubicBezTo>
                    <a:cubicBezTo>
                      <a:pt x="419" y="568"/>
                      <a:pt x="538" y="449"/>
                      <a:pt x="523" y="299"/>
                    </a:cubicBezTo>
                    <a:cubicBezTo>
                      <a:pt x="509" y="180"/>
                      <a:pt x="389" y="90"/>
                      <a:pt x="3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48"/>
              <p:cNvSpPr/>
              <p:nvPr/>
            </p:nvSpPr>
            <p:spPr>
              <a:xfrm>
                <a:off x="27419" y="1407061"/>
                <a:ext cx="137328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69" y="1"/>
                    </a:moveTo>
                    <a:cubicBezTo>
                      <a:pt x="105" y="1"/>
                      <a:pt x="1" y="105"/>
                      <a:pt x="16" y="284"/>
                    </a:cubicBezTo>
                    <a:cubicBezTo>
                      <a:pt x="16" y="449"/>
                      <a:pt x="120" y="538"/>
                      <a:pt x="269" y="538"/>
                    </a:cubicBezTo>
                    <a:cubicBezTo>
                      <a:pt x="419" y="538"/>
                      <a:pt x="538" y="434"/>
                      <a:pt x="523" y="254"/>
                    </a:cubicBezTo>
                    <a:cubicBezTo>
                      <a:pt x="523" y="90"/>
                      <a:pt x="419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48"/>
              <p:cNvSpPr/>
              <p:nvPr/>
            </p:nvSpPr>
            <p:spPr>
              <a:xfrm>
                <a:off x="19775" y="1707703"/>
                <a:ext cx="141150" cy="138344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48"/>
              <p:cNvSpPr/>
              <p:nvPr/>
            </p:nvSpPr>
            <p:spPr>
              <a:xfrm>
                <a:off x="23597" y="2636127"/>
                <a:ext cx="141150" cy="13375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48"/>
              <p:cNvSpPr/>
              <p:nvPr/>
            </p:nvSpPr>
            <p:spPr>
              <a:xfrm>
                <a:off x="476599" y="1863630"/>
                <a:ext cx="129430" cy="13350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48"/>
              <p:cNvSpPr/>
              <p:nvPr/>
            </p:nvSpPr>
            <p:spPr>
              <a:xfrm>
                <a:off x="172135" y="2168093"/>
                <a:ext cx="133251" cy="13350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48"/>
              <p:cNvSpPr/>
              <p:nvPr/>
            </p:nvSpPr>
            <p:spPr>
              <a:xfrm>
                <a:off x="172135" y="2784664"/>
                <a:ext cx="137073" cy="13707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48"/>
              <p:cNvSpPr/>
              <p:nvPr/>
            </p:nvSpPr>
            <p:spPr>
              <a:xfrm>
                <a:off x="-128508" y="1256485"/>
                <a:ext cx="140640" cy="13223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19" extrusionOk="0">
                    <a:moveTo>
                      <a:pt x="241" y="0"/>
                    </a:moveTo>
                    <a:cubicBezTo>
                      <a:pt x="120" y="0"/>
                      <a:pt x="28" y="119"/>
                      <a:pt x="15" y="248"/>
                    </a:cubicBezTo>
                    <a:cubicBezTo>
                      <a:pt x="0" y="382"/>
                      <a:pt x="75" y="517"/>
                      <a:pt x="269" y="517"/>
                    </a:cubicBezTo>
                    <a:cubicBezTo>
                      <a:pt x="280" y="518"/>
                      <a:pt x="290" y="518"/>
                      <a:pt x="300" y="518"/>
                    </a:cubicBezTo>
                    <a:cubicBezTo>
                      <a:pt x="448" y="518"/>
                      <a:pt x="552" y="418"/>
                      <a:pt x="538" y="278"/>
                    </a:cubicBezTo>
                    <a:cubicBezTo>
                      <a:pt x="538" y="173"/>
                      <a:pt x="403" y="39"/>
                      <a:pt x="299" y="9"/>
                    </a:cubicBezTo>
                    <a:cubicBezTo>
                      <a:pt x="279" y="3"/>
                      <a:pt x="260" y="0"/>
                      <a:pt x="2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48"/>
              <p:cNvSpPr/>
              <p:nvPr/>
            </p:nvSpPr>
            <p:spPr>
              <a:xfrm>
                <a:off x="324240" y="2632305"/>
                <a:ext cx="133506" cy="13732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69" y="1"/>
                    </a:moveTo>
                    <a:cubicBezTo>
                      <a:pt x="120" y="1"/>
                      <a:pt x="16" y="105"/>
                      <a:pt x="1" y="285"/>
                    </a:cubicBezTo>
                    <a:cubicBezTo>
                      <a:pt x="16" y="449"/>
                      <a:pt x="120" y="539"/>
                      <a:pt x="269" y="539"/>
                    </a:cubicBezTo>
                    <a:cubicBezTo>
                      <a:pt x="434" y="539"/>
                      <a:pt x="523" y="434"/>
                      <a:pt x="523" y="255"/>
                    </a:cubicBezTo>
                    <a:cubicBezTo>
                      <a:pt x="523" y="90"/>
                      <a:pt x="404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48"/>
              <p:cNvSpPr/>
              <p:nvPr/>
            </p:nvSpPr>
            <p:spPr>
              <a:xfrm>
                <a:off x="-276791" y="2936514"/>
                <a:ext cx="144716" cy="133758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48"/>
              <p:cNvSpPr/>
              <p:nvPr/>
            </p:nvSpPr>
            <p:spPr>
              <a:xfrm>
                <a:off x="20794" y="805522"/>
                <a:ext cx="147774" cy="13197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518" extrusionOk="0">
                    <a:moveTo>
                      <a:pt x="289" y="0"/>
                    </a:moveTo>
                    <a:cubicBezTo>
                      <a:pt x="286" y="0"/>
                      <a:pt x="283" y="1"/>
                      <a:pt x="280" y="2"/>
                    </a:cubicBezTo>
                    <a:cubicBezTo>
                      <a:pt x="161" y="46"/>
                      <a:pt x="42" y="151"/>
                      <a:pt x="27" y="256"/>
                    </a:cubicBezTo>
                    <a:cubicBezTo>
                      <a:pt x="0" y="375"/>
                      <a:pt x="79" y="517"/>
                      <a:pt x="212" y="517"/>
                    </a:cubicBezTo>
                    <a:cubicBezTo>
                      <a:pt x="229" y="517"/>
                      <a:pt x="247" y="515"/>
                      <a:pt x="266" y="509"/>
                    </a:cubicBezTo>
                    <a:cubicBezTo>
                      <a:pt x="370" y="495"/>
                      <a:pt x="445" y="360"/>
                      <a:pt x="579" y="211"/>
                    </a:cubicBezTo>
                    <a:cubicBezTo>
                      <a:pt x="438" y="112"/>
                      <a:pt x="337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48"/>
              <p:cNvSpPr/>
              <p:nvPr/>
            </p:nvSpPr>
            <p:spPr>
              <a:xfrm>
                <a:off x="-136151" y="322457"/>
                <a:ext cx="144716" cy="150574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91" extrusionOk="0">
                    <a:moveTo>
                      <a:pt x="269" y="1"/>
                    </a:moveTo>
                    <a:cubicBezTo>
                      <a:pt x="150" y="1"/>
                      <a:pt x="90" y="75"/>
                      <a:pt x="30" y="180"/>
                    </a:cubicBezTo>
                    <a:cubicBezTo>
                      <a:pt x="15" y="225"/>
                      <a:pt x="0" y="285"/>
                      <a:pt x="15" y="344"/>
                    </a:cubicBezTo>
                    <a:cubicBezTo>
                      <a:pt x="15" y="374"/>
                      <a:pt x="15" y="419"/>
                      <a:pt x="30" y="449"/>
                    </a:cubicBezTo>
                    <a:cubicBezTo>
                      <a:pt x="81" y="525"/>
                      <a:pt x="142" y="590"/>
                      <a:pt x="232" y="590"/>
                    </a:cubicBezTo>
                    <a:cubicBezTo>
                      <a:pt x="249" y="590"/>
                      <a:pt x="266" y="588"/>
                      <a:pt x="284" y="583"/>
                    </a:cubicBezTo>
                    <a:cubicBezTo>
                      <a:pt x="374" y="509"/>
                      <a:pt x="448" y="449"/>
                      <a:pt x="538" y="374"/>
                    </a:cubicBezTo>
                    <a:cubicBezTo>
                      <a:pt x="568" y="300"/>
                      <a:pt x="553" y="240"/>
                      <a:pt x="523" y="180"/>
                    </a:cubicBezTo>
                    <a:cubicBezTo>
                      <a:pt x="508" y="150"/>
                      <a:pt x="493" y="135"/>
                      <a:pt x="463" y="105"/>
                    </a:cubicBezTo>
                    <a:cubicBezTo>
                      <a:pt x="448" y="75"/>
                      <a:pt x="419" y="61"/>
                      <a:pt x="389" y="46"/>
                    </a:cubicBezTo>
                    <a:cubicBezTo>
                      <a:pt x="359" y="16"/>
                      <a:pt x="314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48"/>
              <p:cNvSpPr/>
              <p:nvPr/>
            </p:nvSpPr>
            <p:spPr>
              <a:xfrm>
                <a:off x="31241" y="2932438"/>
                <a:ext cx="144971" cy="11490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451" extrusionOk="0">
                    <a:moveTo>
                      <a:pt x="232" y="0"/>
                    </a:moveTo>
                    <a:cubicBezTo>
                      <a:pt x="180" y="0"/>
                      <a:pt x="131" y="24"/>
                      <a:pt x="90" y="77"/>
                    </a:cubicBezTo>
                    <a:cubicBezTo>
                      <a:pt x="30" y="152"/>
                      <a:pt x="1" y="287"/>
                      <a:pt x="15" y="376"/>
                    </a:cubicBezTo>
                    <a:cubicBezTo>
                      <a:pt x="30" y="406"/>
                      <a:pt x="75" y="406"/>
                      <a:pt x="150" y="421"/>
                    </a:cubicBezTo>
                    <a:cubicBezTo>
                      <a:pt x="195" y="436"/>
                      <a:pt x="239" y="436"/>
                      <a:pt x="284" y="451"/>
                    </a:cubicBezTo>
                    <a:cubicBezTo>
                      <a:pt x="553" y="361"/>
                      <a:pt x="568" y="302"/>
                      <a:pt x="419" y="92"/>
                    </a:cubicBezTo>
                    <a:cubicBezTo>
                      <a:pt x="361" y="35"/>
                      <a:pt x="295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48"/>
              <p:cNvSpPr/>
              <p:nvPr/>
            </p:nvSpPr>
            <p:spPr>
              <a:xfrm>
                <a:off x="457491" y="2168603"/>
                <a:ext cx="148538" cy="141911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48"/>
              <p:cNvSpPr/>
              <p:nvPr/>
            </p:nvSpPr>
            <p:spPr>
              <a:xfrm>
                <a:off x="-277046" y="165002"/>
                <a:ext cx="160258" cy="157707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19" extrusionOk="0">
                    <a:moveTo>
                      <a:pt x="389" y="1"/>
                    </a:moveTo>
                    <a:cubicBezTo>
                      <a:pt x="375" y="1"/>
                      <a:pt x="360" y="2"/>
                      <a:pt x="344" y="6"/>
                    </a:cubicBezTo>
                    <a:cubicBezTo>
                      <a:pt x="180" y="21"/>
                      <a:pt x="60" y="111"/>
                      <a:pt x="31" y="275"/>
                    </a:cubicBezTo>
                    <a:cubicBezTo>
                      <a:pt x="1" y="514"/>
                      <a:pt x="60" y="574"/>
                      <a:pt x="329" y="619"/>
                    </a:cubicBezTo>
                    <a:cubicBezTo>
                      <a:pt x="389" y="619"/>
                      <a:pt x="449" y="589"/>
                      <a:pt x="494" y="544"/>
                    </a:cubicBezTo>
                    <a:cubicBezTo>
                      <a:pt x="553" y="499"/>
                      <a:pt x="583" y="440"/>
                      <a:pt x="613" y="365"/>
                    </a:cubicBezTo>
                    <a:cubicBezTo>
                      <a:pt x="628" y="275"/>
                      <a:pt x="613" y="201"/>
                      <a:pt x="568" y="141"/>
                    </a:cubicBezTo>
                    <a:cubicBezTo>
                      <a:pt x="517" y="76"/>
                      <a:pt x="476" y="1"/>
                      <a:pt x="3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2" name="Google Shape;452;p48"/>
            <p:cNvSpPr/>
            <p:nvPr/>
          </p:nvSpPr>
          <p:spPr>
            <a:xfrm rot="-665216">
              <a:off x="1112111" y="-788631"/>
              <a:ext cx="2331668" cy="1207345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49"/>
          <p:cNvSpPr txBox="1">
            <a:spLocks noGrp="1"/>
          </p:cNvSpPr>
          <p:nvPr>
            <p:ph type="subTitle" idx="1"/>
          </p:nvPr>
        </p:nvSpPr>
        <p:spPr>
          <a:xfrm>
            <a:off x="4660602" y="3055724"/>
            <a:ext cx="3311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9"/>
          <p:cNvSpPr txBox="1">
            <a:spLocks noGrp="1"/>
          </p:cNvSpPr>
          <p:nvPr>
            <p:ph type="subTitle" idx="2"/>
          </p:nvPr>
        </p:nvSpPr>
        <p:spPr>
          <a:xfrm>
            <a:off x="1172298" y="3055725"/>
            <a:ext cx="3181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49"/>
          <p:cNvSpPr txBox="1">
            <a:spLocks noGrp="1"/>
          </p:cNvSpPr>
          <p:nvPr>
            <p:ph type="subTitle" idx="3"/>
          </p:nvPr>
        </p:nvSpPr>
        <p:spPr>
          <a:xfrm>
            <a:off x="1172298" y="2240275"/>
            <a:ext cx="3181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8" name="Google Shape;458;p49"/>
          <p:cNvSpPr txBox="1">
            <a:spLocks noGrp="1"/>
          </p:cNvSpPr>
          <p:nvPr>
            <p:ph type="subTitle" idx="4"/>
          </p:nvPr>
        </p:nvSpPr>
        <p:spPr>
          <a:xfrm>
            <a:off x="4660595" y="2240275"/>
            <a:ext cx="3311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59" name="Google Shape;459;p49"/>
          <p:cNvGrpSpPr/>
          <p:nvPr/>
        </p:nvGrpSpPr>
        <p:grpSpPr>
          <a:xfrm>
            <a:off x="-1280690" y="-1358070"/>
            <a:ext cx="12455508" cy="8251285"/>
            <a:chOff x="-1280690" y="-1358070"/>
            <a:chExt cx="12455508" cy="8251285"/>
          </a:xfrm>
        </p:grpSpPr>
        <p:sp>
          <p:nvSpPr>
            <p:cNvPr id="460" name="Google Shape;460;p49"/>
            <p:cNvSpPr/>
            <p:nvPr/>
          </p:nvSpPr>
          <p:spPr>
            <a:xfrm rot="9954779" flipH="1">
              <a:off x="-1052299" y="2732563"/>
              <a:ext cx="1626154" cy="2077627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9"/>
            <p:cNvSpPr/>
            <p:nvPr/>
          </p:nvSpPr>
          <p:spPr>
            <a:xfrm rot="-10547039">
              <a:off x="8442475" y="-1265890"/>
              <a:ext cx="2621883" cy="3101543"/>
            </a:xfrm>
            <a:custGeom>
              <a:avLst/>
              <a:gdLst/>
              <a:ahLst/>
              <a:cxnLst/>
              <a:rect l="l" t="t" r="r" b="b"/>
              <a:pathLst>
                <a:path w="12980" h="15355" extrusionOk="0">
                  <a:moveTo>
                    <a:pt x="6871" y="134"/>
                  </a:moveTo>
                  <a:cubicBezTo>
                    <a:pt x="6871" y="134"/>
                    <a:pt x="6871" y="149"/>
                    <a:pt x="6856" y="149"/>
                  </a:cubicBezTo>
                  <a:lnTo>
                    <a:pt x="6871" y="134"/>
                  </a:lnTo>
                  <a:close/>
                  <a:moveTo>
                    <a:pt x="8006" y="224"/>
                  </a:moveTo>
                  <a:cubicBezTo>
                    <a:pt x="7991" y="232"/>
                    <a:pt x="7980" y="235"/>
                    <a:pt x="7971" y="235"/>
                  </a:cubicBezTo>
                  <a:cubicBezTo>
                    <a:pt x="7961" y="235"/>
                    <a:pt x="7954" y="232"/>
                    <a:pt x="7946" y="224"/>
                  </a:cubicBezTo>
                  <a:close/>
                  <a:moveTo>
                    <a:pt x="7394" y="254"/>
                  </a:moveTo>
                  <a:cubicBezTo>
                    <a:pt x="7424" y="269"/>
                    <a:pt x="7439" y="284"/>
                    <a:pt x="7439" y="314"/>
                  </a:cubicBezTo>
                  <a:cubicBezTo>
                    <a:pt x="7394" y="299"/>
                    <a:pt x="7364" y="284"/>
                    <a:pt x="7334" y="254"/>
                  </a:cubicBezTo>
                  <a:close/>
                  <a:moveTo>
                    <a:pt x="8424" y="299"/>
                  </a:moveTo>
                  <a:cubicBezTo>
                    <a:pt x="8424" y="299"/>
                    <a:pt x="8424" y="314"/>
                    <a:pt x="8424" y="314"/>
                  </a:cubicBezTo>
                  <a:cubicBezTo>
                    <a:pt x="8409" y="329"/>
                    <a:pt x="8409" y="358"/>
                    <a:pt x="8409" y="373"/>
                  </a:cubicBezTo>
                  <a:cubicBezTo>
                    <a:pt x="8394" y="358"/>
                    <a:pt x="8379" y="358"/>
                    <a:pt x="8365" y="358"/>
                  </a:cubicBezTo>
                  <a:lnTo>
                    <a:pt x="8350" y="358"/>
                  </a:lnTo>
                  <a:cubicBezTo>
                    <a:pt x="8394" y="344"/>
                    <a:pt x="8394" y="314"/>
                    <a:pt x="8424" y="299"/>
                  </a:cubicBezTo>
                  <a:close/>
                  <a:moveTo>
                    <a:pt x="8290" y="314"/>
                  </a:moveTo>
                  <a:lnTo>
                    <a:pt x="8305" y="329"/>
                  </a:lnTo>
                  <a:cubicBezTo>
                    <a:pt x="8305" y="344"/>
                    <a:pt x="8320" y="358"/>
                    <a:pt x="8335" y="358"/>
                  </a:cubicBezTo>
                  <a:cubicBezTo>
                    <a:pt x="8305" y="358"/>
                    <a:pt x="8290" y="373"/>
                    <a:pt x="8275" y="403"/>
                  </a:cubicBezTo>
                  <a:lnTo>
                    <a:pt x="8260" y="418"/>
                  </a:lnTo>
                  <a:lnTo>
                    <a:pt x="8245" y="403"/>
                  </a:lnTo>
                  <a:cubicBezTo>
                    <a:pt x="8230" y="388"/>
                    <a:pt x="8245" y="358"/>
                    <a:pt x="8230" y="344"/>
                  </a:cubicBezTo>
                  <a:lnTo>
                    <a:pt x="8290" y="314"/>
                  </a:lnTo>
                  <a:close/>
                  <a:moveTo>
                    <a:pt x="8439" y="403"/>
                  </a:moveTo>
                  <a:cubicBezTo>
                    <a:pt x="8454" y="418"/>
                    <a:pt x="8454" y="418"/>
                    <a:pt x="8469" y="418"/>
                  </a:cubicBezTo>
                  <a:cubicBezTo>
                    <a:pt x="8454" y="418"/>
                    <a:pt x="8439" y="433"/>
                    <a:pt x="8439" y="433"/>
                  </a:cubicBezTo>
                  <a:cubicBezTo>
                    <a:pt x="8439" y="418"/>
                    <a:pt x="8439" y="418"/>
                    <a:pt x="8439" y="403"/>
                  </a:cubicBezTo>
                  <a:close/>
                  <a:moveTo>
                    <a:pt x="8021" y="448"/>
                  </a:moveTo>
                  <a:cubicBezTo>
                    <a:pt x="8021" y="448"/>
                    <a:pt x="8036" y="448"/>
                    <a:pt x="8036" y="463"/>
                  </a:cubicBezTo>
                  <a:lnTo>
                    <a:pt x="8021" y="448"/>
                  </a:lnTo>
                  <a:close/>
                  <a:moveTo>
                    <a:pt x="9111" y="463"/>
                  </a:moveTo>
                  <a:cubicBezTo>
                    <a:pt x="9111" y="463"/>
                    <a:pt x="9126" y="478"/>
                    <a:pt x="9126" y="478"/>
                  </a:cubicBezTo>
                  <a:cubicBezTo>
                    <a:pt x="9111" y="478"/>
                    <a:pt x="9111" y="478"/>
                    <a:pt x="9096" y="463"/>
                  </a:cubicBezTo>
                  <a:close/>
                  <a:moveTo>
                    <a:pt x="6035" y="344"/>
                  </a:moveTo>
                  <a:cubicBezTo>
                    <a:pt x="6035" y="373"/>
                    <a:pt x="6035" y="388"/>
                    <a:pt x="6049" y="403"/>
                  </a:cubicBezTo>
                  <a:cubicBezTo>
                    <a:pt x="5990" y="448"/>
                    <a:pt x="6005" y="493"/>
                    <a:pt x="6005" y="553"/>
                  </a:cubicBezTo>
                  <a:lnTo>
                    <a:pt x="6005" y="568"/>
                  </a:lnTo>
                  <a:lnTo>
                    <a:pt x="5990" y="568"/>
                  </a:lnTo>
                  <a:cubicBezTo>
                    <a:pt x="5975" y="538"/>
                    <a:pt x="5960" y="493"/>
                    <a:pt x="5960" y="463"/>
                  </a:cubicBezTo>
                  <a:cubicBezTo>
                    <a:pt x="5945" y="433"/>
                    <a:pt x="5960" y="403"/>
                    <a:pt x="5960" y="373"/>
                  </a:cubicBezTo>
                  <a:cubicBezTo>
                    <a:pt x="5990" y="358"/>
                    <a:pt x="6020" y="358"/>
                    <a:pt x="6035" y="344"/>
                  </a:cubicBezTo>
                  <a:close/>
                  <a:moveTo>
                    <a:pt x="4810" y="538"/>
                  </a:moveTo>
                  <a:cubicBezTo>
                    <a:pt x="4825" y="553"/>
                    <a:pt x="4840" y="568"/>
                    <a:pt x="4855" y="597"/>
                  </a:cubicBezTo>
                  <a:cubicBezTo>
                    <a:pt x="4840" y="583"/>
                    <a:pt x="4795" y="583"/>
                    <a:pt x="4810" y="538"/>
                  </a:cubicBezTo>
                  <a:close/>
                  <a:moveTo>
                    <a:pt x="9544" y="583"/>
                  </a:moveTo>
                  <a:cubicBezTo>
                    <a:pt x="9544" y="583"/>
                    <a:pt x="9544" y="583"/>
                    <a:pt x="9544" y="597"/>
                  </a:cubicBezTo>
                  <a:cubicBezTo>
                    <a:pt x="9544" y="597"/>
                    <a:pt x="9530" y="597"/>
                    <a:pt x="9530" y="583"/>
                  </a:cubicBezTo>
                  <a:close/>
                  <a:moveTo>
                    <a:pt x="9664" y="583"/>
                  </a:moveTo>
                  <a:cubicBezTo>
                    <a:pt x="9694" y="583"/>
                    <a:pt x="9709" y="583"/>
                    <a:pt x="9709" y="597"/>
                  </a:cubicBezTo>
                  <a:cubicBezTo>
                    <a:pt x="9694" y="597"/>
                    <a:pt x="9679" y="583"/>
                    <a:pt x="9664" y="583"/>
                  </a:cubicBezTo>
                  <a:close/>
                  <a:moveTo>
                    <a:pt x="9380" y="493"/>
                  </a:moveTo>
                  <a:cubicBezTo>
                    <a:pt x="9350" y="523"/>
                    <a:pt x="9335" y="538"/>
                    <a:pt x="9350" y="583"/>
                  </a:cubicBezTo>
                  <a:cubicBezTo>
                    <a:pt x="9335" y="597"/>
                    <a:pt x="9320" y="597"/>
                    <a:pt x="9305" y="612"/>
                  </a:cubicBezTo>
                  <a:lnTo>
                    <a:pt x="9246" y="583"/>
                  </a:lnTo>
                  <a:cubicBezTo>
                    <a:pt x="9246" y="583"/>
                    <a:pt x="9246" y="583"/>
                    <a:pt x="9246" y="568"/>
                  </a:cubicBezTo>
                  <a:cubicBezTo>
                    <a:pt x="9246" y="553"/>
                    <a:pt x="9246" y="538"/>
                    <a:pt x="9246" y="523"/>
                  </a:cubicBezTo>
                  <a:cubicBezTo>
                    <a:pt x="9261" y="523"/>
                    <a:pt x="9261" y="508"/>
                    <a:pt x="9261" y="508"/>
                  </a:cubicBezTo>
                  <a:lnTo>
                    <a:pt x="9320" y="493"/>
                  </a:lnTo>
                  <a:cubicBezTo>
                    <a:pt x="9330" y="493"/>
                    <a:pt x="9334" y="500"/>
                    <a:pt x="9339" y="500"/>
                  </a:cubicBezTo>
                  <a:cubicBezTo>
                    <a:pt x="9342" y="500"/>
                    <a:pt x="9345" y="498"/>
                    <a:pt x="9350" y="493"/>
                  </a:cubicBezTo>
                  <a:close/>
                  <a:moveTo>
                    <a:pt x="1763" y="687"/>
                  </a:moveTo>
                  <a:cubicBezTo>
                    <a:pt x="1748" y="702"/>
                    <a:pt x="1748" y="702"/>
                    <a:pt x="1733" y="702"/>
                  </a:cubicBezTo>
                  <a:cubicBezTo>
                    <a:pt x="1748" y="687"/>
                    <a:pt x="1763" y="687"/>
                    <a:pt x="1763" y="687"/>
                  </a:cubicBezTo>
                  <a:close/>
                  <a:moveTo>
                    <a:pt x="10202" y="702"/>
                  </a:moveTo>
                  <a:cubicBezTo>
                    <a:pt x="10202" y="717"/>
                    <a:pt x="10202" y="717"/>
                    <a:pt x="10202" y="732"/>
                  </a:cubicBezTo>
                  <a:cubicBezTo>
                    <a:pt x="10194" y="724"/>
                    <a:pt x="10190" y="721"/>
                    <a:pt x="10187" y="721"/>
                  </a:cubicBezTo>
                  <a:cubicBezTo>
                    <a:pt x="10183" y="721"/>
                    <a:pt x="10179" y="724"/>
                    <a:pt x="10172" y="732"/>
                  </a:cubicBezTo>
                  <a:cubicBezTo>
                    <a:pt x="10187" y="717"/>
                    <a:pt x="10187" y="717"/>
                    <a:pt x="10202" y="702"/>
                  </a:cubicBezTo>
                  <a:close/>
                  <a:moveTo>
                    <a:pt x="9993" y="687"/>
                  </a:moveTo>
                  <a:cubicBezTo>
                    <a:pt x="10007" y="717"/>
                    <a:pt x="10022" y="732"/>
                    <a:pt x="10037" y="747"/>
                  </a:cubicBezTo>
                  <a:cubicBezTo>
                    <a:pt x="10022" y="747"/>
                    <a:pt x="10007" y="747"/>
                    <a:pt x="9993" y="762"/>
                  </a:cubicBezTo>
                  <a:cubicBezTo>
                    <a:pt x="9993" y="747"/>
                    <a:pt x="9993" y="732"/>
                    <a:pt x="9993" y="732"/>
                  </a:cubicBezTo>
                  <a:cubicBezTo>
                    <a:pt x="9993" y="717"/>
                    <a:pt x="9993" y="702"/>
                    <a:pt x="9993" y="687"/>
                  </a:cubicBezTo>
                  <a:close/>
                  <a:moveTo>
                    <a:pt x="10127" y="747"/>
                  </a:moveTo>
                  <a:lnTo>
                    <a:pt x="10112" y="762"/>
                  </a:lnTo>
                  <a:lnTo>
                    <a:pt x="10112" y="747"/>
                  </a:lnTo>
                  <a:close/>
                  <a:moveTo>
                    <a:pt x="10261" y="732"/>
                  </a:moveTo>
                  <a:cubicBezTo>
                    <a:pt x="10261" y="747"/>
                    <a:pt x="10261" y="762"/>
                    <a:pt x="10246" y="777"/>
                  </a:cubicBezTo>
                  <a:cubicBezTo>
                    <a:pt x="10246" y="777"/>
                    <a:pt x="10246" y="762"/>
                    <a:pt x="10246" y="747"/>
                  </a:cubicBezTo>
                  <a:cubicBezTo>
                    <a:pt x="10232" y="747"/>
                    <a:pt x="10232" y="747"/>
                    <a:pt x="10232" y="732"/>
                  </a:cubicBezTo>
                  <a:close/>
                  <a:moveTo>
                    <a:pt x="10620" y="777"/>
                  </a:moveTo>
                  <a:cubicBezTo>
                    <a:pt x="10590" y="807"/>
                    <a:pt x="10590" y="822"/>
                    <a:pt x="10620" y="851"/>
                  </a:cubicBezTo>
                  <a:lnTo>
                    <a:pt x="10695" y="851"/>
                  </a:lnTo>
                  <a:cubicBezTo>
                    <a:pt x="10695" y="836"/>
                    <a:pt x="10680" y="807"/>
                    <a:pt x="10665" y="777"/>
                  </a:cubicBezTo>
                  <a:close/>
                  <a:moveTo>
                    <a:pt x="1479" y="926"/>
                  </a:moveTo>
                  <a:cubicBezTo>
                    <a:pt x="1479" y="941"/>
                    <a:pt x="1464" y="941"/>
                    <a:pt x="1464" y="941"/>
                  </a:cubicBezTo>
                  <a:lnTo>
                    <a:pt x="1464" y="926"/>
                  </a:lnTo>
                  <a:close/>
                  <a:moveTo>
                    <a:pt x="1255" y="956"/>
                  </a:moveTo>
                  <a:cubicBezTo>
                    <a:pt x="1255" y="971"/>
                    <a:pt x="1270" y="986"/>
                    <a:pt x="1270" y="1001"/>
                  </a:cubicBezTo>
                  <a:lnTo>
                    <a:pt x="1255" y="1001"/>
                  </a:lnTo>
                  <a:cubicBezTo>
                    <a:pt x="1255" y="989"/>
                    <a:pt x="1255" y="976"/>
                    <a:pt x="1255" y="956"/>
                  </a:cubicBezTo>
                  <a:close/>
                  <a:moveTo>
                    <a:pt x="10411" y="956"/>
                  </a:moveTo>
                  <a:lnTo>
                    <a:pt x="10411" y="971"/>
                  </a:lnTo>
                  <a:lnTo>
                    <a:pt x="10411" y="1016"/>
                  </a:lnTo>
                  <a:cubicBezTo>
                    <a:pt x="10396" y="1016"/>
                    <a:pt x="10366" y="1001"/>
                    <a:pt x="10336" y="1001"/>
                  </a:cubicBezTo>
                  <a:cubicBezTo>
                    <a:pt x="10351" y="986"/>
                    <a:pt x="10351" y="986"/>
                    <a:pt x="10366" y="971"/>
                  </a:cubicBezTo>
                  <a:cubicBezTo>
                    <a:pt x="10370" y="975"/>
                    <a:pt x="10375" y="977"/>
                    <a:pt x="10379" y="977"/>
                  </a:cubicBezTo>
                  <a:cubicBezTo>
                    <a:pt x="10390" y="977"/>
                    <a:pt x="10400" y="966"/>
                    <a:pt x="10411" y="956"/>
                  </a:cubicBezTo>
                  <a:close/>
                  <a:moveTo>
                    <a:pt x="10456" y="1031"/>
                  </a:moveTo>
                  <a:cubicBezTo>
                    <a:pt x="10456" y="1046"/>
                    <a:pt x="10456" y="1060"/>
                    <a:pt x="10456" y="1075"/>
                  </a:cubicBezTo>
                  <a:cubicBezTo>
                    <a:pt x="10441" y="1060"/>
                    <a:pt x="10441" y="1046"/>
                    <a:pt x="10426" y="1031"/>
                  </a:cubicBezTo>
                  <a:close/>
                  <a:moveTo>
                    <a:pt x="1016" y="1060"/>
                  </a:moveTo>
                  <a:cubicBezTo>
                    <a:pt x="1001" y="1075"/>
                    <a:pt x="986" y="1075"/>
                    <a:pt x="956" y="1090"/>
                  </a:cubicBezTo>
                  <a:cubicBezTo>
                    <a:pt x="986" y="1090"/>
                    <a:pt x="1016" y="1090"/>
                    <a:pt x="1046" y="1105"/>
                  </a:cubicBezTo>
                  <a:cubicBezTo>
                    <a:pt x="1031" y="1090"/>
                    <a:pt x="1031" y="1075"/>
                    <a:pt x="1016" y="1060"/>
                  </a:cubicBezTo>
                  <a:close/>
                  <a:moveTo>
                    <a:pt x="5960" y="747"/>
                  </a:moveTo>
                  <a:lnTo>
                    <a:pt x="5990" y="777"/>
                  </a:lnTo>
                  <a:cubicBezTo>
                    <a:pt x="5990" y="836"/>
                    <a:pt x="5960" y="881"/>
                    <a:pt x="5945" y="926"/>
                  </a:cubicBezTo>
                  <a:cubicBezTo>
                    <a:pt x="5900" y="1016"/>
                    <a:pt x="5825" y="1090"/>
                    <a:pt x="5736" y="1150"/>
                  </a:cubicBezTo>
                  <a:lnTo>
                    <a:pt x="5691" y="1150"/>
                  </a:lnTo>
                  <a:cubicBezTo>
                    <a:pt x="5646" y="1150"/>
                    <a:pt x="5601" y="1180"/>
                    <a:pt x="5542" y="1195"/>
                  </a:cubicBezTo>
                  <a:cubicBezTo>
                    <a:pt x="5527" y="1210"/>
                    <a:pt x="5512" y="1210"/>
                    <a:pt x="5482" y="1225"/>
                  </a:cubicBezTo>
                  <a:lnTo>
                    <a:pt x="5482" y="1210"/>
                  </a:lnTo>
                  <a:cubicBezTo>
                    <a:pt x="5527" y="1165"/>
                    <a:pt x="5586" y="1105"/>
                    <a:pt x="5646" y="1060"/>
                  </a:cubicBezTo>
                  <a:lnTo>
                    <a:pt x="5676" y="1031"/>
                  </a:lnTo>
                  <a:cubicBezTo>
                    <a:pt x="5694" y="1038"/>
                    <a:pt x="5708" y="1041"/>
                    <a:pt x="5721" y="1041"/>
                  </a:cubicBezTo>
                  <a:cubicBezTo>
                    <a:pt x="5781" y="1041"/>
                    <a:pt x="5786" y="961"/>
                    <a:pt x="5811" y="911"/>
                  </a:cubicBezTo>
                  <a:cubicBezTo>
                    <a:pt x="5825" y="896"/>
                    <a:pt x="5840" y="881"/>
                    <a:pt x="5840" y="866"/>
                  </a:cubicBezTo>
                  <a:lnTo>
                    <a:pt x="5840" y="866"/>
                  </a:lnTo>
                  <a:lnTo>
                    <a:pt x="5811" y="881"/>
                  </a:lnTo>
                  <a:cubicBezTo>
                    <a:pt x="5825" y="866"/>
                    <a:pt x="5825" y="866"/>
                    <a:pt x="5840" y="866"/>
                  </a:cubicBezTo>
                  <a:cubicBezTo>
                    <a:pt x="5870" y="822"/>
                    <a:pt x="5900" y="792"/>
                    <a:pt x="5930" y="747"/>
                  </a:cubicBezTo>
                  <a:close/>
                  <a:moveTo>
                    <a:pt x="4690" y="344"/>
                  </a:moveTo>
                  <a:cubicBezTo>
                    <a:pt x="4735" y="344"/>
                    <a:pt x="4765" y="358"/>
                    <a:pt x="4810" y="373"/>
                  </a:cubicBezTo>
                  <a:cubicBezTo>
                    <a:pt x="4795" y="373"/>
                    <a:pt x="4795" y="388"/>
                    <a:pt x="4780" y="403"/>
                  </a:cubicBezTo>
                  <a:cubicBezTo>
                    <a:pt x="4780" y="403"/>
                    <a:pt x="4765" y="418"/>
                    <a:pt x="4765" y="418"/>
                  </a:cubicBezTo>
                  <a:lnTo>
                    <a:pt x="4705" y="538"/>
                  </a:lnTo>
                  <a:lnTo>
                    <a:pt x="4690" y="538"/>
                  </a:lnTo>
                  <a:cubicBezTo>
                    <a:pt x="4735" y="627"/>
                    <a:pt x="4765" y="702"/>
                    <a:pt x="4810" y="792"/>
                  </a:cubicBezTo>
                  <a:cubicBezTo>
                    <a:pt x="4825" y="717"/>
                    <a:pt x="4840" y="657"/>
                    <a:pt x="4870" y="597"/>
                  </a:cubicBezTo>
                  <a:cubicBezTo>
                    <a:pt x="4884" y="568"/>
                    <a:pt x="4899" y="538"/>
                    <a:pt x="4929" y="508"/>
                  </a:cubicBezTo>
                  <a:lnTo>
                    <a:pt x="4959" y="508"/>
                  </a:lnTo>
                  <a:cubicBezTo>
                    <a:pt x="5004" y="508"/>
                    <a:pt x="5049" y="493"/>
                    <a:pt x="5094" y="478"/>
                  </a:cubicBezTo>
                  <a:cubicBezTo>
                    <a:pt x="5123" y="463"/>
                    <a:pt x="5138" y="463"/>
                    <a:pt x="5168" y="463"/>
                  </a:cubicBezTo>
                  <a:lnTo>
                    <a:pt x="5094" y="478"/>
                  </a:lnTo>
                  <a:lnTo>
                    <a:pt x="5243" y="478"/>
                  </a:lnTo>
                  <a:cubicBezTo>
                    <a:pt x="5288" y="538"/>
                    <a:pt x="5333" y="597"/>
                    <a:pt x="5377" y="657"/>
                  </a:cubicBezTo>
                  <a:cubicBezTo>
                    <a:pt x="5377" y="687"/>
                    <a:pt x="5377" y="702"/>
                    <a:pt x="5377" y="732"/>
                  </a:cubicBezTo>
                  <a:cubicBezTo>
                    <a:pt x="5313" y="625"/>
                    <a:pt x="5242" y="534"/>
                    <a:pt x="5135" y="534"/>
                  </a:cubicBezTo>
                  <a:cubicBezTo>
                    <a:pt x="5093" y="534"/>
                    <a:pt x="5045" y="548"/>
                    <a:pt x="4989" y="583"/>
                  </a:cubicBezTo>
                  <a:cubicBezTo>
                    <a:pt x="4974" y="597"/>
                    <a:pt x="4959" y="597"/>
                    <a:pt x="4944" y="597"/>
                  </a:cubicBezTo>
                  <a:cubicBezTo>
                    <a:pt x="4944" y="612"/>
                    <a:pt x="4944" y="612"/>
                    <a:pt x="4944" y="627"/>
                  </a:cubicBezTo>
                  <a:cubicBezTo>
                    <a:pt x="4929" y="642"/>
                    <a:pt x="4929" y="657"/>
                    <a:pt x="4944" y="672"/>
                  </a:cubicBezTo>
                  <a:cubicBezTo>
                    <a:pt x="4929" y="687"/>
                    <a:pt x="4929" y="717"/>
                    <a:pt x="4929" y="747"/>
                  </a:cubicBezTo>
                  <a:cubicBezTo>
                    <a:pt x="4904" y="861"/>
                    <a:pt x="4954" y="933"/>
                    <a:pt x="5053" y="933"/>
                  </a:cubicBezTo>
                  <a:cubicBezTo>
                    <a:pt x="5070" y="933"/>
                    <a:pt x="5089" y="930"/>
                    <a:pt x="5109" y="926"/>
                  </a:cubicBezTo>
                  <a:cubicBezTo>
                    <a:pt x="5123" y="926"/>
                    <a:pt x="5138" y="926"/>
                    <a:pt x="5153" y="911"/>
                  </a:cubicBezTo>
                  <a:cubicBezTo>
                    <a:pt x="5198" y="911"/>
                    <a:pt x="5243" y="896"/>
                    <a:pt x="5303" y="881"/>
                  </a:cubicBezTo>
                  <a:lnTo>
                    <a:pt x="5303" y="881"/>
                  </a:lnTo>
                  <a:cubicBezTo>
                    <a:pt x="5243" y="964"/>
                    <a:pt x="5175" y="991"/>
                    <a:pt x="5097" y="991"/>
                  </a:cubicBezTo>
                  <a:cubicBezTo>
                    <a:pt x="5077" y="991"/>
                    <a:pt x="5056" y="989"/>
                    <a:pt x="5034" y="986"/>
                  </a:cubicBezTo>
                  <a:cubicBezTo>
                    <a:pt x="5004" y="986"/>
                    <a:pt x="4959" y="1016"/>
                    <a:pt x="4929" y="1031"/>
                  </a:cubicBezTo>
                  <a:cubicBezTo>
                    <a:pt x="4944" y="1060"/>
                    <a:pt x="4974" y="1105"/>
                    <a:pt x="5004" y="1120"/>
                  </a:cubicBezTo>
                  <a:cubicBezTo>
                    <a:pt x="5079" y="1165"/>
                    <a:pt x="5153" y="1195"/>
                    <a:pt x="5243" y="1225"/>
                  </a:cubicBezTo>
                  <a:lnTo>
                    <a:pt x="5109" y="1255"/>
                  </a:lnTo>
                  <a:cubicBezTo>
                    <a:pt x="5109" y="1240"/>
                    <a:pt x="5094" y="1240"/>
                    <a:pt x="5079" y="1240"/>
                  </a:cubicBezTo>
                  <a:cubicBezTo>
                    <a:pt x="5019" y="1180"/>
                    <a:pt x="4914" y="1180"/>
                    <a:pt x="4899" y="1090"/>
                  </a:cubicBezTo>
                  <a:cubicBezTo>
                    <a:pt x="4840" y="881"/>
                    <a:pt x="4675" y="717"/>
                    <a:pt x="4616" y="493"/>
                  </a:cubicBezTo>
                  <a:cubicBezTo>
                    <a:pt x="4646" y="433"/>
                    <a:pt x="4660" y="388"/>
                    <a:pt x="4690" y="344"/>
                  </a:cubicBezTo>
                  <a:close/>
                  <a:moveTo>
                    <a:pt x="822" y="1285"/>
                  </a:moveTo>
                  <a:cubicBezTo>
                    <a:pt x="822" y="1285"/>
                    <a:pt x="807" y="1299"/>
                    <a:pt x="807" y="1299"/>
                  </a:cubicBezTo>
                  <a:lnTo>
                    <a:pt x="762" y="1299"/>
                  </a:lnTo>
                  <a:cubicBezTo>
                    <a:pt x="777" y="1285"/>
                    <a:pt x="792" y="1285"/>
                    <a:pt x="822" y="1285"/>
                  </a:cubicBezTo>
                  <a:close/>
                  <a:moveTo>
                    <a:pt x="10635" y="1255"/>
                  </a:moveTo>
                  <a:lnTo>
                    <a:pt x="10635" y="1270"/>
                  </a:lnTo>
                  <a:cubicBezTo>
                    <a:pt x="10620" y="1329"/>
                    <a:pt x="10680" y="1329"/>
                    <a:pt x="10724" y="1344"/>
                  </a:cubicBezTo>
                  <a:lnTo>
                    <a:pt x="10709" y="1344"/>
                  </a:lnTo>
                  <a:cubicBezTo>
                    <a:pt x="10695" y="1344"/>
                    <a:pt x="10680" y="1329"/>
                    <a:pt x="10665" y="1329"/>
                  </a:cubicBezTo>
                  <a:cubicBezTo>
                    <a:pt x="10635" y="1314"/>
                    <a:pt x="10620" y="1299"/>
                    <a:pt x="10635" y="1255"/>
                  </a:cubicBezTo>
                  <a:close/>
                  <a:moveTo>
                    <a:pt x="10739" y="1359"/>
                  </a:moveTo>
                  <a:lnTo>
                    <a:pt x="10784" y="1374"/>
                  </a:lnTo>
                  <a:cubicBezTo>
                    <a:pt x="10769" y="1374"/>
                    <a:pt x="10754" y="1374"/>
                    <a:pt x="10739" y="1359"/>
                  </a:cubicBezTo>
                  <a:close/>
                  <a:moveTo>
                    <a:pt x="10859" y="1344"/>
                  </a:moveTo>
                  <a:cubicBezTo>
                    <a:pt x="10844" y="1359"/>
                    <a:pt x="10829" y="1359"/>
                    <a:pt x="10829" y="1374"/>
                  </a:cubicBezTo>
                  <a:cubicBezTo>
                    <a:pt x="10814" y="1359"/>
                    <a:pt x="10814" y="1359"/>
                    <a:pt x="10799" y="1359"/>
                  </a:cubicBezTo>
                  <a:cubicBezTo>
                    <a:pt x="10814" y="1344"/>
                    <a:pt x="10844" y="1344"/>
                    <a:pt x="10859" y="1344"/>
                  </a:cubicBezTo>
                  <a:close/>
                  <a:moveTo>
                    <a:pt x="589" y="1400"/>
                  </a:moveTo>
                  <a:cubicBezTo>
                    <a:pt x="609" y="1400"/>
                    <a:pt x="628" y="1404"/>
                    <a:pt x="643" y="1419"/>
                  </a:cubicBezTo>
                  <a:cubicBezTo>
                    <a:pt x="688" y="1449"/>
                    <a:pt x="762" y="1464"/>
                    <a:pt x="807" y="1494"/>
                  </a:cubicBezTo>
                  <a:cubicBezTo>
                    <a:pt x="762" y="1494"/>
                    <a:pt x="732" y="1509"/>
                    <a:pt x="732" y="1553"/>
                  </a:cubicBezTo>
                  <a:cubicBezTo>
                    <a:pt x="702" y="1538"/>
                    <a:pt x="688" y="1523"/>
                    <a:pt x="658" y="1523"/>
                  </a:cubicBezTo>
                  <a:lnTo>
                    <a:pt x="613" y="1523"/>
                  </a:lnTo>
                  <a:cubicBezTo>
                    <a:pt x="605" y="1531"/>
                    <a:pt x="602" y="1535"/>
                    <a:pt x="598" y="1538"/>
                  </a:cubicBezTo>
                  <a:cubicBezTo>
                    <a:pt x="628" y="1464"/>
                    <a:pt x="553" y="1449"/>
                    <a:pt x="523" y="1404"/>
                  </a:cubicBezTo>
                  <a:cubicBezTo>
                    <a:pt x="546" y="1404"/>
                    <a:pt x="568" y="1400"/>
                    <a:pt x="589" y="1400"/>
                  </a:cubicBezTo>
                  <a:close/>
                  <a:moveTo>
                    <a:pt x="10709" y="1583"/>
                  </a:moveTo>
                  <a:cubicBezTo>
                    <a:pt x="10680" y="1598"/>
                    <a:pt x="10680" y="1643"/>
                    <a:pt x="10650" y="1688"/>
                  </a:cubicBezTo>
                  <a:cubicBezTo>
                    <a:pt x="10665" y="1658"/>
                    <a:pt x="10665" y="1598"/>
                    <a:pt x="10709" y="1583"/>
                  </a:cubicBezTo>
                  <a:close/>
                  <a:moveTo>
                    <a:pt x="11108" y="1656"/>
                  </a:moveTo>
                  <a:cubicBezTo>
                    <a:pt x="11094" y="1656"/>
                    <a:pt x="11073" y="1665"/>
                    <a:pt x="11038" y="1688"/>
                  </a:cubicBezTo>
                  <a:cubicBezTo>
                    <a:pt x="11038" y="1703"/>
                    <a:pt x="11038" y="1703"/>
                    <a:pt x="11038" y="1718"/>
                  </a:cubicBezTo>
                  <a:cubicBezTo>
                    <a:pt x="11068" y="1733"/>
                    <a:pt x="11098" y="1762"/>
                    <a:pt x="11128" y="1777"/>
                  </a:cubicBezTo>
                  <a:cubicBezTo>
                    <a:pt x="11117" y="1733"/>
                    <a:pt x="11147" y="1656"/>
                    <a:pt x="11108" y="1656"/>
                  </a:cubicBezTo>
                  <a:close/>
                  <a:moveTo>
                    <a:pt x="11183" y="1837"/>
                  </a:moveTo>
                  <a:cubicBezTo>
                    <a:pt x="11158" y="1837"/>
                    <a:pt x="11128" y="1897"/>
                    <a:pt x="11098" y="1897"/>
                  </a:cubicBezTo>
                  <a:cubicBezTo>
                    <a:pt x="11113" y="1912"/>
                    <a:pt x="11128" y="1942"/>
                    <a:pt x="11143" y="1942"/>
                  </a:cubicBezTo>
                  <a:cubicBezTo>
                    <a:pt x="11158" y="1927"/>
                    <a:pt x="11187" y="1912"/>
                    <a:pt x="11217" y="1897"/>
                  </a:cubicBezTo>
                  <a:cubicBezTo>
                    <a:pt x="11207" y="1852"/>
                    <a:pt x="11196" y="1837"/>
                    <a:pt x="11183" y="1837"/>
                  </a:cubicBezTo>
                  <a:close/>
                  <a:moveTo>
                    <a:pt x="1195" y="1927"/>
                  </a:moveTo>
                  <a:cubicBezTo>
                    <a:pt x="1195" y="1942"/>
                    <a:pt x="1210" y="1957"/>
                    <a:pt x="1210" y="1957"/>
                  </a:cubicBezTo>
                  <a:cubicBezTo>
                    <a:pt x="1210" y="1957"/>
                    <a:pt x="1195" y="1957"/>
                    <a:pt x="1195" y="1972"/>
                  </a:cubicBezTo>
                  <a:cubicBezTo>
                    <a:pt x="1195" y="1957"/>
                    <a:pt x="1180" y="1957"/>
                    <a:pt x="1180" y="1942"/>
                  </a:cubicBezTo>
                  <a:cubicBezTo>
                    <a:pt x="1180" y="1942"/>
                    <a:pt x="1195" y="1942"/>
                    <a:pt x="1195" y="1927"/>
                  </a:cubicBezTo>
                  <a:close/>
                  <a:moveTo>
                    <a:pt x="1360" y="1927"/>
                  </a:moveTo>
                  <a:cubicBezTo>
                    <a:pt x="1360" y="1942"/>
                    <a:pt x="1375" y="1957"/>
                    <a:pt x="1404" y="1957"/>
                  </a:cubicBezTo>
                  <a:cubicBezTo>
                    <a:pt x="1390" y="1972"/>
                    <a:pt x="1390" y="1972"/>
                    <a:pt x="1375" y="1986"/>
                  </a:cubicBezTo>
                  <a:lnTo>
                    <a:pt x="1360" y="1986"/>
                  </a:lnTo>
                  <a:lnTo>
                    <a:pt x="1375" y="1972"/>
                  </a:lnTo>
                  <a:cubicBezTo>
                    <a:pt x="1360" y="1942"/>
                    <a:pt x="1345" y="1942"/>
                    <a:pt x="1315" y="1942"/>
                  </a:cubicBezTo>
                  <a:cubicBezTo>
                    <a:pt x="1330" y="1942"/>
                    <a:pt x="1345" y="1942"/>
                    <a:pt x="1360" y="1927"/>
                  </a:cubicBezTo>
                  <a:close/>
                  <a:moveTo>
                    <a:pt x="1061" y="1938"/>
                  </a:moveTo>
                  <a:cubicBezTo>
                    <a:pt x="1065" y="1938"/>
                    <a:pt x="1070" y="1939"/>
                    <a:pt x="1076" y="1942"/>
                  </a:cubicBezTo>
                  <a:cubicBezTo>
                    <a:pt x="1076" y="1942"/>
                    <a:pt x="1091" y="1957"/>
                    <a:pt x="1091" y="1957"/>
                  </a:cubicBezTo>
                  <a:cubicBezTo>
                    <a:pt x="1106" y="1957"/>
                    <a:pt x="1106" y="1972"/>
                    <a:pt x="1106" y="1972"/>
                  </a:cubicBezTo>
                  <a:lnTo>
                    <a:pt x="1121" y="2031"/>
                  </a:lnTo>
                  <a:cubicBezTo>
                    <a:pt x="1091" y="2016"/>
                    <a:pt x="1076" y="1986"/>
                    <a:pt x="1061" y="1957"/>
                  </a:cubicBezTo>
                  <a:cubicBezTo>
                    <a:pt x="1049" y="1957"/>
                    <a:pt x="1047" y="1938"/>
                    <a:pt x="1061" y="1938"/>
                  </a:cubicBezTo>
                  <a:close/>
                  <a:moveTo>
                    <a:pt x="11068" y="2091"/>
                  </a:moveTo>
                  <a:cubicBezTo>
                    <a:pt x="11053" y="2091"/>
                    <a:pt x="11053" y="2136"/>
                    <a:pt x="11053" y="2151"/>
                  </a:cubicBezTo>
                  <a:lnTo>
                    <a:pt x="11322" y="2151"/>
                  </a:lnTo>
                  <a:cubicBezTo>
                    <a:pt x="11307" y="2136"/>
                    <a:pt x="11292" y="2106"/>
                    <a:pt x="11277" y="2091"/>
                  </a:cubicBezTo>
                  <a:close/>
                  <a:moveTo>
                    <a:pt x="732" y="2181"/>
                  </a:moveTo>
                  <a:cubicBezTo>
                    <a:pt x="732" y="2221"/>
                    <a:pt x="744" y="2249"/>
                    <a:pt x="758" y="2287"/>
                  </a:cubicBezTo>
                  <a:lnTo>
                    <a:pt x="758" y="2287"/>
                  </a:lnTo>
                  <a:lnTo>
                    <a:pt x="717" y="2300"/>
                  </a:lnTo>
                  <a:cubicBezTo>
                    <a:pt x="717" y="2255"/>
                    <a:pt x="732" y="2225"/>
                    <a:pt x="732" y="2181"/>
                  </a:cubicBezTo>
                  <a:close/>
                  <a:moveTo>
                    <a:pt x="1016" y="2255"/>
                  </a:moveTo>
                  <a:lnTo>
                    <a:pt x="1016" y="2270"/>
                  </a:lnTo>
                  <a:cubicBezTo>
                    <a:pt x="985" y="2281"/>
                    <a:pt x="961" y="2298"/>
                    <a:pt x="940" y="2298"/>
                  </a:cubicBezTo>
                  <a:cubicBezTo>
                    <a:pt x="930" y="2298"/>
                    <a:pt x="921" y="2294"/>
                    <a:pt x="912" y="2285"/>
                  </a:cubicBezTo>
                  <a:cubicBezTo>
                    <a:pt x="882" y="2300"/>
                    <a:pt x="837" y="2300"/>
                    <a:pt x="822" y="2315"/>
                  </a:cubicBezTo>
                  <a:lnTo>
                    <a:pt x="837" y="2255"/>
                  </a:lnTo>
                  <a:cubicBezTo>
                    <a:pt x="837" y="2270"/>
                    <a:pt x="867" y="2285"/>
                    <a:pt x="882" y="2285"/>
                  </a:cubicBezTo>
                  <a:cubicBezTo>
                    <a:pt x="927" y="2255"/>
                    <a:pt x="971" y="2270"/>
                    <a:pt x="1001" y="2255"/>
                  </a:cubicBezTo>
                  <a:close/>
                  <a:moveTo>
                    <a:pt x="11247" y="2300"/>
                  </a:moveTo>
                  <a:lnTo>
                    <a:pt x="11201" y="2369"/>
                  </a:lnTo>
                  <a:lnTo>
                    <a:pt x="11201" y="2369"/>
                  </a:lnTo>
                  <a:cubicBezTo>
                    <a:pt x="11227" y="2360"/>
                    <a:pt x="11252" y="2358"/>
                    <a:pt x="11277" y="2345"/>
                  </a:cubicBezTo>
                  <a:cubicBezTo>
                    <a:pt x="11277" y="2330"/>
                    <a:pt x="11262" y="2315"/>
                    <a:pt x="11247" y="2300"/>
                  </a:cubicBezTo>
                  <a:close/>
                  <a:moveTo>
                    <a:pt x="11201" y="2369"/>
                  </a:moveTo>
                  <a:lnTo>
                    <a:pt x="11201" y="2369"/>
                  </a:lnTo>
                  <a:cubicBezTo>
                    <a:pt x="11197" y="2371"/>
                    <a:pt x="11192" y="2373"/>
                    <a:pt x="11187" y="2375"/>
                  </a:cubicBezTo>
                  <a:cubicBezTo>
                    <a:pt x="11186" y="2380"/>
                    <a:pt x="11184" y="2385"/>
                    <a:pt x="11182" y="2390"/>
                  </a:cubicBezTo>
                  <a:lnTo>
                    <a:pt x="11182" y="2390"/>
                  </a:lnTo>
                  <a:cubicBezTo>
                    <a:pt x="11184" y="2390"/>
                    <a:pt x="11186" y="2390"/>
                    <a:pt x="11187" y="2390"/>
                  </a:cubicBezTo>
                  <a:lnTo>
                    <a:pt x="11201" y="2369"/>
                  </a:lnTo>
                  <a:close/>
                  <a:moveTo>
                    <a:pt x="11367" y="2375"/>
                  </a:moveTo>
                  <a:cubicBezTo>
                    <a:pt x="11352" y="2375"/>
                    <a:pt x="11352" y="2375"/>
                    <a:pt x="11352" y="2390"/>
                  </a:cubicBezTo>
                  <a:cubicBezTo>
                    <a:pt x="11337" y="2405"/>
                    <a:pt x="11307" y="2420"/>
                    <a:pt x="11292" y="2450"/>
                  </a:cubicBezTo>
                  <a:cubicBezTo>
                    <a:pt x="11292" y="2450"/>
                    <a:pt x="11307" y="2450"/>
                    <a:pt x="11307" y="2464"/>
                  </a:cubicBezTo>
                  <a:cubicBezTo>
                    <a:pt x="11322" y="2450"/>
                    <a:pt x="11337" y="2420"/>
                    <a:pt x="11367" y="2405"/>
                  </a:cubicBezTo>
                  <a:cubicBezTo>
                    <a:pt x="11397" y="2420"/>
                    <a:pt x="11426" y="2450"/>
                    <a:pt x="11456" y="2464"/>
                  </a:cubicBezTo>
                  <a:cubicBezTo>
                    <a:pt x="11456" y="2435"/>
                    <a:pt x="11471" y="2405"/>
                    <a:pt x="11486" y="2375"/>
                  </a:cubicBezTo>
                  <a:close/>
                  <a:moveTo>
                    <a:pt x="807" y="2330"/>
                  </a:moveTo>
                  <a:cubicBezTo>
                    <a:pt x="792" y="2390"/>
                    <a:pt x="822" y="2405"/>
                    <a:pt x="867" y="2420"/>
                  </a:cubicBezTo>
                  <a:cubicBezTo>
                    <a:pt x="927" y="2450"/>
                    <a:pt x="1031" y="2435"/>
                    <a:pt x="1016" y="2554"/>
                  </a:cubicBezTo>
                  <a:cubicBezTo>
                    <a:pt x="1001" y="2569"/>
                    <a:pt x="986" y="2584"/>
                    <a:pt x="971" y="2599"/>
                  </a:cubicBezTo>
                  <a:lnTo>
                    <a:pt x="927" y="2599"/>
                  </a:lnTo>
                  <a:cubicBezTo>
                    <a:pt x="949" y="2542"/>
                    <a:pt x="963" y="2494"/>
                    <a:pt x="916" y="2494"/>
                  </a:cubicBezTo>
                  <a:cubicBezTo>
                    <a:pt x="901" y="2494"/>
                    <a:pt x="880" y="2499"/>
                    <a:pt x="852" y="2509"/>
                  </a:cubicBezTo>
                  <a:cubicBezTo>
                    <a:pt x="830" y="2526"/>
                    <a:pt x="812" y="2532"/>
                    <a:pt x="794" y="2532"/>
                  </a:cubicBezTo>
                  <a:cubicBezTo>
                    <a:pt x="750" y="2532"/>
                    <a:pt x="715" y="2494"/>
                    <a:pt x="673" y="2494"/>
                  </a:cubicBezTo>
                  <a:lnTo>
                    <a:pt x="643" y="2494"/>
                  </a:lnTo>
                  <a:cubicBezTo>
                    <a:pt x="628" y="2435"/>
                    <a:pt x="658" y="2405"/>
                    <a:pt x="702" y="2390"/>
                  </a:cubicBezTo>
                  <a:lnTo>
                    <a:pt x="702" y="2464"/>
                  </a:lnTo>
                  <a:lnTo>
                    <a:pt x="747" y="2464"/>
                  </a:lnTo>
                  <a:cubicBezTo>
                    <a:pt x="747" y="2435"/>
                    <a:pt x="762" y="2390"/>
                    <a:pt x="762" y="2360"/>
                  </a:cubicBezTo>
                  <a:cubicBezTo>
                    <a:pt x="777" y="2345"/>
                    <a:pt x="792" y="2330"/>
                    <a:pt x="807" y="2330"/>
                  </a:cubicBezTo>
                  <a:close/>
                  <a:moveTo>
                    <a:pt x="11113" y="2509"/>
                  </a:moveTo>
                  <a:cubicBezTo>
                    <a:pt x="11098" y="2524"/>
                    <a:pt x="11083" y="2539"/>
                    <a:pt x="11098" y="2569"/>
                  </a:cubicBezTo>
                  <a:lnTo>
                    <a:pt x="11083" y="2599"/>
                  </a:lnTo>
                  <a:cubicBezTo>
                    <a:pt x="11023" y="2569"/>
                    <a:pt x="11083" y="2539"/>
                    <a:pt x="11098" y="2509"/>
                  </a:cubicBezTo>
                  <a:close/>
                  <a:moveTo>
                    <a:pt x="11352" y="2569"/>
                  </a:moveTo>
                  <a:cubicBezTo>
                    <a:pt x="11367" y="2584"/>
                    <a:pt x="11397" y="2599"/>
                    <a:pt x="11426" y="2599"/>
                  </a:cubicBezTo>
                  <a:cubicBezTo>
                    <a:pt x="11426" y="2599"/>
                    <a:pt x="11426" y="2584"/>
                    <a:pt x="11441" y="2569"/>
                  </a:cubicBezTo>
                  <a:close/>
                  <a:moveTo>
                    <a:pt x="11680" y="2644"/>
                  </a:moveTo>
                  <a:cubicBezTo>
                    <a:pt x="11665" y="2644"/>
                    <a:pt x="11635" y="2659"/>
                    <a:pt x="11621" y="2659"/>
                  </a:cubicBezTo>
                  <a:cubicBezTo>
                    <a:pt x="11621" y="2674"/>
                    <a:pt x="11621" y="2688"/>
                    <a:pt x="11621" y="2688"/>
                  </a:cubicBezTo>
                  <a:cubicBezTo>
                    <a:pt x="11650" y="2688"/>
                    <a:pt x="11665" y="2688"/>
                    <a:pt x="11695" y="2674"/>
                  </a:cubicBezTo>
                  <a:cubicBezTo>
                    <a:pt x="11695" y="2659"/>
                    <a:pt x="11680" y="2644"/>
                    <a:pt x="11680" y="2644"/>
                  </a:cubicBezTo>
                  <a:close/>
                  <a:moveTo>
                    <a:pt x="11367" y="2644"/>
                  </a:moveTo>
                  <a:cubicBezTo>
                    <a:pt x="11322" y="2659"/>
                    <a:pt x="11292" y="2688"/>
                    <a:pt x="11262" y="2703"/>
                  </a:cubicBezTo>
                  <a:cubicBezTo>
                    <a:pt x="11277" y="2718"/>
                    <a:pt x="11277" y="2718"/>
                    <a:pt x="11292" y="2733"/>
                  </a:cubicBezTo>
                  <a:cubicBezTo>
                    <a:pt x="11307" y="2718"/>
                    <a:pt x="11337" y="2688"/>
                    <a:pt x="11367" y="2674"/>
                  </a:cubicBezTo>
                  <a:cubicBezTo>
                    <a:pt x="11367" y="2659"/>
                    <a:pt x="11367" y="2644"/>
                    <a:pt x="11367" y="2644"/>
                  </a:cubicBezTo>
                  <a:close/>
                  <a:moveTo>
                    <a:pt x="11053" y="2749"/>
                  </a:moveTo>
                  <a:lnTo>
                    <a:pt x="11053" y="2749"/>
                  </a:lnTo>
                  <a:cubicBezTo>
                    <a:pt x="11068" y="2763"/>
                    <a:pt x="11068" y="2763"/>
                    <a:pt x="11083" y="2763"/>
                  </a:cubicBezTo>
                  <a:lnTo>
                    <a:pt x="11068" y="2763"/>
                  </a:lnTo>
                  <a:lnTo>
                    <a:pt x="11053" y="2749"/>
                  </a:lnTo>
                  <a:close/>
                  <a:moveTo>
                    <a:pt x="10829" y="2942"/>
                  </a:moveTo>
                  <a:cubicBezTo>
                    <a:pt x="10844" y="2957"/>
                    <a:pt x="10859" y="2987"/>
                    <a:pt x="10889" y="2987"/>
                  </a:cubicBezTo>
                  <a:cubicBezTo>
                    <a:pt x="10889" y="2987"/>
                    <a:pt x="10889" y="2987"/>
                    <a:pt x="10889" y="3002"/>
                  </a:cubicBezTo>
                  <a:cubicBezTo>
                    <a:pt x="10889" y="3002"/>
                    <a:pt x="10889" y="3017"/>
                    <a:pt x="10904" y="3017"/>
                  </a:cubicBezTo>
                  <a:lnTo>
                    <a:pt x="10889" y="3032"/>
                  </a:lnTo>
                  <a:cubicBezTo>
                    <a:pt x="10874" y="3017"/>
                    <a:pt x="10859" y="3002"/>
                    <a:pt x="10829" y="2987"/>
                  </a:cubicBezTo>
                  <a:cubicBezTo>
                    <a:pt x="10814" y="2972"/>
                    <a:pt x="10829" y="2957"/>
                    <a:pt x="10829" y="2942"/>
                  </a:cubicBezTo>
                  <a:close/>
                  <a:moveTo>
                    <a:pt x="11008" y="3032"/>
                  </a:moveTo>
                  <a:cubicBezTo>
                    <a:pt x="10993" y="3032"/>
                    <a:pt x="10978" y="3047"/>
                    <a:pt x="10978" y="3077"/>
                  </a:cubicBezTo>
                  <a:lnTo>
                    <a:pt x="10963" y="3077"/>
                  </a:lnTo>
                  <a:cubicBezTo>
                    <a:pt x="10963" y="3062"/>
                    <a:pt x="10963" y="3047"/>
                    <a:pt x="10963" y="3032"/>
                  </a:cubicBezTo>
                  <a:close/>
                  <a:moveTo>
                    <a:pt x="11232" y="3151"/>
                  </a:moveTo>
                  <a:lnTo>
                    <a:pt x="11241" y="3169"/>
                  </a:lnTo>
                  <a:lnTo>
                    <a:pt x="11241" y="3169"/>
                  </a:lnTo>
                  <a:cubicBezTo>
                    <a:pt x="11239" y="3167"/>
                    <a:pt x="11236" y="3166"/>
                    <a:pt x="11232" y="3166"/>
                  </a:cubicBezTo>
                  <a:cubicBezTo>
                    <a:pt x="11232" y="3166"/>
                    <a:pt x="11232" y="3166"/>
                    <a:pt x="11232" y="3151"/>
                  </a:cubicBezTo>
                  <a:close/>
                  <a:moveTo>
                    <a:pt x="11635" y="3122"/>
                  </a:moveTo>
                  <a:cubicBezTo>
                    <a:pt x="11621" y="3122"/>
                    <a:pt x="11591" y="3137"/>
                    <a:pt x="11561" y="3151"/>
                  </a:cubicBezTo>
                  <a:cubicBezTo>
                    <a:pt x="11553" y="3144"/>
                    <a:pt x="11550" y="3140"/>
                    <a:pt x="11546" y="3140"/>
                  </a:cubicBezTo>
                  <a:cubicBezTo>
                    <a:pt x="11542" y="3140"/>
                    <a:pt x="11538" y="3144"/>
                    <a:pt x="11531" y="3151"/>
                  </a:cubicBezTo>
                  <a:cubicBezTo>
                    <a:pt x="11561" y="3166"/>
                    <a:pt x="11591" y="3181"/>
                    <a:pt x="11621" y="3181"/>
                  </a:cubicBezTo>
                  <a:cubicBezTo>
                    <a:pt x="11621" y="3166"/>
                    <a:pt x="11635" y="3137"/>
                    <a:pt x="11635" y="3122"/>
                  </a:cubicBezTo>
                  <a:close/>
                  <a:moveTo>
                    <a:pt x="11098" y="3077"/>
                  </a:moveTo>
                  <a:cubicBezTo>
                    <a:pt x="11128" y="3107"/>
                    <a:pt x="11143" y="3137"/>
                    <a:pt x="11158" y="3181"/>
                  </a:cubicBezTo>
                  <a:cubicBezTo>
                    <a:pt x="11143" y="3196"/>
                    <a:pt x="11128" y="3211"/>
                    <a:pt x="11128" y="3241"/>
                  </a:cubicBezTo>
                  <a:cubicBezTo>
                    <a:pt x="11083" y="3241"/>
                    <a:pt x="11053" y="3271"/>
                    <a:pt x="11023" y="3271"/>
                  </a:cubicBezTo>
                  <a:cubicBezTo>
                    <a:pt x="11023" y="3271"/>
                    <a:pt x="11023" y="3271"/>
                    <a:pt x="11038" y="3256"/>
                  </a:cubicBezTo>
                  <a:cubicBezTo>
                    <a:pt x="11053" y="3211"/>
                    <a:pt x="11023" y="3181"/>
                    <a:pt x="10993" y="3151"/>
                  </a:cubicBezTo>
                  <a:cubicBezTo>
                    <a:pt x="10978" y="3151"/>
                    <a:pt x="10978" y="3137"/>
                    <a:pt x="10963" y="3137"/>
                  </a:cubicBezTo>
                  <a:lnTo>
                    <a:pt x="11023" y="3077"/>
                  </a:lnTo>
                  <a:close/>
                  <a:moveTo>
                    <a:pt x="11591" y="3316"/>
                  </a:moveTo>
                  <a:cubicBezTo>
                    <a:pt x="11576" y="3331"/>
                    <a:pt x="11561" y="3331"/>
                    <a:pt x="11531" y="3331"/>
                  </a:cubicBezTo>
                  <a:cubicBezTo>
                    <a:pt x="11576" y="3346"/>
                    <a:pt x="11606" y="3361"/>
                    <a:pt x="11650" y="3376"/>
                  </a:cubicBezTo>
                  <a:cubicBezTo>
                    <a:pt x="11650" y="3361"/>
                    <a:pt x="11650" y="3346"/>
                    <a:pt x="11665" y="3346"/>
                  </a:cubicBezTo>
                  <a:cubicBezTo>
                    <a:pt x="11635" y="3331"/>
                    <a:pt x="11621" y="3331"/>
                    <a:pt x="11591" y="3316"/>
                  </a:cubicBezTo>
                  <a:close/>
                  <a:moveTo>
                    <a:pt x="11172" y="3420"/>
                  </a:moveTo>
                  <a:cubicBezTo>
                    <a:pt x="11187" y="3420"/>
                    <a:pt x="11187" y="3435"/>
                    <a:pt x="11202" y="3435"/>
                  </a:cubicBezTo>
                  <a:cubicBezTo>
                    <a:pt x="11187" y="3435"/>
                    <a:pt x="11187" y="3435"/>
                    <a:pt x="11172" y="3450"/>
                  </a:cubicBezTo>
                  <a:cubicBezTo>
                    <a:pt x="11172" y="3435"/>
                    <a:pt x="11172" y="3420"/>
                    <a:pt x="11172" y="3420"/>
                  </a:cubicBezTo>
                  <a:close/>
                  <a:moveTo>
                    <a:pt x="269" y="3570"/>
                  </a:moveTo>
                  <a:cubicBezTo>
                    <a:pt x="269" y="3585"/>
                    <a:pt x="269" y="3585"/>
                    <a:pt x="254" y="3600"/>
                  </a:cubicBezTo>
                  <a:cubicBezTo>
                    <a:pt x="254" y="3585"/>
                    <a:pt x="239" y="3585"/>
                    <a:pt x="239" y="3570"/>
                  </a:cubicBezTo>
                  <a:close/>
                  <a:moveTo>
                    <a:pt x="11411" y="3600"/>
                  </a:moveTo>
                  <a:cubicBezTo>
                    <a:pt x="11411" y="3615"/>
                    <a:pt x="11397" y="3629"/>
                    <a:pt x="11397" y="3644"/>
                  </a:cubicBezTo>
                  <a:lnTo>
                    <a:pt x="11456" y="3644"/>
                  </a:lnTo>
                  <a:cubicBezTo>
                    <a:pt x="11441" y="3629"/>
                    <a:pt x="11426" y="3615"/>
                    <a:pt x="11411" y="3600"/>
                  </a:cubicBezTo>
                  <a:close/>
                  <a:moveTo>
                    <a:pt x="11128" y="3510"/>
                  </a:moveTo>
                  <a:cubicBezTo>
                    <a:pt x="11128" y="3510"/>
                    <a:pt x="11128" y="3510"/>
                    <a:pt x="11128" y="3525"/>
                  </a:cubicBezTo>
                  <a:cubicBezTo>
                    <a:pt x="11098" y="3540"/>
                    <a:pt x="11083" y="3555"/>
                    <a:pt x="11098" y="3585"/>
                  </a:cubicBezTo>
                  <a:cubicBezTo>
                    <a:pt x="11098" y="3600"/>
                    <a:pt x="11098" y="3600"/>
                    <a:pt x="11113" y="3600"/>
                  </a:cubicBezTo>
                  <a:cubicBezTo>
                    <a:pt x="11098" y="3615"/>
                    <a:pt x="11083" y="3629"/>
                    <a:pt x="11083" y="3659"/>
                  </a:cubicBezTo>
                  <a:lnTo>
                    <a:pt x="11008" y="3659"/>
                  </a:lnTo>
                  <a:lnTo>
                    <a:pt x="11008" y="3644"/>
                  </a:lnTo>
                  <a:cubicBezTo>
                    <a:pt x="11023" y="3629"/>
                    <a:pt x="11023" y="3615"/>
                    <a:pt x="11008" y="3600"/>
                  </a:cubicBezTo>
                  <a:cubicBezTo>
                    <a:pt x="11053" y="3570"/>
                    <a:pt x="11083" y="3540"/>
                    <a:pt x="11128" y="3510"/>
                  </a:cubicBezTo>
                  <a:close/>
                  <a:moveTo>
                    <a:pt x="10904" y="3271"/>
                  </a:moveTo>
                  <a:lnTo>
                    <a:pt x="10904" y="3331"/>
                  </a:lnTo>
                  <a:cubicBezTo>
                    <a:pt x="10904" y="3326"/>
                    <a:pt x="10902" y="3324"/>
                    <a:pt x="10900" y="3324"/>
                  </a:cubicBezTo>
                  <a:cubicBezTo>
                    <a:pt x="10895" y="3324"/>
                    <a:pt x="10889" y="3331"/>
                    <a:pt x="10889" y="3331"/>
                  </a:cubicBezTo>
                  <a:cubicBezTo>
                    <a:pt x="10844" y="3361"/>
                    <a:pt x="10799" y="3405"/>
                    <a:pt x="10859" y="3465"/>
                  </a:cubicBezTo>
                  <a:lnTo>
                    <a:pt x="10933" y="3465"/>
                  </a:lnTo>
                  <a:cubicBezTo>
                    <a:pt x="10904" y="3480"/>
                    <a:pt x="10859" y="3495"/>
                    <a:pt x="10844" y="3525"/>
                  </a:cubicBezTo>
                  <a:cubicBezTo>
                    <a:pt x="10829" y="3555"/>
                    <a:pt x="10844" y="3570"/>
                    <a:pt x="10859" y="3585"/>
                  </a:cubicBezTo>
                  <a:cubicBezTo>
                    <a:pt x="10844" y="3585"/>
                    <a:pt x="10829" y="3600"/>
                    <a:pt x="10799" y="3615"/>
                  </a:cubicBezTo>
                  <a:cubicBezTo>
                    <a:pt x="10784" y="3629"/>
                    <a:pt x="10769" y="3629"/>
                    <a:pt x="10754" y="3659"/>
                  </a:cubicBezTo>
                  <a:lnTo>
                    <a:pt x="10709" y="3659"/>
                  </a:lnTo>
                  <a:cubicBezTo>
                    <a:pt x="10695" y="3659"/>
                    <a:pt x="10695" y="3674"/>
                    <a:pt x="10695" y="3674"/>
                  </a:cubicBezTo>
                  <a:cubicBezTo>
                    <a:pt x="10680" y="3674"/>
                    <a:pt x="10680" y="3659"/>
                    <a:pt x="10680" y="3644"/>
                  </a:cubicBezTo>
                  <a:cubicBezTo>
                    <a:pt x="10695" y="3615"/>
                    <a:pt x="10709" y="3570"/>
                    <a:pt x="10724" y="3540"/>
                  </a:cubicBezTo>
                  <a:cubicBezTo>
                    <a:pt x="10739" y="3525"/>
                    <a:pt x="10739" y="3525"/>
                    <a:pt x="10739" y="3510"/>
                  </a:cubicBezTo>
                  <a:cubicBezTo>
                    <a:pt x="10799" y="3420"/>
                    <a:pt x="10844" y="3346"/>
                    <a:pt x="10904" y="3271"/>
                  </a:cubicBezTo>
                  <a:close/>
                  <a:moveTo>
                    <a:pt x="11068" y="3689"/>
                  </a:moveTo>
                  <a:cubicBezTo>
                    <a:pt x="11068" y="3689"/>
                    <a:pt x="11068" y="3704"/>
                    <a:pt x="11053" y="3704"/>
                  </a:cubicBezTo>
                  <a:lnTo>
                    <a:pt x="11068" y="3689"/>
                  </a:lnTo>
                  <a:close/>
                  <a:moveTo>
                    <a:pt x="11292" y="3734"/>
                  </a:moveTo>
                  <a:lnTo>
                    <a:pt x="11307" y="3779"/>
                  </a:lnTo>
                  <a:cubicBezTo>
                    <a:pt x="11322" y="3764"/>
                    <a:pt x="11337" y="3749"/>
                    <a:pt x="11352" y="3734"/>
                  </a:cubicBezTo>
                  <a:close/>
                  <a:moveTo>
                    <a:pt x="210" y="3883"/>
                  </a:moveTo>
                  <a:cubicBezTo>
                    <a:pt x="223" y="3883"/>
                    <a:pt x="235" y="3895"/>
                    <a:pt x="248" y="3898"/>
                  </a:cubicBezTo>
                  <a:lnTo>
                    <a:pt x="248" y="3898"/>
                  </a:lnTo>
                  <a:cubicBezTo>
                    <a:pt x="235" y="3896"/>
                    <a:pt x="219" y="3893"/>
                    <a:pt x="210" y="3883"/>
                  </a:cubicBezTo>
                  <a:close/>
                  <a:moveTo>
                    <a:pt x="10749" y="3922"/>
                  </a:moveTo>
                  <a:cubicBezTo>
                    <a:pt x="10756" y="3922"/>
                    <a:pt x="10759" y="3933"/>
                    <a:pt x="10769" y="3943"/>
                  </a:cubicBezTo>
                  <a:cubicBezTo>
                    <a:pt x="10754" y="3943"/>
                    <a:pt x="10739" y="3943"/>
                    <a:pt x="10739" y="3928"/>
                  </a:cubicBezTo>
                  <a:cubicBezTo>
                    <a:pt x="10744" y="3924"/>
                    <a:pt x="10747" y="3922"/>
                    <a:pt x="10749" y="3922"/>
                  </a:cubicBezTo>
                  <a:close/>
                  <a:moveTo>
                    <a:pt x="10948" y="3794"/>
                  </a:moveTo>
                  <a:lnTo>
                    <a:pt x="10993" y="3824"/>
                  </a:lnTo>
                  <a:cubicBezTo>
                    <a:pt x="11008" y="3824"/>
                    <a:pt x="11038" y="3824"/>
                    <a:pt x="11053" y="3809"/>
                  </a:cubicBezTo>
                  <a:cubicBezTo>
                    <a:pt x="11053" y="3845"/>
                    <a:pt x="11058" y="3865"/>
                    <a:pt x="11076" y="3865"/>
                  </a:cubicBezTo>
                  <a:cubicBezTo>
                    <a:pt x="11087" y="3865"/>
                    <a:pt x="11104" y="3856"/>
                    <a:pt x="11128" y="3839"/>
                  </a:cubicBezTo>
                  <a:cubicBezTo>
                    <a:pt x="11143" y="3883"/>
                    <a:pt x="11143" y="3928"/>
                    <a:pt x="11158" y="3958"/>
                  </a:cubicBezTo>
                  <a:cubicBezTo>
                    <a:pt x="11158" y="3973"/>
                    <a:pt x="11172" y="3973"/>
                    <a:pt x="11172" y="3973"/>
                  </a:cubicBezTo>
                  <a:cubicBezTo>
                    <a:pt x="11169" y="3989"/>
                    <a:pt x="11162" y="3994"/>
                    <a:pt x="11153" y="3994"/>
                  </a:cubicBezTo>
                  <a:cubicBezTo>
                    <a:pt x="11134" y="3994"/>
                    <a:pt x="11108" y="3967"/>
                    <a:pt x="11092" y="3967"/>
                  </a:cubicBezTo>
                  <a:cubicBezTo>
                    <a:pt x="11088" y="3967"/>
                    <a:pt x="11085" y="3968"/>
                    <a:pt x="11083" y="3973"/>
                  </a:cubicBezTo>
                  <a:lnTo>
                    <a:pt x="11083" y="3928"/>
                  </a:lnTo>
                  <a:cubicBezTo>
                    <a:pt x="11072" y="3918"/>
                    <a:pt x="11062" y="3907"/>
                    <a:pt x="11046" y="3907"/>
                  </a:cubicBezTo>
                  <a:cubicBezTo>
                    <a:pt x="11039" y="3907"/>
                    <a:pt x="11032" y="3909"/>
                    <a:pt x="11023" y="3913"/>
                  </a:cubicBezTo>
                  <a:lnTo>
                    <a:pt x="10963" y="3958"/>
                  </a:lnTo>
                  <a:lnTo>
                    <a:pt x="10948" y="3958"/>
                  </a:lnTo>
                  <a:lnTo>
                    <a:pt x="10948" y="3943"/>
                  </a:lnTo>
                  <a:cubicBezTo>
                    <a:pt x="10948" y="3928"/>
                    <a:pt x="10948" y="3898"/>
                    <a:pt x="10919" y="3883"/>
                  </a:cubicBezTo>
                  <a:cubicBezTo>
                    <a:pt x="10919" y="3883"/>
                    <a:pt x="10907" y="3887"/>
                    <a:pt x="10900" y="3887"/>
                  </a:cubicBezTo>
                  <a:cubicBezTo>
                    <a:pt x="10892" y="3887"/>
                    <a:pt x="10889" y="3883"/>
                    <a:pt x="10904" y="3868"/>
                  </a:cubicBezTo>
                  <a:cubicBezTo>
                    <a:pt x="10919" y="3839"/>
                    <a:pt x="10933" y="3824"/>
                    <a:pt x="10948" y="3794"/>
                  </a:cubicBezTo>
                  <a:close/>
                  <a:moveTo>
                    <a:pt x="10709" y="4063"/>
                  </a:moveTo>
                  <a:cubicBezTo>
                    <a:pt x="10709" y="4078"/>
                    <a:pt x="10709" y="4078"/>
                    <a:pt x="10695" y="4078"/>
                  </a:cubicBezTo>
                  <a:cubicBezTo>
                    <a:pt x="10695" y="4078"/>
                    <a:pt x="10709" y="4063"/>
                    <a:pt x="10709" y="4063"/>
                  </a:cubicBezTo>
                  <a:close/>
                  <a:moveTo>
                    <a:pt x="11053" y="4018"/>
                  </a:moveTo>
                  <a:cubicBezTo>
                    <a:pt x="11038" y="4078"/>
                    <a:pt x="11008" y="4092"/>
                    <a:pt x="10978" y="4092"/>
                  </a:cubicBezTo>
                  <a:cubicBezTo>
                    <a:pt x="10993" y="4078"/>
                    <a:pt x="11008" y="4048"/>
                    <a:pt x="11008" y="4018"/>
                  </a:cubicBezTo>
                  <a:close/>
                  <a:moveTo>
                    <a:pt x="11322" y="4197"/>
                  </a:moveTo>
                  <a:cubicBezTo>
                    <a:pt x="11322" y="4212"/>
                    <a:pt x="11322" y="4227"/>
                    <a:pt x="11322" y="4227"/>
                  </a:cubicBezTo>
                  <a:cubicBezTo>
                    <a:pt x="11316" y="4233"/>
                    <a:pt x="11307" y="4237"/>
                    <a:pt x="11300" y="4237"/>
                  </a:cubicBezTo>
                  <a:cubicBezTo>
                    <a:pt x="11290" y="4237"/>
                    <a:pt x="11283" y="4229"/>
                    <a:pt x="11292" y="4212"/>
                  </a:cubicBezTo>
                  <a:lnTo>
                    <a:pt x="11292" y="4197"/>
                  </a:lnTo>
                  <a:close/>
                  <a:moveTo>
                    <a:pt x="10889" y="4242"/>
                  </a:moveTo>
                  <a:lnTo>
                    <a:pt x="10919" y="4272"/>
                  </a:lnTo>
                  <a:cubicBezTo>
                    <a:pt x="10904" y="4272"/>
                    <a:pt x="10889" y="4257"/>
                    <a:pt x="10859" y="4257"/>
                  </a:cubicBezTo>
                  <a:cubicBezTo>
                    <a:pt x="10874" y="4257"/>
                    <a:pt x="10874" y="4257"/>
                    <a:pt x="10889" y="4242"/>
                  </a:cubicBezTo>
                  <a:close/>
                  <a:moveTo>
                    <a:pt x="10590" y="4242"/>
                  </a:moveTo>
                  <a:cubicBezTo>
                    <a:pt x="10620" y="4257"/>
                    <a:pt x="10665" y="4272"/>
                    <a:pt x="10709" y="4272"/>
                  </a:cubicBezTo>
                  <a:cubicBezTo>
                    <a:pt x="10695" y="4287"/>
                    <a:pt x="10695" y="4316"/>
                    <a:pt x="10695" y="4346"/>
                  </a:cubicBezTo>
                  <a:cubicBezTo>
                    <a:pt x="10665" y="4331"/>
                    <a:pt x="10635" y="4302"/>
                    <a:pt x="10590" y="4302"/>
                  </a:cubicBezTo>
                  <a:cubicBezTo>
                    <a:pt x="10590" y="4272"/>
                    <a:pt x="10590" y="4257"/>
                    <a:pt x="10590" y="4242"/>
                  </a:cubicBezTo>
                  <a:close/>
                  <a:moveTo>
                    <a:pt x="11232" y="4451"/>
                  </a:moveTo>
                  <a:lnTo>
                    <a:pt x="11232" y="4466"/>
                  </a:lnTo>
                  <a:cubicBezTo>
                    <a:pt x="11232" y="4451"/>
                    <a:pt x="11232" y="4451"/>
                    <a:pt x="11217" y="4451"/>
                  </a:cubicBezTo>
                  <a:close/>
                  <a:moveTo>
                    <a:pt x="11352" y="4541"/>
                  </a:moveTo>
                  <a:cubicBezTo>
                    <a:pt x="11367" y="4555"/>
                    <a:pt x="11382" y="4570"/>
                    <a:pt x="11397" y="4585"/>
                  </a:cubicBezTo>
                  <a:cubicBezTo>
                    <a:pt x="11387" y="4580"/>
                    <a:pt x="11378" y="4579"/>
                    <a:pt x="11371" y="4579"/>
                  </a:cubicBezTo>
                  <a:cubicBezTo>
                    <a:pt x="11355" y="4579"/>
                    <a:pt x="11342" y="4585"/>
                    <a:pt x="11322" y="4585"/>
                  </a:cubicBezTo>
                  <a:cubicBezTo>
                    <a:pt x="11322" y="4585"/>
                    <a:pt x="11322" y="4570"/>
                    <a:pt x="11322" y="4570"/>
                  </a:cubicBezTo>
                  <a:cubicBezTo>
                    <a:pt x="11337" y="4570"/>
                    <a:pt x="11337" y="4555"/>
                    <a:pt x="11337" y="4541"/>
                  </a:cubicBezTo>
                  <a:close/>
                  <a:moveTo>
                    <a:pt x="11068" y="4555"/>
                  </a:moveTo>
                  <a:lnTo>
                    <a:pt x="11068" y="4555"/>
                  </a:lnTo>
                  <a:cubicBezTo>
                    <a:pt x="11143" y="4630"/>
                    <a:pt x="11053" y="4645"/>
                    <a:pt x="10993" y="4690"/>
                  </a:cubicBezTo>
                  <a:cubicBezTo>
                    <a:pt x="10978" y="4690"/>
                    <a:pt x="10978" y="4690"/>
                    <a:pt x="10963" y="4675"/>
                  </a:cubicBezTo>
                  <a:lnTo>
                    <a:pt x="10978" y="4675"/>
                  </a:lnTo>
                  <a:cubicBezTo>
                    <a:pt x="10978" y="4660"/>
                    <a:pt x="10978" y="4645"/>
                    <a:pt x="10978" y="4630"/>
                  </a:cubicBezTo>
                  <a:cubicBezTo>
                    <a:pt x="11023" y="4630"/>
                    <a:pt x="11038" y="4570"/>
                    <a:pt x="11068" y="4555"/>
                  </a:cubicBezTo>
                  <a:close/>
                  <a:moveTo>
                    <a:pt x="11172" y="4750"/>
                  </a:moveTo>
                  <a:cubicBezTo>
                    <a:pt x="11172" y="4750"/>
                    <a:pt x="11172" y="4765"/>
                    <a:pt x="11187" y="4765"/>
                  </a:cubicBezTo>
                  <a:lnTo>
                    <a:pt x="11158" y="4765"/>
                  </a:lnTo>
                  <a:cubicBezTo>
                    <a:pt x="11158" y="4765"/>
                    <a:pt x="11158" y="4750"/>
                    <a:pt x="11172" y="4750"/>
                  </a:cubicBezTo>
                  <a:close/>
                  <a:moveTo>
                    <a:pt x="11023" y="4735"/>
                  </a:moveTo>
                  <a:cubicBezTo>
                    <a:pt x="11023" y="4750"/>
                    <a:pt x="11023" y="4780"/>
                    <a:pt x="11023" y="4794"/>
                  </a:cubicBezTo>
                  <a:cubicBezTo>
                    <a:pt x="11008" y="4780"/>
                    <a:pt x="10993" y="4780"/>
                    <a:pt x="10978" y="4780"/>
                  </a:cubicBezTo>
                  <a:cubicBezTo>
                    <a:pt x="10993" y="4765"/>
                    <a:pt x="10993" y="4765"/>
                    <a:pt x="10993" y="4765"/>
                  </a:cubicBezTo>
                  <a:cubicBezTo>
                    <a:pt x="11008" y="4750"/>
                    <a:pt x="11008" y="4750"/>
                    <a:pt x="11023" y="4735"/>
                  </a:cubicBezTo>
                  <a:close/>
                  <a:moveTo>
                    <a:pt x="11128" y="4824"/>
                  </a:moveTo>
                  <a:cubicBezTo>
                    <a:pt x="11143" y="4839"/>
                    <a:pt x="11158" y="4839"/>
                    <a:pt x="11172" y="4854"/>
                  </a:cubicBezTo>
                  <a:cubicBezTo>
                    <a:pt x="11143" y="4839"/>
                    <a:pt x="11128" y="4839"/>
                    <a:pt x="11098" y="4839"/>
                  </a:cubicBezTo>
                  <a:cubicBezTo>
                    <a:pt x="11113" y="4839"/>
                    <a:pt x="11128" y="4824"/>
                    <a:pt x="11128" y="4824"/>
                  </a:cubicBezTo>
                  <a:close/>
                  <a:moveTo>
                    <a:pt x="9201" y="4466"/>
                  </a:moveTo>
                  <a:cubicBezTo>
                    <a:pt x="9218" y="4483"/>
                    <a:pt x="9241" y="4491"/>
                    <a:pt x="9269" y="4491"/>
                  </a:cubicBezTo>
                  <a:cubicBezTo>
                    <a:pt x="9288" y="4491"/>
                    <a:pt x="9311" y="4487"/>
                    <a:pt x="9335" y="4481"/>
                  </a:cubicBezTo>
                  <a:lnTo>
                    <a:pt x="9335" y="4481"/>
                  </a:lnTo>
                  <a:cubicBezTo>
                    <a:pt x="9305" y="4526"/>
                    <a:pt x="9335" y="4570"/>
                    <a:pt x="9350" y="4615"/>
                  </a:cubicBezTo>
                  <a:cubicBezTo>
                    <a:pt x="9395" y="4720"/>
                    <a:pt x="9470" y="4809"/>
                    <a:pt x="9470" y="4929"/>
                  </a:cubicBezTo>
                  <a:lnTo>
                    <a:pt x="9440" y="4914"/>
                  </a:lnTo>
                  <a:cubicBezTo>
                    <a:pt x="9440" y="4914"/>
                    <a:pt x="9440" y="4899"/>
                    <a:pt x="9455" y="4899"/>
                  </a:cubicBezTo>
                  <a:cubicBezTo>
                    <a:pt x="9425" y="4735"/>
                    <a:pt x="9320" y="4600"/>
                    <a:pt x="9201" y="4496"/>
                  </a:cubicBezTo>
                  <a:lnTo>
                    <a:pt x="9186" y="4496"/>
                  </a:lnTo>
                  <a:lnTo>
                    <a:pt x="9201" y="4466"/>
                  </a:lnTo>
                  <a:close/>
                  <a:moveTo>
                    <a:pt x="11322" y="4824"/>
                  </a:moveTo>
                  <a:cubicBezTo>
                    <a:pt x="11277" y="4839"/>
                    <a:pt x="11307" y="4899"/>
                    <a:pt x="11277" y="4899"/>
                  </a:cubicBezTo>
                  <a:cubicBezTo>
                    <a:pt x="11262" y="4929"/>
                    <a:pt x="11247" y="4944"/>
                    <a:pt x="11247" y="4974"/>
                  </a:cubicBezTo>
                  <a:cubicBezTo>
                    <a:pt x="11232" y="4959"/>
                    <a:pt x="11232" y="4944"/>
                    <a:pt x="11232" y="4929"/>
                  </a:cubicBezTo>
                  <a:lnTo>
                    <a:pt x="11247" y="4929"/>
                  </a:lnTo>
                  <a:cubicBezTo>
                    <a:pt x="11277" y="4899"/>
                    <a:pt x="11277" y="4854"/>
                    <a:pt x="11307" y="4824"/>
                  </a:cubicBezTo>
                  <a:close/>
                  <a:moveTo>
                    <a:pt x="11158" y="5063"/>
                  </a:moveTo>
                  <a:lnTo>
                    <a:pt x="11158" y="5063"/>
                  </a:lnTo>
                  <a:cubicBezTo>
                    <a:pt x="11172" y="5078"/>
                    <a:pt x="11172" y="5078"/>
                    <a:pt x="11187" y="5093"/>
                  </a:cubicBezTo>
                  <a:cubicBezTo>
                    <a:pt x="11172" y="5093"/>
                    <a:pt x="11158" y="5078"/>
                    <a:pt x="11158" y="5063"/>
                  </a:cubicBezTo>
                  <a:close/>
                  <a:moveTo>
                    <a:pt x="9261" y="5108"/>
                  </a:moveTo>
                  <a:cubicBezTo>
                    <a:pt x="9268" y="5108"/>
                    <a:pt x="9276" y="5112"/>
                    <a:pt x="9283" y="5116"/>
                  </a:cubicBezTo>
                  <a:lnTo>
                    <a:pt x="9283" y="5116"/>
                  </a:lnTo>
                  <a:lnTo>
                    <a:pt x="9261" y="5108"/>
                  </a:lnTo>
                  <a:close/>
                  <a:moveTo>
                    <a:pt x="478" y="5138"/>
                  </a:moveTo>
                  <a:lnTo>
                    <a:pt x="478" y="5138"/>
                  </a:lnTo>
                  <a:cubicBezTo>
                    <a:pt x="493" y="5153"/>
                    <a:pt x="508" y="5168"/>
                    <a:pt x="493" y="5198"/>
                  </a:cubicBezTo>
                  <a:cubicBezTo>
                    <a:pt x="493" y="5183"/>
                    <a:pt x="478" y="5153"/>
                    <a:pt x="478" y="5138"/>
                  </a:cubicBezTo>
                  <a:close/>
                  <a:moveTo>
                    <a:pt x="11098" y="5213"/>
                  </a:moveTo>
                  <a:cubicBezTo>
                    <a:pt x="11128" y="5228"/>
                    <a:pt x="11128" y="5257"/>
                    <a:pt x="11113" y="5287"/>
                  </a:cubicBezTo>
                  <a:cubicBezTo>
                    <a:pt x="11113" y="5257"/>
                    <a:pt x="11113" y="5228"/>
                    <a:pt x="11098" y="5213"/>
                  </a:cubicBezTo>
                  <a:close/>
                  <a:moveTo>
                    <a:pt x="9425" y="5168"/>
                  </a:moveTo>
                  <a:lnTo>
                    <a:pt x="9455" y="5243"/>
                  </a:lnTo>
                  <a:cubicBezTo>
                    <a:pt x="9440" y="5257"/>
                    <a:pt x="9440" y="5257"/>
                    <a:pt x="9425" y="5257"/>
                  </a:cubicBezTo>
                  <a:cubicBezTo>
                    <a:pt x="9418" y="5273"/>
                    <a:pt x="9411" y="5287"/>
                    <a:pt x="9402" y="5301"/>
                  </a:cubicBezTo>
                  <a:lnTo>
                    <a:pt x="9402" y="5301"/>
                  </a:lnTo>
                  <a:cubicBezTo>
                    <a:pt x="9417" y="5270"/>
                    <a:pt x="9402" y="5217"/>
                    <a:pt x="9410" y="5183"/>
                  </a:cubicBezTo>
                  <a:cubicBezTo>
                    <a:pt x="9410" y="5168"/>
                    <a:pt x="9410" y="5168"/>
                    <a:pt x="9425" y="5168"/>
                  </a:cubicBezTo>
                  <a:close/>
                  <a:moveTo>
                    <a:pt x="11337" y="5332"/>
                  </a:moveTo>
                  <a:cubicBezTo>
                    <a:pt x="11322" y="5347"/>
                    <a:pt x="11322" y="5347"/>
                    <a:pt x="11322" y="5347"/>
                  </a:cubicBezTo>
                  <a:lnTo>
                    <a:pt x="11307" y="5347"/>
                  </a:lnTo>
                  <a:cubicBezTo>
                    <a:pt x="11307" y="5352"/>
                    <a:pt x="11305" y="5354"/>
                    <a:pt x="11302" y="5354"/>
                  </a:cubicBezTo>
                  <a:cubicBezTo>
                    <a:pt x="11297" y="5354"/>
                    <a:pt x="11287" y="5347"/>
                    <a:pt x="11277" y="5347"/>
                  </a:cubicBezTo>
                  <a:cubicBezTo>
                    <a:pt x="11292" y="5347"/>
                    <a:pt x="11307" y="5347"/>
                    <a:pt x="11322" y="5332"/>
                  </a:cubicBezTo>
                  <a:close/>
                  <a:moveTo>
                    <a:pt x="11023" y="5467"/>
                  </a:moveTo>
                  <a:cubicBezTo>
                    <a:pt x="11038" y="5496"/>
                    <a:pt x="11068" y="5526"/>
                    <a:pt x="11083" y="5541"/>
                  </a:cubicBezTo>
                  <a:cubicBezTo>
                    <a:pt x="11043" y="5541"/>
                    <a:pt x="11010" y="5548"/>
                    <a:pt x="10979" y="5565"/>
                  </a:cubicBezTo>
                  <a:lnTo>
                    <a:pt x="10979" y="5565"/>
                  </a:lnTo>
                  <a:cubicBezTo>
                    <a:pt x="11000" y="5539"/>
                    <a:pt x="11014" y="5503"/>
                    <a:pt x="11023" y="5467"/>
                  </a:cubicBezTo>
                  <a:close/>
                  <a:moveTo>
                    <a:pt x="11262" y="5496"/>
                  </a:moveTo>
                  <a:cubicBezTo>
                    <a:pt x="11277" y="5511"/>
                    <a:pt x="11262" y="5541"/>
                    <a:pt x="11232" y="5556"/>
                  </a:cubicBezTo>
                  <a:cubicBezTo>
                    <a:pt x="11232" y="5556"/>
                    <a:pt x="11232" y="5556"/>
                    <a:pt x="11232" y="5571"/>
                  </a:cubicBezTo>
                  <a:lnTo>
                    <a:pt x="11202" y="5556"/>
                  </a:lnTo>
                  <a:cubicBezTo>
                    <a:pt x="11217" y="5541"/>
                    <a:pt x="11247" y="5526"/>
                    <a:pt x="11262" y="5496"/>
                  </a:cubicBezTo>
                  <a:close/>
                  <a:moveTo>
                    <a:pt x="5681" y="5411"/>
                  </a:moveTo>
                  <a:cubicBezTo>
                    <a:pt x="5645" y="5411"/>
                    <a:pt x="5607" y="5419"/>
                    <a:pt x="5572" y="5437"/>
                  </a:cubicBezTo>
                  <a:cubicBezTo>
                    <a:pt x="5542" y="5467"/>
                    <a:pt x="5527" y="5541"/>
                    <a:pt x="5512" y="5586"/>
                  </a:cubicBezTo>
                  <a:cubicBezTo>
                    <a:pt x="5631" y="5541"/>
                    <a:pt x="5736" y="5496"/>
                    <a:pt x="5825" y="5467"/>
                  </a:cubicBezTo>
                  <a:cubicBezTo>
                    <a:pt x="5789" y="5430"/>
                    <a:pt x="5737" y="5411"/>
                    <a:pt x="5681" y="5411"/>
                  </a:cubicBezTo>
                  <a:close/>
                  <a:moveTo>
                    <a:pt x="658" y="5601"/>
                  </a:moveTo>
                  <a:lnTo>
                    <a:pt x="658" y="5601"/>
                  </a:lnTo>
                  <a:cubicBezTo>
                    <a:pt x="643" y="5616"/>
                    <a:pt x="628" y="5616"/>
                    <a:pt x="598" y="5616"/>
                  </a:cubicBezTo>
                  <a:lnTo>
                    <a:pt x="658" y="5601"/>
                  </a:lnTo>
                  <a:close/>
                  <a:moveTo>
                    <a:pt x="8230" y="4794"/>
                  </a:moveTo>
                  <a:cubicBezTo>
                    <a:pt x="8230" y="4794"/>
                    <a:pt x="8245" y="4809"/>
                    <a:pt x="8260" y="4824"/>
                  </a:cubicBezTo>
                  <a:cubicBezTo>
                    <a:pt x="8260" y="4884"/>
                    <a:pt x="8260" y="4944"/>
                    <a:pt x="8260" y="4989"/>
                  </a:cubicBezTo>
                  <a:lnTo>
                    <a:pt x="8275" y="5018"/>
                  </a:lnTo>
                  <a:cubicBezTo>
                    <a:pt x="8275" y="5063"/>
                    <a:pt x="8290" y="5093"/>
                    <a:pt x="8320" y="5108"/>
                  </a:cubicBezTo>
                  <a:cubicBezTo>
                    <a:pt x="8379" y="5198"/>
                    <a:pt x="8484" y="5272"/>
                    <a:pt x="8499" y="5362"/>
                  </a:cubicBezTo>
                  <a:cubicBezTo>
                    <a:pt x="8529" y="5452"/>
                    <a:pt x="8559" y="5452"/>
                    <a:pt x="8633" y="5452"/>
                  </a:cubicBezTo>
                  <a:cubicBezTo>
                    <a:pt x="8659" y="5520"/>
                    <a:pt x="8699" y="5544"/>
                    <a:pt x="8746" y="5544"/>
                  </a:cubicBezTo>
                  <a:cubicBezTo>
                    <a:pt x="8781" y="5544"/>
                    <a:pt x="8819" y="5531"/>
                    <a:pt x="8857" y="5511"/>
                  </a:cubicBezTo>
                  <a:lnTo>
                    <a:pt x="9231" y="5407"/>
                  </a:lnTo>
                  <a:cubicBezTo>
                    <a:pt x="9250" y="5411"/>
                    <a:pt x="9264" y="5413"/>
                    <a:pt x="9275" y="5413"/>
                  </a:cubicBezTo>
                  <a:cubicBezTo>
                    <a:pt x="9342" y="5413"/>
                    <a:pt x="9278" y="5343"/>
                    <a:pt x="9291" y="5317"/>
                  </a:cubicBezTo>
                  <a:lnTo>
                    <a:pt x="9291" y="5317"/>
                  </a:lnTo>
                  <a:cubicBezTo>
                    <a:pt x="9316" y="5324"/>
                    <a:pt x="9335" y="5327"/>
                    <a:pt x="9351" y="5327"/>
                  </a:cubicBezTo>
                  <a:cubicBezTo>
                    <a:pt x="9374" y="5327"/>
                    <a:pt x="9388" y="5321"/>
                    <a:pt x="9397" y="5310"/>
                  </a:cubicBezTo>
                  <a:lnTo>
                    <a:pt x="9397" y="5310"/>
                  </a:lnTo>
                  <a:cubicBezTo>
                    <a:pt x="9331" y="5411"/>
                    <a:pt x="9225" y="5469"/>
                    <a:pt x="9096" y="5481"/>
                  </a:cubicBezTo>
                  <a:cubicBezTo>
                    <a:pt x="9022" y="5496"/>
                    <a:pt x="8932" y="5526"/>
                    <a:pt x="8887" y="5616"/>
                  </a:cubicBezTo>
                  <a:lnTo>
                    <a:pt x="8887" y="5631"/>
                  </a:lnTo>
                  <a:lnTo>
                    <a:pt x="8813" y="5631"/>
                  </a:lnTo>
                  <a:cubicBezTo>
                    <a:pt x="8798" y="5616"/>
                    <a:pt x="8798" y="5616"/>
                    <a:pt x="8783" y="5601"/>
                  </a:cubicBezTo>
                  <a:cubicBezTo>
                    <a:pt x="8633" y="5571"/>
                    <a:pt x="8529" y="5481"/>
                    <a:pt x="8454" y="5347"/>
                  </a:cubicBezTo>
                  <a:cubicBezTo>
                    <a:pt x="8424" y="5272"/>
                    <a:pt x="8379" y="5213"/>
                    <a:pt x="8320" y="5153"/>
                  </a:cubicBezTo>
                  <a:cubicBezTo>
                    <a:pt x="8200" y="5048"/>
                    <a:pt x="8170" y="4929"/>
                    <a:pt x="8230" y="4794"/>
                  </a:cubicBezTo>
                  <a:close/>
                  <a:moveTo>
                    <a:pt x="5407" y="6646"/>
                  </a:moveTo>
                  <a:cubicBezTo>
                    <a:pt x="5407" y="6646"/>
                    <a:pt x="5392" y="6661"/>
                    <a:pt x="5392" y="6676"/>
                  </a:cubicBezTo>
                  <a:cubicBezTo>
                    <a:pt x="5392" y="6691"/>
                    <a:pt x="5392" y="6691"/>
                    <a:pt x="5407" y="6706"/>
                  </a:cubicBezTo>
                  <a:cubicBezTo>
                    <a:pt x="5407" y="6691"/>
                    <a:pt x="5437" y="6691"/>
                    <a:pt x="5437" y="6676"/>
                  </a:cubicBezTo>
                  <a:cubicBezTo>
                    <a:pt x="5437" y="6676"/>
                    <a:pt x="5422" y="6661"/>
                    <a:pt x="5407" y="6646"/>
                  </a:cubicBezTo>
                  <a:close/>
                  <a:moveTo>
                    <a:pt x="5840" y="6736"/>
                  </a:moveTo>
                  <a:cubicBezTo>
                    <a:pt x="5825" y="6736"/>
                    <a:pt x="5825" y="6751"/>
                    <a:pt x="5811" y="6766"/>
                  </a:cubicBezTo>
                  <a:cubicBezTo>
                    <a:pt x="5811" y="6766"/>
                    <a:pt x="5825" y="6781"/>
                    <a:pt x="5840" y="6781"/>
                  </a:cubicBezTo>
                  <a:cubicBezTo>
                    <a:pt x="5840" y="6781"/>
                    <a:pt x="5855" y="6766"/>
                    <a:pt x="5870" y="6766"/>
                  </a:cubicBezTo>
                  <a:cubicBezTo>
                    <a:pt x="5855" y="6751"/>
                    <a:pt x="5840" y="6736"/>
                    <a:pt x="5840" y="6736"/>
                  </a:cubicBezTo>
                  <a:close/>
                  <a:moveTo>
                    <a:pt x="9201" y="6781"/>
                  </a:moveTo>
                  <a:lnTo>
                    <a:pt x="9201" y="6781"/>
                  </a:lnTo>
                  <a:cubicBezTo>
                    <a:pt x="9216" y="6796"/>
                    <a:pt x="9231" y="6796"/>
                    <a:pt x="9246" y="6796"/>
                  </a:cubicBezTo>
                  <a:cubicBezTo>
                    <a:pt x="9231" y="6796"/>
                    <a:pt x="9216" y="6811"/>
                    <a:pt x="9216" y="6826"/>
                  </a:cubicBezTo>
                  <a:cubicBezTo>
                    <a:pt x="9216" y="6811"/>
                    <a:pt x="9201" y="6796"/>
                    <a:pt x="9201" y="6781"/>
                  </a:cubicBezTo>
                  <a:close/>
                  <a:moveTo>
                    <a:pt x="11426" y="6721"/>
                  </a:moveTo>
                  <a:cubicBezTo>
                    <a:pt x="11397" y="6736"/>
                    <a:pt x="11382" y="6736"/>
                    <a:pt x="11367" y="6751"/>
                  </a:cubicBezTo>
                  <a:cubicBezTo>
                    <a:pt x="11367" y="6781"/>
                    <a:pt x="11382" y="6796"/>
                    <a:pt x="11397" y="6826"/>
                  </a:cubicBezTo>
                  <a:cubicBezTo>
                    <a:pt x="11426" y="6796"/>
                    <a:pt x="11456" y="6751"/>
                    <a:pt x="11471" y="6721"/>
                  </a:cubicBezTo>
                  <a:close/>
                  <a:moveTo>
                    <a:pt x="12604" y="6761"/>
                  </a:moveTo>
                  <a:cubicBezTo>
                    <a:pt x="12564" y="6761"/>
                    <a:pt x="12524" y="6773"/>
                    <a:pt x="12487" y="6811"/>
                  </a:cubicBezTo>
                  <a:cubicBezTo>
                    <a:pt x="12502" y="6826"/>
                    <a:pt x="12517" y="6856"/>
                    <a:pt x="12547" y="6871"/>
                  </a:cubicBezTo>
                  <a:cubicBezTo>
                    <a:pt x="12681" y="6871"/>
                    <a:pt x="12830" y="6885"/>
                    <a:pt x="12980" y="6885"/>
                  </a:cubicBezTo>
                  <a:cubicBezTo>
                    <a:pt x="12980" y="6817"/>
                    <a:pt x="12946" y="6803"/>
                    <a:pt x="12908" y="6803"/>
                  </a:cubicBezTo>
                  <a:cubicBezTo>
                    <a:pt x="12880" y="6803"/>
                    <a:pt x="12850" y="6811"/>
                    <a:pt x="12830" y="6811"/>
                  </a:cubicBezTo>
                  <a:cubicBezTo>
                    <a:pt x="12754" y="6801"/>
                    <a:pt x="12677" y="6761"/>
                    <a:pt x="12604" y="6761"/>
                  </a:cubicBezTo>
                  <a:close/>
                  <a:moveTo>
                    <a:pt x="4929" y="6960"/>
                  </a:moveTo>
                  <a:lnTo>
                    <a:pt x="4944" y="6990"/>
                  </a:lnTo>
                  <a:cubicBezTo>
                    <a:pt x="4944" y="7005"/>
                    <a:pt x="4944" y="7020"/>
                    <a:pt x="4944" y="7035"/>
                  </a:cubicBezTo>
                  <a:cubicBezTo>
                    <a:pt x="4944" y="7050"/>
                    <a:pt x="4944" y="7050"/>
                    <a:pt x="4929" y="7065"/>
                  </a:cubicBezTo>
                  <a:cubicBezTo>
                    <a:pt x="4919" y="7080"/>
                    <a:pt x="4911" y="7085"/>
                    <a:pt x="4903" y="7085"/>
                  </a:cubicBezTo>
                  <a:cubicBezTo>
                    <a:pt x="4888" y="7085"/>
                    <a:pt x="4875" y="7065"/>
                    <a:pt x="4855" y="7065"/>
                  </a:cubicBezTo>
                  <a:cubicBezTo>
                    <a:pt x="4884" y="7035"/>
                    <a:pt x="4914" y="6990"/>
                    <a:pt x="4929" y="6960"/>
                  </a:cubicBezTo>
                  <a:close/>
                  <a:moveTo>
                    <a:pt x="5870" y="6885"/>
                  </a:moveTo>
                  <a:cubicBezTo>
                    <a:pt x="5855" y="6975"/>
                    <a:pt x="5855" y="7050"/>
                    <a:pt x="5840" y="7124"/>
                  </a:cubicBezTo>
                  <a:cubicBezTo>
                    <a:pt x="5870" y="7154"/>
                    <a:pt x="5900" y="7184"/>
                    <a:pt x="5930" y="7214"/>
                  </a:cubicBezTo>
                  <a:lnTo>
                    <a:pt x="5945" y="7214"/>
                  </a:lnTo>
                  <a:cubicBezTo>
                    <a:pt x="6020" y="7244"/>
                    <a:pt x="6079" y="7259"/>
                    <a:pt x="6184" y="7289"/>
                  </a:cubicBezTo>
                  <a:cubicBezTo>
                    <a:pt x="6139" y="7214"/>
                    <a:pt x="6109" y="7169"/>
                    <a:pt x="6079" y="7124"/>
                  </a:cubicBezTo>
                  <a:cubicBezTo>
                    <a:pt x="6064" y="7095"/>
                    <a:pt x="6049" y="7065"/>
                    <a:pt x="6035" y="7035"/>
                  </a:cubicBezTo>
                  <a:cubicBezTo>
                    <a:pt x="6020" y="7020"/>
                    <a:pt x="5990" y="7035"/>
                    <a:pt x="6005" y="6990"/>
                  </a:cubicBezTo>
                  <a:cubicBezTo>
                    <a:pt x="5960" y="6960"/>
                    <a:pt x="5915" y="6930"/>
                    <a:pt x="5870" y="6885"/>
                  </a:cubicBezTo>
                  <a:close/>
                  <a:moveTo>
                    <a:pt x="4870" y="7274"/>
                  </a:moveTo>
                  <a:cubicBezTo>
                    <a:pt x="4884" y="7289"/>
                    <a:pt x="4899" y="7289"/>
                    <a:pt x="4914" y="7289"/>
                  </a:cubicBezTo>
                  <a:cubicBezTo>
                    <a:pt x="4899" y="7304"/>
                    <a:pt x="4870" y="7319"/>
                    <a:pt x="4840" y="7319"/>
                  </a:cubicBezTo>
                  <a:cubicBezTo>
                    <a:pt x="4840" y="7319"/>
                    <a:pt x="4840" y="7304"/>
                    <a:pt x="4840" y="7304"/>
                  </a:cubicBezTo>
                  <a:cubicBezTo>
                    <a:pt x="4855" y="7289"/>
                    <a:pt x="4870" y="7289"/>
                    <a:pt x="4870" y="7274"/>
                  </a:cubicBezTo>
                  <a:close/>
                  <a:moveTo>
                    <a:pt x="5713" y="7741"/>
                  </a:moveTo>
                  <a:cubicBezTo>
                    <a:pt x="5725" y="7741"/>
                    <a:pt x="5736" y="7744"/>
                    <a:pt x="5751" y="7752"/>
                  </a:cubicBezTo>
                  <a:cubicBezTo>
                    <a:pt x="5731" y="7752"/>
                    <a:pt x="5718" y="7758"/>
                    <a:pt x="5702" y="7758"/>
                  </a:cubicBezTo>
                  <a:cubicBezTo>
                    <a:pt x="5694" y="7758"/>
                    <a:pt x="5686" y="7757"/>
                    <a:pt x="5676" y="7752"/>
                  </a:cubicBezTo>
                  <a:cubicBezTo>
                    <a:pt x="5691" y="7744"/>
                    <a:pt x="5702" y="7741"/>
                    <a:pt x="5713" y="7741"/>
                  </a:cubicBezTo>
                  <a:close/>
                  <a:moveTo>
                    <a:pt x="6199" y="7692"/>
                  </a:moveTo>
                  <a:lnTo>
                    <a:pt x="6199" y="7692"/>
                  </a:lnTo>
                  <a:cubicBezTo>
                    <a:pt x="6184" y="7722"/>
                    <a:pt x="6169" y="7752"/>
                    <a:pt x="6199" y="7797"/>
                  </a:cubicBezTo>
                  <a:cubicBezTo>
                    <a:pt x="6199" y="7797"/>
                    <a:pt x="6199" y="7803"/>
                    <a:pt x="6194" y="7803"/>
                  </a:cubicBezTo>
                  <a:cubicBezTo>
                    <a:pt x="6192" y="7803"/>
                    <a:pt x="6189" y="7802"/>
                    <a:pt x="6184" y="7797"/>
                  </a:cubicBezTo>
                  <a:cubicBezTo>
                    <a:pt x="6154" y="7752"/>
                    <a:pt x="6184" y="7722"/>
                    <a:pt x="6199" y="7692"/>
                  </a:cubicBezTo>
                  <a:close/>
                  <a:moveTo>
                    <a:pt x="2271" y="11097"/>
                  </a:moveTo>
                  <a:cubicBezTo>
                    <a:pt x="2241" y="11112"/>
                    <a:pt x="2226" y="11127"/>
                    <a:pt x="2211" y="11127"/>
                  </a:cubicBezTo>
                  <a:cubicBezTo>
                    <a:pt x="2226" y="11112"/>
                    <a:pt x="2241" y="11097"/>
                    <a:pt x="2271" y="11097"/>
                  </a:cubicBezTo>
                  <a:close/>
                  <a:moveTo>
                    <a:pt x="3555" y="11187"/>
                  </a:moveTo>
                  <a:lnTo>
                    <a:pt x="3510" y="11202"/>
                  </a:lnTo>
                  <a:cubicBezTo>
                    <a:pt x="3525" y="11187"/>
                    <a:pt x="3540" y="11187"/>
                    <a:pt x="3555" y="11187"/>
                  </a:cubicBezTo>
                  <a:close/>
                  <a:moveTo>
                    <a:pt x="2943" y="11247"/>
                  </a:moveTo>
                  <a:cubicBezTo>
                    <a:pt x="2943" y="11247"/>
                    <a:pt x="2943" y="11262"/>
                    <a:pt x="2943" y="11262"/>
                  </a:cubicBezTo>
                  <a:cubicBezTo>
                    <a:pt x="2928" y="11262"/>
                    <a:pt x="2928" y="11247"/>
                    <a:pt x="2913" y="11247"/>
                  </a:cubicBezTo>
                  <a:close/>
                  <a:moveTo>
                    <a:pt x="3331" y="11366"/>
                  </a:moveTo>
                  <a:cubicBezTo>
                    <a:pt x="3331" y="11366"/>
                    <a:pt x="3331" y="11381"/>
                    <a:pt x="3346" y="11381"/>
                  </a:cubicBezTo>
                  <a:cubicBezTo>
                    <a:pt x="3331" y="11381"/>
                    <a:pt x="3331" y="11366"/>
                    <a:pt x="3316" y="11366"/>
                  </a:cubicBezTo>
                  <a:close/>
                  <a:moveTo>
                    <a:pt x="4078" y="11381"/>
                  </a:moveTo>
                  <a:cubicBezTo>
                    <a:pt x="4078" y="11381"/>
                    <a:pt x="4093" y="11381"/>
                    <a:pt x="4108" y="11396"/>
                  </a:cubicBezTo>
                  <a:cubicBezTo>
                    <a:pt x="4093" y="11396"/>
                    <a:pt x="4078" y="11381"/>
                    <a:pt x="4078" y="11381"/>
                  </a:cubicBezTo>
                  <a:close/>
                  <a:moveTo>
                    <a:pt x="4131" y="11390"/>
                  </a:moveTo>
                  <a:cubicBezTo>
                    <a:pt x="4132" y="11390"/>
                    <a:pt x="4133" y="11390"/>
                    <a:pt x="4134" y="11390"/>
                  </a:cubicBezTo>
                  <a:lnTo>
                    <a:pt x="4134" y="11390"/>
                  </a:lnTo>
                  <a:cubicBezTo>
                    <a:pt x="4130" y="11390"/>
                    <a:pt x="4127" y="11392"/>
                    <a:pt x="4123" y="11396"/>
                  </a:cubicBezTo>
                  <a:lnTo>
                    <a:pt x="4108" y="11396"/>
                  </a:lnTo>
                  <a:cubicBezTo>
                    <a:pt x="4117" y="11392"/>
                    <a:pt x="4124" y="11390"/>
                    <a:pt x="4131" y="11390"/>
                  </a:cubicBezTo>
                  <a:close/>
                  <a:moveTo>
                    <a:pt x="4145" y="11392"/>
                  </a:moveTo>
                  <a:lnTo>
                    <a:pt x="4145" y="11392"/>
                  </a:lnTo>
                  <a:cubicBezTo>
                    <a:pt x="4156" y="11396"/>
                    <a:pt x="4168" y="11404"/>
                    <a:pt x="4183" y="11411"/>
                  </a:cubicBezTo>
                  <a:lnTo>
                    <a:pt x="4168" y="11411"/>
                  </a:lnTo>
                  <a:cubicBezTo>
                    <a:pt x="4160" y="11404"/>
                    <a:pt x="4153" y="11396"/>
                    <a:pt x="4145" y="11392"/>
                  </a:cubicBezTo>
                  <a:close/>
                  <a:moveTo>
                    <a:pt x="5837" y="11467"/>
                  </a:moveTo>
                  <a:cubicBezTo>
                    <a:pt x="5839" y="11467"/>
                    <a:pt x="5840" y="11468"/>
                    <a:pt x="5840" y="11471"/>
                  </a:cubicBezTo>
                  <a:cubicBezTo>
                    <a:pt x="5840" y="11486"/>
                    <a:pt x="5840" y="11486"/>
                    <a:pt x="5855" y="11501"/>
                  </a:cubicBezTo>
                  <a:lnTo>
                    <a:pt x="5840" y="11501"/>
                  </a:lnTo>
                  <a:lnTo>
                    <a:pt x="5840" y="11486"/>
                  </a:lnTo>
                  <a:cubicBezTo>
                    <a:pt x="5840" y="11486"/>
                    <a:pt x="5840" y="11479"/>
                    <a:pt x="5836" y="11479"/>
                  </a:cubicBezTo>
                  <a:cubicBezTo>
                    <a:pt x="5834" y="11479"/>
                    <a:pt x="5830" y="11481"/>
                    <a:pt x="5825" y="11486"/>
                  </a:cubicBezTo>
                  <a:cubicBezTo>
                    <a:pt x="5814" y="11486"/>
                    <a:pt x="5830" y="11467"/>
                    <a:pt x="5837" y="11467"/>
                  </a:cubicBezTo>
                  <a:close/>
                  <a:moveTo>
                    <a:pt x="2659" y="11501"/>
                  </a:moveTo>
                  <a:cubicBezTo>
                    <a:pt x="2659" y="11501"/>
                    <a:pt x="2659" y="11501"/>
                    <a:pt x="2674" y="11516"/>
                  </a:cubicBezTo>
                  <a:cubicBezTo>
                    <a:pt x="2659" y="11501"/>
                    <a:pt x="2659" y="11501"/>
                    <a:pt x="2644" y="11501"/>
                  </a:cubicBezTo>
                  <a:close/>
                  <a:moveTo>
                    <a:pt x="6408" y="11545"/>
                  </a:moveTo>
                  <a:cubicBezTo>
                    <a:pt x="6408" y="11560"/>
                    <a:pt x="6408" y="11560"/>
                    <a:pt x="6423" y="11560"/>
                  </a:cubicBezTo>
                  <a:cubicBezTo>
                    <a:pt x="6423" y="11560"/>
                    <a:pt x="6438" y="11575"/>
                    <a:pt x="6438" y="11575"/>
                  </a:cubicBezTo>
                  <a:cubicBezTo>
                    <a:pt x="6423" y="11575"/>
                    <a:pt x="6408" y="11590"/>
                    <a:pt x="6393" y="11605"/>
                  </a:cubicBezTo>
                  <a:cubicBezTo>
                    <a:pt x="6393" y="11590"/>
                    <a:pt x="6393" y="11575"/>
                    <a:pt x="6393" y="11575"/>
                  </a:cubicBezTo>
                  <a:lnTo>
                    <a:pt x="6408" y="11545"/>
                  </a:lnTo>
                  <a:close/>
                  <a:moveTo>
                    <a:pt x="7663" y="0"/>
                  </a:moveTo>
                  <a:cubicBezTo>
                    <a:pt x="7612" y="50"/>
                    <a:pt x="7575" y="94"/>
                    <a:pt x="7529" y="94"/>
                  </a:cubicBezTo>
                  <a:cubicBezTo>
                    <a:pt x="7507" y="94"/>
                    <a:pt x="7483" y="84"/>
                    <a:pt x="7453" y="60"/>
                  </a:cubicBezTo>
                  <a:cubicBezTo>
                    <a:pt x="7453" y="60"/>
                    <a:pt x="7424" y="75"/>
                    <a:pt x="7409" y="75"/>
                  </a:cubicBezTo>
                  <a:cubicBezTo>
                    <a:pt x="7386" y="78"/>
                    <a:pt x="7364" y="79"/>
                    <a:pt x="7341" y="79"/>
                  </a:cubicBezTo>
                  <a:cubicBezTo>
                    <a:pt x="7319" y="79"/>
                    <a:pt x="7297" y="78"/>
                    <a:pt x="7274" y="78"/>
                  </a:cubicBezTo>
                  <a:cubicBezTo>
                    <a:pt x="7229" y="78"/>
                    <a:pt x="7185" y="82"/>
                    <a:pt x="7140" y="105"/>
                  </a:cubicBezTo>
                  <a:cubicBezTo>
                    <a:pt x="7095" y="120"/>
                    <a:pt x="7065" y="134"/>
                    <a:pt x="7020" y="134"/>
                  </a:cubicBezTo>
                  <a:lnTo>
                    <a:pt x="6871" y="134"/>
                  </a:lnTo>
                  <a:lnTo>
                    <a:pt x="6871" y="134"/>
                  </a:lnTo>
                  <a:lnTo>
                    <a:pt x="6871" y="134"/>
                  </a:lnTo>
                  <a:cubicBezTo>
                    <a:pt x="6869" y="135"/>
                    <a:pt x="6866" y="136"/>
                    <a:pt x="6864" y="136"/>
                  </a:cubicBezTo>
                  <a:cubicBezTo>
                    <a:pt x="6835" y="136"/>
                    <a:pt x="6793" y="87"/>
                    <a:pt x="6765" y="87"/>
                  </a:cubicBezTo>
                  <a:cubicBezTo>
                    <a:pt x="6748" y="87"/>
                    <a:pt x="6737" y="105"/>
                    <a:pt x="6737" y="164"/>
                  </a:cubicBezTo>
                  <a:cubicBezTo>
                    <a:pt x="6707" y="164"/>
                    <a:pt x="6692" y="149"/>
                    <a:pt x="6677" y="149"/>
                  </a:cubicBezTo>
                  <a:cubicBezTo>
                    <a:pt x="6665" y="145"/>
                    <a:pt x="6654" y="144"/>
                    <a:pt x="6644" y="144"/>
                  </a:cubicBezTo>
                  <a:cubicBezTo>
                    <a:pt x="6617" y="144"/>
                    <a:pt x="6598" y="157"/>
                    <a:pt x="6587" y="179"/>
                  </a:cubicBezTo>
                  <a:cubicBezTo>
                    <a:pt x="6587" y="164"/>
                    <a:pt x="6572" y="149"/>
                    <a:pt x="6557" y="134"/>
                  </a:cubicBezTo>
                  <a:cubicBezTo>
                    <a:pt x="6527" y="120"/>
                    <a:pt x="6483" y="105"/>
                    <a:pt x="6453" y="90"/>
                  </a:cubicBezTo>
                  <a:cubicBezTo>
                    <a:pt x="6449" y="91"/>
                    <a:pt x="6445" y="92"/>
                    <a:pt x="6441" y="92"/>
                  </a:cubicBezTo>
                  <a:cubicBezTo>
                    <a:pt x="6411" y="92"/>
                    <a:pt x="6405" y="43"/>
                    <a:pt x="6374" y="43"/>
                  </a:cubicBezTo>
                  <a:cubicBezTo>
                    <a:pt x="6371" y="43"/>
                    <a:pt x="6367" y="43"/>
                    <a:pt x="6363" y="45"/>
                  </a:cubicBezTo>
                  <a:cubicBezTo>
                    <a:pt x="6348" y="90"/>
                    <a:pt x="6348" y="134"/>
                    <a:pt x="6333" y="164"/>
                  </a:cubicBezTo>
                  <a:cubicBezTo>
                    <a:pt x="6318" y="179"/>
                    <a:pt x="6288" y="194"/>
                    <a:pt x="6259" y="194"/>
                  </a:cubicBezTo>
                  <a:cubicBezTo>
                    <a:pt x="6272" y="168"/>
                    <a:pt x="6309" y="117"/>
                    <a:pt x="6243" y="117"/>
                  </a:cubicBezTo>
                  <a:cubicBezTo>
                    <a:pt x="6235" y="117"/>
                    <a:pt x="6225" y="118"/>
                    <a:pt x="6214" y="120"/>
                  </a:cubicBezTo>
                  <a:lnTo>
                    <a:pt x="5975" y="120"/>
                  </a:lnTo>
                  <a:cubicBezTo>
                    <a:pt x="5990" y="134"/>
                    <a:pt x="5990" y="149"/>
                    <a:pt x="6005" y="164"/>
                  </a:cubicBezTo>
                  <a:cubicBezTo>
                    <a:pt x="5975" y="164"/>
                    <a:pt x="5930" y="164"/>
                    <a:pt x="5900" y="179"/>
                  </a:cubicBezTo>
                  <a:cubicBezTo>
                    <a:pt x="5870" y="179"/>
                    <a:pt x="5840" y="179"/>
                    <a:pt x="5811" y="194"/>
                  </a:cubicBezTo>
                  <a:cubicBezTo>
                    <a:pt x="5811" y="179"/>
                    <a:pt x="5796" y="179"/>
                    <a:pt x="5781" y="164"/>
                  </a:cubicBezTo>
                  <a:cubicBezTo>
                    <a:pt x="5781" y="164"/>
                    <a:pt x="5766" y="149"/>
                    <a:pt x="5751" y="134"/>
                  </a:cubicBezTo>
                  <a:cubicBezTo>
                    <a:pt x="5691" y="149"/>
                    <a:pt x="5616" y="164"/>
                    <a:pt x="5557" y="164"/>
                  </a:cubicBezTo>
                  <a:cubicBezTo>
                    <a:pt x="5533" y="152"/>
                    <a:pt x="5528" y="111"/>
                    <a:pt x="5496" y="111"/>
                  </a:cubicBezTo>
                  <a:cubicBezTo>
                    <a:pt x="5488" y="111"/>
                    <a:pt x="5479" y="114"/>
                    <a:pt x="5467" y="120"/>
                  </a:cubicBezTo>
                  <a:cubicBezTo>
                    <a:pt x="5452" y="120"/>
                    <a:pt x="5437" y="120"/>
                    <a:pt x="5407" y="105"/>
                  </a:cubicBezTo>
                  <a:lnTo>
                    <a:pt x="5407" y="120"/>
                  </a:lnTo>
                  <a:cubicBezTo>
                    <a:pt x="5377" y="120"/>
                    <a:pt x="5348" y="134"/>
                    <a:pt x="5333" y="149"/>
                  </a:cubicBezTo>
                  <a:cubicBezTo>
                    <a:pt x="5273" y="134"/>
                    <a:pt x="5228" y="120"/>
                    <a:pt x="5183" y="120"/>
                  </a:cubicBezTo>
                  <a:lnTo>
                    <a:pt x="5094" y="120"/>
                  </a:lnTo>
                  <a:cubicBezTo>
                    <a:pt x="5019" y="134"/>
                    <a:pt x="4944" y="164"/>
                    <a:pt x="4870" y="194"/>
                  </a:cubicBezTo>
                  <a:lnTo>
                    <a:pt x="4870" y="134"/>
                  </a:lnTo>
                  <a:lnTo>
                    <a:pt x="4810" y="134"/>
                  </a:lnTo>
                  <a:cubicBezTo>
                    <a:pt x="4795" y="134"/>
                    <a:pt x="4795" y="120"/>
                    <a:pt x="4780" y="120"/>
                  </a:cubicBezTo>
                  <a:cubicBezTo>
                    <a:pt x="4735" y="134"/>
                    <a:pt x="4705" y="149"/>
                    <a:pt x="4660" y="164"/>
                  </a:cubicBezTo>
                  <a:lnTo>
                    <a:pt x="4631" y="164"/>
                  </a:lnTo>
                  <a:cubicBezTo>
                    <a:pt x="4593" y="164"/>
                    <a:pt x="4552" y="161"/>
                    <a:pt x="4509" y="161"/>
                  </a:cubicBezTo>
                  <a:cubicBezTo>
                    <a:pt x="4466" y="161"/>
                    <a:pt x="4421" y="164"/>
                    <a:pt x="4377" y="179"/>
                  </a:cubicBezTo>
                  <a:cubicBezTo>
                    <a:pt x="4362" y="149"/>
                    <a:pt x="4339" y="138"/>
                    <a:pt x="4315" y="138"/>
                  </a:cubicBezTo>
                  <a:cubicBezTo>
                    <a:pt x="4291" y="138"/>
                    <a:pt x="4265" y="149"/>
                    <a:pt x="4242" y="164"/>
                  </a:cubicBezTo>
                  <a:lnTo>
                    <a:pt x="4227" y="120"/>
                  </a:lnTo>
                  <a:lnTo>
                    <a:pt x="4138" y="134"/>
                  </a:lnTo>
                  <a:cubicBezTo>
                    <a:pt x="4123" y="127"/>
                    <a:pt x="4108" y="123"/>
                    <a:pt x="4095" y="123"/>
                  </a:cubicBezTo>
                  <a:cubicBezTo>
                    <a:pt x="4082" y="123"/>
                    <a:pt x="4070" y="127"/>
                    <a:pt x="4063" y="134"/>
                  </a:cubicBezTo>
                  <a:cubicBezTo>
                    <a:pt x="3953" y="134"/>
                    <a:pt x="3851" y="101"/>
                    <a:pt x="3750" y="101"/>
                  </a:cubicBezTo>
                  <a:cubicBezTo>
                    <a:pt x="3700" y="101"/>
                    <a:pt x="3650" y="110"/>
                    <a:pt x="3600" y="134"/>
                  </a:cubicBezTo>
                  <a:cubicBezTo>
                    <a:pt x="3555" y="149"/>
                    <a:pt x="3510" y="164"/>
                    <a:pt x="3466" y="164"/>
                  </a:cubicBezTo>
                  <a:cubicBezTo>
                    <a:pt x="3426" y="164"/>
                    <a:pt x="3386" y="178"/>
                    <a:pt x="3355" y="178"/>
                  </a:cubicBezTo>
                  <a:cubicBezTo>
                    <a:pt x="3339" y="178"/>
                    <a:pt x="3326" y="174"/>
                    <a:pt x="3316" y="164"/>
                  </a:cubicBezTo>
                  <a:cubicBezTo>
                    <a:pt x="3294" y="151"/>
                    <a:pt x="3279" y="145"/>
                    <a:pt x="3270" y="145"/>
                  </a:cubicBezTo>
                  <a:cubicBezTo>
                    <a:pt x="3249" y="145"/>
                    <a:pt x="3256" y="173"/>
                    <a:pt x="3256" y="194"/>
                  </a:cubicBezTo>
                  <a:cubicBezTo>
                    <a:pt x="3227" y="179"/>
                    <a:pt x="3182" y="149"/>
                    <a:pt x="3137" y="149"/>
                  </a:cubicBezTo>
                  <a:cubicBezTo>
                    <a:pt x="3137" y="164"/>
                    <a:pt x="3137" y="164"/>
                    <a:pt x="3137" y="164"/>
                  </a:cubicBezTo>
                  <a:cubicBezTo>
                    <a:pt x="3092" y="142"/>
                    <a:pt x="3051" y="120"/>
                    <a:pt x="3016" y="120"/>
                  </a:cubicBezTo>
                  <a:cubicBezTo>
                    <a:pt x="2980" y="120"/>
                    <a:pt x="2950" y="142"/>
                    <a:pt x="2928" y="209"/>
                  </a:cubicBezTo>
                  <a:cubicBezTo>
                    <a:pt x="2913" y="209"/>
                    <a:pt x="2868" y="209"/>
                    <a:pt x="2853" y="194"/>
                  </a:cubicBezTo>
                  <a:cubicBezTo>
                    <a:pt x="2824" y="177"/>
                    <a:pt x="2799" y="168"/>
                    <a:pt x="2778" y="168"/>
                  </a:cubicBezTo>
                  <a:cubicBezTo>
                    <a:pt x="2746" y="168"/>
                    <a:pt x="2722" y="188"/>
                    <a:pt x="2704" y="224"/>
                  </a:cubicBezTo>
                  <a:cubicBezTo>
                    <a:pt x="2704" y="209"/>
                    <a:pt x="2689" y="194"/>
                    <a:pt x="2674" y="179"/>
                  </a:cubicBezTo>
                  <a:lnTo>
                    <a:pt x="2330" y="224"/>
                  </a:lnTo>
                  <a:lnTo>
                    <a:pt x="2256" y="224"/>
                  </a:lnTo>
                  <a:cubicBezTo>
                    <a:pt x="2226" y="239"/>
                    <a:pt x="2196" y="254"/>
                    <a:pt x="2166" y="254"/>
                  </a:cubicBezTo>
                  <a:cubicBezTo>
                    <a:pt x="2151" y="269"/>
                    <a:pt x="2136" y="299"/>
                    <a:pt x="2136" y="314"/>
                  </a:cubicBezTo>
                  <a:lnTo>
                    <a:pt x="1987" y="314"/>
                  </a:lnTo>
                  <a:cubicBezTo>
                    <a:pt x="1942" y="358"/>
                    <a:pt x="1897" y="403"/>
                    <a:pt x="1853" y="448"/>
                  </a:cubicBezTo>
                  <a:cubicBezTo>
                    <a:pt x="1823" y="418"/>
                    <a:pt x="1763" y="373"/>
                    <a:pt x="1763" y="373"/>
                  </a:cubicBezTo>
                  <a:cubicBezTo>
                    <a:pt x="1643" y="448"/>
                    <a:pt x="1539" y="538"/>
                    <a:pt x="1434" y="627"/>
                  </a:cubicBezTo>
                  <a:cubicBezTo>
                    <a:pt x="1419" y="627"/>
                    <a:pt x="1434" y="657"/>
                    <a:pt x="1434" y="672"/>
                  </a:cubicBezTo>
                  <a:cubicBezTo>
                    <a:pt x="1419" y="702"/>
                    <a:pt x="1404" y="717"/>
                    <a:pt x="1390" y="732"/>
                  </a:cubicBezTo>
                  <a:cubicBezTo>
                    <a:pt x="1360" y="732"/>
                    <a:pt x="1330" y="717"/>
                    <a:pt x="1300" y="717"/>
                  </a:cubicBezTo>
                  <a:cubicBezTo>
                    <a:pt x="1285" y="747"/>
                    <a:pt x="1270" y="777"/>
                    <a:pt x="1240" y="792"/>
                  </a:cubicBezTo>
                  <a:lnTo>
                    <a:pt x="1240" y="807"/>
                  </a:lnTo>
                  <a:cubicBezTo>
                    <a:pt x="1225" y="851"/>
                    <a:pt x="1195" y="911"/>
                    <a:pt x="1180" y="956"/>
                  </a:cubicBezTo>
                  <a:cubicBezTo>
                    <a:pt x="1165" y="986"/>
                    <a:pt x="1151" y="1016"/>
                    <a:pt x="1136" y="1031"/>
                  </a:cubicBezTo>
                  <a:cubicBezTo>
                    <a:pt x="1165" y="1046"/>
                    <a:pt x="1210" y="1046"/>
                    <a:pt x="1240" y="1060"/>
                  </a:cubicBezTo>
                  <a:cubicBezTo>
                    <a:pt x="1255" y="1075"/>
                    <a:pt x="1285" y="1075"/>
                    <a:pt x="1300" y="1090"/>
                  </a:cubicBezTo>
                  <a:cubicBezTo>
                    <a:pt x="1285" y="1105"/>
                    <a:pt x="1270" y="1120"/>
                    <a:pt x="1240" y="1135"/>
                  </a:cubicBezTo>
                  <a:lnTo>
                    <a:pt x="1136" y="1135"/>
                  </a:lnTo>
                  <a:cubicBezTo>
                    <a:pt x="1136" y="1180"/>
                    <a:pt x="1165" y="1195"/>
                    <a:pt x="1195" y="1210"/>
                  </a:cubicBezTo>
                  <a:lnTo>
                    <a:pt x="1165" y="1210"/>
                  </a:lnTo>
                  <a:cubicBezTo>
                    <a:pt x="1151" y="1210"/>
                    <a:pt x="1151" y="1225"/>
                    <a:pt x="1136" y="1225"/>
                  </a:cubicBezTo>
                  <a:lnTo>
                    <a:pt x="1106" y="1210"/>
                  </a:lnTo>
                  <a:cubicBezTo>
                    <a:pt x="1106" y="1195"/>
                    <a:pt x="1106" y="1180"/>
                    <a:pt x="1106" y="1180"/>
                  </a:cubicBezTo>
                  <a:cubicBezTo>
                    <a:pt x="1091" y="1165"/>
                    <a:pt x="1091" y="1165"/>
                    <a:pt x="1076" y="1150"/>
                  </a:cubicBezTo>
                  <a:lnTo>
                    <a:pt x="986" y="1210"/>
                  </a:lnTo>
                  <a:lnTo>
                    <a:pt x="912" y="1225"/>
                  </a:lnTo>
                  <a:cubicBezTo>
                    <a:pt x="945" y="1158"/>
                    <a:pt x="928" y="1124"/>
                    <a:pt x="880" y="1124"/>
                  </a:cubicBezTo>
                  <a:cubicBezTo>
                    <a:pt x="864" y="1124"/>
                    <a:pt x="844" y="1128"/>
                    <a:pt x="822" y="1135"/>
                  </a:cubicBezTo>
                  <a:cubicBezTo>
                    <a:pt x="792" y="1135"/>
                    <a:pt x="762" y="1165"/>
                    <a:pt x="717" y="1165"/>
                  </a:cubicBezTo>
                  <a:cubicBezTo>
                    <a:pt x="712" y="1158"/>
                    <a:pt x="708" y="1155"/>
                    <a:pt x="703" y="1155"/>
                  </a:cubicBezTo>
                  <a:cubicBezTo>
                    <a:pt x="684" y="1155"/>
                    <a:pt x="664" y="1197"/>
                    <a:pt x="639" y="1197"/>
                  </a:cubicBezTo>
                  <a:cubicBezTo>
                    <a:pt x="631" y="1197"/>
                    <a:pt x="622" y="1192"/>
                    <a:pt x="613" y="1180"/>
                  </a:cubicBezTo>
                  <a:lnTo>
                    <a:pt x="583" y="1180"/>
                  </a:lnTo>
                  <a:cubicBezTo>
                    <a:pt x="478" y="1225"/>
                    <a:pt x="389" y="1299"/>
                    <a:pt x="299" y="1359"/>
                  </a:cubicBezTo>
                  <a:cubicBezTo>
                    <a:pt x="269" y="1404"/>
                    <a:pt x="284" y="1449"/>
                    <a:pt x="359" y="1464"/>
                  </a:cubicBezTo>
                  <a:cubicBezTo>
                    <a:pt x="374" y="1509"/>
                    <a:pt x="404" y="1538"/>
                    <a:pt x="434" y="1583"/>
                  </a:cubicBezTo>
                  <a:cubicBezTo>
                    <a:pt x="493" y="1568"/>
                    <a:pt x="538" y="1553"/>
                    <a:pt x="583" y="1553"/>
                  </a:cubicBezTo>
                  <a:cubicBezTo>
                    <a:pt x="583" y="1538"/>
                    <a:pt x="598" y="1538"/>
                    <a:pt x="598" y="1538"/>
                  </a:cubicBezTo>
                  <a:lnTo>
                    <a:pt x="598" y="1538"/>
                  </a:lnTo>
                  <a:cubicBezTo>
                    <a:pt x="594" y="1542"/>
                    <a:pt x="590" y="1546"/>
                    <a:pt x="583" y="1553"/>
                  </a:cubicBezTo>
                  <a:cubicBezTo>
                    <a:pt x="598" y="1613"/>
                    <a:pt x="628" y="1688"/>
                    <a:pt x="643" y="1748"/>
                  </a:cubicBezTo>
                  <a:lnTo>
                    <a:pt x="643" y="1762"/>
                  </a:lnTo>
                  <a:cubicBezTo>
                    <a:pt x="643" y="1807"/>
                    <a:pt x="628" y="1867"/>
                    <a:pt x="613" y="1927"/>
                  </a:cubicBezTo>
                  <a:cubicBezTo>
                    <a:pt x="613" y="1972"/>
                    <a:pt x="613" y="2016"/>
                    <a:pt x="613" y="2061"/>
                  </a:cubicBezTo>
                  <a:cubicBezTo>
                    <a:pt x="643" y="2091"/>
                    <a:pt x="658" y="2121"/>
                    <a:pt x="688" y="2151"/>
                  </a:cubicBezTo>
                  <a:cubicBezTo>
                    <a:pt x="671" y="2146"/>
                    <a:pt x="657" y="2144"/>
                    <a:pt x="645" y="2144"/>
                  </a:cubicBezTo>
                  <a:cubicBezTo>
                    <a:pt x="578" y="2144"/>
                    <a:pt x="566" y="2207"/>
                    <a:pt x="553" y="2270"/>
                  </a:cubicBezTo>
                  <a:cubicBezTo>
                    <a:pt x="523" y="2300"/>
                    <a:pt x="553" y="2345"/>
                    <a:pt x="523" y="2390"/>
                  </a:cubicBezTo>
                  <a:cubicBezTo>
                    <a:pt x="538" y="2420"/>
                    <a:pt x="538" y="2450"/>
                    <a:pt x="553" y="2494"/>
                  </a:cubicBezTo>
                  <a:cubicBezTo>
                    <a:pt x="535" y="2550"/>
                    <a:pt x="551" y="2565"/>
                    <a:pt x="580" y="2565"/>
                  </a:cubicBezTo>
                  <a:cubicBezTo>
                    <a:pt x="598" y="2565"/>
                    <a:pt x="620" y="2560"/>
                    <a:pt x="643" y="2554"/>
                  </a:cubicBezTo>
                  <a:lnTo>
                    <a:pt x="643" y="2554"/>
                  </a:lnTo>
                  <a:cubicBezTo>
                    <a:pt x="598" y="2629"/>
                    <a:pt x="553" y="2688"/>
                    <a:pt x="523" y="2763"/>
                  </a:cubicBezTo>
                  <a:cubicBezTo>
                    <a:pt x="508" y="2778"/>
                    <a:pt x="508" y="2793"/>
                    <a:pt x="508" y="2823"/>
                  </a:cubicBezTo>
                  <a:cubicBezTo>
                    <a:pt x="523" y="2808"/>
                    <a:pt x="553" y="2808"/>
                    <a:pt x="583" y="2793"/>
                  </a:cubicBezTo>
                  <a:cubicBezTo>
                    <a:pt x="583" y="2793"/>
                    <a:pt x="583" y="2808"/>
                    <a:pt x="583" y="2808"/>
                  </a:cubicBezTo>
                  <a:cubicBezTo>
                    <a:pt x="583" y="2838"/>
                    <a:pt x="583" y="2853"/>
                    <a:pt x="583" y="2868"/>
                  </a:cubicBezTo>
                  <a:cubicBezTo>
                    <a:pt x="568" y="2883"/>
                    <a:pt x="538" y="2913"/>
                    <a:pt x="523" y="2927"/>
                  </a:cubicBezTo>
                  <a:cubicBezTo>
                    <a:pt x="523" y="2957"/>
                    <a:pt x="523" y="2987"/>
                    <a:pt x="538" y="3017"/>
                  </a:cubicBezTo>
                  <a:cubicBezTo>
                    <a:pt x="531" y="3016"/>
                    <a:pt x="525" y="3016"/>
                    <a:pt x="519" y="3016"/>
                  </a:cubicBezTo>
                  <a:cubicBezTo>
                    <a:pt x="420" y="3016"/>
                    <a:pt x="430" y="3123"/>
                    <a:pt x="374" y="3151"/>
                  </a:cubicBezTo>
                  <a:lnTo>
                    <a:pt x="374" y="3211"/>
                  </a:lnTo>
                  <a:cubicBezTo>
                    <a:pt x="329" y="3226"/>
                    <a:pt x="284" y="3226"/>
                    <a:pt x="239" y="3241"/>
                  </a:cubicBezTo>
                  <a:cubicBezTo>
                    <a:pt x="254" y="3293"/>
                    <a:pt x="239" y="3305"/>
                    <a:pt x="217" y="3305"/>
                  </a:cubicBezTo>
                  <a:cubicBezTo>
                    <a:pt x="200" y="3305"/>
                    <a:pt x="179" y="3298"/>
                    <a:pt x="164" y="3298"/>
                  </a:cubicBezTo>
                  <a:cubicBezTo>
                    <a:pt x="158" y="3298"/>
                    <a:pt x="154" y="3299"/>
                    <a:pt x="150" y="3301"/>
                  </a:cubicBezTo>
                  <a:cubicBezTo>
                    <a:pt x="165" y="3316"/>
                    <a:pt x="165" y="3346"/>
                    <a:pt x="180" y="3361"/>
                  </a:cubicBezTo>
                  <a:cubicBezTo>
                    <a:pt x="135" y="3435"/>
                    <a:pt x="105" y="3495"/>
                    <a:pt x="75" y="3555"/>
                  </a:cubicBezTo>
                  <a:cubicBezTo>
                    <a:pt x="75" y="3585"/>
                    <a:pt x="105" y="3600"/>
                    <a:pt x="120" y="3600"/>
                  </a:cubicBezTo>
                  <a:lnTo>
                    <a:pt x="150" y="3704"/>
                  </a:lnTo>
                  <a:cubicBezTo>
                    <a:pt x="150" y="3704"/>
                    <a:pt x="135" y="3719"/>
                    <a:pt x="135" y="3719"/>
                  </a:cubicBezTo>
                  <a:cubicBezTo>
                    <a:pt x="105" y="3749"/>
                    <a:pt x="75" y="3794"/>
                    <a:pt x="45" y="3824"/>
                  </a:cubicBezTo>
                  <a:lnTo>
                    <a:pt x="0" y="3824"/>
                  </a:lnTo>
                  <a:cubicBezTo>
                    <a:pt x="15" y="3868"/>
                    <a:pt x="30" y="3913"/>
                    <a:pt x="30" y="3958"/>
                  </a:cubicBezTo>
                  <a:cubicBezTo>
                    <a:pt x="60" y="4018"/>
                    <a:pt x="90" y="4078"/>
                    <a:pt x="120" y="4137"/>
                  </a:cubicBezTo>
                  <a:cubicBezTo>
                    <a:pt x="165" y="4182"/>
                    <a:pt x="210" y="4212"/>
                    <a:pt x="239" y="4272"/>
                  </a:cubicBezTo>
                  <a:cubicBezTo>
                    <a:pt x="284" y="4331"/>
                    <a:pt x="299" y="4406"/>
                    <a:pt x="329" y="4481"/>
                  </a:cubicBezTo>
                  <a:cubicBezTo>
                    <a:pt x="299" y="4570"/>
                    <a:pt x="329" y="4630"/>
                    <a:pt x="404" y="4660"/>
                  </a:cubicBezTo>
                  <a:cubicBezTo>
                    <a:pt x="374" y="4690"/>
                    <a:pt x="359" y="4720"/>
                    <a:pt x="389" y="4750"/>
                  </a:cubicBezTo>
                  <a:lnTo>
                    <a:pt x="404" y="4750"/>
                  </a:lnTo>
                  <a:lnTo>
                    <a:pt x="389" y="4884"/>
                  </a:lnTo>
                  <a:cubicBezTo>
                    <a:pt x="404" y="4974"/>
                    <a:pt x="419" y="5078"/>
                    <a:pt x="434" y="5168"/>
                  </a:cubicBezTo>
                  <a:cubicBezTo>
                    <a:pt x="434" y="5213"/>
                    <a:pt x="434" y="5243"/>
                    <a:pt x="434" y="5272"/>
                  </a:cubicBezTo>
                  <a:cubicBezTo>
                    <a:pt x="404" y="5302"/>
                    <a:pt x="389" y="5317"/>
                    <a:pt x="359" y="5332"/>
                  </a:cubicBezTo>
                  <a:cubicBezTo>
                    <a:pt x="374" y="5422"/>
                    <a:pt x="404" y="5511"/>
                    <a:pt x="419" y="5601"/>
                  </a:cubicBezTo>
                  <a:lnTo>
                    <a:pt x="419" y="5661"/>
                  </a:lnTo>
                  <a:cubicBezTo>
                    <a:pt x="404" y="5676"/>
                    <a:pt x="404" y="5706"/>
                    <a:pt x="404" y="5735"/>
                  </a:cubicBezTo>
                  <a:lnTo>
                    <a:pt x="404" y="5780"/>
                  </a:lnTo>
                  <a:cubicBezTo>
                    <a:pt x="404" y="5795"/>
                    <a:pt x="404" y="5795"/>
                    <a:pt x="404" y="5810"/>
                  </a:cubicBezTo>
                  <a:cubicBezTo>
                    <a:pt x="314" y="5855"/>
                    <a:pt x="344" y="5915"/>
                    <a:pt x="374" y="5974"/>
                  </a:cubicBezTo>
                  <a:cubicBezTo>
                    <a:pt x="374" y="6064"/>
                    <a:pt x="374" y="6139"/>
                    <a:pt x="374" y="6213"/>
                  </a:cubicBezTo>
                  <a:lnTo>
                    <a:pt x="374" y="6243"/>
                  </a:lnTo>
                  <a:cubicBezTo>
                    <a:pt x="374" y="6318"/>
                    <a:pt x="374" y="6408"/>
                    <a:pt x="374" y="6497"/>
                  </a:cubicBezTo>
                  <a:cubicBezTo>
                    <a:pt x="374" y="6646"/>
                    <a:pt x="374" y="6796"/>
                    <a:pt x="389" y="6945"/>
                  </a:cubicBezTo>
                  <a:cubicBezTo>
                    <a:pt x="389" y="6960"/>
                    <a:pt x="389" y="6960"/>
                    <a:pt x="404" y="6960"/>
                  </a:cubicBezTo>
                  <a:lnTo>
                    <a:pt x="404" y="6975"/>
                  </a:lnTo>
                  <a:cubicBezTo>
                    <a:pt x="404" y="7005"/>
                    <a:pt x="404" y="7020"/>
                    <a:pt x="419" y="7050"/>
                  </a:cubicBezTo>
                  <a:cubicBezTo>
                    <a:pt x="419" y="7095"/>
                    <a:pt x="419" y="7139"/>
                    <a:pt x="434" y="7184"/>
                  </a:cubicBezTo>
                  <a:cubicBezTo>
                    <a:pt x="434" y="7214"/>
                    <a:pt x="434" y="7259"/>
                    <a:pt x="449" y="7289"/>
                  </a:cubicBezTo>
                  <a:lnTo>
                    <a:pt x="434" y="7334"/>
                  </a:lnTo>
                  <a:lnTo>
                    <a:pt x="419" y="7334"/>
                  </a:lnTo>
                  <a:cubicBezTo>
                    <a:pt x="404" y="7378"/>
                    <a:pt x="344" y="7378"/>
                    <a:pt x="359" y="7438"/>
                  </a:cubicBezTo>
                  <a:cubicBezTo>
                    <a:pt x="359" y="7453"/>
                    <a:pt x="359" y="7453"/>
                    <a:pt x="359" y="7468"/>
                  </a:cubicBezTo>
                  <a:cubicBezTo>
                    <a:pt x="434" y="7558"/>
                    <a:pt x="419" y="7662"/>
                    <a:pt x="389" y="7752"/>
                  </a:cubicBezTo>
                  <a:cubicBezTo>
                    <a:pt x="389" y="7826"/>
                    <a:pt x="344" y="7916"/>
                    <a:pt x="419" y="7991"/>
                  </a:cubicBezTo>
                  <a:cubicBezTo>
                    <a:pt x="419" y="8036"/>
                    <a:pt x="404" y="8080"/>
                    <a:pt x="434" y="8125"/>
                  </a:cubicBezTo>
                  <a:cubicBezTo>
                    <a:pt x="478" y="8170"/>
                    <a:pt x="493" y="8245"/>
                    <a:pt x="449" y="8304"/>
                  </a:cubicBezTo>
                  <a:cubicBezTo>
                    <a:pt x="449" y="8394"/>
                    <a:pt x="464" y="8484"/>
                    <a:pt x="464" y="8558"/>
                  </a:cubicBezTo>
                  <a:cubicBezTo>
                    <a:pt x="464" y="8573"/>
                    <a:pt x="449" y="8573"/>
                    <a:pt x="434" y="8588"/>
                  </a:cubicBezTo>
                  <a:cubicBezTo>
                    <a:pt x="389" y="8648"/>
                    <a:pt x="449" y="8708"/>
                    <a:pt x="478" y="8708"/>
                  </a:cubicBezTo>
                  <a:cubicBezTo>
                    <a:pt x="583" y="8723"/>
                    <a:pt x="553" y="8797"/>
                    <a:pt x="553" y="8857"/>
                  </a:cubicBezTo>
                  <a:cubicBezTo>
                    <a:pt x="568" y="8932"/>
                    <a:pt x="568" y="9006"/>
                    <a:pt x="553" y="9081"/>
                  </a:cubicBezTo>
                  <a:lnTo>
                    <a:pt x="523" y="9096"/>
                  </a:lnTo>
                  <a:cubicBezTo>
                    <a:pt x="478" y="9186"/>
                    <a:pt x="568" y="9230"/>
                    <a:pt x="553" y="9320"/>
                  </a:cubicBezTo>
                  <a:cubicBezTo>
                    <a:pt x="568" y="9350"/>
                    <a:pt x="568" y="9395"/>
                    <a:pt x="583" y="9425"/>
                  </a:cubicBezTo>
                  <a:cubicBezTo>
                    <a:pt x="553" y="9469"/>
                    <a:pt x="493" y="9499"/>
                    <a:pt x="493" y="9544"/>
                  </a:cubicBezTo>
                  <a:cubicBezTo>
                    <a:pt x="508" y="9604"/>
                    <a:pt x="538" y="9678"/>
                    <a:pt x="568" y="9738"/>
                  </a:cubicBezTo>
                  <a:cubicBezTo>
                    <a:pt x="568" y="9753"/>
                    <a:pt x="568" y="9798"/>
                    <a:pt x="553" y="9798"/>
                  </a:cubicBezTo>
                  <a:cubicBezTo>
                    <a:pt x="374" y="9843"/>
                    <a:pt x="508" y="9932"/>
                    <a:pt x="523" y="9992"/>
                  </a:cubicBezTo>
                  <a:cubicBezTo>
                    <a:pt x="538" y="10022"/>
                    <a:pt x="553" y="10037"/>
                    <a:pt x="583" y="10037"/>
                  </a:cubicBezTo>
                  <a:cubicBezTo>
                    <a:pt x="598" y="10037"/>
                    <a:pt x="598" y="10007"/>
                    <a:pt x="613" y="9992"/>
                  </a:cubicBezTo>
                  <a:cubicBezTo>
                    <a:pt x="613" y="9813"/>
                    <a:pt x="613" y="9634"/>
                    <a:pt x="628" y="9454"/>
                  </a:cubicBezTo>
                  <a:cubicBezTo>
                    <a:pt x="643" y="9484"/>
                    <a:pt x="673" y="9499"/>
                    <a:pt x="688" y="9514"/>
                  </a:cubicBezTo>
                  <a:lnTo>
                    <a:pt x="702" y="9514"/>
                  </a:lnTo>
                  <a:cubicBezTo>
                    <a:pt x="702" y="9544"/>
                    <a:pt x="702" y="9574"/>
                    <a:pt x="702" y="9619"/>
                  </a:cubicBezTo>
                  <a:cubicBezTo>
                    <a:pt x="688" y="9634"/>
                    <a:pt x="688" y="9649"/>
                    <a:pt x="702" y="9649"/>
                  </a:cubicBezTo>
                  <a:cubicBezTo>
                    <a:pt x="732" y="9664"/>
                    <a:pt x="777" y="9678"/>
                    <a:pt x="807" y="9678"/>
                  </a:cubicBezTo>
                  <a:cubicBezTo>
                    <a:pt x="852" y="9708"/>
                    <a:pt x="882" y="9723"/>
                    <a:pt x="927" y="9738"/>
                  </a:cubicBezTo>
                  <a:cubicBezTo>
                    <a:pt x="927" y="9753"/>
                    <a:pt x="927" y="9753"/>
                    <a:pt x="927" y="9768"/>
                  </a:cubicBezTo>
                  <a:cubicBezTo>
                    <a:pt x="852" y="9798"/>
                    <a:pt x="852" y="9902"/>
                    <a:pt x="927" y="9977"/>
                  </a:cubicBezTo>
                  <a:cubicBezTo>
                    <a:pt x="971" y="10082"/>
                    <a:pt x="1061" y="10156"/>
                    <a:pt x="1151" y="10216"/>
                  </a:cubicBezTo>
                  <a:lnTo>
                    <a:pt x="1165" y="10231"/>
                  </a:lnTo>
                  <a:cubicBezTo>
                    <a:pt x="1061" y="10291"/>
                    <a:pt x="1165" y="10291"/>
                    <a:pt x="1180" y="10321"/>
                  </a:cubicBezTo>
                  <a:cubicBezTo>
                    <a:pt x="1195" y="10366"/>
                    <a:pt x="1210" y="10395"/>
                    <a:pt x="1225" y="10440"/>
                  </a:cubicBezTo>
                  <a:cubicBezTo>
                    <a:pt x="1255" y="10470"/>
                    <a:pt x="1285" y="10485"/>
                    <a:pt x="1315" y="10515"/>
                  </a:cubicBezTo>
                  <a:lnTo>
                    <a:pt x="1345" y="10530"/>
                  </a:lnTo>
                  <a:lnTo>
                    <a:pt x="1330" y="10530"/>
                  </a:lnTo>
                  <a:cubicBezTo>
                    <a:pt x="1270" y="10619"/>
                    <a:pt x="1285" y="10709"/>
                    <a:pt x="1345" y="10799"/>
                  </a:cubicBezTo>
                  <a:cubicBezTo>
                    <a:pt x="1375" y="10829"/>
                    <a:pt x="1434" y="10843"/>
                    <a:pt x="1479" y="10873"/>
                  </a:cubicBezTo>
                  <a:cubicBezTo>
                    <a:pt x="1479" y="10888"/>
                    <a:pt x="1479" y="10918"/>
                    <a:pt x="1479" y="10948"/>
                  </a:cubicBezTo>
                  <a:cubicBezTo>
                    <a:pt x="1509" y="10978"/>
                    <a:pt x="1494" y="11053"/>
                    <a:pt x="1554" y="11067"/>
                  </a:cubicBezTo>
                  <a:cubicBezTo>
                    <a:pt x="1614" y="11023"/>
                    <a:pt x="1658" y="10993"/>
                    <a:pt x="1703" y="10948"/>
                  </a:cubicBezTo>
                  <a:lnTo>
                    <a:pt x="1703" y="10948"/>
                  </a:lnTo>
                  <a:cubicBezTo>
                    <a:pt x="1681" y="11082"/>
                    <a:pt x="1742" y="11099"/>
                    <a:pt x="1812" y="11099"/>
                  </a:cubicBezTo>
                  <a:cubicBezTo>
                    <a:pt x="1836" y="11099"/>
                    <a:pt x="1860" y="11097"/>
                    <a:pt x="1882" y="11097"/>
                  </a:cubicBezTo>
                  <a:cubicBezTo>
                    <a:pt x="1912" y="11112"/>
                    <a:pt x="1942" y="11112"/>
                    <a:pt x="1972" y="11127"/>
                  </a:cubicBezTo>
                  <a:cubicBezTo>
                    <a:pt x="1972" y="11127"/>
                    <a:pt x="1972" y="11142"/>
                    <a:pt x="1972" y="11157"/>
                  </a:cubicBezTo>
                  <a:cubicBezTo>
                    <a:pt x="1912" y="11232"/>
                    <a:pt x="1957" y="11247"/>
                    <a:pt x="2017" y="11277"/>
                  </a:cubicBezTo>
                  <a:cubicBezTo>
                    <a:pt x="2077" y="11292"/>
                    <a:pt x="2136" y="11321"/>
                    <a:pt x="2196" y="11351"/>
                  </a:cubicBezTo>
                  <a:cubicBezTo>
                    <a:pt x="2211" y="11366"/>
                    <a:pt x="2226" y="11411"/>
                    <a:pt x="2241" y="11411"/>
                  </a:cubicBezTo>
                  <a:cubicBezTo>
                    <a:pt x="2257" y="11411"/>
                    <a:pt x="2274" y="11410"/>
                    <a:pt x="2289" y="11410"/>
                  </a:cubicBezTo>
                  <a:cubicBezTo>
                    <a:pt x="2341" y="11410"/>
                    <a:pt x="2374" y="11419"/>
                    <a:pt x="2316" y="11501"/>
                  </a:cubicBezTo>
                  <a:cubicBezTo>
                    <a:pt x="2330" y="11516"/>
                    <a:pt x="2345" y="11516"/>
                    <a:pt x="2360" y="11531"/>
                  </a:cubicBezTo>
                  <a:cubicBezTo>
                    <a:pt x="2390" y="11531"/>
                    <a:pt x="2405" y="11516"/>
                    <a:pt x="2420" y="11486"/>
                  </a:cubicBezTo>
                  <a:cubicBezTo>
                    <a:pt x="2435" y="11471"/>
                    <a:pt x="2465" y="11456"/>
                    <a:pt x="2480" y="11441"/>
                  </a:cubicBezTo>
                  <a:lnTo>
                    <a:pt x="2510" y="11531"/>
                  </a:lnTo>
                  <a:lnTo>
                    <a:pt x="2420" y="11635"/>
                  </a:lnTo>
                  <a:cubicBezTo>
                    <a:pt x="2465" y="11635"/>
                    <a:pt x="2510" y="11650"/>
                    <a:pt x="2555" y="11650"/>
                  </a:cubicBezTo>
                  <a:cubicBezTo>
                    <a:pt x="2629" y="11650"/>
                    <a:pt x="2704" y="11650"/>
                    <a:pt x="2764" y="11635"/>
                  </a:cubicBezTo>
                  <a:lnTo>
                    <a:pt x="2704" y="11531"/>
                  </a:lnTo>
                  <a:cubicBezTo>
                    <a:pt x="2737" y="11531"/>
                    <a:pt x="2763" y="11556"/>
                    <a:pt x="2792" y="11556"/>
                  </a:cubicBezTo>
                  <a:cubicBezTo>
                    <a:pt x="2802" y="11556"/>
                    <a:pt x="2812" y="11553"/>
                    <a:pt x="2823" y="11545"/>
                  </a:cubicBezTo>
                  <a:cubicBezTo>
                    <a:pt x="2853" y="11545"/>
                    <a:pt x="2883" y="11545"/>
                    <a:pt x="2913" y="11560"/>
                  </a:cubicBezTo>
                  <a:cubicBezTo>
                    <a:pt x="2945" y="11544"/>
                    <a:pt x="2976" y="11538"/>
                    <a:pt x="3005" y="11538"/>
                  </a:cubicBezTo>
                  <a:cubicBezTo>
                    <a:pt x="3082" y="11538"/>
                    <a:pt x="3150" y="11583"/>
                    <a:pt x="3227" y="11605"/>
                  </a:cubicBezTo>
                  <a:cubicBezTo>
                    <a:pt x="3271" y="11575"/>
                    <a:pt x="3316" y="11545"/>
                    <a:pt x="3361" y="11516"/>
                  </a:cubicBezTo>
                  <a:cubicBezTo>
                    <a:pt x="3391" y="11501"/>
                    <a:pt x="3436" y="11516"/>
                    <a:pt x="3466" y="11471"/>
                  </a:cubicBezTo>
                  <a:cubicBezTo>
                    <a:pt x="3481" y="11456"/>
                    <a:pt x="3481" y="11426"/>
                    <a:pt x="3495" y="11426"/>
                  </a:cubicBezTo>
                  <a:lnTo>
                    <a:pt x="3510" y="11411"/>
                  </a:lnTo>
                  <a:cubicBezTo>
                    <a:pt x="3525" y="11426"/>
                    <a:pt x="3540" y="11456"/>
                    <a:pt x="3570" y="11456"/>
                  </a:cubicBezTo>
                  <a:cubicBezTo>
                    <a:pt x="3578" y="11463"/>
                    <a:pt x="3581" y="11467"/>
                    <a:pt x="3585" y="11467"/>
                  </a:cubicBezTo>
                  <a:cubicBezTo>
                    <a:pt x="3589" y="11467"/>
                    <a:pt x="3593" y="11463"/>
                    <a:pt x="3600" y="11456"/>
                  </a:cubicBezTo>
                  <a:lnTo>
                    <a:pt x="3600" y="11471"/>
                  </a:lnTo>
                  <a:lnTo>
                    <a:pt x="3570" y="11471"/>
                  </a:lnTo>
                  <a:cubicBezTo>
                    <a:pt x="3540" y="11501"/>
                    <a:pt x="3510" y="11545"/>
                    <a:pt x="3481" y="11575"/>
                  </a:cubicBezTo>
                  <a:lnTo>
                    <a:pt x="3481" y="11605"/>
                  </a:lnTo>
                  <a:lnTo>
                    <a:pt x="3540" y="11605"/>
                  </a:lnTo>
                  <a:lnTo>
                    <a:pt x="3660" y="11531"/>
                  </a:lnTo>
                  <a:lnTo>
                    <a:pt x="3705" y="11531"/>
                  </a:lnTo>
                  <a:cubicBezTo>
                    <a:pt x="3705" y="11545"/>
                    <a:pt x="3705" y="11545"/>
                    <a:pt x="3720" y="11560"/>
                  </a:cubicBezTo>
                  <a:lnTo>
                    <a:pt x="3720" y="11635"/>
                  </a:lnTo>
                  <a:lnTo>
                    <a:pt x="3705" y="11635"/>
                  </a:lnTo>
                  <a:cubicBezTo>
                    <a:pt x="3764" y="11680"/>
                    <a:pt x="3809" y="11710"/>
                    <a:pt x="3854" y="11740"/>
                  </a:cubicBezTo>
                  <a:cubicBezTo>
                    <a:pt x="3884" y="11710"/>
                    <a:pt x="3899" y="11695"/>
                    <a:pt x="3914" y="11665"/>
                  </a:cubicBezTo>
                  <a:cubicBezTo>
                    <a:pt x="3944" y="11665"/>
                    <a:pt x="3973" y="11665"/>
                    <a:pt x="4003" y="11680"/>
                  </a:cubicBezTo>
                  <a:cubicBezTo>
                    <a:pt x="3973" y="11695"/>
                    <a:pt x="3944" y="11725"/>
                    <a:pt x="3929" y="11755"/>
                  </a:cubicBezTo>
                  <a:cubicBezTo>
                    <a:pt x="3914" y="11769"/>
                    <a:pt x="3944" y="11799"/>
                    <a:pt x="3944" y="11814"/>
                  </a:cubicBezTo>
                  <a:cubicBezTo>
                    <a:pt x="3973" y="11799"/>
                    <a:pt x="4003" y="11769"/>
                    <a:pt x="4033" y="11755"/>
                  </a:cubicBezTo>
                  <a:lnTo>
                    <a:pt x="4063" y="11755"/>
                  </a:lnTo>
                  <a:cubicBezTo>
                    <a:pt x="4090" y="11757"/>
                    <a:pt x="4117" y="11758"/>
                    <a:pt x="4144" y="11758"/>
                  </a:cubicBezTo>
                  <a:cubicBezTo>
                    <a:pt x="4249" y="11758"/>
                    <a:pt x="4355" y="11744"/>
                    <a:pt x="4460" y="11744"/>
                  </a:cubicBezTo>
                  <a:cubicBezTo>
                    <a:pt x="4507" y="11744"/>
                    <a:pt x="4554" y="11747"/>
                    <a:pt x="4601" y="11755"/>
                  </a:cubicBezTo>
                  <a:cubicBezTo>
                    <a:pt x="4705" y="11755"/>
                    <a:pt x="4810" y="11755"/>
                    <a:pt x="4914" y="11725"/>
                  </a:cubicBezTo>
                  <a:cubicBezTo>
                    <a:pt x="4954" y="11725"/>
                    <a:pt x="4994" y="11731"/>
                    <a:pt x="5031" y="11731"/>
                  </a:cubicBezTo>
                  <a:cubicBezTo>
                    <a:pt x="5078" y="11731"/>
                    <a:pt x="5120" y="11721"/>
                    <a:pt x="5153" y="11680"/>
                  </a:cubicBezTo>
                  <a:cubicBezTo>
                    <a:pt x="5192" y="11699"/>
                    <a:pt x="5230" y="11731"/>
                    <a:pt x="5277" y="11731"/>
                  </a:cubicBezTo>
                  <a:cubicBezTo>
                    <a:pt x="5303" y="11731"/>
                    <a:pt x="5331" y="11721"/>
                    <a:pt x="5362" y="11695"/>
                  </a:cubicBezTo>
                  <a:cubicBezTo>
                    <a:pt x="5362" y="11695"/>
                    <a:pt x="5407" y="11740"/>
                    <a:pt x="5437" y="11755"/>
                  </a:cubicBezTo>
                  <a:cubicBezTo>
                    <a:pt x="5452" y="11755"/>
                    <a:pt x="5452" y="11755"/>
                    <a:pt x="5467" y="11769"/>
                  </a:cubicBezTo>
                  <a:cubicBezTo>
                    <a:pt x="5542" y="11740"/>
                    <a:pt x="5542" y="11680"/>
                    <a:pt x="5557" y="11620"/>
                  </a:cubicBezTo>
                  <a:lnTo>
                    <a:pt x="5557" y="11620"/>
                  </a:lnTo>
                  <a:cubicBezTo>
                    <a:pt x="5550" y="11678"/>
                    <a:pt x="5563" y="11694"/>
                    <a:pt x="5584" y="11694"/>
                  </a:cubicBezTo>
                  <a:cubicBezTo>
                    <a:pt x="5613" y="11694"/>
                    <a:pt x="5657" y="11665"/>
                    <a:pt x="5691" y="11665"/>
                  </a:cubicBezTo>
                  <a:cubicBezTo>
                    <a:pt x="5691" y="11665"/>
                    <a:pt x="5706" y="11620"/>
                    <a:pt x="5721" y="11620"/>
                  </a:cubicBezTo>
                  <a:lnTo>
                    <a:pt x="5736" y="11620"/>
                  </a:lnTo>
                  <a:cubicBezTo>
                    <a:pt x="5721" y="11635"/>
                    <a:pt x="5706" y="11650"/>
                    <a:pt x="5721" y="11665"/>
                  </a:cubicBezTo>
                  <a:cubicBezTo>
                    <a:pt x="5721" y="11680"/>
                    <a:pt x="5721" y="11695"/>
                    <a:pt x="5721" y="11695"/>
                  </a:cubicBezTo>
                  <a:cubicBezTo>
                    <a:pt x="5726" y="11694"/>
                    <a:pt x="5731" y="11693"/>
                    <a:pt x="5736" y="11693"/>
                  </a:cubicBezTo>
                  <a:cubicBezTo>
                    <a:pt x="5768" y="11693"/>
                    <a:pt x="5806" y="11713"/>
                    <a:pt x="5839" y="11713"/>
                  </a:cubicBezTo>
                  <a:cubicBezTo>
                    <a:pt x="5865" y="11713"/>
                    <a:pt x="5888" y="11700"/>
                    <a:pt x="5900" y="11650"/>
                  </a:cubicBezTo>
                  <a:cubicBezTo>
                    <a:pt x="5930" y="11635"/>
                    <a:pt x="5960" y="11620"/>
                    <a:pt x="5990" y="11605"/>
                  </a:cubicBezTo>
                  <a:cubicBezTo>
                    <a:pt x="5990" y="11590"/>
                    <a:pt x="5990" y="11575"/>
                    <a:pt x="5975" y="11560"/>
                  </a:cubicBezTo>
                  <a:lnTo>
                    <a:pt x="5975" y="11560"/>
                  </a:lnTo>
                  <a:cubicBezTo>
                    <a:pt x="6005" y="11575"/>
                    <a:pt x="6035" y="11575"/>
                    <a:pt x="6064" y="11590"/>
                  </a:cubicBezTo>
                  <a:cubicBezTo>
                    <a:pt x="6035" y="11605"/>
                    <a:pt x="6035" y="11620"/>
                    <a:pt x="6035" y="11650"/>
                  </a:cubicBezTo>
                  <a:cubicBezTo>
                    <a:pt x="6049" y="11695"/>
                    <a:pt x="6094" y="11710"/>
                    <a:pt x="6124" y="11740"/>
                  </a:cubicBezTo>
                  <a:cubicBezTo>
                    <a:pt x="6154" y="11740"/>
                    <a:pt x="6169" y="11740"/>
                    <a:pt x="6184" y="11725"/>
                  </a:cubicBezTo>
                  <a:cubicBezTo>
                    <a:pt x="6229" y="11710"/>
                    <a:pt x="6259" y="11695"/>
                    <a:pt x="6303" y="11665"/>
                  </a:cubicBezTo>
                  <a:cubicBezTo>
                    <a:pt x="6303" y="11680"/>
                    <a:pt x="6318" y="11680"/>
                    <a:pt x="6333" y="11680"/>
                  </a:cubicBezTo>
                  <a:cubicBezTo>
                    <a:pt x="6483" y="11695"/>
                    <a:pt x="6483" y="11695"/>
                    <a:pt x="6498" y="11889"/>
                  </a:cubicBezTo>
                  <a:lnTo>
                    <a:pt x="6512" y="11904"/>
                  </a:lnTo>
                  <a:lnTo>
                    <a:pt x="6527" y="11904"/>
                  </a:lnTo>
                  <a:cubicBezTo>
                    <a:pt x="6557" y="11874"/>
                    <a:pt x="6557" y="11844"/>
                    <a:pt x="6542" y="11814"/>
                  </a:cubicBezTo>
                  <a:cubicBezTo>
                    <a:pt x="6542" y="11769"/>
                    <a:pt x="6557" y="11725"/>
                    <a:pt x="6557" y="11665"/>
                  </a:cubicBezTo>
                  <a:lnTo>
                    <a:pt x="6527" y="11560"/>
                  </a:lnTo>
                  <a:cubicBezTo>
                    <a:pt x="6527" y="11531"/>
                    <a:pt x="6527" y="11501"/>
                    <a:pt x="6527" y="11471"/>
                  </a:cubicBezTo>
                  <a:lnTo>
                    <a:pt x="6468" y="11471"/>
                  </a:lnTo>
                  <a:cubicBezTo>
                    <a:pt x="6453" y="11486"/>
                    <a:pt x="6438" y="11501"/>
                    <a:pt x="6408" y="11516"/>
                  </a:cubicBezTo>
                  <a:cubicBezTo>
                    <a:pt x="6378" y="11516"/>
                    <a:pt x="6348" y="11516"/>
                    <a:pt x="6303" y="11531"/>
                  </a:cubicBezTo>
                  <a:lnTo>
                    <a:pt x="6303" y="11545"/>
                  </a:lnTo>
                  <a:cubicBezTo>
                    <a:pt x="6274" y="11545"/>
                    <a:pt x="6244" y="11545"/>
                    <a:pt x="6214" y="11560"/>
                  </a:cubicBezTo>
                  <a:cubicBezTo>
                    <a:pt x="6229" y="11545"/>
                    <a:pt x="6259" y="11531"/>
                    <a:pt x="6274" y="11516"/>
                  </a:cubicBezTo>
                  <a:lnTo>
                    <a:pt x="6274" y="11531"/>
                  </a:lnTo>
                  <a:cubicBezTo>
                    <a:pt x="6288" y="11516"/>
                    <a:pt x="6288" y="11516"/>
                    <a:pt x="6303" y="11516"/>
                  </a:cubicBezTo>
                  <a:lnTo>
                    <a:pt x="6303" y="11531"/>
                  </a:lnTo>
                  <a:cubicBezTo>
                    <a:pt x="6318" y="11501"/>
                    <a:pt x="6318" y="11486"/>
                    <a:pt x="6333" y="11471"/>
                  </a:cubicBezTo>
                  <a:lnTo>
                    <a:pt x="6348" y="11471"/>
                  </a:lnTo>
                  <a:cubicBezTo>
                    <a:pt x="6363" y="11456"/>
                    <a:pt x="6378" y="11441"/>
                    <a:pt x="6393" y="11411"/>
                  </a:cubicBezTo>
                  <a:cubicBezTo>
                    <a:pt x="6408" y="11292"/>
                    <a:pt x="6512" y="11277"/>
                    <a:pt x="6602" y="11262"/>
                  </a:cubicBezTo>
                  <a:cubicBezTo>
                    <a:pt x="6617" y="11217"/>
                    <a:pt x="6632" y="11172"/>
                    <a:pt x="6632" y="11127"/>
                  </a:cubicBezTo>
                  <a:cubicBezTo>
                    <a:pt x="6632" y="11097"/>
                    <a:pt x="6617" y="11067"/>
                    <a:pt x="6632" y="11038"/>
                  </a:cubicBezTo>
                  <a:cubicBezTo>
                    <a:pt x="6632" y="11038"/>
                    <a:pt x="6647" y="11023"/>
                    <a:pt x="6647" y="11008"/>
                  </a:cubicBezTo>
                  <a:cubicBezTo>
                    <a:pt x="6647" y="10993"/>
                    <a:pt x="6662" y="10963"/>
                    <a:pt x="6662" y="10948"/>
                  </a:cubicBezTo>
                  <a:cubicBezTo>
                    <a:pt x="6662" y="10933"/>
                    <a:pt x="6647" y="10918"/>
                    <a:pt x="6647" y="10903"/>
                  </a:cubicBezTo>
                  <a:cubicBezTo>
                    <a:pt x="6647" y="10873"/>
                    <a:pt x="6662" y="10843"/>
                    <a:pt x="6662" y="10814"/>
                  </a:cubicBezTo>
                  <a:cubicBezTo>
                    <a:pt x="6662" y="10799"/>
                    <a:pt x="6662" y="10784"/>
                    <a:pt x="6647" y="10769"/>
                  </a:cubicBezTo>
                  <a:cubicBezTo>
                    <a:pt x="6572" y="10724"/>
                    <a:pt x="6692" y="10724"/>
                    <a:pt x="6677" y="10694"/>
                  </a:cubicBezTo>
                  <a:cubicBezTo>
                    <a:pt x="6692" y="10664"/>
                    <a:pt x="6707" y="10619"/>
                    <a:pt x="6707" y="10575"/>
                  </a:cubicBezTo>
                  <a:cubicBezTo>
                    <a:pt x="6722" y="10410"/>
                    <a:pt x="6737" y="10261"/>
                    <a:pt x="6766" y="10112"/>
                  </a:cubicBezTo>
                  <a:cubicBezTo>
                    <a:pt x="6796" y="9947"/>
                    <a:pt x="6796" y="9783"/>
                    <a:pt x="6826" y="9619"/>
                  </a:cubicBezTo>
                  <a:cubicBezTo>
                    <a:pt x="6901" y="9215"/>
                    <a:pt x="6961" y="8812"/>
                    <a:pt x="7050" y="8409"/>
                  </a:cubicBezTo>
                  <a:cubicBezTo>
                    <a:pt x="7080" y="8274"/>
                    <a:pt x="7110" y="8140"/>
                    <a:pt x="7035" y="8006"/>
                  </a:cubicBezTo>
                  <a:cubicBezTo>
                    <a:pt x="7020" y="7991"/>
                    <a:pt x="6976" y="8006"/>
                    <a:pt x="6976" y="7961"/>
                  </a:cubicBezTo>
                  <a:cubicBezTo>
                    <a:pt x="6961" y="7916"/>
                    <a:pt x="7020" y="7901"/>
                    <a:pt x="7050" y="7871"/>
                  </a:cubicBezTo>
                  <a:cubicBezTo>
                    <a:pt x="7065" y="7856"/>
                    <a:pt x="7050" y="7841"/>
                    <a:pt x="7050" y="7826"/>
                  </a:cubicBezTo>
                  <a:cubicBezTo>
                    <a:pt x="7020" y="7797"/>
                    <a:pt x="7035" y="7767"/>
                    <a:pt x="7065" y="7752"/>
                  </a:cubicBezTo>
                  <a:cubicBezTo>
                    <a:pt x="7080" y="7677"/>
                    <a:pt x="7095" y="7617"/>
                    <a:pt x="7020" y="7573"/>
                  </a:cubicBezTo>
                  <a:cubicBezTo>
                    <a:pt x="7012" y="7571"/>
                    <a:pt x="7005" y="7570"/>
                    <a:pt x="6999" y="7570"/>
                  </a:cubicBezTo>
                  <a:cubicBezTo>
                    <a:pt x="6942" y="7570"/>
                    <a:pt x="6928" y="7624"/>
                    <a:pt x="6901" y="7677"/>
                  </a:cubicBezTo>
                  <a:cubicBezTo>
                    <a:pt x="6891" y="7682"/>
                    <a:pt x="6883" y="7684"/>
                    <a:pt x="6875" y="7684"/>
                  </a:cubicBezTo>
                  <a:cubicBezTo>
                    <a:pt x="6861" y="7684"/>
                    <a:pt x="6851" y="7677"/>
                    <a:pt x="6841" y="7677"/>
                  </a:cubicBezTo>
                  <a:cubicBezTo>
                    <a:pt x="6744" y="7647"/>
                    <a:pt x="6643" y="7647"/>
                    <a:pt x="6544" y="7647"/>
                  </a:cubicBezTo>
                  <a:cubicBezTo>
                    <a:pt x="6445" y="7647"/>
                    <a:pt x="6348" y="7647"/>
                    <a:pt x="6259" y="7617"/>
                  </a:cubicBezTo>
                  <a:cubicBezTo>
                    <a:pt x="6214" y="7617"/>
                    <a:pt x="6199" y="7647"/>
                    <a:pt x="6199" y="7692"/>
                  </a:cubicBezTo>
                  <a:cubicBezTo>
                    <a:pt x="6188" y="7591"/>
                    <a:pt x="6134" y="7591"/>
                    <a:pt x="6077" y="7591"/>
                  </a:cubicBezTo>
                  <a:lnTo>
                    <a:pt x="6077" y="7591"/>
                  </a:lnTo>
                  <a:cubicBezTo>
                    <a:pt x="6058" y="7591"/>
                    <a:pt x="6038" y="7591"/>
                    <a:pt x="6020" y="7587"/>
                  </a:cubicBezTo>
                  <a:cubicBezTo>
                    <a:pt x="5990" y="7587"/>
                    <a:pt x="5975" y="7602"/>
                    <a:pt x="5960" y="7602"/>
                  </a:cubicBezTo>
                  <a:cubicBezTo>
                    <a:pt x="5960" y="7592"/>
                    <a:pt x="5952" y="7581"/>
                    <a:pt x="5943" y="7581"/>
                  </a:cubicBezTo>
                  <a:cubicBezTo>
                    <a:pt x="5939" y="7581"/>
                    <a:pt x="5934" y="7583"/>
                    <a:pt x="5930" y="7587"/>
                  </a:cubicBezTo>
                  <a:cubicBezTo>
                    <a:pt x="5885" y="7587"/>
                    <a:pt x="5840" y="7587"/>
                    <a:pt x="5781" y="7602"/>
                  </a:cubicBezTo>
                  <a:cubicBezTo>
                    <a:pt x="5781" y="7602"/>
                    <a:pt x="5781" y="7610"/>
                    <a:pt x="5786" y="7614"/>
                  </a:cubicBezTo>
                  <a:lnTo>
                    <a:pt x="5786" y="7614"/>
                  </a:lnTo>
                  <a:cubicBezTo>
                    <a:pt x="5745" y="7602"/>
                    <a:pt x="5704" y="7601"/>
                    <a:pt x="5676" y="7587"/>
                  </a:cubicBezTo>
                  <a:cubicBezTo>
                    <a:pt x="5646" y="7573"/>
                    <a:pt x="5616" y="7573"/>
                    <a:pt x="5601" y="7573"/>
                  </a:cubicBezTo>
                  <a:cubicBezTo>
                    <a:pt x="5586" y="7573"/>
                    <a:pt x="5572" y="7587"/>
                    <a:pt x="5557" y="7587"/>
                  </a:cubicBezTo>
                  <a:lnTo>
                    <a:pt x="5542" y="7573"/>
                  </a:lnTo>
                  <a:lnTo>
                    <a:pt x="5527" y="7587"/>
                  </a:lnTo>
                  <a:cubicBezTo>
                    <a:pt x="5512" y="7587"/>
                    <a:pt x="5497" y="7573"/>
                    <a:pt x="5497" y="7573"/>
                  </a:cubicBezTo>
                  <a:cubicBezTo>
                    <a:pt x="5452" y="7573"/>
                    <a:pt x="5407" y="7547"/>
                    <a:pt x="5362" y="7547"/>
                  </a:cubicBezTo>
                  <a:cubicBezTo>
                    <a:pt x="5348" y="7547"/>
                    <a:pt x="5333" y="7550"/>
                    <a:pt x="5318" y="7558"/>
                  </a:cubicBezTo>
                  <a:cubicBezTo>
                    <a:pt x="5288" y="7587"/>
                    <a:pt x="5288" y="7617"/>
                    <a:pt x="5273" y="7647"/>
                  </a:cubicBezTo>
                  <a:cubicBezTo>
                    <a:pt x="5288" y="7677"/>
                    <a:pt x="5243" y="7692"/>
                    <a:pt x="5258" y="7722"/>
                  </a:cubicBezTo>
                  <a:cubicBezTo>
                    <a:pt x="5273" y="7737"/>
                    <a:pt x="5288" y="7752"/>
                    <a:pt x="5288" y="7767"/>
                  </a:cubicBezTo>
                  <a:cubicBezTo>
                    <a:pt x="5288" y="7767"/>
                    <a:pt x="5273" y="7767"/>
                    <a:pt x="5258" y="7752"/>
                  </a:cubicBezTo>
                  <a:cubicBezTo>
                    <a:pt x="5243" y="7737"/>
                    <a:pt x="5228" y="7737"/>
                    <a:pt x="5198" y="7737"/>
                  </a:cubicBezTo>
                  <a:lnTo>
                    <a:pt x="5153" y="7737"/>
                  </a:lnTo>
                  <a:cubicBezTo>
                    <a:pt x="5168" y="7737"/>
                    <a:pt x="5183" y="7722"/>
                    <a:pt x="5183" y="7707"/>
                  </a:cubicBezTo>
                  <a:cubicBezTo>
                    <a:pt x="5168" y="7677"/>
                    <a:pt x="5153" y="7662"/>
                    <a:pt x="5153" y="7647"/>
                  </a:cubicBezTo>
                  <a:cubicBezTo>
                    <a:pt x="5153" y="7632"/>
                    <a:pt x="5153" y="7632"/>
                    <a:pt x="5153" y="7617"/>
                  </a:cubicBezTo>
                  <a:cubicBezTo>
                    <a:pt x="5168" y="7602"/>
                    <a:pt x="5183" y="7587"/>
                    <a:pt x="5183" y="7558"/>
                  </a:cubicBezTo>
                  <a:cubicBezTo>
                    <a:pt x="5198" y="7573"/>
                    <a:pt x="5228" y="7587"/>
                    <a:pt x="5243" y="7587"/>
                  </a:cubicBezTo>
                  <a:cubicBezTo>
                    <a:pt x="5243" y="7558"/>
                    <a:pt x="5228" y="7543"/>
                    <a:pt x="5228" y="7513"/>
                  </a:cubicBezTo>
                  <a:cubicBezTo>
                    <a:pt x="5213" y="7498"/>
                    <a:pt x="5198" y="7498"/>
                    <a:pt x="5183" y="7498"/>
                  </a:cubicBezTo>
                  <a:cubicBezTo>
                    <a:pt x="5183" y="7513"/>
                    <a:pt x="5183" y="7528"/>
                    <a:pt x="5183" y="7543"/>
                  </a:cubicBezTo>
                  <a:cubicBezTo>
                    <a:pt x="5153" y="7513"/>
                    <a:pt x="5109" y="7513"/>
                    <a:pt x="5079" y="7498"/>
                  </a:cubicBezTo>
                  <a:cubicBezTo>
                    <a:pt x="5071" y="7490"/>
                    <a:pt x="5064" y="7490"/>
                    <a:pt x="5058" y="7490"/>
                  </a:cubicBezTo>
                  <a:cubicBezTo>
                    <a:pt x="5053" y="7490"/>
                    <a:pt x="5049" y="7490"/>
                    <a:pt x="5049" y="7483"/>
                  </a:cubicBezTo>
                  <a:cubicBezTo>
                    <a:pt x="5049" y="7483"/>
                    <a:pt x="5064" y="7468"/>
                    <a:pt x="5064" y="7468"/>
                  </a:cubicBezTo>
                  <a:cubicBezTo>
                    <a:pt x="5079" y="7408"/>
                    <a:pt x="5019" y="7363"/>
                    <a:pt x="5019" y="7304"/>
                  </a:cubicBezTo>
                  <a:cubicBezTo>
                    <a:pt x="5019" y="7304"/>
                    <a:pt x="5004" y="7289"/>
                    <a:pt x="5004" y="7289"/>
                  </a:cubicBezTo>
                  <a:cubicBezTo>
                    <a:pt x="5004" y="7169"/>
                    <a:pt x="5004" y="7050"/>
                    <a:pt x="5004" y="6930"/>
                  </a:cubicBezTo>
                  <a:lnTo>
                    <a:pt x="4989" y="6885"/>
                  </a:lnTo>
                  <a:cubicBezTo>
                    <a:pt x="5004" y="6885"/>
                    <a:pt x="5004" y="6871"/>
                    <a:pt x="5019" y="6856"/>
                  </a:cubicBezTo>
                  <a:cubicBezTo>
                    <a:pt x="5049" y="6721"/>
                    <a:pt x="5064" y="6602"/>
                    <a:pt x="5019" y="6467"/>
                  </a:cubicBezTo>
                  <a:cubicBezTo>
                    <a:pt x="5019" y="6452"/>
                    <a:pt x="5004" y="6437"/>
                    <a:pt x="4989" y="6437"/>
                  </a:cubicBezTo>
                  <a:lnTo>
                    <a:pt x="4989" y="6393"/>
                  </a:lnTo>
                  <a:cubicBezTo>
                    <a:pt x="5004" y="6393"/>
                    <a:pt x="5004" y="6378"/>
                    <a:pt x="5004" y="6378"/>
                  </a:cubicBezTo>
                  <a:cubicBezTo>
                    <a:pt x="5049" y="6348"/>
                    <a:pt x="5079" y="6303"/>
                    <a:pt x="5064" y="6228"/>
                  </a:cubicBezTo>
                  <a:cubicBezTo>
                    <a:pt x="5064" y="6034"/>
                    <a:pt x="5109" y="5825"/>
                    <a:pt x="5079" y="5616"/>
                  </a:cubicBezTo>
                  <a:cubicBezTo>
                    <a:pt x="5064" y="5452"/>
                    <a:pt x="5153" y="5317"/>
                    <a:pt x="5198" y="5153"/>
                  </a:cubicBezTo>
                  <a:cubicBezTo>
                    <a:pt x="5224" y="5048"/>
                    <a:pt x="5274" y="5001"/>
                    <a:pt x="5356" y="5001"/>
                  </a:cubicBezTo>
                  <a:cubicBezTo>
                    <a:pt x="5367" y="5001"/>
                    <a:pt x="5379" y="5002"/>
                    <a:pt x="5392" y="5004"/>
                  </a:cubicBezTo>
                  <a:cubicBezTo>
                    <a:pt x="5462" y="5004"/>
                    <a:pt x="5532" y="5002"/>
                    <a:pt x="5601" y="5002"/>
                  </a:cubicBezTo>
                  <a:cubicBezTo>
                    <a:pt x="5741" y="5002"/>
                    <a:pt x="5880" y="5009"/>
                    <a:pt x="6020" y="5048"/>
                  </a:cubicBezTo>
                  <a:cubicBezTo>
                    <a:pt x="6109" y="5078"/>
                    <a:pt x="6214" y="5108"/>
                    <a:pt x="6318" y="5108"/>
                  </a:cubicBezTo>
                  <a:lnTo>
                    <a:pt x="6333" y="5108"/>
                  </a:lnTo>
                  <a:lnTo>
                    <a:pt x="6408" y="5228"/>
                  </a:lnTo>
                  <a:cubicBezTo>
                    <a:pt x="6423" y="5213"/>
                    <a:pt x="6438" y="5198"/>
                    <a:pt x="6453" y="5183"/>
                  </a:cubicBezTo>
                  <a:lnTo>
                    <a:pt x="6468" y="5183"/>
                  </a:lnTo>
                  <a:cubicBezTo>
                    <a:pt x="6483" y="5198"/>
                    <a:pt x="6498" y="5243"/>
                    <a:pt x="6512" y="5243"/>
                  </a:cubicBezTo>
                  <a:cubicBezTo>
                    <a:pt x="6557" y="5272"/>
                    <a:pt x="6617" y="5272"/>
                    <a:pt x="6677" y="5287"/>
                  </a:cubicBezTo>
                  <a:cubicBezTo>
                    <a:pt x="6662" y="5332"/>
                    <a:pt x="6677" y="5407"/>
                    <a:pt x="6662" y="5422"/>
                  </a:cubicBezTo>
                  <a:cubicBezTo>
                    <a:pt x="6542" y="5496"/>
                    <a:pt x="6498" y="5571"/>
                    <a:pt x="6557" y="5735"/>
                  </a:cubicBezTo>
                  <a:cubicBezTo>
                    <a:pt x="6572" y="5780"/>
                    <a:pt x="6542" y="5855"/>
                    <a:pt x="6617" y="5885"/>
                  </a:cubicBezTo>
                  <a:cubicBezTo>
                    <a:pt x="6647" y="5959"/>
                    <a:pt x="6617" y="6019"/>
                    <a:pt x="6617" y="6079"/>
                  </a:cubicBezTo>
                  <a:lnTo>
                    <a:pt x="6617" y="6094"/>
                  </a:lnTo>
                  <a:cubicBezTo>
                    <a:pt x="6602" y="6139"/>
                    <a:pt x="6602" y="6183"/>
                    <a:pt x="6587" y="6228"/>
                  </a:cubicBezTo>
                  <a:lnTo>
                    <a:pt x="6587" y="6243"/>
                  </a:lnTo>
                  <a:cubicBezTo>
                    <a:pt x="6468" y="6288"/>
                    <a:pt x="6512" y="6333"/>
                    <a:pt x="6602" y="6378"/>
                  </a:cubicBezTo>
                  <a:cubicBezTo>
                    <a:pt x="6602" y="6422"/>
                    <a:pt x="6617" y="6482"/>
                    <a:pt x="6632" y="6542"/>
                  </a:cubicBezTo>
                  <a:cubicBezTo>
                    <a:pt x="6647" y="6617"/>
                    <a:pt x="6647" y="6691"/>
                    <a:pt x="6662" y="6751"/>
                  </a:cubicBezTo>
                  <a:cubicBezTo>
                    <a:pt x="6677" y="6871"/>
                    <a:pt x="6737" y="6975"/>
                    <a:pt x="6722" y="7095"/>
                  </a:cubicBezTo>
                  <a:cubicBezTo>
                    <a:pt x="6722" y="7214"/>
                    <a:pt x="6781" y="7259"/>
                    <a:pt x="6871" y="7289"/>
                  </a:cubicBezTo>
                  <a:cubicBezTo>
                    <a:pt x="6901" y="7274"/>
                    <a:pt x="6901" y="7259"/>
                    <a:pt x="6886" y="7244"/>
                  </a:cubicBezTo>
                  <a:cubicBezTo>
                    <a:pt x="6901" y="7109"/>
                    <a:pt x="6931" y="6975"/>
                    <a:pt x="6961" y="6841"/>
                  </a:cubicBezTo>
                  <a:cubicBezTo>
                    <a:pt x="6946" y="6811"/>
                    <a:pt x="6946" y="6796"/>
                    <a:pt x="6931" y="6781"/>
                  </a:cubicBezTo>
                  <a:cubicBezTo>
                    <a:pt x="6946" y="6751"/>
                    <a:pt x="6961" y="6721"/>
                    <a:pt x="6961" y="6676"/>
                  </a:cubicBezTo>
                  <a:cubicBezTo>
                    <a:pt x="6976" y="6422"/>
                    <a:pt x="6916" y="6169"/>
                    <a:pt x="6946" y="5915"/>
                  </a:cubicBezTo>
                  <a:cubicBezTo>
                    <a:pt x="6916" y="5840"/>
                    <a:pt x="6901" y="5765"/>
                    <a:pt x="7005" y="5720"/>
                  </a:cubicBezTo>
                  <a:cubicBezTo>
                    <a:pt x="6990" y="5706"/>
                    <a:pt x="6990" y="5676"/>
                    <a:pt x="6990" y="5661"/>
                  </a:cubicBezTo>
                  <a:cubicBezTo>
                    <a:pt x="6976" y="5616"/>
                    <a:pt x="6961" y="5556"/>
                    <a:pt x="6931" y="5511"/>
                  </a:cubicBezTo>
                  <a:cubicBezTo>
                    <a:pt x="7005" y="5422"/>
                    <a:pt x="6856" y="5377"/>
                    <a:pt x="6871" y="5287"/>
                  </a:cubicBezTo>
                  <a:cubicBezTo>
                    <a:pt x="6856" y="5228"/>
                    <a:pt x="6841" y="5168"/>
                    <a:pt x="6826" y="5108"/>
                  </a:cubicBezTo>
                  <a:lnTo>
                    <a:pt x="6901" y="5108"/>
                  </a:lnTo>
                  <a:cubicBezTo>
                    <a:pt x="6911" y="5129"/>
                    <a:pt x="6921" y="5164"/>
                    <a:pt x="6942" y="5164"/>
                  </a:cubicBezTo>
                  <a:cubicBezTo>
                    <a:pt x="6951" y="5164"/>
                    <a:pt x="6962" y="5156"/>
                    <a:pt x="6976" y="5138"/>
                  </a:cubicBezTo>
                  <a:cubicBezTo>
                    <a:pt x="7005" y="5168"/>
                    <a:pt x="7035" y="5198"/>
                    <a:pt x="7080" y="5213"/>
                  </a:cubicBezTo>
                  <a:cubicBezTo>
                    <a:pt x="7259" y="5302"/>
                    <a:pt x="7319" y="5452"/>
                    <a:pt x="7289" y="5646"/>
                  </a:cubicBezTo>
                  <a:cubicBezTo>
                    <a:pt x="7259" y="5870"/>
                    <a:pt x="7304" y="6079"/>
                    <a:pt x="7289" y="6303"/>
                  </a:cubicBezTo>
                  <a:cubicBezTo>
                    <a:pt x="7274" y="6333"/>
                    <a:pt x="7379" y="6333"/>
                    <a:pt x="7319" y="6378"/>
                  </a:cubicBezTo>
                  <a:cubicBezTo>
                    <a:pt x="7274" y="6497"/>
                    <a:pt x="7289" y="6617"/>
                    <a:pt x="7319" y="6736"/>
                  </a:cubicBezTo>
                  <a:cubicBezTo>
                    <a:pt x="7357" y="6761"/>
                    <a:pt x="7395" y="6771"/>
                    <a:pt x="7433" y="6771"/>
                  </a:cubicBezTo>
                  <a:cubicBezTo>
                    <a:pt x="7484" y="6771"/>
                    <a:pt x="7536" y="6753"/>
                    <a:pt x="7588" y="6736"/>
                  </a:cubicBezTo>
                  <a:lnTo>
                    <a:pt x="7588" y="6751"/>
                  </a:lnTo>
                  <a:lnTo>
                    <a:pt x="7648" y="6751"/>
                  </a:lnTo>
                  <a:cubicBezTo>
                    <a:pt x="7648" y="6736"/>
                    <a:pt x="7648" y="6736"/>
                    <a:pt x="7648" y="6721"/>
                  </a:cubicBezTo>
                  <a:cubicBezTo>
                    <a:pt x="7663" y="6721"/>
                    <a:pt x="7677" y="6736"/>
                    <a:pt x="7677" y="6736"/>
                  </a:cubicBezTo>
                  <a:cubicBezTo>
                    <a:pt x="7707" y="6751"/>
                    <a:pt x="7733" y="6755"/>
                    <a:pt x="7760" y="6755"/>
                  </a:cubicBezTo>
                  <a:cubicBezTo>
                    <a:pt x="7786" y="6755"/>
                    <a:pt x="7812" y="6751"/>
                    <a:pt x="7842" y="6751"/>
                  </a:cubicBezTo>
                  <a:cubicBezTo>
                    <a:pt x="7842" y="6736"/>
                    <a:pt x="7857" y="6736"/>
                    <a:pt x="7872" y="6736"/>
                  </a:cubicBezTo>
                  <a:lnTo>
                    <a:pt x="7872" y="6751"/>
                  </a:lnTo>
                  <a:lnTo>
                    <a:pt x="7916" y="6736"/>
                  </a:lnTo>
                  <a:cubicBezTo>
                    <a:pt x="7931" y="6736"/>
                    <a:pt x="7946" y="6736"/>
                    <a:pt x="7961" y="6751"/>
                  </a:cubicBezTo>
                  <a:cubicBezTo>
                    <a:pt x="8051" y="6766"/>
                    <a:pt x="8155" y="6751"/>
                    <a:pt x="8245" y="6781"/>
                  </a:cubicBezTo>
                  <a:cubicBezTo>
                    <a:pt x="8268" y="6786"/>
                    <a:pt x="8293" y="6789"/>
                    <a:pt x="8317" y="6789"/>
                  </a:cubicBezTo>
                  <a:cubicBezTo>
                    <a:pt x="8372" y="6789"/>
                    <a:pt x="8428" y="6773"/>
                    <a:pt x="8469" y="6721"/>
                  </a:cubicBezTo>
                  <a:cubicBezTo>
                    <a:pt x="8514" y="6542"/>
                    <a:pt x="8499" y="6363"/>
                    <a:pt x="8589" y="6198"/>
                  </a:cubicBezTo>
                  <a:cubicBezTo>
                    <a:pt x="8589" y="6154"/>
                    <a:pt x="8559" y="6124"/>
                    <a:pt x="8574" y="6079"/>
                  </a:cubicBezTo>
                  <a:cubicBezTo>
                    <a:pt x="8574" y="6079"/>
                    <a:pt x="8574" y="6064"/>
                    <a:pt x="8574" y="6064"/>
                  </a:cubicBezTo>
                  <a:lnTo>
                    <a:pt x="8618" y="6064"/>
                  </a:lnTo>
                  <a:lnTo>
                    <a:pt x="8604" y="6004"/>
                  </a:lnTo>
                  <a:cubicBezTo>
                    <a:pt x="8604" y="5989"/>
                    <a:pt x="8618" y="5989"/>
                    <a:pt x="8618" y="5974"/>
                  </a:cubicBezTo>
                  <a:cubicBezTo>
                    <a:pt x="8663" y="5930"/>
                    <a:pt x="8708" y="5900"/>
                    <a:pt x="8768" y="5870"/>
                  </a:cubicBezTo>
                  <a:lnTo>
                    <a:pt x="8798" y="5915"/>
                  </a:lnTo>
                  <a:lnTo>
                    <a:pt x="8813" y="5915"/>
                  </a:lnTo>
                  <a:cubicBezTo>
                    <a:pt x="8828" y="5944"/>
                    <a:pt x="8857" y="5974"/>
                    <a:pt x="8872" y="6004"/>
                  </a:cubicBezTo>
                  <a:lnTo>
                    <a:pt x="8872" y="6034"/>
                  </a:lnTo>
                  <a:cubicBezTo>
                    <a:pt x="8872" y="6049"/>
                    <a:pt x="8887" y="6064"/>
                    <a:pt x="8887" y="6064"/>
                  </a:cubicBezTo>
                  <a:lnTo>
                    <a:pt x="8902" y="6064"/>
                  </a:lnTo>
                  <a:lnTo>
                    <a:pt x="8932" y="6124"/>
                  </a:lnTo>
                  <a:cubicBezTo>
                    <a:pt x="8932" y="6124"/>
                    <a:pt x="8932" y="6139"/>
                    <a:pt x="8917" y="6154"/>
                  </a:cubicBezTo>
                  <a:cubicBezTo>
                    <a:pt x="8902" y="6183"/>
                    <a:pt x="8872" y="6228"/>
                    <a:pt x="8887" y="6273"/>
                  </a:cubicBezTo>
                  <a:cubicBezTo>
                    <a:pt x="8932" y="6408"/>
                    <a:pt x="8902" y="6557"/>
                    <a:pt x="8887" y="6706"/>
                  </a:cubicBezTo>
                  <a:cubicBezTo>
                    <a:pt x="8887" y="6721"/>
                    <a:pt x="8887" y="6721"/>
                    <a:pt x="8902" y="6736"/>
                  </a:cubicBezTo>
                  <a:cubicBezTo>
                    <a:pt x="8887" y="6766"/>
                    <a:pt x="8872" y="6796"/>
                    <a:pt x="8857" y="6841"/>
                  </a:cubicBezTo>
                  <a:cubicBezTo>
                    <a:pt x="8872" y="6811"/>
                    <a:pt x="8902" y="6781"/>
                    <a:pt x="8917" y="6751"/>
                  </a:cubicBezTo>
                  <a:cubicBezTo>
                    <a:pt x="8947" y="6781"/>
                    <a:pt x="8992" y="6781"/>
                    <a:pt x="9037" y="6781"/>
                  </a:cubicBezTo>
                  <a:lnTo>
                    <a:pt x="9096" y="6781"/>
                  </a:lnTo>
                  <a:lnTo>
                    <a:pt x="9201" y="6841"/>
                  </a:lnTo>
                  <a:cubicBezTo>
                    <a:pt x="9201" y="6826"/>
                    <a:pt x="9216" y="6826"/>
                    <a:pt x="9216" y="6826"/>
                  </a:cubicBezTo>
                  <a:lnTo>
                    <a:pt x="9216" y="6826"/>
                  </a:lnTo>
                  <a:lnTo>
                    <a:pt x="9201" y="6841"/>
                  </a:lnTo>
                  <a:cubicBezTo>
                    <a:pt x="9221" y="6849"/>
                    <a:pt x="9238" y="6852"/>
                    <a:pt x="9252" y="6852"/>
                  </a:cubicBezTo>
                  <a:cubicBezTo>
                    <a:pt x="9289" y="6852"/>
                    <a:pt x="9305" y="6825"/>
                    <a:pt x="9305" y="6781"/>
                  </a:cubicBezTo>
                  <a:lnTo>
                    <a:pt x="9350" y="6781"/>
                  </a:lnTo>
                  <a:cubicBezTo>
                    <a:pt x="9515" y="6766"/>
                    <a:pt x="9679" y="6736"/>
                    <a:pt x="9843" y="6736"/>
                  </a:cubicBezTo>
                  <a:cubicBezTo>
                    <a:pt x="10187" y="6751"/>
                    <a:pt x="10530" y="6751"/>
                    <a:pt x="10889" y="6751"/>
                  </a:cubicBezTo>
                  <a:cubicBezTo>
                    <a:pt x="10933" y="6751"/>
                    <a:pt x="10978" y="6755"/>
                    <a:pt x="11023" y="6755"/>
                  </a:cubicBezTo>
                  <a:cubicBezTo>
                    <a:pt x="11068" y="6755"/>
                    <a:pt x="11113" y="6751"/>
                    <a:pt x="11158" y="6736"/>
                  </a:cubicBezTo>
                  <a:cubicBezTo>
                    <a:pt x="11158" y="6736"/>
                    <a:pt x="11172" y="6736"/>
                    <a:pt x="11172" y="6721"/>
                  </a:cubicBezTo>
                  <a:lnTo>
                    <a:pt x="11217" y="6721"/>
                  </a:lnTo>
                  <a:cubicBezTo>
                    <a:pt x="11217" y="6751"/>
                    <a:pt x="11232" y="6766"/>
                    <a:pt x="11232" y="6781"/>
                  </a:cubicBezTo>
                  <a:cubicBezTo>
                    <a:pt x="11247" y="6781"/>
                    <a:pt x="11262" y="6766"/>
                    <a:pt x="11277" y="6751"/>
                  </a:cubicBezTo>
                  <a:lnTo>
                    <a:pt x="11322" y="6751"/>
                  </a:lnTo>
                  <a:cubicBezTo>
                    <a:pt x="11337" y="6661"/>
                    <a:pt x="11411" y="6602"/>
                    <a:pt x="11367" y="6512"/>
                  </a:cubicBezTo>
                  <a:cubicBezTo>
                    <a:pt x="11352" y="6497"/>
                    <a:pt x="11352" y="6482"/>
                    <a:pt x="11352" y="6467"/>
                  </a:cubicBezTo>
                  <a:lnTo>
                    <a:pt x="11352" y="6452"/>
                  </a:lnTo>
                  <a:cubicBezTo>
                    <a:pt x="11382" y="6467"/>
                    <a:pt x="11397" y="6482"/>
                    <a:pt x="11426" y="6497"/>
                  </a:cubicBezTo>
                  <a:cubicBezTo>
                    <a:pt x="11441" y="6467"/>
                    <a:pt x="11441" y="6422"/>
                    <a:pt x="11456" y="6378"/>
                  </a:cubicBezTo>
                  <a:cubicBezTo>
                    <a:pt x="11456" y="6363"/>
                    <a:pt x="11456" y="6363"/>
                    <a:pt x="11456" y="6348"/>
                  </a:cubicBezTo>
                  <a:cubicBezTo>
                    <a:pt x="11516" y="6288"/>
                    <a:pt x="11501" y="6243"/>
                    <a:pt x="11426" y="6213"/>
                  </a:cubicBezTo>
                  <a:lnTo>
                    <a:pt x="11441" y="6213"/>
                  </a:lnTo>
                  <a:cubicBezTo>
                    <a:pt x="11441" y="6124"/>
                    <a:pt x="11426" y="6064"/>
                    <a:pt x="11411" y="5989"/>
                  </a:cubicBezTo>
                  <a:cubicBezTo>
                    <a:pt x="11411" y="5974"/>
                    <a:pt x="11411" y="5974"/>
                    <a:pt x="11411" y="5974"/>
                  </a:cubicBezTo>
                  <a:cubicBezTo>
                    <a:pt x="11411" y="5959"/>
                    <a:pt x="11426" y="5930"/>
                    <a:pt x="11426" y="5915"/>
                  </a:cubicBezTo>
                  <a:cubicBezTo>
                    <a:pt x="11439" y="5734"/>
                    <a:pt x="11430" y="5687"/>
                    <a:pt x="11351" y="5687"/>
                  </a:cubicBezTo>
                  <a:cubicBezTo>
                    <a:pt x="11338" y="5687"/>
                    <a:pt x="11323" y="5689"/>
                    <a:pt x="11307" y="5691"/>
                  </a:cubicBezTo>
                  <a:cubicBezTo>
                    <a:pt x="11307" y="5676"/>
                    <a:pt x="11322" y="5676"/>
                    <a:pt x="11322" y="5661"/>
                  </a:cubicBezTo>
                  <a:cubicBezTo>
                    <a:pt x="11322" y="5661"/>
                    <a:pt x="11322" y="5646"/>
                    <a:pt x="11322" y="5631"/>
                  </a:cubicBezTo>
                  <a:cubicBezTo>
                    <a:pt x="11339" y="5636"/>
                    <a:pt x="11358" y="5642"/>
                    <a:pt x="11374" y="5642"/>
                  </a:cubicBezTo>
                  <a:cubicBezTo>
                    <a:pt x="11401" y="5642"/>
                    <a:pt x="11421" y="5627"/>
                    <a:pt x="11411" y="5571"/>
                  </a:cubicBezTo>
                  <a:cubicBezTo>
                    <a:pt x="11411" y="5526"/>
                    <a:pt x="11441" y="5481"/>
                    <a:pt x="11456" y="5437"/>
                  </a:cubicBezTo>
                  <a:cubicBezTo>
                    <a:pt x="11456" y="5407"/>
                    <a:pt x="11441" y="5377"/>
                    <a:pt x="11426" y="5347"/>
                  </a:cubicBezTo>
                  <a:lnTo>
                    <a:pt x="11441" y="5347"/>
                  </a:lnTo>
                  <a:lnTo>
                    <a:pt x="11352" y="5302"/>
                  </a:lnTo>
                  <a:lnTo>
                    <a:pt x="11352" y="5287"/>
                  </a:lnTo>
                  <a:cubicBezTo>
                    <a:pt x="11352" y="5272"/>
                    <a:pt x="11352" y="5257"/>
                    <a:pt x="11337" y="5257"/>
                  </a:cubicBezTo>
                  <a:cubicBezTo>
                    <a:pt x="11322" y="5228"/>
                    <a:pt x="11277" y="5228"/>
                    <a:pt x="11262" y="5183"/>
                  </a:cubicBezTo>
                  <a:cubicBezTo>
                    <a:pt x="11262" y="5168"/>
                    <a:pt x="11262" y="5138"/>
                    <a:pt x="11247" y="5108"/>
                  </a:cubicBezTo>
                  <a:lnTo>
                    <a:pt x="11247" y="5108"/>
                  </a:lnTo>
                  <a:cubicBezTo>
                    <a:pt x="11268" y="5113"/>
                    <a:pt x="11291" y="5119"/>
                    <a:pt x="11311" y="5119"/>
                  </a:cubicBezTo>
                  <a:cubicBezTo>
                    <a:pt x="11348" y="5119"/>
                    <a:pt x="11376" y="5101"/>
                    <a:pt x="11367" y="5033"/>
                  </a:cubicBezTo>
                  <a:cubicBezTo>
                    <a:pt x="11411" y="4989"/>
                    <a:pt x="11456" y="4959"/>
                    <a:pt x="11501" y="4914"/>
                  </a:cubicBezTo>
                  <a:cubicBezTo>
                    <a:pt x="11486" y="4899"/>
                    <a:pt x="11486" y="4884"/>
                    <a:pt x="11471" y="4869"/>
                  </a:cubicBezTo>
                  <a:cubicBezTo>
                    <a:pt x="11456" y="4869"/>
                    <a:pt x="11441" y="4869"/>
                    <a:pt x="11426" y="4854"/>
                  </a:cubicBezTo>
                  <a:cubicBezTo>
                    <a:pt x="11441" y="4839"/>
                    <a:pt x="11456" y="4839"/>
                    <a:pt x="11471" y="4824"/>
                  </a:cubicBezTo>
                  <a:cubicBezTo>
                    <a:pt x="11486" y="4780"/>
                    <a:pt x="11456" y="4780"/>
                    <a:pt x="11426" y="4765"/>
                  </a:cubicBezTo>
                  <a:lnTo>
                    <a:pt x="11411" y="4765"/>
                  </a:lnTo>
                  <a:cubicBezTo>
                    <a:pt x="11426" y="4720"/>
                    <a:pt x="11471" y="4690"/>
                    <a:pt x="11501" y="4645"/>
                  </a:cubicBezTo>
                  <a:cubicBezTo>
                    <a:pt x="11501" y="4645"/>
                    <a:pt x="11501" y="4630"/>
                    <a:pt x="11501" y="4630"/>
                  </a:cubicBezTo>
                  <a:cubicBezTo>
                    <a:pt x="11486" y="4615"/>
                    <a:pt x="11486" y="4615"/>
                    <a:pt x="11471" y="4600"/>
                  </a:cubicBezTo>
                  <a:cubicBezTo>
                    <a:pt x="11456" y="4600"/>
                    <a:pt x="11441" y="4600"/>
                    <a:pt x="11426" y="4585"/>
                  </a:cubicBezTo>
                  <a:cubicBezTo>
                    <a:pt x="11441" y="4585"/>
                    <a:pt x="11456" y="4585"/>
                    <a:pt x="11471" y="4555"/>
                  </a:cubicBezTo>
                  <a:cubicBezTo>
                    <a:pt x="11471" y="4526"/>
                    <a:pt x="11471" y="4481"/>
                    <a:pt x="11471" y="4451"/>
                  </a:cubicBezTo>
                  <a:cubicBezTo>
                    <a:pt x="11456" y="4421"/>
                    <a:pt x="11441" y="4406"/>
                    <a:pt x="11426" y="4391"/>
                  </a:cubicBezTo>
                  <a:cubicBezTo>
                    <a:pt x="11426" y="4376"/>
                    <a:pt x="11426" y="4376"/>
                    <a:pt x="11411" y="4361"/>
                  </a:cubicBezTo>
                  <a:cubicBezTo>
                    <a:pt x="11411" y="4361"/>
                    <a:pt x="11397" y="4346"/>
                    <a:pt x="11382" y="4331"/>
                  </a:cubicBezTo>
                  <a:cubicBezTo>
                    <a:pt x="11397" y="4316"/>
                    <a:pt x="11397" y="4302"/>
                    <a:pt x="11397" y="4287"/>
                  </a:cubicBezTo>
                  <a:cubicBezTo>
                    <a:pt x="11501" y="4227"/>
                    <a:pt x="11501" y="4182"/>
                    <a:pt x="11397" y="4107"/>
                  </a:cubicBezTo>
                  <a:cubicBezTo>
                    <a:pt x="11367" y="4107"/>
                    <a:pt x="11352" y="4122"/>
                    <a:pt x="11337" y="4137"/>
                  </a:cubicBezTo>
                  <a:cubicBezTo>
                    <a:pt x="11337" y="4137"/>
                    <a:pt x="11337" y="4152"/>
                    <a:pt x="11337" y="4152"/>
                  </a:cubicBezTo>
                  <a:lnTo>
                    <a:pt x="11307" y="4167"/>
                  </a:lnTo>
                  <a:cubicBezTo>
                    <a:pt x="11322" y="4122"/>
                    <a:pt x="11352" y="4107"/>
                    <a:pt x="11367" y="4078"/>
                  </a:cubicBezTo>
                  <a:cubicBezTo>
                    <a:pt x="11367" y="4085"/>
                    <a:pt x="11370" y="4089"/>
                    <a:pt x="11374" y="4089"/>
                  </a:cubicBezTo>
                  <a:cubicBezTo>
                    <a:pt x="11378" y="4089"/>
                    <a:pt x="11382" y="4085"/>
                    <a:pt x="11382" y="4078"/>
                  </a:cubicBezTo>
                  <a:cubicBezTo>
                    <a:pt x="11382" y="4018"/>
                    <a:pt x="11397" y="3958"/>
                    <a:pt x="11397" y="3913"/>
                  </a:cubicBezTo>
                  <a:lnTo>
                    <a:pt x="11337" y="3913"/>
                  </a:lnTo>
                  <a:cubicBezTo>
                    <a:pt x="11337" y="3883"/>
                    <a:pt x="11337" y="3868"/>
                    <a:pt x="11337" y="3853"/>
                  </a:cubicBezTo>
                  <a:cubicBezTo>
                    <a:pt x="11307" y="3853"/>
                    <a:pt x="11292" y="3868"/>
                    <a:pt x="11262" y="3868"/>
                  </a:cubicBezTo>
                  <a:cubicBezTo>
                    <a:pt x="11262" y="3853"/>
                    <a:pt x="11262" y="3853"/>
                    <a:pt x="11262" y="3839"/>
                  </a:cubicBezTo>
                  <a:cubicBezTo>
                    <a:pt x="11247" y="3824"/>
                    <a:pt x="11232" y="3794"/>
                    <a:pt x="11232" y="3764"/>
                  </a:cubicBezTo>
                  <a:cubicBezTo>
                    <a:pt x="11247" y="3749"/>
                    <a:pt x="11247" y="3749"/>
                    <a:pt x="11247" y="3734"/>
                  </a:cubicBezTo>
                  <a:lnTo>
                    <a:pt x="11292" y="3734"/>
                  </a:lnTo>
                  <a:cubicBezTo>
                    <a:pt x="11292" y="3704"/>
                    <a:pt x="11277" y="3674"/>
                    <a:pt x="11277" y="3644"/>
                  </a:cubicBezTo>
                  <a:cubicBezTo>
                    <a:pt x="11277" y="3644"/>
                    <a:pt x="11277" y="3629"/>
                    <a:pt x="11277" y="3615"/>
                  </a:cubicBezTo>
                  <a:cubicBezTo>
                    <a:pt x="11292" y="3585"/>
                    <a:pt x="11322" y="3555"/>
                    <a:pt x="11352" y="3525"/>
                  </a:cubicBezTo>
                  <a:cubicBezTo>
                    <a:pt x="11307" y="3495"/>
                    <a:pt x="11367" y="3405"/>
                    <a:pt x="11277" y="3390"/>
                  </a:cubicBezTo>
                  <a:cubicBezTo>
                    <a:pt x="11277" y="3376"/>
                    <a:pt x="11277" y="3376"/>
                    <a:pt x="11277" y="3361"/>
                  </a:cubicBezTo>
                  <a:cubicBezTo>
                    <a:pt x="11232" y="3346"/>
                    <a:pt x="11202" y="3316"/>
                    <a:pt x="11158" y="3301"/>
                  </a:cubicBezTo>
                  <a:cubicBezTo>
                    <a:pt x="11202" y="3271"/>
                    <a:pt x="11232" y="3241"/>
                    <a:pt x="11277" y="3211"/>
                  </a:cubicBezTo>
                  <a:cubicBezTo>
                    <a:pt x="11322" y="3226"/>
                    <a:pt x="11352" y="3241"/>
                    <a:pt x="11397" y="3241"/>
                  </a:cubicBezTo>
                  <a:cubicBezTo>
                    <a:pt x="11397" y="3241"/>
                    <a:pt x="11397" y="3226"/>
                    <a:pt x="11397" y="3226"/>
                  </a:cubicBezTo>
                  <a:cubicBezTo>
                    <a:pt x="11426" y="3211"/>
                    <a:pt x="11441" y="3211"/>
                    <a:pt x="11471" y="3196"/>
                  </a:cubicBezTo>
                  <a:cubicBezTo>
                    <a:pt x="11456" y="3181"/>
                    <a:pt x="11456" y="3151"/>
                    <a:pt x="11441" y="3151"/>
                  </a:cubicBezTo>
                  <a:cubicBezTo>
                    <a:pt x="11411" y="3137"/>
                    <a:pt x="11367" y="3137"/>
                    <a:pt x="11337" y="3137"/>
                  </a:cubicBezTo>
                  <a:cubicBezTo>
                    <a:pt x="11322" y="3107"/>
                    <a:pt x="11307" y="3077"/>
                    <a:pt x="11292" y="3047"/>
                  </a:cubicBezTo>
                  <a:lnTo>
                    <a:pt x="11307" y="3047"/>
                  </a:lnTo>
                  <a:cubicBezTo>
                    <a:pt x="11307" y="3032"/>
                    <a:pt x="11307" y="3002"/>
                    <a:pt x="11307" y="2987"/>
                  </a:cubicBezTo>
                  <a:cubicBezTo>
                    <a:pt x="11331" y="2991"/>
                    <a:pt x="11355" y="2994"/>
                    <a:pt x="11377" y="2994"/>
                  </a:cubicBezTo>
                  <a:cubicBezTo>
                    <a:pt x="11434" y="2994"/>
                    <a:pt x="11479" y="2973"/>
                    <a:pt x="11501" y="2898"/>
                  </a:cubicBezTo>
                  <a:cubicBezTo>
                    <a:pt x="11471" y="2853"/>
                    <a:pt x="11441" y="2808"/>
                    <a:pt x="11411" y="2763"/>
                  </a:cubicBezTo>
                  <a:cubicBezTo>
                    <a:pt x="11426" y="2733"/>
                    <a:pt x="11441" y="2718"/>
                    <a:pt x="11441" y="2703"/>
                  </a:cubicBezTo>
                  <a:cubicBezTo>
                    <a:pt x="11426" y="2688"/>
                    <a:pt x="11411" y="2674"/>
                    <a:pt x="11382" y="2674"/>
                  </a:cubicBezTo>
                  <a:cubicBezTo>
                    <a:pt x="11382" y="2703"/>
                    <a:pt x="11382" y="2733"/>
                    <a:pt x="11397" y="2763"/>
                  </a:cubicBezTo>
                  <a:cubicBezTo>
                    <a:pt x="11367" y="2823"/>
                    <a:pt x="11337" y="2898"/>
                    <a:pt x="11307" y="2957"/>
                  </a:cubicBezTo>
                  <a:lnTo>
                    <a:pt x="11277" y="2957"/>
                  </a:lnTo>
                  <a:cubicBezTo>
                    <a:pt x="11272" y="2962"/>
                    <a:pt x="11265" y="2964"/>
                    <a:pt x="11258" y="2964"/>
                  </a:cubicBezTo>
                  <a:cubicBezTo>
                    <a:pt x="11244" y="2964"/>
                    <a:pt x="11227" y="2957"/>
                    <a:pt x="11217" y="2957"/>
                  </a:cubicBezTo>
                  <a:lnTo>
                    <a:pt x="11277" y="2957"/>
                  </a:lnTo>
                  <a:cubicBezTo>
                    <a:pt x="11262" y="2942"/>
                    <a:pt x="11232" y="2942"/>
                    <a:pt x="11217" y="2927"/>
                  </a:cubicBezTo>
                  <a:cubicBezTo>
                    <a:pt x="11202" y="2898"/>
                    <a:pt x="11187" y="2898"/>
                    <a:pt x="11172" y="2898"/>
                  </a:cubicBezTo>
                  <a:cubicBezTo>
                    <a:pt x="11172" y="2898"/>
                    <a:pt x="11172" y="2883"/>
                    <a:pt x="11172" y="2883"/>
                  </a:cubicBezTo>
                  <a:cubicBezTo>
                    <a:pt x="11202" y="2883"/>
                    <a:pt x="11217" y="2883"/>
                    <a:pt x="11247" y="2868"/>
                  </a:cubicBezTo>
                  <a:cubicBezTo>
                    <a:pt x="11247" y="2838"/>
                    <a:pt x="11247" y="2808"/>
                    <a:pt x="11247" y="2778"/>
                  </a:cubicBezTo>
                  <a:cubicBezTo>
                    <a:pt x="11225" y="2763"/>
                    <a:pt x="11206" y="2759"/>
                    <a:pt x="11187" y="2759"/>
                  </a:cubicBezTo>
                  <a:cubicBezTo>
                    <a:pt x="11169" y="2759"/>
                    <a:pt x="11150" y="2763"/>
                    <a:pt x="11128" y="2763"/>
                  </a:cubicBezTo>
                  <a:cubicBezTo>
                    <a:pt x="11143" y="2748"/>
                    <a:pt x="11158" y="2718"/>
                    <a:pt x="11158" y="2688"/>
                  </a:cubicBezTo>
                  <a:cubicBezTo>
                    <a:pt x="11143" y="2659"/>
                    <a:pt x="11128" y="2644"/>
                    <a:pt x="11113" y="2614"/>
                  </a:cubicBezTo>
                  <a:lnTo>
                    <a:pt x="11113" y="2614"/>
                  </a:lnTo>
                  <a:lnTo>
                    <a:pt x="11172" y="2629"/>
                  </a:lnTo>
                  <a:cubicBezTo>
                    <a:pt x="11172" y="2614"/>
                    <a:pt x="11172" y="2584"/>
                    <a:pt x="11172" y="2569"/>
                  </a:cubicBezTo>
                  <a:cubicBezTo>
                    <a:pt x="11202" y="2569"/>
                    <a:pt x="11247" y="2554"/>
                    <a:pt x="11277" y="2554"/>
                  </a:cubicBezTo>
                  <a:cubicBezTo>
                    <a:pt x="11268" y="2492"/>
                    <a:pt x="11244" y="2472"/>
                    <a:pt x="11210" y="2472"/>
                  </a:cubicBezTo>
                  <a:cubicBezTo>
                    <a:pt x="11186" y="2472"/>
                    <a:pt x="11158" y="2482"/>
                    <a:pt x="11128" y="2494"/>
                  </a:cubicBezTo>
                  <a:cubicBezTo>
                    <a:pt x="11154" y="2468"/>
                    <a:pt x="11169" y="2430"/>
                    <a:pt x="11182" y="2390"/>
                  </a:cubicBezTo>
                  <a:lnTo>
                    <a:pt x="11182" y="2390"/>
                  </a:lnTo>
                  <a:cubicBezTo>
                    <a:pt x="11169" y="2393"/>
                    <a:pt x="11154" y="2405"/>
                    <a:pt x="11128" y="2405"/>
                  </a:cubicBezTo>
                  <a:cubicBezTo>
                    <a:pt x="11113" y="2420"/>
                    <a:pt x="11113" y="2435"/>
                    <a:pt x="11098" y="2435"/>
                  </a:cubicBezTo>
                  <a:lnTo>
                    <a:pt x="11083" y="2464"/>
                  </a:lnTo>
                  <a:cubicBezTo>
                    <a:pt x="11060" y="2450"/>
                    <a:pt x="11042" y="2446"/>
                    <a:pt x="11023" y="2446"/>
                  </a:cubicBezTo>
                  <a:cubicBezTo>
                    <a:pt x="11004" y="2446"/>
                    <a:pt x="10986" y="2450"/>
                    <a:pt x="10963" y="2450"/>
                  </a:cubicBezTo>
                  <a:cubicBezTo>
                    <a:pt x="10963" y="2450"/>
                    <a:pt x="10948" y="2435"/>
                    <a:pt x="10948" y="2435"/>
                  </a:cubicBezTo>
                  <a:lnTo>
                    <a:pt x="10933" y="2390"/>
                  </a:lnTo>
                  <a:lnTo>
                    <a:pt x="11023" y="2360"/>
                  </a:lnTo>
                  <a:cubicBezTo>
                    <a:pt x="11008" y="2330"/>
                    <a:pt x="10993" y="2300"/>
                    <a:pt x="10993" y="2270"/>
                  </a:cubicBezTo>
                  <a:lnTo>
                    <a:pt x="11008" y="2270"/>
                  </a:lnTo>
                  <a:cubicBezTo>
                    <a:pt x="11053" y="2225"/>
                    <a:pt x="11023" y="2196"/>
                    <a:pt x="10978" y="2181"/>
                  </a:cubicBezTo>
                  <a:lnTo>
                    <a:pt x="10933" y="2181"/>
                  </a:lnTo>
                  <a:cubicBezTo>
                    <a:pt x="10859" y="2211"/>
                    <a:pt x="10844" y="2255"/>
                    <a:pt x="10904" y="2300"/>
                  </a:cubicBezTo>
                  <a:cubicBezTo>
                    <a:pt x="10889" y="2315"/>
                    <a:pt x="10889" y="2315"/>
                    <a:pt x="10889" y="2330"/>
                  </a:cubicBezTo>
                  <a:lnTo>
                    <a:pt x="10859" y="2360"/>
                  </a:lnTo>
                  <a:lnTo>
                    <a:pt x="10844" y="2360"/>
                  </a:lnTo>
                  <a:cubicBezTo>
                    <a:pt x="10814" y="2375"/>
                    <a:pt x="10784" y="2390"/>
                    <a:pt x="10739" y="2405"/>
                  </a:cubicBezTo>
                  <a:cubicBezTo>
                    <a:pt x="10754" y="2390"/>
                    <a:pt x="10769" y="2360"/>
                    <a:pt x="10769" y="2330"/>
                  </a:cubicBezTo>
                  <a:lnTo>
                    <a:pt x="10814" y="2270"/>
                  </a:lnTo>
                  <a:lnTo>
                    <a:pt x="10754" y="2270"/>
                  </a:lnTo>
                  <a:cubicBezTo>
                    <a:pt x="10754" y="2270"/>
                    <a:pt x="10739" y="2255"/>
                    <a:pt x="10739" y="2255"/>
                  </a:cubicBezTo>
                  <a:cubicBezTo>
                    <a:pt x="10739" y="2255"/>
                    <a:pt x="10724" y="2240"/>
                    <a:pt x="10709" y="2240"/>
                  </a:cubicBezTo>
                  <a:cubicBezTo>
                    <a:pt x="10739" y="2225"/>
                    <a:pt x="10754" y="2225"/>
                    <a:pt x="10769" y="2211"/>
                  </a:cubicBezTo>
                  <a:cubicBezTo>
                    <a:pt x="10754" y="2196"/>
                    <a:pt x="10739" y="2166"/>
                    <a:pt x="10739" y="2151"/>
                  </a:cubicBezTo>
                  <a:cubicBezTo>
                    <a:pt x="10724" y="2136"/>
                    <a:pt x="10724" y="2136"/>
                    <a:pt x="10724" y="2121"/>
                  </a:cubicBezTo>
                  <a:cubicBezTo>
                    <a:pt x="10739" y="2121"/>
                    <a:pt x="10769" y="2106"/>
                    <a:pt x="10784" y="2091"/>
                  </a:cubicBezTo>
                  <a:cubicBezTo>
                    <a:pt x="10769" y="2076"/>
                    <a:pt x="10769" y="2076"/>
                    <a:pt x="10754" y="2061"/>
                  </a:cubicBezTo>
                  <a:cubicBezTo>
                    <a:pt x="10739" y="2076"/>
                    <a:pt x="10724" y="2091"/>
                    <a:pt x="10709" y="2121"/>
                  </a:cubicBezTo>
                  <a:cubicBezTo>
                    <a:pt x="10704" y="2116"/>
                    <a:pt x="10699" y="2114"/>
                    <a:pt x="10695" y="2114"/>
                  </a:cubicBezTo>
                  <a:cubicBezTo>
                    <a:pt x="10685" y="2114"/>
                    <a:pt x="10675" y="2121"/>
                    <a:pt x="10665" y="2121"/>
                  </a:cubicBezTo>
                  <a:cubicBezTo>
                    <a:pt x="10650" y="2121"/>
                    <a:pt x="10650" y="2121"/>
                    <a:pt x="10650" y="2136"/>
                  </a:cubicBezTo>
                  <a:cubicBezTo>
                    <a:pt x="10635" y="2106"/>
                    <a:pt x="10635" y="2076"/>
                    <a:pt x="10620" y="2061"/>
                  </a:cubicBezTo>
                  <a:lnTo>
                    <a:pt x="10620" y="2061"/>
                  </a:lnTo>
                  <a:cubicBezTo>
                    <a:pt x="10630" y="2065"/>
                    <a:pt x="10641" y="2067"/>
                    <a:pt x="10652" y="2067"/>
                  </a:cubicBezTo>
                  <a:cubicBezTo>
                    <a:pt x="10686" y="2067"/>
                    <a:pt x="10720" y="2047"/>
                    <a:pt x="10754" y="2001"/>
                  </a:cubicBezTo>
                  <a:lnTo>
                    <a:pt x="10754" y="1986"/>
                  </a:lnTo>
                  <a:cubicBezTo>
                    <a:pt x="10769" y="2001"/>
                    <a:pt x="10799" y="2016"/>
                    <a:pt x="10814" y="2016"/>
                  </a:cubicBezTo>
                  <a:cubicBezTo>
                    <a:pt x="10844" y="2031"/>
                    <a:pt x="10874" y="2046"/>
                    <a:pt x="10904" y="2076"/>
                  </a:cubicBezTo>
                  <a:cubicBezTo>
                    <a:pt x="10920" y="2020"/>
                    <a:pt x="10905" y="2007"/>
                    <a:pt x="10884" y="2007"/>
                  </a:cubicBezTo>
                  <a:cubicBezTo>
                    <a:pt x="10866" y="2007"/>
                    <a:pt x="10843" y="2016"/>
                    <a:pt x="10829" y="2016"/>
                  </a:cubicBezTo>
                  <a:lnTo>
                    <a:pt x="10829" y="2001"/>
                  </a:lnTo>
                  <a:cubicBezTo>
                    <a:pt x="10874" y="1986"/>
                    <a:pt x="10889" y="1957"/>
                    <a:pt x="10904" y="1912"/>
                  </a:cubicBezTo>
                  <a:cubicBezTo>
                    <a:pt x="10904" y="1912"/>
                    <a:pt x="10904" y="1897"/>
                    <a:pt x="10889" y="1882"/>
                  </a:cubicBezTo>
                  <a:cubicBezTo>
                    <a:pt x="10874" y="1837"/>
                    <a:pt x="10829" y="1837"/>
                    <a:pt x="10799" y="1807"/>
                  </a:cubicBezTo>
                  <a:cubicBezTo>
                    <a:pt x="10799" y="1807"/>
                    <a:pt x="10799" y="1792"/>
                    <a:pt x="10799" y="1792"/>
                  </a:cubicBezTo>
                  <a:lnTo>
                    <a:pt x="10844" y="1777"/>
                  </a:lnTo>
                  <a:cubicBezTo>
                    <a:pt x="10904" y="1792"/>
                    <a:pt x="10963" y="1792"/>
                    <a:pt x="11008" y="1807"/>
                  </a:cubicBezTo>
                  <a:lnTo>
                    <a:pt x="11023" y="1807"/>
                  </a:lnTo>
                  <a:cubicBezTo>
                    <a:pt x="11023" y="1807"/>
                    <a:pt x="11023" y="1822"/>
                    <a:pt x="11023" y="1822"/>
                  </a:cubicBezTo>
                  <a:lnTo>
                    <a:pt x="11098" y="1852"/>
                  </a:lnTo>
                  <a:cubicBezTo>
                    <a:pt x="11083" y="1837"/>
                    <a:pt x="11068" y="1822"/>
                    <a:pt x="11053" y="1807"/>
                  </a:cubicBezTo>
                  <a:cubicBezTo>
                    <a:pt x="11038" y="1792"/>
                    <a:pt x="11023" y="1792"/>
                    <a:pt x="11023" y="1777"/>
                  </a:cubicBezTo>
                  <a:cubicBezTo>
                    <a:pt x="10963" y="1762"/>
                    <a:pt x="10904" y="1762"/>
                    <a:pt x="10859" y="1748"/>
                  </a:cubicBezTo>
                  <a:lnTo>
                    <a:pt x="10874" y="1748"/>
                  </a:lnTo>
                  <a:cubicBezTo>
                    <a:pt x="10889" y="1718"/>
                    <a:pt x="10889" y="1688"/>
                    <a:pt x="10904" y="1673"/>
                  </a:cubicBezTo>
                  <a:cubicBezTo>
                    <a:pt x="10928" y="1681"/>
                    <a:pt x="10951" y="1697"/>
                    <a:pt x="10971" y="1697"/>
                  </a:cubicBezTo>
                  <a:cubicBezTo>
                    <a:pt x="10988" y="1697"/>
                    <a:pt x="11001" y="1685"/>
                    <a:pt x="11008" y="1643"/>
                  </a:cubicBezTo>
                  <a:cubicBezTo>
                    <a:pt x="10993" y="1628"/>
                    <a:pt x="10978" y="1628"/>
                    <a:pt x="10963" y="1628"/>
                  </a:cubicBezTo>
                  <a:cubicBezTo>
                    <a:pt x="10933" y="1643"/>
                    <a:pt x="10919" y="1643"/>
                    <a:pt x="10904" y="1658"/>
                  </a:cubicBezTo>
                  <a:cubicBezTo>
                    <a:pt x="10919" y="1628"/>
                    <a:pt x="10919" y="1613"/>
                    <a:pt x="10919" y="1598"/>
                  </a:cubicBezTo>
                  <a:cubicBezTo>
                    <a:pt x="10933" y="1598"/>
                    <a:pt x="10948" y="1598"/>
                    <a:pt x="10963" y="1583"/>
                  </a:cubicBezTo>
                  <a:cubicBezTo>
                    <a:pt x="10993" y="1568"/>
                    <a:pt x="10978" y="1538"/>
                    <a:pt x="10993" y="1509"/>
                  </a:cubicBezTo>
                  <a:cubicBezTo>
                    <a:pt x="10993" y="1553"/>
                    <a:pt x="10993" y="1583"/>
                    <a:pt x="11053" y="1598"/>
                  </a:cubicBezTo>
                  <a:cubicBezTo>
                    <a:pt x="11053" y="1553"/>
                    <a:pt x="11068" y="1494"/>
                    <a:pt x="11083" y="1434"/>
                  </a:cubicBezTo>
                  <a:cubicBezTo>
                    <a:pt x="11158" y="1314"/>
                    <a:pt x="11068" y="1135"/>
                    <a:pt x="10904" y="1090"/>
                  </a:cubicBezTo>
                  <a:cubicBezTo>
                    <a:pt x="10859" y="1075"/>
                    <a:pt x="10829" y="1060"/>
                    <a:pt x="10799" y="1060"/>
                  </a:cubicBezTo>
                  <a:lnTo>
                    <a:pt x="10799" y="1046"/>
                  </a:lnTo>
                  <a:cubicBezTo>
                    <a:pt x="10784" y="1031"/>
                    <a:pt x="10769" y="1016"/>
                    <a:pt x="10769" y="1001"/>
                  </a:cubicBezTo>
                  <a:cubicBezTo>
                    <a:pt x="10695" y="986"/>
                    <a:pt x="10650" y="926"/>
                    <a:pt x="10620" y="866"/>
                  </a:cubicBezTo>
                  <a:cubicBezTo>
                    <a:pt x="10605" y="836"/>
                    <a:pt x="10575" y="822"/>
                    <a:pt x="10545" y="822"/>
                  </a:cubicBezTo>
                  <a:cubicBezTo>
                    <a:pt x="10560" y="807"/>
                    <a:pt x="10575" y="792"/>
                    <a:pt x="10560" y="777"/>
                  </a:cubicBezTo>
                  <a:cubicBezTo>
                    <a:pt x="10530" y="747"/>
                    <a:pt x="10500" y="732"/>
                    <a:pt x="10470" y="717"/>
                  </a:cubicBezTo>
                  <a:cubicBezTo>
                    <a:pt x="10515" y="702"/>
                    <a:pt x="10560" y="702"/>
                    <a:pt x="10605" y="687"/>
                  </a:cubicBezTo>
                  <a:cubicBezTo>
                    <a:pt x="10560" y="612"/>
                    <a:pt x="10411" y="657"/>
                    <a:pt x="10441" y="523"/>
                  </a:cubicBezTo>
                  <a:lnTo>
                    <a:pt x="10441" y="523"/>
                  </a:lnTo>
                  <a:cubicBezTo>
                    <a:pt x="10426" y="568"/>
                    <a:pt x="10426" y="627"/>
                    <a:pt x="10411" y="687"/>
                  </a:cubicBezTo>
                  <a:lnTo>
                    <a:pt x="10366" y="657"/>
                  </a:lnTo>
                  <a:cubicBezTo>
                    <a:pt x="10351" y="642"/>
                    <a:pt x="10351" y="642"/>
                    <a:pt x="10336" y="642"/>
                  </a:cubicBezTo>
                  <a:cubicBezTo>
                    <a:pt x="10321" y="657"/>
                    <a:pt x="10306" y="657"/>
                    <a:pt x="10291" y="672"/>
                  </a:cubicBezTo>
                  <a:cubicBezTo>
                    <a:pt x="10261" y="672"/>
                    <a:pt x="10232" y="687"/>
                    <a:pt x="10217" y="687"/>
                  </a:cubicBezTo>
                  <a:lnTo>
                    <a:pt x="10157" y="597"/>
                  </a:lnTo>
                  <a:cubicBezTo>
                    <a:pt x="10127" y="597"/>
                    <a:pt x="10097" y="597"/>
                    <a:pt x="10067" y="612"/>
                  </a:cubicBezTo>
                  <a:cubicBezTo>
                    <a:pt x="10036" y="581"/>
                    <a:pt x="10013" y="529"/>
                    <a:pt x="9976" y="529"/>
                  </a:cubicBezTo>
                  <a:cubicBezTo>
                    <a:pt x="9960" y="529"/>
                    <a:pt x="9941" y="540"/>
                    <a:pt x="9918" y="568"/>
                  </a:cubicBezTo>
                  <a:cubicBezTo>
                    <a:pt x="9918" y="597"/>
                    <a:pt x="9933" y="627"/>
                    <a:pt x="9948" y="642"/>
                  </a:cubicBezTo>
                  <a:cubicBezTo>
                    <a:pt x="9933" y="642"/>
                    <a:pt x="9918" y="627"/>
                    <a:pt x="9888" y="627"/>
                  </a:cubicBezTo>
                  <a:cubicBezTo>
                    <a:pt x="9888" y="612"/>
                    <a:pt x="9888" y="597"/>
                    <a:pt x="9888" y="583"/>
                  </a:cubicBezTo>
                  <a:cubicBezTo>
                    <a:pt x="9903" y="583"/>
                    <a:pt x="9918" y="553"/>
                    <a:pt x="9918" y="538"/>
                  </a:cubicBezTo>
                  <a:cubicBezTo>
                    <a:pt x="9918" y="523"/>
                    <a:pt x="9918" y="508"/>
                    <a:pt x="9918" y="493"/>
                  </a:cubicBezTo>
                  <a:cubicBezTo>
                    <a:pt x="9888" y="493"/>
                    <a:pt x="9843" y="508"/>
                    <a:pt x="9813" y="508"/>
                  </a:cubicBezTo>
                  <a:cubicBezTo>
                    <a:pt x="9709" y="478"/>
                    <a:pt x="9619" y="463"/>
                    <a:pt x="9515" y="433"/>
                  </a:cubicBezTo>
                  <a:cubicBezTo>
                    <a:pt x="9507" y="441"/>
                    <a:pt x="9496" y="441"/>
                    <a:pt x="9485" y="441"/>
                  </a:cubicBezTo>
                  <a:cubicBezTo>
                    <a:pt x="9474" y="441"/>
                    <a:pt x="9462" y="441"/>
                    <a:pt x="9455" y="448"/>
                  </a:cubicBezTo>
                  <a:lnTo>
                    <a:pt x="9455" y="463"/>
                  </a:lnTo>
                  <a:lnTo>
                    <a:pt x="9440" y="463"/>
                  </a:lnTo>
                  <a:cubicBezTo>
                    <a:pt x="9455" y="448"/>
                    <a:pt x="9455" y="433"/>
                    <a:pt x="9455" y="418"/>
                  </a:cubicBezTo>
                  <a:cubicBezTo>
                    <a:pt x="9444" y="390"/>
                    <a:pt x="9424" y="383"/>
                    <a:pt x="9401" y="383"/>
                  </a:cubicBezTo>
                  <a:cubicBezTo>
                    <a:pt x="9380" y="383"/>
                    <a:pt x="9356" y="389"/>
                    <a:pt x="9334" y="389"/>
                  </a:cubicBezTo>
                  <a:cubicBezTo>
                    <a:pt x="9318" y="389"/>
                    <a:pt x="9303" y="385"/>
                    <a:pt x="9291" y="373"/>
                  </a:cubicBezTo>
                  <a:lnTo>
                    <a:pt x="9081" y="373"/>
                  </a:lnTo>
                  <a:cubicBezTo>
                    <a:pt x="9022" y="344"/>
                    <a:pt x="8947" y="314"/>
                    <a:pt x="8887" y="284"/>
                  </a:cubicBezTo>
                  <a:cubicBezTo>
                    <a:pt x="8857" y="314"/>
                    <a:pt x="8828" y="344"/>
                    <a:pt x="8842" y="388"/>
                  </a:cubicBezTo>
                  <a:cubicBezTo>
                    <a:pt x="8857" y="418"/>
                    <a:pt x="8872" y="433"/>
                    <a:pt x="8887" y="463"/>
                  </a:cubicBezTo>
                  <a:cubicBezTo>
                    <a:pt x="8902" y="478"/>
                    <a:pt x="8902" y="478"/>
                    <a:pt x="8917" y="493"/>
                  </a:cubicBezTo>
                  <a:cubicBezTo>
                    <a:pt x="8902" y="485"/>
                    <a:pt x="8887" y="485"/>
                    <a:pt x="8872" y="485"/>
                  </a:cubicBezTo>
                  <a:cubicBezTo>
                    <a:pt x="8857" y="485"/>
                    <a:pt x="8842" y="485"/>
                    <a:pt x="8828" y="478"/>
                  </a:cubicBezTo>
                  <a:cubicBezTo>
                    <a:pt x="8828" y="433"/>
                    <a:pt x="8828" y="388"/>
                    <a:pt x="8768" y="373"/>
                  </a:cubicBezTo>
                  <a:cubicBezTo>
                    <a:pt x="8753" y="388"/>
                    <a:pt x="8738" y="388"/>
                    <a:pt x="8723" y="403"/>
                  </a:cubicBezTo>
                  <a:cubicBezTo>
                    <a:pt x="8723" y="418"/>
                    <a:pt x="8723" y="433"/>
                    <a:pt x="8723" y="448"/>
                  </a:cubicBezTo>
                  <a:cubicBezTo>
                    <a:pt x="8723" y="433"/>
                    <a:pt x="8708" y="418"/>
                    <a:pt x="8693" y="403"/>
                  </a:cubicBezTo>
                  <a:cubicBezTo>
                    <a:pt x="8678" y="373"/>
                    <a:pt x="8663" y="358"/>
                    <a:pt x="8663" y="344"/>
                  </a:cubicBezTo>
                  <a:cubicBezTo>
                    <a:pt x="8663" y="329"/>
                    <a:pt x="8648" y="329"/>
                    <a:pt x="8648" y="314"/>
                  </a:cubicBezTo>
                  <a:cubicBezTo>
                    <a:pt x="8660" y="314"/>
                    <a:pt x="8672" y="316"/>
                    <a:pt x="8682" y="316"/>
                  </a:cubicBezTo>
                  <a:cubicBezTo>
                    <a:pt x="8697" y="316"/>
                    <a:pt x="8708" y="311"/>
                    <a:pt x="8708" y="284"/>
                  </a:cubicBezTo>
                  <a:cubicBezTo>
                    <a:pt x="8708" y="269"/>
                    <a:pt x="8708" y="269"/>
                    <a:pt x="8708" y="254"/>
                  </a:cubicBezTo>
                  <a:cubicBezTo>
                    <a:pt x="8693" y="239"/>
                    <a:pt x="8678" y="239"/>
                    <a:pt x="8663" y="224"/>
                  </a:cubicBezTo>
                  <a:cubicBezTo>
                    <a:pt x="8643" y="219"/>
                    <a:pt x="8623" y="217"/>
                    <a:pt x="8604" y="217"/>
                  </a:cubicBezTo>
                  <a:cubicBezTo>
                    <a:pt x="8564" y="217"/>
                    <a:pt x="8524" y="224"/>
                    <a:pt x="8484" y="224"/>
                  </a:cubicBezTo>
                  <a:cubicBezTo>
                    <a:pt x="8469" y="239"/>
                    <a:pt x="8469" y="239"/>
                    <a:pt x="8454" y="254"/>
                  </a:cubicBezTo>
                  <a:cubicBezTo>
                    <a:pt x="8454" y="239"/>
                    <a:pt x="8439" y="239"/>
                    <a:pt x="8424" y="224"/>
                  </a:cubicBezTo>
                  <a:cubicBezTo>
                    <a:pt x="8409" y="194"/>
                    <a:pt x="8379" y="194"/>
                    <a:pt x="8350" y="194"/>
                  </a:cubicBezTo>
                  <a:cubicBezTo>
                    <a:pt x="8335" y="179"/>
                    <a:pt x="8305" y="179"/>
                    <a:pt x="8290" y="179"/>
                  </a:cubicBezTo>
                  <a:cubicBezTo>
                    <a:pt x="8275" y="194"/>
                    <a:pt x="8275" y="209"/>
                    <a:pt x="8260" y="224"/>
                  </a:cubicBezTo>
                  <a:cubicBezTo>
                    <a:pt x="8237" y="190"/>
                    <a:pt x="8214" y="129"/>
                    <a:pt x="8165" y="129"/>
                  </a:cubicBezTo>
                  <a:cubicBezTo>
                    <a:pt x="8150" y="129"/>
                    <a:pt x="8132" y="135"/>
                    <a:pt x="8111" y="149"/>
                  </a:cubicBezTo>
                  <a:cubicBezTo>
                    <a:pt x="8066" y="179"/>
                    <a:pt x="7991" y="194"/>
                    <a:pt x="7931" y="224"/>
                  </a:cubicBezTo>
                  <a:lnTo>
                    <a:pt x="7916" y="224"/>
                  </a:lnTo>
                  <a:cubicBezTo>
                    <a:pt x="7887" y="179"/>
                    <a:pt x="7857" y="134"/>
                    <a:pt x="7827" y="90"/>
                  </a:cubicBezTo>
                  <a:cubicBezTo>
                    <a:pt x="7819" y="75"/>
                    <a:pt x="7808" y="67"/>
                    <a:pt x="7797" y="67"/>
                  </a:cubicBezTo>
                  <a:cubicBezTo>
                    <a:pt x="7786" y="67"/>
                    <a:pt x="7775" y="75"/>
                    <a:pt x="7767" y="90"/>
                  </a:cubicBezTo>
                  <a:cubicBezTo>
                    <a:pt x="7752" y="105"/>
                    <a:pt x="7737" y="120"/>
                    <a:pt x="7707" y="134"/>
                  </a:cubicBezTo>
                  <a:cubicBezTo>
                    <a:pt x="7692" y="90"/>
                    <a:pt x="7677" y="45"/>
                    <a:pt x="7663" y="0"/>
                  </a:cubicBezTo>
                  <a:close/>
                  <a:moveTo>
                    <a:pt x="6498" y="11919"/>
                  </a:moveTo>
                  <a:cubicBezTo>
                    <a:pt x="6498" y="12023"/>
                    <a:pt x="6498" y="12143"/>
                    <a:pt x="6498" y="12247"/>
                  </a:cubicBezTo>
                  <a:cubicBezTo>
                    <a:pt x="6512" y="12203"/>
                    <a:pt x="6527" y="12143"/>
                    <a:pt x="6527" y="12098"/>
                  </a:cubicBezTo>
                  <a:cubicBezTo>
                    <a:pt x="6557" y="12083"/>
                    <a:pt x="6557" y="12053"/>
                    <a:pt x="6527" y="12038"/>
                  </a:cubicBezTo>
                  <a:cubicBezTo>
                    <a:pt x="6527" y="11994"/>
                    <a:pt x="6512" y="11964"/>
                    <a:pt x="6498" y="11919"/>
                  </a:cubicBezTo>
                  <a:close/>
                  <a:moveTo>
                    <a:pt x="6498" y="12247"/>
                  </a:moveTo>
                  <a:cubicBezTo>
                    <a:pt x="6498" y="12412"/>
                    <a:pt x="6483" y="12561"/>
                    <a:pt x="6483" y="12725"/>
                  </a:cubicBezTo>
                  <a:lnTo>
                    <a:pt x="6527" y="12725"/>
                  </a:lnTo>
                  <a:cubicBezTo>
                    <a:pt x="6527" y="12696"/>
                    <a:pt x="6512" y="12666"/>
                    <a:pt x="6512" y="12651"/>
                  </a:cubicBezTo>
                  <a:lnTo>
                    <a:pt x="6512" y="12576"/>
                  </a:lnTo>
                  <a:cubicBezTo>
                    <a:pt x="6527" y="12516"/>
                    <a:pt x="6527" y="12457"/>
                    <a:pt x="6512" y="12382"/>
                  </a:cubicBezTo>
                  <a:cubicBezTo>
                    <a:pt x="6498" y="12337"/>
                    <a:pt x="6498" y="12292"/>
                    <a:pt x="6498" y="12247"/>
                  </a:cubicBezTo>
                  <a:close/>
                  <a:moveTo>
                    <a:pt x="10411" y="15085"/>
                  </a:moveTo>
                  <a:cubicBezTo>
                    <a:pt x="10411" y="15130"/>
                    <a:pt x="10396" y="15160"/>
                    <a:pt x="10381" y="15205"/>
                  </a:cubicBezTo>
                  <a:cubicBezTo>
                    <a:pt x="10396" y="15250"/>
                    <a:pt x="10411" y="15279"/>
                    <a:pt x="10411" y="15324"/>
                  </a:cubicBezTo>
                  <a:cubicBezTo>
                    <a:pt x="10411" y="15250"/>
                    <a:pt x="10411" y="15160"/>
                    <a:pt x="10411" y="15085"/>
                  </a:cubicBezTo>
                  <a:close/>
                  <a:moveTo>
                    <a:pt x="10246" y="15175"/>
                  </a:moveTo>
                  <a:lnTo>
                    <a:pt x="10246" y="15175"/>
                  </a:lnTo>
                  <a:cubicBezTo>
                    <a:pt x="10261" y="15205"/>
                    <a:pt x="10276" y="15235"/>
                    <a:pt x="10291" y="15250"/>
                  </a:cubicBezTo>
                  <a:cubicBezTo>
                    <a:pt x="10291" y="15264"/>
                    <a:pt x="10291" y="15264"/>
                    <a:pt x="10291" y="15264"/>
                  </a:cubicBezTo>
                  <a:cubicBezTo>
                    <a:pt x="10291" y="15279"/>
                    <a:pt x="10291" y="15294"/>
                    <a:pt x="10306" y="15324"/>
                  </a:cubicBezTo>
                  <a:cubicBezTo>
                    <a:pt x="10306" y="15324"/>
                    <a:pt x="10306" y="15339"/>
                    <a:pt x="10306" y="15354"/>
                  </a:cubicBezTo>
                  <a:cubicBezTo>
                    <a:pt x="10381" y="15339"/>
                    <a:pt x="10396" y="15294"/>
                    <a:pt x="10351" y="15235"/>
                  </a:cubicBezTo>
                  <a:lnTo>
                    <a:pt x="10321" y="15235"/>
                  </a:lnTo>
                  <a:cubicBezTo>
                    <a:pt x="10291" y="15205"/>
                    <a:pt x="10276" y="15190"/>
                    <a:pt x="10246" y="151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9"/>
            <p:cNvSpPr/>
            <p:nvPr/>
          </p:nvSpPr>
          <p:spPr>
            <a:xfrm rot="10800000">
              <a:off x="72455" y="4696737"/>
              <a:ext cx="1754353" cy="2196478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9"/>
            <p:cNvSpPr/>
            <p:nvPr/>
          </p:nvSpPr>
          <p:spPr>
            <a:xfrm rot="10571351">
              <a:off x="7877925" y="-1309349"/>
              <a:ext cx="1520612" cy="1638334"/>
            </a:xfrm>
            <a:custGeom>
              <a:avLst/>
              <a:gdLst/>
              <a:ahLst/>
              <a:cxnLst/>
              <a:rect l="l" t="t" r="r" b="b"/>
              <a:pathLst>
                <a:path w="7528" h="8111" extrusionOk="0">
                  <a:moveTo>
                    <a:pt x="777" y="448"/>
                  </a:moveTo>
                  <a:cubicBezTo>
                    <a:pt x="777" y="478"/>
                    <a:pt x="762" y="508"/>
                    <a:pt x="747" y="538"/>
                  </a:cubicBezTo>
                  <a:lnTo>
                    <a:pt x="777" y="538"/>
                  </a:lnTo>
                  <a:cubicBezTo>
                    <a:pt x="792" y="523"/>
                    <a:pt x="807" y="493"/>
                    <a:pt x="807" y="463"/>
                  </a:cubicBezTo>
                  <a:cubicBezTo>
                    <a:pt x="807" y="448"/>
                    <a:pt x="792" y="448"/>
                    <a:pt x="777" y="448"/>
                  </a:cubicBezTo>
                  <a:close/>
                  <a:moveTo>
                    <a:pt x="508" y="523"/>
                  </a:moveTo>
                  <a:cubicBezTo>
                    <a:pt x="508" y="538"/>
                    <a:pt x="508" y="568"/>
                    <a:pt x="493" y="583"/>
                  </a:cubicBezTo>
                  <a:cubicBezTo>
                    <a:pt x="523" y="568"/>
                    <a:pt x="553" y="568"/>
                    <a:pt x="583" y="553"/>
                  </a:cubicBezTo>
                  <a:cubicBezTo>
                    <a:pt x="553" y="538"/>
                    <a:pt x="523" y="538"/>
                    <a:pt x="508" y="523"/>
                  </a:cubicBezTo>
                  <a:close/>
                  <a:moveTo>
                    <a:pt x="6886" y="851"/>
                  </a:moveTo>
                  <a:lnTo>
                    <a:pt x="6886" y="851"/>
                  </a:lnTo>
                  <a:cubicBezTo>
                    <a:pt x="6901" y="866"/>
                    <a:pt x="6901" y="866"/>
                    <a:pt x="6901" y="881"/>
                  </a:cubicBezTo>
                  <a:cubicBezTo>
                    <a:pt x="6856" y="881"/>
                    <a:pt x="6871" y="866"/>
                    <a:pt x="6886" y="851"/>
                  </a:cubicBezTo>
                  <a:close/>
                  <a:moveTo>
                    <a:pt x="718" y="1045"/>
                  </a:moveTo>
                  <a:cubicBezTo>
                    <a:pt x="717" y="1045"/>
                    <a:pt x="717" y="1046"/>
                    <a:pt x="717" y="1046"/>
                  </a:cubicBezTo>
                  <a:lnTo>
                    <a:pt x="702" y="1046"/>
                  </a:lnTo>
                  <a:cubicBezTo>
                    <a:pt x="707" y="1046"/>
                    <a:pt x="713" y="1046"/>
                    <a:pt x="718" y="1045"/>
                  </a:cubicBezTo>
                  <a:close/>
                  <a:moveTo>
                    <a:pt x="6632" y="1016"/>
                  </a:moveTo>
                  <a:cubicBezTo>
                    <a:pt x="6632" y="1016"/>
                    <a:pt x="6632" y="1031"/>
                    <a:pt x="6647" y="1031"/>
                  </a:cubicBezTo>
                  <a:lnTo>
                    <a:pt x="6662" y="1046"/>
                  </a:lnTo>
                  <a:cubicBezTo>
                    <a:pt x="6677" y="1061"/>
                    <a:pt x="6677" y="1061"/>
                    <a:pt x="6677" y="1075"/>
                  </a:cubicBezTo>
                  <a:cubicBezTo>
                    <a:pt x="6647" y="1061"/>
                    <a:pt x="6632" y="1046"/>
                    <a:pt x="6632" y="1016"/>
                  </a:cubicBezTo>
                  <a:close/>
                  <a:moveTo>
                    <a:pt x="6512" y="1165"/>
                  </a:moveTo>
                  <a:cubicBezTo>
                    <a:pt x="6512" y="1195"/>
                    <a:pt x="6542" y="1210"/>
                    <a:pt x="6572" y="1225"/>
                  </a:cubicBezTo>
                  <a:cubicBezTo>
                    <a:pt x="6617" y="1225"/>
                    <a:pt x="6647" y="1270"/>
                    <a:pt x="6677" y="1300"/>
                  </a:cubicBezTo>
                  <a:cubicBezTo>
                    <a:pt x="6677" y="1300"/>
                    <a:pt x="6662" y="1314"/>
                    <a:pt x="6662" y="1314"/>
                  </a:cubicBezTo>
                  <a:cubicBezTo>
                    <a:pt x="6632" y="1329"/>
                    <a:pt x="6632" y="1359"/>
                    <a:pt x="6602" y="1359"/>
                  </a:cubicBezTo>
                  <a:cubicBezTo>
                    <a:pt x="6587" y="1359"/>
                    <a:pt x="6557" y="1344"/>
                    <a:pt x="6542" y="1329"/>
                  </a:cubicBezTo>
                  <a:cubicBezTo>
                    <a:pt x="6572" y="1300"/>
                    <a:pt x="6617" y="1270"/>
                    <a:pt x="6512" y="1240"/>
                  </a:cubicBezTo>
                  <a:cubicBezTo>
                    <a:pt x="6512" y="1240"/>
                    <a:pt x="6497" y="1210"/>
                    <a:pt x="6482" y="1180"/>
                  </a:cubicBezTo>
                  <a:cubicBezTo>
                    <a:pt x="6497" y="1180"/>
                    <a:pt x="6497" y="1165"/>
                    <a:pt x="6512" y="1165"/>
                  </a:cubicBezTo>
                  <a:close/>
                  <a:moveTo>
                    <a:pt x="6751" y="1688"/>
                  </a:moveTo>
                  <a:lnTo>
                    <a:pt x="6751" y="1703"/>
                  </a:lnTo>
                  <a:lnTo>
                    <a:pt x="6736" y="1718"/>
                  </a:lnTo>
                  <a:lnTo>
                    <a:pt x="6751" y="1688"/>
                  </a:lnTo>
                  <a:close/>
                  <a:moveTo>
                    <a:pt x="6677" y="1718"/>
                  </a:moveTo>
                  <a:lnTo>
                    <a:pt x="6662" y="1733"/>
                  </a:lnTo>
                  <a:cubicBezTo>
                    <a:pt x="6654" y="1725"/>
                    <a:pt x="6647" y="1725"/>
                    <a:pt x="6641" y="1725"/>
                  </a:cubicBezTo>
                  <a:cubicBezTo>
                    <a:pt x="6635" y="1725"/>
                    <a:pt x="6632" y="1725"/>
                    <a:pt x="6632" y="1718"/>
                  </a:cubicBezTo>
                  <a:close/>
                  <a:moveTo>
                    <a:pt x="6841" y="1852"/>
                  </a:moveTo>
                  <a:cubicBezTo>
                    <a:pt x="6871" y="1867"/>
                    <a:pt x="6856" y="1882"/>
                    <a:pt x="6841" y="1897"/>
                  </a:cubicBezTo>
                  <a:cubicBezTo>
                    <a:pt x="6841" y="1882"/>
                    <a:pt x="6826" y="1882"/>
                    <a:pt x="6826" y="1867"/>
                  </a:cubicBezTo>
                  <a:cubicBezTo>
                    <a:pt x="6826" y="1867"/>
                    <a:pt x="6811" y="1867"/>
                    <a:pt x="6811" y="1852"/>
                  </a:cubicBezTo>
                  <a:close/>
                  <a:moveTo>
                    <a:pt x="284" y="4317"/>
                  </a:moveTo>
                  <a:cubicBezTo>
                    <a:pt x="299" y="4317"/>
                    <a:pt x="329" y="4317"/>
                    <a:pt x="344" y="4346"/>
                  </a:cubicBezTo>
                  <a:lnTo>
                    <a:pt x="344" y="4360"/>
                  </a:lnTo>
                  <a:cubicBezTo>
                    <a:pt x="340" y="4358"/>
                    <a:pt x="336" y="4354"/>
                    <a:pt x="329" y="4346"/>
                  </a:cubicBezTo>
                  <a:lnTo>
                    <a:pt x="284" y="4317"/>
                  </a:lnTo>
                  <a:close/>
                  <a:moveTo>
                    <a:pt x="239" y="6871"/>
                  </a:moveTo>
                  <a:cubicBezTo>
                    <a:pt x="194" y="6886"/>
                    <a:pt x="150" y="6900"/>
                    <a:pt x="90" y="6900"/>
                  </a:cubicBezTo>
                  <a:cubicBezTo>
                    <a:pt x="105" y="6930"/>
                    <a:pt x="105" y="6960"/>
                    <a:pt x="105" y="6990"/>
                  </a:cubicBezTo>
                  <a:cubicBezTo>
                    <a:pt x="150" y="6960"/>
                    <a:pt x="194" y="6930"/>
                    <a:pt x="239" y="6900"/>
                  </a:cubicBezTo>
                  <a:lnTo>
                    <a:pt x="254" y="6900"/>
                  </a:lnTo>
                  <a:cubicBezTo>
                    <a:pt x="254" y="6886"/>
                    <a:pt x="254" y="6886"/>
                    <a:pt x="239" y="6871"/>
                  </a:cubicBezTo>
                  <a:close/>
                  <a:moveTo>
                    <a:pt x="6871" y="7289"/>
                  </a:moveTo>
                  <a:cubicBezTo>
                    <a:pt x="6871" y="7289"/>
                    <a:pt x="6871" y="7304"/>
                    <a:pt x="6871" y="7304"/>
                  </a:cubicBezTo>
                  <a:lnTo>
                    <a:pt x="6856" y="7289"/>
                  </a:lnTo>
                  <a:close/>
                  <a:moveTo>
                    <a:pt x="6214" y="7468"/>
                  </a:moveTo>
                  <a:lnTo>
                    <a:pt x="6214" y="7468"/>
                  </a:lnTo>
                  <a:cubicBezTo>
                    <a:pt x="6214" y="7468"/>
                    <a:pt x="6229" y="7468"/>
                    <a:pt x="6243" y="7483"/>
                  </a:cubicBezTo>
                  <a:lnTo>
                    <a:pt x="6214" y="7468"/>
                  </a:lnTo>
                  <a:close/>
                  <a:moveTo>
                    <a:pt x="6781" y="7483"/>
                  </a:moveTo>
                  <a:cubicBezTo>
                    <a:pt x="6781" y="7498"/>
                    <a:pt x="6781" y="7513"/>
                    <a:pt x="6766" y="7528"/>
                  </a:cubicBezTo>
                  <a:cubicBezTo>
                    <a:pt x="6766" y="7513"/>
                    <a:pt x="6751" y="7498"/>
                    <a:pt x="6736" y="7483"/>
                  </a:cubicBezTo>
                  <a:close/>
                  <a:moveTo>
                    <a:pt x="7125" y="7543"/>
                  </a:moveTo>
                  <a:cubicBezTo>
                    <a:pt x="7110" y="7573"/>
                    <a:pt x="7110" y="7617"/>
                    <a:pt x="7110" y="7647"/>
                  </a:cubicBezTo>
                  <a:lnTo>
                    <a:pt x="7140" y="7647"/>
                  </a:lnTo>
                  <a:lnTo>
                    <a:pt x="7140" y="7543"/>
                  </a:lnTo>
                  <a:close/>
                  <a:moveTo>
                    <a:pt x="3615" y="0"/>
                  </a:moveTo>
                  <a:cubicBezTo>
                    <a:pt x="3391" y="0"/>
                    <a:pt x="3167" y="30"/>
                    <a:pt x="2943" y="45"/>
                  </a:cubicBezTo>
                  <a:cubicBezTo>
                    <a:pt x="2918" y="82"/>
                    <a:pt x="2893" y="109"/>
                    <a:pt x="2852" y="109"/>
                  </a:cubicBezTo>
                  <a:cubicBezTo>
                    <a:pt x="2843" y="109"/>
                    <a:pt x="2834" y="107"/>
                    <a:pt x="2823" y="105"/>
                  </a:cubicBezTo>
                  <a:cubicBezTo>
                    <a:pt x="2778" y="90"/>
                    <a:pt x="2734" y="60"/>
                    <a:pt x="2689" y="45"/>
                  </a:cubicBezTo>
                  <a:lnTo>
                    <a:pt x="2539" y="45"/>
                  </a:lnTo>
                  <a:cubicBezTo>
                    <a:pt x="2509" y="60"/>
                    <a:pt x="2495" y="90"/>
                    <a:pt x="2465" y="105"/>
                  </a:cubicBezTo>
                  <a:cubicBezTo>
                    <a:pt x="2465" y="105"/>
                    <a:pt x="2450" y="120"/>
                    <a:pt x="2450" y="120"/>
                  </a:cubicBezTo>
                  <a:cubicBezTo>
                    <a:pt x="2420" y="90"/>
                    <a:pt x="2390" y="75"/>
                    <a:pt x="2360" y="60"/>
                  </a:cubicBezTo>
                  <a:cubicBezTo>
                    <a:pt x="2345" y="97"/>
                    <a:pt x="2319" y="108"/>
                    <a:pt x="2289" y="108"/>
                  </a:cubicBezTo>
                  <a:cubicBezTo>
                    <a:pt x="2259" y="108"/>
                    <a:pt x="2226" y="97"/>
                    <a:pt x="2196" y="90"/>
                  </a:cubicBezTo>
                  <a:cubicBezTo>
                    <a:pt x="2196" y="90"/>
                    <a:pt x="2181" y="75"/>
                    <a:pt x="2166" y="75"/>
                  </a:cubicBezTo>
                  <a:cubicBezTo>
                    <a:pt x="2142" y="63"/>
                    <a:pt x="2137" y="22"/>
                    <a:pt x="2113" y="22"/>
                  </a:cubicBezTo>
                  <a:cubicBezTo>
                    <a:pt x="2107" y="22"/>
                    <a:pt x="2100" y="24"/>
                    <a:pt x="2091" y="30"/>
                  </a:cubicBezTo>
                  <a:cubicBezTo>
                    <a:pt x="1912" y="15"/>
                    <a:pt x="1733" y="15"/>
                    <a:pt x="1569" y="15"/>
                  </a:cubicBezTo>
                  <a:cubicBezTo>
                    <a:pt x="1554" y="15"/>
                    <a:pt x="1524" y="15"/>
                    <a:pt x="1509" y="30"/>
                  </a:cubicBezTo>
                  <a:cubicBezTo>
                    <a:pt x="1519" y="19"/>
                    <a:pt x="1515" y="9"/>
                    <a:pt x="1506" y="9"/>
                  </a:cubicBezTo>
                  <a:cubicBezTo>
                    <a:pt x="1503" y="9"/>
                    <a:pt x="1498" y="11"/>
                    <a:pt x="1494" y="15"/>
                  </a:cubicBezTo>
                  <a:lnTo>
                    <a:pt x="1270" y="15"/>
                  </a:lnTo>
                  <a:cubicBezTo>
                    <a:pt x="1270" y="30"/>
                    <a:pt x="1270" y="30"/>
                    <a:pt x="1285" y="30"/>
                  </a:cubicBezTo>
                  <a:lnTo>
                    <a:pt x="1240" y="30"/>
                  </a:lnTo>
                  <a:cubicBezTo>
                    <a:pt x="1240" y="30"/>
                    <a:pt x="1240" y="15"/>
                    <a:pt x="1225" y="15"/>
                  </a:cubicBezTo>
                  <a:cubicBezTo>
                    <a:pt x="1135" y="15"/>
                    <a:pt x="1046" y="30"/>
                    <a:pt x="956" y="30"/>
                  </a:cubicBezTo>
                  <a:cubicBezTo>
                    <a:pt x="971" y="60"/>
                    <a:pt x="986" y="75"/>
                    <a:pt x="1001" y="105"/>
                  </a:cubicBezTo>
                  <a:cubicBezTo>
                    <a:pt x="1001" y="135"/>
                    <a:pt x="986" y="164"/>
                    <a:pt x="986" y="194"/>
                  </a:cubicBezTo>
                  <a:cubicBezTo>
                    <a:pt x="986" y="194"/>
                    <a:pt x="986" y="209"/>
                    <a:pt x="986" y="209"/>
                  </a:cubicBezTo>
                  <a:cubicBezTo>
                    <a:pt x="986" y="224"/>
                    <a:pt x="971" y="254"/>
                    <a:pt x="971" y="269"/>
                  </a:cubicBezTo>
                  <a:cubicBezTo>
                    <a:pt x="956" y="299"/>
                    <a:pt x="941" y="329"/>
                    <a:pt x="941" y="359"/>
                  </a:cubicBezTo>
                  <a:cubicBezTo>
                    <a:pt x="911" y="448"/>
                    <a:pt x="881" y="553"/>
                    <a:pt x="852" y="642"/>
                  </a:cubicBezTo>
                  <a:lnTo>
                    <a:pt x="837" y="642"/>
                  </a:lnTo>
                  <a:cubicBezTo>
                    <a:pt x="732" y="687"/>
                    <a:pt x="628" y="732"/>
                    <a:pt x="643" y="881"/>
                  </a:cubicBezTo>
                  <a:cubicBezTo>
                    <a:pt x="657" y="926"/>
                    <a:pt x="657" y="986"/>
                    <a:pt x="672" y="1031"/>
                  </a:cubicBezTo>
                  <a:cubicBezTo>
                    <a:pt x="672" y="1048"/>
                    <a:pt x="678" y="1055"/>
                    <a:pt x="685" y="1055"/>
                  </a:cubicBezTo>
                  <a:cubicBezTo>
                    <a:pt x="690" y="1055"/>
                    <a:pt x="696" y="1052"/>
                    <a:pt x="702" y="1046"/>
                  </a:cubicBezTo>
                  <a:lnTo>
                    <a:pt x="702" y="1046"/>
                  </a:lnTo>
                  <a:cubicBezTo>
                    <a:pt x="687" y="1061"/>
                    <a:pt x="672" y="1075"/>
                    <a:pt x="672" y="1105"/>
                  </a:cubicBezTo>
                  <a:cubicBezTo>
                    <a:pt x="657" y="1105"/>
                    <a:pt x="643" y="1105"/>
                    <a:pt x="643" y="1135"/>
                  </a:cubicBezTo>
                  <a:lnTo>
                    <a:pt x="672" y="1150"/>
                  </a:lnTo>
                  <a:cubicBezTo>
                    <a:pt x="643" y="1165"/>
                    <a:pt x="613" y="1165"/>
                    <a:pt x="613" y="1165"/>
                  </a:cubicBezTo>
                  <a:cubicBezTo>
                    <a:pt x="598" y="1225"/>
                    <a:pt x="583" y="1285"/>
                    <a:pt x="583" y="1329"/>
                  </a:cubicBezTo>
                  <a:cubicBezTo>
                    <a:pt x="613" y="1329"/>
                    <a:pt x="628" y="1314"/>
                    <a:pt x="657" y="1300"/>
                  </a:cubicBezTo>
                  <a:cubicBezTo>
                    <a:pt x="657" y="1434"/>
                    <a:pt x="672" y="1568"/>
                    <a:pt x="657" y="1703"/>
                  </a:cubicBezTo>
                  <a:cubicBezTo>
                    <a:pt x="628" y="1897"/>
                    <a:pt x="553" y="2106"/>
                    <a:pt x="523" y="2300"/>
                  </a:cubicBezTo>
                  <a:cubicBezTo>
                    <a:pt x="463" y="2674"/>
                    <a:pt x="418" y="3032"/>
                    <a:pt x="359" y="3405"/>
                  </a:cubicBezTo>
                  <a:cubicBezTo>
                    <a:pt x="359" y="3435"/>
                    <a:pt x="344" y="3480"/>
                    <a:pt x="329" y="3510"/>
                  </a:cubicBezTo>
                  <a:cubicBezTo>
                    <a:pt x="314" y="3674"/>
                    <a:pt x="299" y="3839"/>
                    <a:pt x="269" y="4018"/>
                  </a:cubicBezTo>
                  <a:lnTo>
                    <a:pt x="269" y="4003"/>
                  </a:lnTo>
                  <a:cubicBezTo>
                    <a:pt x="239" y="4033"/>
                    <a:pt x="209" y="4048"/>
                    <a:pt x="165" y="4063"/>
                  </a:cubicBezTo>
                  <a:cubicBezTo>
                    <a:pt x="179" y="4063"/>
                    <a:pt x="179" y="4078"/>
                    <a:pt x="179" y="4078"/>
                  </a:cubicBezTo>
                  <a:cubicBezTo>
                    <a:pt x="209" y="4078"/>
                    <a:pt x="239" y="4063"/>
                    <a:pt x="269" y="4063"/>
                  </a:cubicBezTo>
                  <a:cubicBezTo>
                    <a:pt x="269" y="4078"/>
                    <a:pt x="269" y="4107"/>
                    <a:pt x="284" y="4122"/>
                  </a:cubicBezTo>
                  <a:lnTo>
                    <a:pt x="269" y="4122"/>
                  </a:lnTo>
                  <a:cubicBezTo>
                    <a:pt x="269" y="4152"/>
                    <a:pt x="254" y="4182"/>
                    <a:pt x="254" y="4212"/>
                  </a:cubicBezTo>
                  <a:cubicBezTo>
                    <a:pt x="254" y="4212"/>
                    <a:pt x="269" y="4227"/>
                    <a:pt x="269" y="4227"/>
                  </a:cubicBezTo>
                  <a:lnTo>
                    <a:pt x="269" y="4242"/>
                  </a:lnTo>
                  <a:cubicBezTo>
                    <a:pt x="269" y="4257"/>
                    <a:pt x="254" y="4272"/>
                    <a:pt x="254" y="4287"/>
                  </a:cubicBezTo>
                  <a:cubicBezTo>
                    <a:pt x="254" y="4302"/>
                    <a:pt x="239" y="4317"/>
                    <a:pt x="239" y="4317"/>
                  </a:cubicBezTo>
                  <a:lnTo>
                    <a:pt x="239" y="4376"/>
                  </a:lnTo>
                  <a:cubicBezTo>
                    <a:pt x="239" y="4391"/>
                    <a:pt x="239" y="4391"/>
                    <a:pt x="239" y="4406"/>
                  </a:cubicBezTo>
                  <a:cubicBezTo>
                    <a:pt x="239" y="4451"/>
                    <a:pt x="224" y="4511"/>
                    <a:pt x="224" y="4556"/>
                  </a:cubicBezTo>
                  <a:lnTo>
                    <a:pt x="224" y="4541"/>
                  </a:lnTo>
                  <a:cubicBezTo>
                    <a:pt x="198" y="4535"/>
                    <a:pt x="174" y="4532"/>
                    <a:pt x="152" y="4532"/>
                  </a:cubicBezTo>
                  <a:cubicBezTo>
                    <a:pt x="59" y="4532"/>
                    <a:pt x="0" y="4584"/>
                    <a:pt x="0" y="4705"/>
                  </a:cubicBezTo>
                  <a:cubicBezTo>
                    <a:pt x="15" y="4750"/>
                    <a:pt x="75" y="4735"/>
                    <a:pt x="105" y="4765"/>
                  </a:cubicBezTo>
                  <a:lnTo>
                    <a:pt x="150" y="4765"/>
                  </a:lnTo>
                  <a:cubicBezTo>
                    <a:pt x="150" y="4795"/>
                    <a:pt x="135" y="4824"/>
                    <a:pt x="135" y="4854"/>
                  </a:cubicBezTo>
                  <a:cubicBezTo>
                    <a:pt x="135" y="4899"/>
                    <a:pt x="120" y="4944"/>
                    <a:pt x="165" y="4959"/>
                  </a:cubicBezTo>
                  <a:cubicBezTo>
                    <a:pt x="194" y="4959"/>
                    <a:pt x="209" y="4944"/>
                    <a:pt x="224" y="4929"/>
                  </a:cubicBezTo>
                  <a:lnTo>
                    <a:pt x="224" y="4929"/>
                  </a:lnTo>
                  <a:cubicBezTo>
                    <a:pt x="209" y="4944"/>
                    <a:pt x="194" y="4959"/>
                    <a:pt x="179" y="4959"/>
                  </a:cubicBezTo>
                  <a:cubicBezTo>
                    <a:pt x="120" y="4989"/>
                    <a:pt x="120" y="5048"/>
                    <a:pt x="135" y="5093"/>
                  </a:cubicBezTo>
                  <a:cubicBezTo>
                    <a:pt x="150" y="5108"/>
                    <a:pt x="150" y="5108"/>
                    <a:pt x="165" y="5123"/>
                  </a:cubicBezTo>
                  <a:lnTo>
                    <a:pt x="165" y="5168"/>
                  </a:lnTo>
                  <a:lnTo>
                    <a:pt x="150" y="5168"/>
                  </a:lnTo>
                  <a:cubicBezTo>
                    <a:pt x="135" y="5168"/>
                    <a:pt x="135" y="5183"/>
                    <a:pt x="120" y="5183"/>
                  </a:cubicBezTo>
                  <a:cubicBezTo>
                    <a:pt x="105" y="5198"/>
                    <a:pt x="105" y="5213"/>
                    <a:pt x="105" y="5228"/>
                  </a:cubicBezTo>
                  <a:cubicBezTo>
                    <a:pt x="90" y="5272"/>
                    <a:pt x="105" y="5302"/>
                    <a:pt x="135" y="5332"/>
                  </a:cubicBezTo>
                  <a:cubicBezTo>
                    <a:pt x="150" y="5347"/>
                    <a:pt x="165" y="5362"/>
                    <a:pt x="135" y="5377"/>
                  </a:cubicBezTo>
                  <a:cubicBezTo>
                    <a:pt x="105" y="5422"/>
                    <a:pt x="105" y="5452"/>
                    <a:pt x="105" y="5496"/>
                  </a:cubicBezTo>
                  <a:cubicBezTo>
                    <a:pt x="105" y="5511"/>
                    <a:pt x="105" y="5526"/>
                    <a:pt x="120" y="5541"/>
                  </a:cubicBezTo>
                  <a:cubicBezTo>
                    <a:pt x="135" y="5586"/>
                    <a:pt x="105" y="5631"/>
                    <a:pt x="120" y="5691"/>
                  </a:cubicBezTo>
                  <a:cubicBezTo>
                    <a:pt x="120" y="5691"/>
                    <a:pt x="135" y="5706"/>
                    <a:pt x="135" y="5721"/>
                  </a:cubicBezTo>
                  <a:lnTo>
                    <a:pt x="135" y="5870"/>
                  </a:lnTo>
                  <a:cubicBezTo>
                    <a:pt x="135" y="5870"/>
                    <a:pt x="120" y="5870"/>
                    <a:pt x="120" y="5885"/>
                  </a:cubicBezTo>
                  <a:cubicBezTo>
                    <a:pt x="120" y="5900"/>
                    <a:pt x="120" y="5915"/>
                    <a:pt x="120" y="5930"/>
                  </a:cubicBezTo>
                  <a:cubicBezTo>
                    <a:pt x="105" y="5960"/>
                    <a:pt x="105" y="5989"/>
                    <a:pt x="120" y="6019"/>
                  </a:cubicBezTo>
                  <a:lnTo>
                    <a:pt x="105" y="6019"/>
                  </a:lnTo>
                  <a:cubicBezTo>
                    <a:pt x="105" y="6064"/>
                    <a:pt x="90" y="6109"/>
                    <a:pt x="90" y="6154"/>
                  </a:cubicBezTo>
                  <a:cubicBezTo>
                    <a:pt x="90" y="6213"/>
                    <a:pt x="105" y="6258"/>
                    <a:pt x="105" y="6318"/>
                  </a:cubicBezTo>
                  <a:cubicBezTo>
                    <a:pt x="120" y="6378"/>
                    <a:pt x="120" y="6437"/>
                    <a:pt x="135" y="6512"/>
                  </a:cubicBezTo>
                  <a:cubicBezTo>
                    <a:pt x="120" y="6542"/>
                    <a:pt x="120" y="6572"/>
                    <a:pt x="105" y="6587"/>
                  </a:cubicBezTo>
                  <a:cubicBezTo>
                    <a:pt x="150" y="6632"/>
                    <a:pt x="194" y="6661"/>
                    <a:pt x="254" y="6706"/>
                  </a:cubicBezTo>
                  <a:cubicBezTo>
                    <a:pt x="239" y="6736"/>
                    <a:pt x="120" y="6781"/>
                    <a:pt x="239" y="6826"/>
                  </a:cubicBezTo>
                  <a:lnTo>
                    <a:pt x="254" y="6826"/>
                  </a:lnTo>
                  <a:lnTo>
                    <a:pt x="269" y="6886"/>
                  </a:lnTo>
                  <a:cubicBezTo>
                    <a:pt x="239" y="6930"/>
                    <a:pt x="299" y="6975"/>
                    <a:pt x="269" y="7020"/>
                  </a:cubicBezTo>
                  <a:cubicBezTo>
                    <a:pt x="269" y="7050"/>
                    <a:pt x="269" y="7065"/>
                    <a:pt x="269" y="7080"/>
                  </a:cubicBezTo>
                  <a:cubicBezTo>
                    <a:pt x="284" y="7125"/>
                    <a:pt x="314" y="7139"/>
                    <a:pt x="344" y="7139"/>
                  </a:cubicBezTo>
                  <a:cubicBezTo>
                    <a:pt x="329" y="7139"/>
                    <a:pt x="314" y="7139"/>
                    <a:pt x="314" y="7154"/>
                  </a:cubicBezTo>
                  <a:lnTo>
                    <a:pt x="284" y="7154"/>
                  </a:lnTo>
                  <a:cubicBezTo>
                    <a:pt x="284" y="7125"/>
                    <a:pt x="269" y="7110"/>
                    <a:pt x="254" y="7080"/>
                  </a:cubicBezTo>
                  <a:cubicBezTo>
                    <a:pt x="239" y="7065"/>
                    <a:pt x="224" y="7050"/>
                    <a:pt x="209" y="7020"/>
                  </a:cubicBezTo>
                  <a:cubicBezTo>
                    <a:pt x="179" y="7050"/>
                    <a:pt x="165" y="7080"/>
                    <a:pt x="135" y="7110"/>
                  </a:cubicBezTo>
                  <a:cubicBezTo>
                    <a:pt x="135" y="7110"/>
                    <a:pt x="135" y="7125"/>
                    <a:pt x="135" y="7139"/>
                  </a:cubicBezTo>
                  <a:cubicBezTo>
                    <a:pt x="150" y="7169"/>
                    <a:pt x="165" y="7214"/>
                    <a:pt x="179" y="7259"/>
                  </a:cubicBezTo>
                  <a:cubicBezTo>
                    <a:pt x="209" y="7274"/>
                    <a:pt x="239" y="7289"/>
                    <a:pt x="269" y="7304"/>
                  </a:cubicBezTo>
                  <a:cubicBezTo>
                    <a:pt x="299" y="7334"/>
                    <a:pt x="344" y="7363"/>
                    <a:pt x="359" y="7393"/>
                  </a:cubicBezTo>
                  <a:cubicBezTo>
                    <a:pt x="437" y="7423"/>
                    <a:pt x="521" y="7445"/>
                    <a:pt x="603" y="7445"/>
                  </a:cubicBezTo>
                  <a:cubicBezTo>
                    <a:pt x="647" y="7445"/>
                    <a:pt x="690" y="7439"/>
                    <a:pt x="732" y="7423"/>
                  </a:cubicBezTo>
                  <a:cubicBezTo>
                    <a:pt x="807" y="7438"/>
                    <a:pt x="867" y="7438"/>
                    <a:pt x="941" y="7453"/>
                  </a:cubicBezTo>
                  <a:cubicBezTo>
                    <a:pt x="941" y="7453"/>
                    <a:pt x="941" y="7438"/>
                    <a:pt x="956" y="7438"/>
                  </a:cubicBezTo>
                  <a:cubicBezTo>
                    <a:pt x="986" y="7438"/>
                    <a:pt x="1001" y="7438"/>
                    <a:pt x="1031" y="7423"/>
                  </a:cubicBezTo>
                  <a:cubicBezTo>
                    <a:pt x="1039" y="7415"/>
                    <a:pt x="1048" y="7406"/>
                    <a:pt x="1057" y="7406"/>
                  </a:cubicBezTo>
                  <a:cubicBezTo>
                    <a:pt x="1063" y="7406"/>
                    <a:pt x="1069" y="7411"/>
                    <a:pt x="1076" y="7423"/>
                  </a:cubicBezTo>
                  <a:cubicBezTo>
                    <a:pt x="1106" y="7468"/>
                    <a:pt x="1165" y="7468"/>
                    <a:pt x="1225" y="7468"/>
                  </a:cubicBezTo>
                  <a:lnTo>
                    <a:pt x="1240" y="7483"/>
                  </a:lnTo>
                  <a:cubicBezTo>
                    <a:pt x="1240" y="7498"/>
                    <a:pt x="1240" y="7498"/>
                    <a:pt x="1255" y="7513"/>
                  </a:cubicBezTo>
                  <a:cubicBezTo>
                    <a:pt x="1300" y="7528"/>
                    <a:pt x="1344" y="7528"/>
                    <a:pt x="1389" y="7543"/>
                  </a:cubicBezTo>
                  <a:cubicBezTo>
                    <a:pt x="1419" y="7543"/>
                    <a:pt x="1449" y="7528"/>
                    <a:pt x="1479" y="7513"/>
                  </a:cubicBezTo>
                  <a:cubicBezTo>
                    <a:pt x="1628" y="7528"/>
                    <a:pt x="1778" y="7528"/>
                    <a:pt x="1942" y="7543"/>
                  </a:cubicBezTo>
                  <a:cubicBezTo>
                    <a:pt x="1987" y="7558"/>
                    <a:pt x="2032" y="7573"/>
                    <a:pt x="2076" y="7588"/>
                  </a:cubicBezTo>
                  <a:cubicBezTo>
                    <a:pt x="2345" y="7602"/>
                    <a:pt x="2614" y="7632"/>
                    <a:pt x="2898" y="7632"/>
                  </a:cubicBezTo>
                  <a:cubicBezTo>
                    <a:pt x="3152" y="7647"/>
                    <a:pt x="3406" y="7647"/>
                    <a:pt x="3660" y="7662"/>
                  </a:cubicBezTo>
                  <a:lnTo>
                    <a:pt x="3809" y="7677"/>
                  </a:lnTo>
                  <a:cubicBezTo>
                    <a:pt x="3958" y="7707"/>
                    <a:pt x="4108" y="7722"/>
                    <a:pt x="4257" y="7752"/>
                  </a:cubicBezTo>
                  <a:cubicBezTo>
                    <a:pt x="4272" y="7752"/>
                    <a:pt x="4287" y="7722"/>
                    <a:pt x="4302" y="7707"/>
                  </a:cubicBezTo>
                  <a:lnTo>
                    <a:pt x="4302" y="7722"/>
                  </a:lnTo>
                  <a:cubicBezTo>
                    <a:pt x="4347" y="7722"/>
                    <a:pt x="4391" y="7737"/>
                    <a:pt x="4436" y="7752"/>
                  </a:cubicBezTo>
                  <a:lnTo>
                    <a:pt x="4436" y="7737"/>
                  </a:lnTo>
                  <a:cubicBezTo>
                    <a:pt x="4511" y="7752"/>
                    <a:pt x="4571" y="7752"/>
                    <a:pt x="4645" y="7752"/>
                  </a:cubicBezTo>
                  <a:cubicBezTo>
                    <a:pt x="4720" y="7752"/>
                    <a:pt x="4810" y="7767"/>
                    <a:pt x="4884" y="7767"/>
                  </a:cubicBezTo>
                  <a:cubicBezTo>
                    <a:pt x="4904" y="7767"/>
                    <a:pt x="4917" y="7773"/>
                    <a:pt x="4933" y="7773"/>
                  </a:cubicBezTo>
                  <a:cubicBezTo>
                    <a:pt x="4941" y="7773"/>
                    <a:pt x="4949" y="7772"/>
                    <a:pt x="4959" y="7767"/>
                  </a:cubicBezTo>
                  <a:lnTo>
                    <a:pt x="5422" y="7797"/>
                  </a:lnTo>
                  <a:cubicBezTo>
                    <a:pt x="5616" y="7797"/>
                    <a:pt x="5825" y="7782"/>
                    <a:pt x="6019" y="7782"/>
                  </a:cubicBezTo>
                  <a:lnTo>
                    <a:pt x="6049" y="7782"/>
                  </a:lnTo>
                  <a:cubicBezTo>
                    <a:pt x="6228" y="7767"/>
                    <a:pt x="6408" y="7767"/>
                    <a:pt x="6587" y="7767"/>
                  </a:cubicBezTo>
                  <a:cubicBezTo>
                    <a:pt x="6587" y="7767"/>
                    <a:pt x="6587" y="7737"/>
                    <a:pt x="6602" y="7722"/>
                  </a:cubicBezTo>
                  <a:lnTo>
                    <a:pt x="6527" y="7707"/>
                  </a:lnTo>
                  <a:lnTo>
                    <a:pt x="6602" y="7707"/>
                  </a:lnTo>
                  <a:lnTo>
                    <a:pt x="6647" y="7737"/>
                  </a:lnTo>
                  <a:cubicBezTo>
                    <a:pt x="6692" y="7752"/>
                    <a:pt x="6721" y="7752"/>
                    <a:pt x="6766" y="7767"/>
                  </a:cubicBezTo>
                  <a:cubicBezTo>
                    <a:pt x="6781" y="7737"/>
                    <a:pt x="6811" y="7722"/>
                    <a:pt x="6826" y="7692"/>
                  </a:cubicBezTo>
                  <a:cubicBezTo>
                    <a:pt x="6846" y="7716"/>
                    <a:pt x="6862" y="7725"/>
                    <a:pt x="6875" y="7725"/>
                  </a:cubicBezTo>
                  <a:cubicBezTo>
                    <a:pt x="6912" y="7725"/>
                    <a:pt x="6932" y="7658"/>
                    <a:pt x="6975" y="7647"/>
                  </a:cubicBezTo>
                  <a:cubicBezTo>
                    <a:pt x="6975" y="7647"/>
                    <a:pt x="6990" y="7632"/>
                    <a:pt x="6975" y="7617"/>
                  </a:cubicBezTo>
                  <a:cubicBezTo>
                    <a:pt x="7005" y="7573"/>
                    <a:pt x="7020" y="7513"/>
                    <a:pt x="6990" y="7468"/>
                  </a:cubicBezTo>
                  <a:cubicBezTo>
                    <a:pt x="7005" y="7468"/>
                    <a:pt x="7005" y="7453"/>
                    <a:pt x="7020" y="7453"/>
                  </a:cubicBezTo>
                  <a:cubicBezTo>
                    <a:pt x="7032" y="7465"/>
                    <a:pt x="7044" y="7487"/>
                    <a:pt x="7064" y="7487"/>
                  </a:cubicBezTo>
                  <a:cubicBezTo>
                    <a:pt x="7069" y="7487"/>
                    <a:pt x="7074" y="7486"/>
                    <a:pt x="7080" y="7483"/>
                  </a:cubicBezTo>
                  <a:cubicBezTo>
                    <a:pt x="7110" y="7468"/>
                    <a:pt x="7140" y="7453"/>
                    <a:pt x="7155" y="7453"/>
                  </a:cubicBezTo>
                  <a:cubicBezTo>
                    <a:pt x="7181" y="7460"/>
                    <a:pt x="7203" y="7463"/>
                    <a:pt x="7221" y="7463"/>
                  </a:cubicBezTo>
                  <a:cubicBezTo>
                    <a:pt x="7321" y="7463"/>
                    <a:pt x="7289" y="7365"/>
                    <a:pt x="7289" y="7289"/>
                  </a:cubicBezTo>
                  <a:cubicBezTo>
                    <a:pt x="7304" y="7259"/>
                    <a:pt x="7319" y="7214"/>
                    <a:pt x="7334" y="7184"/>
                  </a:cubicBezTo>
                  <a:lnTo>
                    <a:pt x="7364" y="7184"/>
                  </a:lnTo>
                  <a:cubicBezTo>
                    <a:pt x="7483" y="7169"/>
                    <a:pt x="7438" y="7080"/>
                    <a:pt x="7408" y="7020"/>
                  </a:cubicBezTo>
                  <a:cubicBezTo>
                    <a:pt x="7438" y="6990"/>
                    <a:pt x="7453" y="6975"/>
                    <a:pt x="7483" y="6945"/>
                  </a:cubicBezTo>
                  <a:cubicBezTo>
                    <a:pt x="7483" y="6915"/>
                    <a:pt x="7438" y="6930"/>
                    <a:pt x="7438" y="6900"/>
                  </a:cubicBezTo>
                  <a:cubicBezTo>
                    <a:pt x="7433" y="6885"/>
                    <a:pt x="7433" y="6880"/>
                    <a:pt x="7436" y="6880"/>
                  </a:cubicBezTo>
                  <a:cubicBezTo>
                    <a:pt x="7440" y="6880"/>
                    <a:pt x="7448" y="6889"/>
                    <a:pt x="7451" y="6889"/>
                  </a:cubicBezTo>
                  <a:cubicBezTo>
                    <a:pt x="7453" y="6889"/>
                    <a:pt x="7453" y="6888"/>
                    <a:pt x="7453" y="6886"/>
                  </a:cubicBezTo>
                  <a:cubicBezTo>
                    <a:pt x="7498" y="6856"/>
                    <a:pt x="7528" y="6796"/>
                    <a:pt x="7498" y="6766"/>
                  </a:cubicBezTo>
                  <a:cubicBezTo>
                    <a:pt x="7423" y="6706"/>
                    <a:pt x="7528" y="6721"/>
                    <a:pt x="7513" y="6691"/>
                  </a:cubicBezTo>
                  <a:cubicBezTo>
                    <a:pt x="7498" y="6647"/>
                    <a:pt x="7483" y="6617"/>
                    <a:pt x="7483" y="6572"/>
                  </a:cubicBezTo>
                  <a:cubicBezTo>
                    <a:pt x="7498" y="6452"/>
                    <a:pt x="7483" y="6333"/>
                    <a:pt x="7513" y="6213"/>
                  </a:cubicBezTo>
                  <a:cubicBezTo>
                    <a:pt x="7528" y="6049"/>
                    <a:pt x="7468" y="5870"/>
                    <a:pt x="7468" y="5691"/>
                  </a:cubicBezTo>
                  <a:cubicBezTo>
                    <a:pt x="7468" y="5496"/>
                    <a:pt x="7483" y="5317"/>
                    <a:pt x="7498" y="5123"/>
                  </a:cubicBezTo>
                  <a:cubicBezTo>
                    <a:pt x="7498" y="5093"/>
                    <a:pt x="7498" y="5063"/>
                    <a:pt x="7498" y="5033"/>
                  </a:cubicBezTo>
                  <a:cubicBezTo>
                    <a:pt x="7498" y="4929"/>
                    <a:pt x="7498" y="4839"/>
                    <a:pt x="7498" y="4735"/>
                  </a:cubicBezTo>
                  <a:lnTo>
                    <a:pt x="7498" y="4720"/>
                  </a:lnTo>
                  <a:cubicBezTo>
                    <a:pt x="7483" y="4630"/>
                    <a:pt x="7483" y="4526"/>
                    <a:pt x="7468" y="4436"/>
                  </a:cubicBezTo>
                  <a:cubicBezTo>
                    <a:pt x="7483" y="4346"/>
                    <a:pt x="7498" y="4257"/>
                    <a:pt x="7498" y="4152"/>
                  </a:cubicBezTo>
                  <a:cubicBezTo>
                    <a:pt x="7483" y="3958"/>
                    <a:pt x="7483" y="3749"/>
                    <a:pt x="7468" y="3540"/>
                  </a:cubicBezTo>
                  <a:cubicBezTo>
                    <a:pt x="7453" y="3420"/>
                    <a:pt x="7438" y="3301"/>
                    <a:pt x="7423" y="3181"/>
                  </a:cubicBezTo>
                  <a:lnTo>
                    <a:pt x="7423" y="3166"/>
                  </a:lnTo>
                  <a:lnTo>
                    <a:pt x="7438" y="3166"/>
                  </a:lnTo>
                  <a:cubicBezTo>
                    <a:pt x="7438" y="3092"/>
                    <a:pt x="7438" y="3017"/>
                    <a:pt x="7438" y="2942"/>
                  </a:cubicBezTo>
                  <a:cubicBezTo>
                    <a:pt x="7423" y="2928"/>
                    <a:pt x="7408" y="2928"/>
                    <a:pt x="7393" y="2928"/>
                  </a:cubicBezTo>
                  <a:cubicBezTo>
                    <a:pt x="7408" y="2883"/>
                    <a:pt x="7423" y="2838"/>
                    <a:pt x="7408" y="2793"/>
                  </a:cubicBezTo>
                  <a:cubicBezTo>
                    <a:pt x="7408" y="2778"/>
                    <a:pt x="7408" y="2778"/>
                    <a:pt x="7408" y="2763"/>
                  </a:cubicBezTo>
                  <a:cubicBezTo>
                    <a:pt x="7393" y="2674"/>
                    <a:pt x="7379" y="2599"/>
                    <a:pt x="7379" y="2509"/>
                  </a:cubicBezTo>
                  <a:cubicBezTo>
                    <a:pt x="7379" y="2494"/>
                    <a:pt x="7379" y="2479"/>
                    <a:pt x="7379" y="2465"/>
                  </a:cubicBezTo>
                  <a:cubicBezTo>
                    <a:pt x="7389" y="2373"/>
                    <a:pt x="7385" y="2344"/>
                    <a:pt x="7349" y="2344"/>
                  </a:cubicBezTo>
                  <a:cubicBezTo>
                    <a:pt x="7332" y="2344"/>
                    <a:pt x="7307" y="2350"/>
                    <a:pt x="7274" y="2360"/>
                  </a:cubicBezTo>
                  <a:cubicBezTo>
                    <a:pt x="7271" y="2363"/>
                    <a:pt x="7268" y="2364"/>
                    <a:pt x="7264" y="2364"/>
                  </a:cubicBezTo>
                  <a:cubicBezTo>
                    <a:pt x="7248" y="2364"/>
                    <a:pt x="7223" y="2342"/>
                    <a:pt x="7199" y="2330"/>
                  </a:cubicBezTo>
                  <a:cubicBezTo>
                    <a:pt x="7243" y="2295"/>
                    <a:pt x="7271" y="2281"/>
                    <a:pt x="7305" y="2281"/>
                  </a:cubicBezTo>
                  <a:cubicBezTo>
                    <a:pt x="7329" y="2281"/>
                    <a:pt x="7356" y="2288"/>
                    <a:pt x="7393" y="2300"/>
                  </a:cubicBezTo>
                  <a:cubicBezTo>
                    <a:pt x="7364" y="2166"/>
                    <a:pt x="7349" y="2046"/>
                    <a:pt x="7319" y="1942"/>
                  </a:cubicBezTo>
                  <a:lnTo>
                    <a:pt x="7319" y="1927"/>
                  </a:lnTo>
                  <a:cubicBezTo>
                    <a:pt x="7319" y="1852"/>
                    <a:pt x="7319" y="1777"/>
                    <a:pt x="7319" y="1703"/>
                  </a:cubicBezTo>
                  <a:cubicBezTo>
                    <a:pt x="7334" y="1688"/>
                    <a:pt x="7319" y="1658"/>
                    <a:pt x="7319" y="1643"/>
                  </a:cubicBezTo>
                  <a:lnTo>
                    <a:pt x="7289" y="1479"/>
                  </a:lnTo>
                  <a:cubicBezTo>
                    <a:pt x="7274" y="1449"/>
                    <a:pt x="7259" y="1419"/>
                    <a:pt x="7229" y="1419"/>
                  </a:cubicBezTo>
                  <a:cubicBezTo>
                    <a:pt x="7244" y="1389"/>
                    <a:pt x="7244" y="1374"/>
                    <a:pt x="7259" y="1359"/>
                  </a:cubicBezTo>
                  <a:cubicBezTo>
                    <a:pt x="7259" y="1329"/>
                    <a:pt x="7259" y="1300"/>
                    <a:pt x="7259" y="1285"/>
                  </a:cubicBezTo>
                  <a:cubicBezTo>
                    <a:pt x="7229" y="1255"/>
                    <a:pt x="7199" y="1255"/>
                    <a:pt x="7155" y="1255"/>
                  </a:cubicBezTo>
                  <a:lnTo>
                    <a:pt x="7125" y="1255"/>
                  </a:lnTo>
                  <a:cubicBezTo>
                    <a:pt x="7125" y="1240"/>
                    <a:pt x="7140" y="1240"/>
                    <a:pt x="7155" y="1225"/>
                  </a:cubicBezTo>
                  <a:cubicBezTo>
                    <a:pt x="7169" y="1165"/>
                    <a:pt x="7259" y="1165"/>
                    <a:pt x="7229" y="1090"/>
                  </a:cubicBezTo>
                  <a:cubicBezTo>
                    <a:pt x="7229" y="1090"/>
                    <a:pt x="7229" y="1090"/>
                    <a:pt x="7214" y="1075"/>
                  </a:cubicBezTo>
                  <a:lnTo>
                    <a:pt x="7199" y="1046"/>
                  </a:lnTo>
                  <a:cubicBezTo>
                    <a:pt x="7214" y="1031"/>
                    <a:pt x="7214" y="1031"/>
                    <a:pt x="7229" y="1016"/>
                  </a:cubicBezTo>
                  <a:cubicBezTo>
                    <a:pt x="7199" y="1001"/>
                    <a:pt x="7169" y="1001"/>
                    <a:pt x="7155" y="986"/>
                  </a:cubicBezTo>
                  <a:lnTo>
                    <a:pt x="7140" y="986"/>
                  </a:lnTo>
                  <a:cubicBezTo>
                    <a:pt x="7110" y="956"/>
                    <a:pt x="7065" y="926"/>
                    <a:pt x="7035" y="896"/>
                  </a:cubicBezTo>
                  <a:cubicBezTo>
                    <a:pt x="7050" y="866"/>
                    <a:pt x="7065" y="837"/>
                    <a:pt x="7080" y="807"/>
                  </a:cubicBezTo>
                  <a:cubicBezTo>
                    <a:pt x="7095" y="792"/>
                    <a:pt x="7125" y="792"/>
                    <a:pt x="7140" y="792"/>
                  </a:cubicBezTo>
                  <a:cubicBezTo>
                    <a:pt x="7110" y="762"/>
                    <a:pt x="7080" y="732"/>
                    <a:pt x="7050" y="732"/>
                  </a:cubicBezTo>
                  <a:cubicBezTo>
                    <a:pt x="7020" y="732"/>
                    <a:pt x="6990" y="762"/>
                    <a:pt x="6945" y="777"/>
                  </a:cubicBezTo>
                  <a:cubicBezTo>
                    <a:pt x="6960" y="747"/>
                    <a:pt x="6975" y="717"/>
                    <a:pt x="7005" y="702"/>
                  </a:cubicBezTo>
                  <a:cubicBezTo>
                    <a:pt x="7035" y="672"/>
                    <a:pt x="7035" y="627"/>
                    <a:pt x="7020" y="598"/>
                  </a:cubicBezTo>
                  <a:cubicBezTo>
                    <a:pt x="7005" y="583"/>
                    <a:pt x="7005" y="583"/>
                    <a:pt x="7005" y="583"/>
                  </a:cubicBezTo>
                  <a:lnTo>
                    <a:pt x="7005" y="553"/>
                  </a:lnTo>
                  <a:lnTo>
                    <a:pt x="6930" y="553"/>
                  </a:lnTo>
                  <a:cubicBezTo>
                    <a:pt x="6916" y="508"/>
                    <a:pt x="6901" y="463"/>
                    <a:pt x="6886" y="418"/>
                  </a:cubicBezTo>
                  <a:cubicBezTo>
                    <a:pt x="6871" y="433"/>
                    <a:pt x="6871" y="448"/>
                    <a:pt x="6856" y="478"/>
                  </a:cubicBezTo>
                  <a:cubicBezTo>
                    <a:pt x="6841" y="493"/>
                    <a:pt x="6826" y="493"/>
                    <a:pt x="6811" y="508"/>
                  </a:cubicBezTo>
                  <a:cubicBezTo>
                    <a:pt x="6811" y="478"/>
                    <a:pt x="6796" y="463"/>
                    <a:pt x="6781" y="433"/>
                  </a:cubicBezTo>
                  <a:cubicBezTo>
                    <a:pt x="6841" y="388"/>
                    <a:pt x="6826" y="329"/>
                    <a:pt x="6796" y="269"/>
                  </a:cubicBezTo>
                  <a:cubicBezTo>
                    <a:pt x="6751" y="239"/>
                    <a:pt x="6692" y="209"/>
                    <a:pt x="6632" y="179"/>
                  </a:cubicBezTo>
                  <a:lnTo>
                    <a:pt x="6602" y="179"/>
                  </a:lnTo>
                  <a:cubicBezTo>
                    <a:pt x="6487" y="156"/>
                    <a:pt x="6381" y="125"/>
                    <a:pt x="6271" y="125"/>
                  </a:cubicBezTo>
                  <a:cubicBezTo>
                    <a:pt x="6237" y="125"/>
                    <a:pt x="6203" y="128"/>
                    <a:pt x="6169" y="135"/>
                  </a:cubicBezTo>
                  <a:cubicBezTo>
                    <a:pt x="6169" y="105"/>
                    <a:pt x="6154" y="90"/>
                    <a:pt x="6109" y="90"/>
                  </a:cubicBezTo>
                  <a:cubicBezTo>
                    <a:pt x="6034" y="75"/>
                    <a:pt x="5945" y="45"/>
                    <a:pt x="5870" y="30"/>
                  </a:cubicBezTo>
                  <a:cubicBezTo>
                    <a:pt x="5780" y="30"/>
                    <a:pt x="5676" y="45"/>
                    <a:pt x="5586" y="60"/>
                  </a:cubicBezTo>
                  <a:cubicBezTo>
                    <a:pt x="5497" y="60"/>
                    <a:pt x="5422" y="45"/>
                    <a:pt x="5332" y="45"/>
                  </a:cubicBezTo>
                  <a:cubicBezTo>
                    <a:pt x="5301" y="24"/>
                    <a:pt x="5269" y="3"/>
                    <a:pt x="5232" y="3"/>
                  </a:cubicBezTo>
                  <a:cubicBezTo>
                    <a:pt x="5217" y="3"/>
                    <a:pt x="5200" y="6"/>
                    <a:pt x="5183" y="15"/>
                  </a:cubicBezTo>
                  <a:lnTo>
                    <a:pt x="5108" y="15"/>
                  </a:lnTo>
                  <a:cubicBezTo>
                    <a:pt x="5080" y="34"/>
                    <a:pt x="5058" y="53"/>
                    <a:pt x="5034" y="53"/>
                  </a:cubicBezTo>
                  <a:cubicBezTo>
                    <a:pt x="5020" y="53"/>
                    <a:pt x="5005" y="46"/>
                    <a:pt x="4989" y="30"/>
                  </a:cubicBezTo>
                  <a:cubicBezTo>
                    <a:pt x="4989" y="30"/>
                    <a:pt x="4974" y="15"/>
                    <a:pt x="4959" y="15"/>
                  </a:cubicBezTo>
                  <a:cubicBezTo>
                    <a:pt x="4944" y="15"/>
                    <a:pt x="4929" y="15"/>
                    <a:pt x="4914" y="30"/>
                  </a:cubicBezTo>
                  <a:cubicBezTo>
                    <a:pt x="4906" y="33"/>
                    <a:pt x="4898" y="34"/>
                    <a:pt x="4892" y="34"/>
                  </a:cubicBezTo>
                  <a:cubicBezTo>
                    <a:pt x="4864" y="34"/>
                    <a:pt x="4852" y="12"/>
                    <a:pt x="4839" y="0"/>
                  </a:cubicBezTo>
                  <a:cubicBezTo>
                    <a:pt x="4825" y="0"/>
                    <a:pt x="4795" y="0"/>
                    <a:pt x="4780" y="15"/>
                  </a:cubicBezTo>
                  <a:cubicBezTo>
                    <a:pt x="4391" y="0"/>
                    <a:pt x="4003" y="0"/>
                    <a:pt x="3615" y="0"/>
                  </a:cubicBezTo>
                  <a:close/>
                  <a:moveTo>
                    <a:pt x="3344" y="8040"/>
                  </a:moveTo>
                  <a:cubicBezTo>
                    <a:pt x="3326" y="8040"/>
                    <a:pt x="3307" y="8058"/>
                    <a:pt x="3286" y="8110"/>
                  </a:cubicBezTo>
                  <a:lnTo>
                    <a:pt x="3436" y="8110"/>
                  </a:lnTo>
                  <a:cubicBezTo>
                    <a:pt x="3406" y="8101"/>
                    <a:pt x="3377" y="8040"/>
                    <a:pt x="3344" y="8040"/>
                  </a:cubicBezTo>
                  <a:close/>
                  <a:moveTo>
                    <a:pt x="3495" y="8065"/>
                  </a:moveTo>
                  <a:lnTo>
                    <a:pt x="3495" y="8065"/>
                  </a:lnTo>
                  <a:cubicBezTo>
                    <a:pt x="3510" y="8080"/>
                    <a:pt x="3525" y="8095"/>
                    <a:pt x="3555" y="8110"/>
                  </a:cubicBezTo>
                  <a:lnTo>
                    <a:pt x="3645" y="8110"/>
                  </a:lnTo>
                  <a:cubicBezTo>
                    <a:pt x="3600" y="8095"/>
                    <a:pt x="3540" y="8080"/>
                    <a:pt x="3495" y="80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4635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50"/>
          <p:cNvSpPr txBox="1">
            <a:spLocks noGrp="1"/>
          </p:cNvSpPr>
          <p:nvPr>
            <p:ph type="body" idx="1"/>
          </p:nvPr>
        </p:nvSpPr>
        <p:spPr>
          <a:xfrm>
            <a:off x="713250" y="1463675"/>
            <a:ext cx="7717500" cy="2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67" name="Google Shape;467;p50"/>
          <p:cNvGrpSpPr/>
          <p:nvPr/>
        </p:nvGrpSpPr>
        <p:grpSpPr>
          <a:xfrm>
            <a:off x="-2393645" y="-1412916"/>
            <a:ext cx="12979560" cy="8432080"/>
            <a:chOff x="-2393645" y="-1412916"/>
            <a:chExt cx="12979560" cy="8432080"/>
          </a:xfrm>
        </p:grpSpPr>
        <p:sp>
          <p:nvSpPr>
            <p:cNvPr id="468" name="Google Shape;468;p50"/>
            <p:cNvSpPr/>
            <p:nvPr/>
          </p:nvSpPr>
          <p:spPr>
            <a:xfrm rot="-3869911" flipH="1">
              <a:off x="-1999736" y="302211"/>
              <a:ext cx="2518630" cy="2461948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0"/>
            <p:cNvSpPr/>
            <p:nvPr/>
          </p:nvSpPr>
          <p:spPr>
            <a:xfrm rot="2700045">
              <a:off x="-925053" y="-1053159"/>
              <a:ext cx="1855684" cy="2023439"/>
            </a:xfrm>
            <a:custGeom>
              <a:avLst/>
              <a:gdLst/>
              <a:ahLst/>
              <a:cxnLst/>
              <a:rect l="l" t="t" r="r" b="b"/>
              <a:pathLst>
                <a:path w="13876" h="15131" extrusionOk="0">
                  <a:moveTo>
                    <a:pt x="9933" y="0"/>
                  </a:moveTo>
                  <a:cubicBezTo>
                    <a:pt x="9933" y="0"/>
                    <a:pt x="9933" y="15"/>
                    <a:pt x="9933" y="15"/>
                  </a:cubicBezTo>
                  <a:cubicBezTo>
                    <a:pt x="9948" y="30"/>
                    <a:pt x="9978" y="45"/>
                    <a:pt x="10007" y="60"/>
                  </a:cubicBezTo>
                  <a:cubicBezTo>
                    <a:pt x="10007" y="60"/>
                    <a:pt x="10022" y="45"/>
                    <a:pt x="10022" y="30"/>
                  </a:cubicBezTo>
                  <a:cubicBezTo>
                    <a:pt x="9993" y="15"/>
                    <a:pt x="9963" y="15"/>
                    <a:pt x="9933" y="0"/>
                  </a:cubicBezTo>
                  <a:close/>
                  <a:moveTo>
                    <a:pt x="7752" y="284"/>
                  </a:moveTo>
                  <a:cubicBezTo>
                    <a:pt x="7737" y="284"/>
                    <a:pt x="7722" y="299"/>
                    <a:pt x="7707" y="299"/>
                  </a:cubicBezTo>
                  <a:cubicBezTo>
                    <a:pt x="7722" y="344"/>
                    <a:pt x="7752" y="374"/>
                    <a:pt x="7767" y="419"/>
                  </a:cubicBezTo>
                  <a:lnTo>
                    <a:pt x="7812" y="419"/>
                  </a:lnTo>
                  <a:cubicBezTo>
                    <a:pt x="7797" y="374"/>
                    <a:pt x="7767" y="329"/>
                    <a:pt x="7752" y="284"/>
                  </a:cubicBezTo>
                  <a:close/>
                  <a:moveTo>
                    <a:pt x="6557" y="478"/>
                  </a:moveTo>
                  <a:lnTo>
                    <a:pt x="6557" y="538"/>
                  </a:lnTo>
                  <a:cubicBezTo>
                    <a:pt x="6587" y="508"/>
                    <a:pt x="6632" y="493"/>
                    <a:pt x="6662" y="478"/>
                  </a:cubicBezTo>
                  <a:close/>
                  <a:moveTo>
                    <a:pt x="5375" y="163"/>
                  </a:moveTo>
                  <a:cubicBezTo>
                    <a:pt x="5263" y="163"/>
                    <a:pt x="5149" y="208"/>
                    <a:pt x="5019" y="299"/>
                  </a:cubicBezTo>
                  <a:cubicBezTo>
                    <a:pt x="5019" y="299"/>
                    <a:pt x="5019" y="299"/>
                    <a:pt x="5019" y="299"/>
                  </a:cubicBezTo>
                  <a:lnTo>
                    <a:pt x="5019" y="299"/>
                  </a:lnTo>
                  <a:cubicBezTo>
                    <a:pt x="5016" y="304"/>
                    <a:pt x="5012" y="309"/>
                    <a:pt x="5009" y="314"/>
                  </a:cubicBezTo>
                  <a:lnTo>
                    <a:pt x="5009" y="314"/>
                  </a:lnTo>
                  <a:cubicBezTo>
                    <a:pt x="4980" y="342"/>
                    <a:pt x="4905" y="338"/>
                    <a:pt x="4944" y="404"/>
                  </a:cubicBezTo>
                  <a:cubicBezTo>
                    <a:pt x="4929" y="419"/>
                    <a:pt x="4929" y="419"/>
                    <a:pt x="4914" y="419"/>
                  </a:cubicBezTo>
                  <a:cubicBezTo>
                    <a:pt x="4899" y="404"/>
                    <a:pt x="4870" y="374"/>
                    <a:pt x="4840" y="344"/>
                  </a:cubicBezTo>
                  <a:cubicBezTo>
                    <a:pt x="4825" y="389"/>
                    <a:pt x="4810" y="434"/>
                    <a:pt x="4795" y="463"/>
                  </a:cubicBezTo>
                  <a:lnTo>
                    <a:pt x="4840" y="463"/>
                  </a:lnTo>
                  <a:lnTo>
                    <a:pt x="4840" y="478"/>
                  </a:lnTo>
                  <a:cubicBezTo>
                    <a:pt x="4825" y="493"/>
                    <a:pt x="4825" y="523"/>
                    <a:pt x="4840" y="538"/>
                  </a:cubicBezTo>
                  <a:cubicBezTo>
                    <a:pt x="4865" y="551"/>
                    <a:pt x="4888" y="556"/>
                    <a:pt x="4909" y="556"/>
                  </a:cubicBezTo>
                  <a:cubicBezTo>
                    <a:pt x="4986" y="556"/>
                    <a:pt x="5035" y="487"/>
                    <a:pt x="5094" y="463"/>
                  </a:cubicBezTo>
                  <a:lnTo>
                    <a:pt x="5109" y="449"/>
                  </a:lnTo>
                  <a:cubicBezTo>
                    <a:pt x="5123" y="449"/>
                    <a:pt x="5153" y="449"/>
                    <a:pt x="5168" y="463"/>
                  </a:cubicBezTo>
                  <a:cubicBezTo>
                    <a:pt x="5207" y="476"/>
                    <a:pt x="5245" y="511"/>
                    <a:pt x="5293" y="511"/>
                  </a:cubicBezTo>
                  <a:cubicBezTo>
                    <a:pt x="5301" y="511"/>
                    <a:pt x="5309" y="510"/>
                    <a:pt x="5318" y="508"/>
                  </a:cubicBezTo>
                  <a:cubicBezTo>
                    <a:pt x="5348" y="493"/>
                    <a:pt x="5377" y="478"/>
                    <a:pt x="5407" y="478"/>
                  </a:cubicBezTo>
                  <a:cubicBezTo>
                    <a:pt x="5437" y="478"/>
                    <a:pt x="5467" y="478"/>
                    <a:pt x="5482" y="463"/>
                  </a:cubicBezTo>
                  <a:lnTo>
                    <a:pt x="5527" y="478"/>
                  </a:lnTo>
                  <a:cubicBezTo>
                    <a:pt x="5527" y="478"/>
                    <a:pt x="5527" y="493"/>
                    <a:pt x="5527" y="493"/>
                  </a:cubicBezTo>
                  <a:cubicBezTo>
                    <a:pt x="5542" y="493"/>
                    <a:pt x="5542" y="508"/>
                    <a:pt x="5557" y="508"/>
                  </a:cubicBezTo>
                  <a:cubicBezTo>
                    <a:pt x="5581" y="508"/>
                    <a:pt x="5604" y="511"/>
                    <a:pt x="5628" y="511"/>
                  </a:cubicBezTo>
                  <a:cubicBezTo>
                    <a:pt x="5664" y="511"/>
                    <a:pt x="5700" y="505"/>
                    <a:pt x="5736" y="478"/>
                  </a:cubicBezTo>
                  <a:cubicBezTo>
                    <a:pt x="5736" y="493"/>
                    <a:pt x="5751" y="508"/>
                    <a:pt x="5766" y="523"/>
                  </a:cubicBezTo>
                  <a:cubicBezTo>
                    <a:pt x="5781" y="523"/>
                    <a:pt x="5796" y="538"/>
                    <a:pt x="5811" y="538"/>
                  </a:cubicBezTo>
                  <a:cubicBezTo>
                    <a:pt x="5818" y="536"/>
                    <a:pt x="5825" y="536"/>
                    <a:pt x="5833" y="536"/>
                  </a:cubicBezTo>
                  <a:cubicBezTo>
                    <a:pt x="5862" y="536"/>
                    <a:pt x="5895" y="547"/>
                    <a:pt x="5927" y="547"/>
                  </a:cubicBezTo>
                  <a:cubicBezTo>
                    <a:pt x="5954" y="547"/>
                    <a:pt x="5980" y="539"/>
                    <a:pt x="6005" y="508"/>
                  </a:cubicBezTo>
                  <a:cubicBezTo>
                    <a:pt x="6005" y="493"/>
                    <a:pt x="6005" y="478"/>
                    <a:pt x="6005" y="463"/>
                  </a:cubicBezTo>
                  <a:cubicBezTo>
                    <a:pt x="6026" y="474"/>
                    <a:pt x="6047" y="485"/>
                    <a:pt x="6073" y="485"/>
                  </a:cubicBezTo>
                  <a:cubicBezTo>
                    <a:pt x="6084" y="485"/>
                    <a:pt x="6096" y="483"/>
                    <a:pt x="6109" y="478"/>
                  </a:cubicBezTo>
                  <a:cubicBezTo>
                    <a:pt x="6119" y="476"/>
                    <a:pt x="6128" y="475"/>
                    <a:pt x="6137" y="475"/>
                  </a:cubicBezTo>
                  <a:cubicBezTo>
                    <a:pt x="6192" y="475"/>
                    <a:pt x="6220" y="514"/>
                    <a:pt x="6259" y="553"/>
                  </a:cubicBezTo>
                  <a:cubicBezTo>
                    <a:pt x="6267" y="554"/>
                    <a:pt x="6275" y="555"/>
                    <a:pt x="6283" y="555"/>
                  </a:cubicBezTo>
                  <a:cubicBezTo>
                    <a:pt x="6387" y="555"/>
                    <a:pt x="6349" y="459"/>
                    <a:pt x="6363" y="389"/>
                  </a:cubicBezTo>
                  <a:lnTo>
                    <a:pt x="6363" y="389"/>
                  </a:lnTo>
                  <a:lnTo>
                    <a:pt x="6438" y="419"/>
                  </a:lnTo>
                  <a:cubicBezTo>
                    <a:pt x="6426" y="384"/>
                    <a:pt x="6424" y="349"/>
                    <a:pt x="6388" y="349"/>
                  </a:cubicBezTo>
                  <a:cubicBezTo>
                    <a:pt x="6378" y="349"/>
                    <a:pt x="6365" y="352"/>
                    <a:pt x="6348" y="359"/>
                  </a:cubicBezTo>
                  <a:cubicBezTo>
                    <a:pt x="6333" y="329"/>
                    <a:pt x="6318" y="284"/>
                    <a:pt x="6303" y="284"/>
                  </a:cubicBezTo>
                  <a:cubicBezTo>
                    <a:pt x="6213" y="294"/>
                    <a:pt x="6129" y="345"/>
                    <a:pt x="6047" y="345"/>
                  </a:cubicBezTo>
                  <a:cubicBezTo>
                    <a:pt x="6008" y="345"/>
                    <a:pt x="5969" y="333"/>
                    <a:pt x="5930" y="299"/>
                  </a:cubicBezTo>
                  <a:cubicBezTo>
                    <a:pt x="5915" y="314"/>
                    <a:pt x="5900" y="344"/>
                    <a:pt x="5885" y="359"/>
                  </a:cubicBezTo>
                  <a:cubicBezTo>
                    <a:pt x="5825" y="329"/>
                    <a:pt x="5751" y="329"/>
                    <a:pt x="5706" y="284"/>
                  </a:cubicBezTo>
                  <a:cubicBezTo>
                    <a:pt x="5589" y="204"/>
                    <a:pt x="5483" y="163"/>
                    <a:pt x="5375" y="163"/>
                  </a:cubicBezTo>
                  <a:close/>
                  <a:moveTo>
                    <a:pt x="8102" y="346"/>
                  </a:moveTo>
                  <a:cubicBezTo>
                    <a:pt x="8019" y="346"/>
                    <a:pt x="7938" y="361"/>
                    <a:pt x="7916" y="389"/>
                  </a:cubicBezTo>
                  <a:cubicBezTo>
                    <a:pt x="7902" y="419"/>
                    <a:pt x="7857" y="404"/>
                    <a:pt x="7812" y="419"/>
                  </a:cubicBezTo>
                  <a:cubicBezTo>
                    <a:pt x="7767" y="493"/>
                    <a:pt x="7827" y="538"/>
                    <a:pt x="7887" y="568"/>
                  </a:cubicBezTo>
                  <a:cubicBezTo>
                    <a:pt x="7902" y="568"/>
                    <a:pt x="7916" y="583"/>
                    <a:pt x="7931" y="583"/>
                  </a:cubicBezTo>
                  <a:cubicBezTo>
                    <a:pt x="8002" y="573"/>
                    <a:pt x="8072" y="522"/>
                    <a:pt x="8143" y="522"/>
                  </a:cubicBezTo>
                  <a:cubicBezTo>
                    <a:pt x="8177" y="522"/>
                    <a:pt x="8211" y="534"/>
                    <a:pt x="8245" y="568"/>
                  </a:cubicBezTo>
                  <a:cubicBezTo>
                    <a:pt x="8290" y="553"/>
                    <a:pt x="8290" y="538"/>
                    <a:pt x="8290" y="508"/>
                  </a:cubicBezTo>
                  <a:cubicBezTo>
                    <a:pt x="8290" y="463"/>
                    <a:pt x="8320" y="434"/>
                    <a:pt x="8305" y="404"/>
                  </a:cubicBezTo>
                  <a:cubicBezTo>
                    <a:pt x="8289" y="364"/>
                    <a:pt x="8194" y="346"/>
                    <a:pt x="8102" y="346"/>
                  </a:cubicBezTo>
                  <a:close/>
                  <a:moveTo>
                    <a:pt x="8531" y="497"/>
                  </a:moveTo>
                  <a:cubicBezTo>
                    <a:pt x="8506" y="497"/>
                    <a:pt x="8491" y="516"/>
                    <a:pt x="8469" y="553"/>
                  </a:cubicBezTo>
                  <a:cubicBezTo>
                    <a:pt x="8489" y="578"/>
                    <a:pt x="8509" y="586"/>
                    <a:pt x="8529" y="586"/>
                  </a:cubicBezTo>
                  <a:cubicBezTo>
                    <a:pt x="8569" y="586"/>
                    <a:pt x="8608" y="553"/>
                    <a:pt x="8648" y="553"/>
                  </a:cubicBezTo>
                  <a:cubicBezTo>
                    <a:pt x="8589" y="516"/>
                    <a:pt x="8555" y="497"/>
                    <a:pt x="8531" y="497"/>
                  </a:cubicBezTo>
                  <a:close/>
                  <a:moveTo>
                    <a:pt x="6408" y="478"/>
                  </a:moveTo>
                  <a:cubicBezTo>
                    <a:pt x="6393" y="478"/>
                    <a:pt x="6363" y="478"/>
                    <a:pt x="6363" y="493"/>
                  </a:cubicBezTo>
                  <a:cubicBezTo>
                    <a:pt x="6363" y="508"/>
                    <a:pt x="6363" y="538"/>
                    <a:pt x="6363" y="553"/>
                  </a:cubicBezTo>
                  <a:cubicBezTo>
                    <a:pt x="6378" y="583"/>
                    <a:pt x="6393" y="598"/>
                    <a:pt x="6408" y="613"/>
                  </a:cubicBezTo>
                  <a:cubicBezTo>
                    <a:pt x="6408" y="598"/>
                    <a:pt x="6408" y="583"/>
                    <a:pt x="6408" y="553"/>
                  </a:cubicBezTo>
                  <a:cubicBezTo>
                    <a:pt x="6408" y="538"/>
                    <a:pt x="6408" y="508"/>
                    <a:pt x="6408" y="478"/>
                  </a:cubicBezTo>
                  <a:close/>
                  <a:moveTo>
                    <a:pt x="4003" y="314"/>
                  </a:moveTo>
                  <a:cubicBezTo>
                    <a:pt x="3869" y="329"/>
                    <a:pt x="3749" y="359"/>
                    <a:pt x="3630" y="389"/>
                  </a:cubicBezTo>
                  <a:lnTo>
                    <a:pt x="3570" y="389"/>
                  </a:lnTo>
                  <a:cubicBezTo>
                    <a:pt x="3481" y="367"/>
                    <a:pt x="3368" y="328"/>
                    <a:pt x="3297" y="328"/>
                  </a:cubicBezTo>
                  <a:cubicBezTo>
                    <a:pt x="3272" y="328"/>
                    <a:pt x="3253" y="332"/>
                    <a:pt x="3242" y="344"/>
                  </a:cubicBezTo>
                  <a:cubicBezTo>
                    <a:pt x="3204" y="376"/>
                    <a:pt x="3172" y="387"/>
                    <a:pt x="3141" y="387"/>
                  </a:cubicBezTo>
                  <a:cubicBezTo>
                    <a:pt x="3080" y="387"/>
                    <a:pt x="3029" y="343"/>
                    <a:pt x="2974" y="343"/>
                  </a:cubicBezTo>
                  <a:cubicBezTo>
                    <a:pt x="2969" y="343"/>
                    <a:pt x="2963" y="343"/>
                    <a:pt x="2958" y="344"/>
                  </a:cubicBezTo>
                  <a:cubicBezTo>
                    <a:pt x="2943" y="344"/>
                    <a:pt x="2928" y="359"/>
                    <a:pt x="2913" y="359"/>
                  </a:cubicBezTo>
                  <a:cubicBezTo>
                    <a:pt x="2704" y="404"/>
                    <a:pt x="2480" y="434"/>
                    <a:pt x="2256" y="478"/>
                  </a:cubicBezTo>
                  <a:cubicBezTo>
                    <a:pt x="2151" y="508"/>
                    <a:pt x="2017" y="493"/>
                    <a:pt x="1972" y="643"/>
                  </a:cubicBezTo>
                  <a:cubicBezTo>
                    <a:pt x="2032" y="658"/>
                    <a:pt x="2077" y="658"/>
                    <a:pt x="2121" y="658"/>
                  </a:cubicBezTo>
                  <a:cubicBezTo>
                    <a:pt x="2151" y="643"/>
                    <a:pt x="2166" y="628"/>
                    <a:pt x="2181" y="613"/>
                  </a:cubicBezTo>
                  <a:cubicBezTo>
                    <a:pt x="2196" y="583"/>
                    <a:pt x="2226" y="583"/>
                    <a:pt x="2256" y="583"/>
                  </a:cubicBezTo>
                  <a:cubicBezTo>
                    <a:pt x="2286" y="598"/>
                    <a:pt x="2301" y="598"/>
                    <a:pt x="2330" y="598"/>
                  </a:cubicBezTo>
                  <a:cubicBezTo>
                    <a:pt x="2435" y="568"/>
                    <a:pt x="2540" y="553"/>
                    <a:pt x="2644" y="538"/>
                  </a:cubicBezTo>
                  <a:cubicBezTo>
                    <a:pt x="2674" y="553"/>
                    <a:pt x="2689" y="568"/>
                    <a:pt x="2719" y="568"/>
                  </a:cubicBezTo>
                  <a:cubicBezTo>
                    <a:pt x="2736" y="554"/>
                    <a:pt x="2754" y="549"/>
                    <a:pt x="2771" y="549"/>
                  </a:cubicBezTo>
                  <a:cubicBezTo>
                    <a:pt x="2813" y="549"/>
                    <a:pt x="2853" y="580"/>
                    <a:pt x="2885" y="580"/>
                  </a:cubicBezTo>
                  <a:cubicBezTo>
                    <a:pt x="2895" y="580"/>
                    <a:pt x="2905" y="576"/>
                    <a:pt x="2913" y="568"/>
                  </a:cubicBezTo>
                  <a:cubicBezTo>
                    <a:pt x="2966" y="515"/>
                    <a:pt x="3020" y="507"/>
                    <a:pt x="3073" y="507"/>
                  </a:cubicBezTo>
                  <a:cubicBezTo>
                    <a:pt x="3094" y="507"/>
                    <a:pt x="3116" y="508"/>
                    <a:pt x="3137" y="508"/>
                  </a:cubicBezTo>
                  <a:cubicBezTo>
                    <a:pt x="3167" y="523"/>
                    <a:pt x="3197" y="538"/>
                    <a:pt x="3242" y="553"/>
                  </a:cubicBezTo>
                  <a:cubicBezTo>
                    <a:pt x="3245" y="556"/>
                    <a:pt x="3247" y="557"/>
                    <a:pt x="3249" y="557"/>
                  </a:cubicBezTo>
                  <a:cubicBezTo>
                    <a:pt x="3262" y="557"/>
                    <a:pt x="3255" y="500"/>
                    <a:pt x="3273" y="500"/>
                  </a:cubicBezTo>
                  <a:cubicBezTo>
                    <a:pt x="3279" y="500"/>
                    <a:pt x="3288" y="507"/>
                    <a:pt x="3301" y="523"/>
                  </a:cubicBezTo>
                  <a:cubicBezTo>
                    <a:pt x="3318" y="546"/>
                    <a:pt x="3337" y="553"/>
                    <a:pt x="3357" y="553"/>
                  </a:cubicBezTo>
                  <a:cubicBezTo>
                    <a:pt x="3389" y="553"/>
                    <a:pt x="3423" y="532"/>
                    <a:pt x="3451" y="523"/>
                  </a:cubicBezTo>
                  <a:cubicBezTo>
                    <a:pt x="3495" y="508"/>
                    <a:pt x="3555" y="508"/>
                    <a:pt x="3600" y="478"/>
                  </a:cubicBezTo>
                  <a:lnTo>
                    <a:pt x="3615" y="478"/>
                  </a:lnTo>
                  <a:cubicBezTo>
                    <a:pt x="3642" y="475"/>
                    <a:pt x="3669" y="474"/>
                    <a:pt x="3696" y="474"/>
                  </a:cubicBezTo>
                  <a:cubicBezTo>
                    <a:pt x="3804" y="474"/>
                    <a:pt x="3914" y="493"/>
                    <a:pt x="4033" y="493"/>
                  </a:cubicBezTo>
                  <a:cubicBezTo>
                    <a:pt x="4048" y="493"/>
                    <a:pt x="4048" y="493"/>
                    <a:pt x="4063" y="478"/>
                  </a:cubicBezTo>
                  <a:cubicBezTo>
                    <a:pt x="4108" y="463"/>
                    <a:pt x="4168" y="463"/>
                    <a:pt x="4212" y="463"/>
                  </a:cubicBezTo>
                  <a:cubicBezTo>
                    <a:pt x="4212" y="478"/>
                    <a:pt x="4212" y="478"/>
                    <a:pt x="4227" y="493"/>
                  </a:cubicBezTo>
                  <a:cubicBezTo>
                    <a:pt x="4287" y="508"/>
                    <a:pt x="4332" y="508"/>
                    <a:pt x="4377" y="523"/>
                  </a:cubicBezTo>
                  <a:lnTo>
                    <a:pt x="4586" y="508"/>
                  </a:lnTo>
                  <a:lnTo>
                    <a:pt x="4616" y="523"/>
                  </a:lnTo>
                  <a:lnTo>
                    <a:pt x="4660" y="523"/>
                  </a:lnTo>
                  <a:cubicBezTo>
                    <a:pt x="4705" y="508"/>
                    <a:pt x="4750" y="493"/>
                    <a:pt x="4765" y="449"/>
                  </a:cubicBezTo>
                  <a:cubicBezTo>
                    <a:pt x="4765" y="412"/>
                    <a:pt x="4794" y="347"/>
                    <a:pt x="4742" y="347"/>
                  </a:cubicBezTo>
                  <a:cubicBezTo>
                    <a:pt x="4730" y="347"/>
                    <a:pt x="4713" y="350"/>
                    <a:pt x="4690" y="359"/>
                  </a:cubicBezTo>
                  <a:cubicBezTo>
                    <a:pt x="4680" y="364"/>
                    <a:pt x="4670" y="366"/>
                    <a:pt x="4660" y="366"/>
                  </a:cubicBezTo>
                  <a:cubicBezTo>
                    <a:pt x="4639" y="366"/>
                    <a:pt x="4616" y="359"/>
                    <a:pt x="4586" y="359"/>
                  </a:cubicBezTo>
                  <a:lnTo>
                    <a:pt x="4227" y="359"/>
                  </a:lnTo>
                  <a:cubicBezTo>
                    <a:pt x="4153" y="344"/>
                    <a:pt x="4078" y="314"/>
                    <a:pt x="4003" y="314"/>
                  </a:cubicBezTo>
                  <a:close/>
                  <a:moveTo>
                    <a:pt x="7513" y="553"/>
                  </a:moveTo>
                  <a:lnTo>
                    <a:pt x="7513" y="553"/>
                  </a:lnTo>
                  <a:cubicBezTo>
                    <a:pt x="7453" y="568"/>
                    <a:pt x="7424" y="583"/>
                    <a:pt x="7379" y="583"/>
                  </a:cubicBezTo>
                  <a:cubicBezTo>
                    <a:pt x="7359" y="583"/>
                    <a:pt x="7332" y="570"/>
                    <a:pt x="7308" y="570"/>
                  </a:cubicBezTo>
                  <a:cubicBezTo>
                    <a:pt x="7296" y="570"/>
                    <a:pt x="7284" y="573"/>
                    <a:pt x="7274" y="583"/>
                  </a:cubicBezTo>
                  <a:cubicBezTo>
                    <a:pt x="7319" y="613"/>
                    <a:pt x="7364" y="643"/>
                    <a:pt x="7409" y="673"/>
                  </a:cubicBezTo>
                  <a:cubicBezTo>
                    <a:pt x="7439" y="643"/>
                    <a:pt x="7468" y="613"/>
                    <a:pt x="7513" y="553"/>
                  </a:cubicBezTo>
                  <a:close/>
                  <a:moveTo>
                    <a:pt x="6333" y="702"/>
                  </a:moveTo>
                  <a:lnTo>
                    <a:pt x="6333" y="702"/>
                  </a:lnTo>
                  <a:cubicBezTo>
                    <a:pt x="6348" y="732"/>
                    <a:pt x="6348" y="762"/>
                    <a:pt x="6348" y="792"/>
                  </a:cubicBezTo>
                  <a:lnTo>
                    <a:pt x="6393" y="792"/>
                  </a:lnTo>
                  <a:cubicBezTo>
                    <a:pt x="6378" y="762"/>
                    <a:pt x="6348" y="732"/>
                    <a:pt x="6333" y="702"/>
                  </a:cubicBezTo>
                  <a:close/>
                  <a:moveTo>
                    <a:pt x="8424" y="613"/>
                  </a:moveTo>
                  <a:cubicBezTo>
                    <a:pt x="8394" y="643"/>
                    <a:pt x="8365" y="658"/>
                    <a:pt x="8335" y="673"/>
                  </a:cubicBezTo>
                  <a:cubicBezTo>
                    <a:pt x="8320" y="658"/>
                    <a:pt x="8320" y="643"/>
                    <a:pt x="8305" y="628"/>
                  </a:cubicBezTo>
                  <a:cubicBezTo>
                    <a:pt x="8297" y="624"/>
                    <a:pt x="8289" y="622"/>
                    <a:pt x="8281" y="622"/>
                  </a:cubicBezTo>
                  <a:cubicBezTo>
                    <a:pt x="8260" y="622"/>
                    <a:pt x="8241" y="636"/>
                    <a:pt x="8230" y="658"/>
                  </a:cubicBezTo>
                  <a:cubicBezTo>
                    <a:pt x="8230" y="658"/>
                    <a:pt x="8230" y="673"/>
                    <a:pt x="8215" y="673"/>
                  </a:cubicBezTo>
                  <a:cubicBezTo>
                    <a:pt x="8215" y="687"/>
                    <a:pt x="8215" y="717"/>
                    <a:pt x="8215" y="732"/>
                  </a:cubicBezTo>
                  <a:cubicBezTo>
                    <a:pt x="8226" y="754"/>
                    <a:pt x="8237" y="768"/>
                    <a:pt x="8254" y="768"/>
                  </a:cubicBezTo>
                  <a:cubicBezTo>
                    <a:pt x="8260" y="768"/>
                    <a:pt x="8267" y="766"/>
                    <a:pt x="8275" y="762"/>
                  </a:cubicBezTo>
                  <a:cubicBezTo>
                    <a:pt x="8305" y="732"/>
                    <a:pt x="8320" y="717"/>
                    <a:pt x="8335" y="687"/>
                  </a:cubicBezTo>
                  <a:cubicBezTo>
                    <a:pt x="8365" y="717"/>
                    <a:pt x="8394" y="747"/>
                    <a:pt x="8424" y="777"/>
                  </a:cubicBezTo>
                  <a:cubicBezTo>
                    <a:pt x="8454" y="777"/>
                    <a:pt x="8469" y="777"/>
                    <a:pt x="8499" y="792"/>
                  </a:cubicBezTo>
                  <a:cubicBezTo>
                    <a:pt x="8469" y="732"/>
                    <a:pt x="8439" y="687"/>
                    <a:pt x="8424" y="643"/>
                  </a:cubicBezTo>
                  <a:cubicBezTo>
                    <a:pt x="8424" y="628"/>
                    <a:pt x="8424" y="628"/>
                    <a:pt x="8424" y="613"/>
                  </a:cubicBezTo>
                  <a:close/>
                  <a:moveTo>
                    <a:pt x="9406" y="699"/>
                  </a:moveTo>
                  <a:cubicBezTo>
                    <a:pt x="9376" y="699"/>
                    <a:pt x="9343" y="705"/>
                    <a:pt x="9309" y="705"/>
                  </a:cubicBezTo>
                  <a:cubicBezTo>
                    <a:pt x="9298" y="705"/>
                    <a:pt x="9287" y="704"/>
                    <a:pt x="9276" y="702"/>
                  </a:cubicBezTo>
                  <a:lnTo>
                    <a:pt x="9276" y="702"/>
                  </a:lnTo>
                  <a:cubicBezTo>
                    <a:pt x="9335" y="732"/>
                    <a:pt x="9380" y="762"/>
                    <a:pt x="9425" y="792"/>
                  </a:cubicBezTo>
                  <a:lnTo>
                    <a:pt x="9455" y="792"/>
                  </a:lnTo>
                  <a:cubicBezTo>
                    <a:pt x="9470" y="777"/>
                    <a:pt x="9500" y="762"/>
                    <a:pt x="9515" y="762"/>
                  </a:cubicBezTo>
                  <a:cubicBezTo>
                    <a:pt x="9485" y="710"/>
                    <a:pt x="9447" y="699"/>
                    <a:pt x="9406" y="699"/>
                  </a:cubicBezTo>
                  <a:close/>
                  <a:moveTo>
                    <a:pt x="9111" y="777"/>
                  </a:moveTo>
                  <a:cubicBezTo>
                    <a:pt x="9081" y="777"/>
                    <a:pt x="9067" y="792"/>
                    <a:pt x="9081" y="822"/>
                  </a:cubicBezTo>
                  <a:cubicBezTo>
                    <a:pt x="9096" y="822"/>
                    <a:pt x="9096" y="837"/>
                    <a:pt x="9111" y="852"/>
                  </a:cubicBezTo>
                  <a:cubicBezTo>
                    <a:pt x="9126" y="822"/>
                    <a:pt x="9141" y="807"/>
                    <a:pt x="9171" y="792"/>
                  </a:cubicBezTo>
                  <a:cubicBezTo>
                    <a:pt x="9141" y="792"/>
                    <a:pt x="9126" y="777"/>
                    <a:pt x="9111" y="777"/>
                  </a:cubicBezTo>
                  <a:close/>
                  <a:moveTo>
                    <a:pt x="8763" y="558"/>
                  </a:moveTo>
                  <a:cubicBezTo>
                    <a:pt x="8747" y="558"/>
                    <a:pt x="8729" y="568"/>
                    <a:pt x="8708" y="598"/>
                  </a:cubicBezTo>
                  <a:cubicBezTo>
                    <a:pt x="8693" y="598"/>
                    <a:pt x="8693" y="613"/>
                    <a:pt x="8693" y="613"/>
                  </a:cubicBezTo>
                  <a:lnTo>
                    <a:pt x="8678" y="613"/>
                  </a:lnTo>
                  <a:lnTo>
                    <a:pt x="8618" y="643"/>
                  </a:lnTo>
                  <a:lnTo>
                    <a:pt x="8648" y="673"/>
                  </a:lnTo>
                  <a:cubicBezTo>
                    <a:pt x="8648" y="673"/>
                    <a:pt x="8633" y="673"/>
                    <a:pt x="8633" y="687"/>
                  </a:cubicBezTo>
                  <a:cubicBezTo>
                    <a:pt x="8633" y="702"/>
                    <a:pt x="8633" y="732"/>
                    <a:pt x="8663" y="747"/>
                  </a:cubicBezTo>
                  <a:lnTo>
                    <a:pt x="8693" y="747"/>
                  </a:lnTo>
                  <a:cubicBezTo>
                    <a:pt x="8693" y="777"/>
                    <a:pt x="8708" y="792"/>
                    <a:pt x="8708" y="807"/>
                  </a:cubicBezTo>
                  <a:lnTo>
                    <a:pt x="8738" y="807"/>
                  </a:lnTo>
                  <a:cubicBezTo>
                    <a:pt x="8723" y="792"/>
                    <a:pt x="8723" y="762"/>
                    <a:pt x="8708" y="747"/>
                  </a:cubicBezTo>
                  <a:cubicBezTo>
                    <a:pt x="8738" y="747"/>
                    <a:pt x="8753" y="732"/>
                    <a:pt x="8768" y="732"/>
                  </a:cubicBezTo>
                  <a:lnTo>
                    <a:pt x="8798" y="792"/>
                  </a:lnTo>
                  <a:cubicBezTo>
                    <a:pt x="8783" y="807"/>
                    <a:pt x="8783" y="807"/>
                    <a:pt x="8783" y="822"/>
                  </a:cubicBezTo>
                  <a:cubicBezTo>
                    <a:pt x="8792" y="860"/>
                    <a:pt x="8805" y="872"/>
                    <a:pt x="8819" y="872"/>
                  </a:cubicBezTo>
                  <a:cubicBezTo>
                    <a:pt x="8845" y="872"/>
                    <a:pt x="8875" y="832"/>
                    <a:pt x="8903" y="832"/>
                  </a:cubicBezTo>
                  <a:cubicBezTo>
                    <a:pt x="8908" y="832"/>
                    <a:pt x="8912" y="834"/>
                    <a:pt x="8917" y="837"/>
                  </a:cubicBezTo>
                  <a:cubicBezTo>
                    <a:pt x="8917" y="822"/>
                    <a:pt x="8902" y="807"/>
                    <a:pt x="8902" y="792"/>
                  </a:cubicBezTo>
                  <a:cubicBezTo>
                    <a:pt x="8887" y="762"/>
                    <a:pt x="8872" y="747"/>
                    <a:pt x="8857" y="732"/>
                  </a:cubicBezTo>
                  <a:lnTo>
                    <a:pt x="8887" y="613"/>
                  </a:lnTo>
                  <a:lnTo>
                    <a:pt x="8887" y="613"/>
                  </a:lnTo>
                  <a:cubicBezTo>
                    <a:pt x="8883" y="614"/>
                    <a:pt x="8879" y="614"/>
                    <a:pt x="8876" y="614"/>
                  </a:cubicBezTo>
                  <a:cubicBezTo>
                    <a:pt x="8829" y="614"/>
                    <a:pt x="8800" y="558"/>
                    <a:pt x="8763" y="558"/>
                  </a:cubicBezTo>
                  <a:close/>
                  <a:moveTo>
                    <a:pt x="5996" y="652"/>
                  </a:moveTo>
                  <a:cubicBezTo>
                    <a:pt x="5974" y="652"/>
                    <a:pt x="5952" y="666"/>
                    <a:pt x="5930" y="687"/>
                  </a:cubicBezTo>
                  <a:cubicBezTo>
                    <a:pt x="5811" y="777"/>
                    <a:pt x="5945" y="837"/>
                    <a:pt x="5975" y="897"/>
                  </a:cubicBezTo>
                  <a:cubicBezTo>
                    <a:pt x="5984" y="906"/>
                    <a:pt x="5992" y="909"/>
                    <a:pt x="5999" y="909"/>
                  </a:cubicBezTo>
                  <a:cubicBezTo>
                    <a:pt x="6014" y="909"/>
                    <a:pt x="6024" y="892"/>
                    <a:pt x="6035" y="882"/>
                  </a:cubicBezTo>
                  <a:cubicBezTo>
                    <a:pt x="6049" y="837"/>
                    <a:pt x="6049" y="792"/>
                    <a:pt x="6064" y="762"/>
                  </a:cubicBezTo>
                  <a:cubicBezTo>
                    <a:pt x="6049" y="732"/>
                    <a:pt x="6049" y="702"/>
                    <a:pt x="6035" y="673"/>
                  </a:cubicBezTo>
                  <a:cubicBezTo>
                    <a:pt x="6035" y="673"/>
                    <a:pt x="6035" y="673"/>
                    <a:pt x="6020" y="658"/>
                  </a:cubicBezTo>
                  <a:cubicBezTo>
                    <a:pt x="6012" y="654"/>
                    <a:pt x="6004" y="652"/>
                    <a:pt x="5996" y="652"/>
                  </a:cubicBezTo>
                  <a:close/>
                  <a:moveTo>
                    <a:pt x="9425" y="792"/>
                  </a:moveTo>
                  <a:cubicBezTo>
                    <a:pt x="9395" y="792"/>
                    <a:pt x="9365" y="807"/>
                    <a:pt x="9350" y="822"/>
                  </a:cubicBezTo>
                  <a:cubicBezTo>
                    <a:pt x="9320" y="822"/>
                    <a:pt x="9291" y="814"/>
                    <a:pt x="9264" y="814"/>
                  </a:cubicBezTo>
                  <a:cubicBezTo>
                    <a:pt x="9238" y="814"/>
                    <a:pt x="9216" y="822"/>
                    <a:pt x="9201" y="852"/>
                  </a:cubicBezTo>
                  <a:cubicBezTo>
                    <a:pt x="9201" y="867"/>
                    <a:pt x="9201" y="882"/>
                    <a:pt x="9201" y="897"/>
                  </a:cubicBezTo>
                  <a:cubicBezTo>
                    <a:pt x="9246" y="912"/>
                    <a:pt x="9276" y="956"/>
                    <a:pt x="9320" y="956"/>
                  </a:cubicBezTo>
                  <a:cubicBezTo>
                    <a:pt x="9335" y="941"/>
                    <a:pt x="9335" y="941"/>
                    <a:pt x="9350" y="926"/>
                  </a:cubicBezTo>
                  <a:lnTo>
                    <a:pt x="9425" y="792"/>
                  </a:lnTo>
                  <a:close/>
                  <a:moveTo>
                    <a:pt x="9679" y="852"/>
                  </a:moveTo>
                  <a:cubicBezTo>
                    <a:pt x="9649" y="867"/>
                    <a:pt x="9634" y="882"/>
                    <a:pt x="9604" y="897"/>
                  </a:cubicBezTo>
                  <a:cubicBezTo>
                    <a:pt x="9634" y="926"/>
                    <a:pt x="9679" y="941"/>
                    <a:pt x="9709" y="971"/>
                  </a:cubicBezTo>
                  <a:cubicBezTo>
                    <a:pt x="9709" y="926"/>
                    <a:pt x="9694" y="897"/>
                    <a:pt x="9679" y="852"/>
                  </a:cubicBezTo>
                  <a:close/>
                  <a:moveTo>
                    <a:pt x="9544" y="897"/>
                  </a:moveTo>
                  <a:cubicBezTo>
                    <a:pt x="9530" y="897"/>
                    <a:pt x="9530" y="912"/>
                    <a:pt x="9515" y="912"/>
                  </a:cubicBezTo>
                  <a:cubicBezTo>
                    <a:pt x="9515" y="912"/>
                    <a:pt x="9515" y="926"/>
                    <a:pt x="9515" y="941"/>
                  </a:cubicBezTo>
                  <a:cubicBezTo>
                    <a:pt x="9515" y="956"/>
                    <a:pt x="9515" y="971"/>
                    <a:pt x="9515" y="986"/>
                  </a:cubicBezTo>
                  <a:lnTo>
                    <a:pt x="9544" y="986"/>
                  </a:lnTo>
                  <a:cubicBezTo>
                    <a:pt x="9544" y="956"/>
                    <a:pt x="9544" y="926"/>
                    <a:pt x="9544" y="897"/>
                  </a:cubicBezTo>
                  <a:close/>
                  <a:moveTo>
                    <a:pt x="1778" y="912"/>
                  </a:moveTo>
                  <a:cubicBezTo>
                    <a:pt x="1748" y="956"/>
                    <a:pt x="1718" y="986"/>
                    <a:pt x="1703" y="1016"/>
                  </a:cubicBezTo>
                  <a:cubicBezTo>
                    <a:pt x="1718" y="1031"/>
                    <a:pt x="1733" y="1031"/>
                    <a:pt x="1748" y="1046"/>
                  </a:cubicBezTo>
                  <a:cubicBezTo>
                    <a:pt x="1763" y="1001"/>
                    <a:pt x="1793" y="971"/>
                    <a:pt x="1808" y="926"/>
                  </a:cubicBezTo>
                  <a:cubicBezTo>
                    <a:pt x="1793" y="926"/>
                    <a:pt x="1778" y="926"/>
                    <a:pt x="1778" y="912"/>
                  </a:cubicBezTo>
                  <a:close/>
                  <a:moveTo>
                    <a:pt x="9918" y="822"/>
                  </a:moveTo>
                  <a:cubicBezTo>
                    <a:pt x="9888" y="837"/>
                    <a:pt x="9888" y="852"/>
                    <a:pt x="9888" y="882"/>
                  </a:cubicBezTo>
                  <a:lnTo>
                    <a:pt x="9903" y="882"/>
                  </a:lnTo>
                  <a:lnTo>
                    <a:pt x="9858" y="897"/>
                  </a:lnTo>
                  <a:cubicBezTo>
                    <a:pt x="9858" y="912"/>
                    <a:pt x="9858" y="941"/>
                    <a:pt x="9858" y="956"/>
                  </a:cubicBezTo>
                  <a:cubicBezTo>
                    <a:pt x="9903" y="986"/>
                    <a:pt x="9933" y="1031"/>
                    <a:pt x="9978" y="1076"/>
                  </a:cubicBezTo>
                  <a:lnTo>
                    <a:pt x="9918" y="1195"/>
                  </a:lnTo>
                  <a:lnTo>
                    <a:pt x="9948" y="1195"/>
                  </a:lnTo>
                  <a:cubicBezTo>
                    <a:pt x="9948" y="1165"/>
                    <a:pt x="9963" y="1136"/>
                    <a:pt x="9978" y="1106"/>
                  </a:cubicBezTo>
                  <a:cubicBezTo>
                    <a:pt x="10007" y="1091"/>
                    <a:pt x="10037" y="1091"/>
                    <a:pt x="10067" y="1076"/>
                  </a:cubicBezTo>
                  <a:cubicBezTo>
                    <a:pt x="10022" y="1016"/>
                    <a:pt x="9963" y="956"/>
                    <a:pt x="9918" y="912"/>
                  </a:cubicBezTo>
                  <a:cubicBezTo>
                    <a:pt x="9939" y="882"/>
                    <a:pt x="9955" y="872"/>
                    <a:pt x="9969" y="872"/>
                  </a:cubicBezTo>
                  <a:cubicBezTo>
                    <a:pt x="10003" y="872"/>
                    <a:pt x="10020" y="941"/>
                    <a:pt x="10052" y="941"/>
                  </a:cubicBezTo>
                  <a:cubicBezTo>
                    <a:pt x="10067" y="897"/>
                    <a:pt x="10082" y="852"/>
                    <a:pt x="10097" y="822"/>
                  </a:cubicBezTo>
                  <a:cubicBezTo>
                    <a:pt x="10052" y="822"/>
                    <a:pt x="10007" y="822"/>
                    <a:pt x="9948" y="837"/>
                  </a:cubicBezTo>
                  <a:cubicBezTo>
                    <a:pt x="9933" y="837"/>
                    <a:pt x="9933" y="822"/>
                    <a:pt x="9918" y="822"/>
                  </a:cubicBezTo>
                  <a:close/>
                  <a:moveTo>
                    <a:pt x="10363" y="772"/>
                  </a:moveTo>
                  <a:cubicBezTo>
                    <a:pt x="10350" y="772"/>
                    <a:pt x="10331" y="778"/>
                    <a:pt x="10306" y="792"/>
                  </a:cubicBezTo>
                  <a:cubicBezTo>
                    <a:pt x="10232" y="837"/>
                    <a:pt x="10217" y="912"/>
                    <a:pt x="10142" y="926"/>
                  </a:cubicBezTo>
                  <a:cubicBezTo>
                    <a:pt x="10127" y="971"/>
                    <a:pt x="10157" y="1001"/>
                    <a:pt x="10187" y="1016"/>
                  </a:cubicBezTo>
                  <a:lnTo>
                    <a:pt x="10082" y="1076"/>
                  </a:lnTo>
                  <a:cubicBezTo>
                    <a:pt x="10097" y="1091"/>
                    <a:pt x="10112" y="1106"/>
                    <a:pt x="10112" y="1106"/>
                  </a:cubicBezTo>
                  <a:cubicBezTo>
                    <a:pt x="10142" y="1106"/>
                    <a:pt x="10172" y="1091"/>
                    <a:pt x="10202" y="1076"/>
                  </a:cubicBezTo>
                  <a:cubicBezTo>
                    <a:pt x="10202" y="1061"/>
                    <a:pt x="10202" y="1046"/>
                    <a:pt x="10202" y="1031"/>
                  </a:cubicBezTo>
                  <a:cubicBezTo>
                    <a:pt x="10210" y="1034"/>
                    <a:pt x="10218" y="1035"/>
                    <a:pt x="10225" y="1035"/>
                  </a:cubicBezTo>
                  <a:cubicBezTo>
                    <a:pt x="10227" y="1035"/>
                    <a:pt x="10229" y="1035"/>
                    <a:pt x="10231" y="1035"/>
                  </a:cubicBezTo>
                  <a:lnTo>
                    <a:pt x="10231" y="1035"/>
                  </a:lnTo>
                  <a:cubicBezTo>
                    <a:pt x="10218" y="1041"/>
                    <a:pt x="10208" y="1056"/>
                    <a:pt x="10202" y="1076"/>
                  </a:cubicBezTo>
                  <a:lnTo>
                    <a:pt x="10232" y="1225"/>
                  </a:lnTo>
                  <a:cubicBezTo>
                    <a:pt x="10246" y="1165"/>
                    <a:pt x="10276" y="1106"/>
                    <a:pt x="10291" y="1046"/>
                  </a:cubicBezTo>
                  <a:cubicBezTo>
                    <a:pt x="10276" y="1036"/>
                    <a:pt x="10262" y="1031"/>
                    <a:pt x="10250" y="1030"/>
                  </a:cubicBezTo>
                  <a:lnTo>
                    <a:pt x="10250" y="1030"/>
                  </a:lnTo>
                  <a:cubicBezTo>
                    <a:pt x="10273" y="1022"/>
                    <a:pt x="10294" y="1004"/>
                    <a:pt x="10321" y="986"/>
                  </a:cubicBezTo>
                  <a:lnTo>
                    <a:pt x="10351" y="986"/>
                  </a:lnTo>
                  <a:cubicBezTo>
                    <a:pt x="10361" y="996"/>
                    <a:pt x="10371" y="1027"/>
                    <a:pt x="10391" y="1027"/>
                  </a:cubicBezTo>
                  <a:cubicBezTo>
                    <a:pt x="10400" y="1027"/>
                    <a:pt x="10411" y="1020"/>
                    <a:pt x="10426" y="1001"/>
                  </a:cubicBezTo>
                  <a:cubicBezTo>
                    <a:pt x="10456" y="956"/>
                    <a:pt x="10381" y="897"/>
                    <a:pt x="10426" y="852"/>
                  </a:cubicBezTo>
                  <a:cubicBezTo>
                    <a:pt x="10403" y="829"/>
                    <a:pt x="10406" y="772"/>
                    <a:pt x="10363" y="772"/>
                  </a:cubicBezTo>
                  <a:close/>
                  <a:moveTo>
                    <a:pt x="9903" y="1255"/>
                  </a:moveTo>
                  <a:cubicBezTo>
                    <a:pt x="9888" y="1255"/>
                    <a:pt x="9873" y="1270"/>
                    <a:pt x="9858" y="1285"/>
                  </a:cubicBezTo>
                  <a:cubicBezTo>
                    <a:pt x="9873" y="1285"/>
                    <a:pt x="9873" y="1300"/>
                    <a:pt x="9903" y="1315"/>
                  </a:cubicBezTo>
                  <a:cubicBezTo>
                    <a:pt x="9903" y="1300"/>
                    <a:pt x="9918" y="1285"/>
                    <a:pt x="9933" y="1270"/>
                  </a:cubicBezTo>
                  <a:cubicBezTo>
                    <a:pt x="9918" y="1270"/>
                    <a:pt x="9903" y="1255"/>
                    <a:pt x="9903" y="1255"/>
                  </a:cubicBezTo>
                  <a:close/>
                  <a:moveTo>
                    <a:pt x="10545" y="1285"/>
                  </a:moveTo>
                  <a:cubicBezTo>
                    <a:pt x="10545" y="1300"/>
                    <a:pt x="10530" y="1300"/>
                    <a:pt x="10530" y="1315"/>
                  </a:cubicBezTo>
                  <a:cubicBezTo>
                    <a:pt x="10530" y="1315"/>
                    <a:pt x="10545" y="1330"/>
                    <a:pt x="10545" y="1345"/>
                  </a:cubicBezTo>
                  <a:cubicBezTo>
                    <a:pt x="10560" y="1345"/>
                    <a:pt x="10560" y="1330"/>
                    <a:pt x="10575" y="1315"/>
                  </a:cubicBezTo>
                  <a:cubicBezTo>
                    <a:pt x="10560" y="1300"/>
                    <a:pt x="10560" y="1300"/>
                    <a:pt x="10545" y="1285"/>
                  </a:cubicBezTo>
                  <a:close/>
                  <a:moveTo>
                    <a:pt x="10411" y="1270"/>
                  </a:moveTo>
                  <a:cubicBezTo>
                    <a:pt x="10381" y="1285"/>
                    <a:pt x="10366" y="1285"/>
                    <a:pt x="10336" y="1300"/>
                  </a:cubicBezTo>
                  <a:lnTo>
                    <a:pt x="10291" y="1300"/>
                  </a:lnTo>
                  <a:cubicBezTo>
                    <a:pt x="10321" y="1330"/>
                    <a:pt x="10366" y="1345"/>
                    <a:pt x="10396" y="1360"/>
                  </a:cubicBezTo>
                  <a:lnTo>
                    <a:pt x="10411" y="1345"/>
                  </a:lnTo>
                  <a:cubicBezTo>
                    <a:pt x="10426" y="1330"/>
                    <a:pt x="10426" y="1300"/>
                    <a:pt x="10411" y="1270"/>
                  </a:cubicBezTo>
                  <a:close/>
                  <a:moveTo>
                    <a:pt x="1270" y="1210"/>
                  </a:moveTo>
                  <a:cubicBezTo>
                    <a:pt x="1240" y="1225"/>
                    <a:pt x="1225" y="1225"/>
                    <a:pt x="1195" y="1240"/>
                  </a:cubicBezTo>
                  <a:lnTo>
                    <a:pt x="1240" y="1270"/>
                  </a:lnTo>
                  <a:cubicBezTo>
                    <a:pt x="1240" y="1300"/>
                    <a:pt x="1240" y="1345"/>
                    <a:pt x="1240" y="1375"/>
                  </a:cubicBezTo>
                  <a:cubicBezTo>
                    <a:pt x="1255" y="1360"/>
                    <a:pt x="1270" y="1345"/>
                    <a:pt x="1300" y="1330"/>
                  </a:cubicBezTo>
                  <a:cubicBezTo>
                    <a:pt x="1285" y="1315"/>
                    <a:pt x="1270" y="1300"/>
                    <a:pt x="1270" y="1270"/>
                  </a:cubicBezTo>
                  <a:cubicBezTo>
                    <a:pt x="1270" y="1270"/>
                    <a:pt x="1270" y="1255"/>
                    <a:pt x="1270" y="1255"/>
                  </a:cubicBezTo>
                  <a:lnTo>
                    <a:pt x="1270" y="1210"/>
                  </a:lnTo>
                  <a:close/>
                  <a:moveTo>
                    <a:pt x="10516" y="995"/>
                  </a:moveTo>
                  <a:cubicBezTo>
                    <a:pt x="10496" y="995"/>
                    <a:pt x="10476" y="1004"/>
                    <a:pt x="10456" y="1031"/>
                  </a:cubicBezTo>
                  <a:cubicBezTo>
                    <a:pt x="10441" y="1091"/>
                    <a:pt x="10485" y="1106"/>
                    <a:pt x="10530" y="1136"/>
                  </a:cubicBezTo>
                  <a:lnTo>
                    <a:pt x="10515" y="1165"/>
                  </a:lnTo>
                  <a:cubicBezTo>
                    <a:pt x="10545" y="1180"/>
                    <a:pt x="10560" y="1195"/>
                    <a:pt x="10575" y="1210"/>
                  </a:cubicBezTo>
                  <a:cubicBezTo>
                    <a:pt x="10620" y="1285"/>
                    <a:pt x="10650" y="1345"/>
                    <a:pt x="10680" y="1389"/>
                  </a:cubicBezTo>
                  <a:cubicBezTo>
                    <a:pt x="10709" y="1360"/>
                    <a:pt x="10724" y="1345"/>
                    <a:pt x="10754" y="1330"/>
                  </a:cubicBezTo>
                  <a:cubicBezTo>
                    <a:pt x="10764" y="1331"/>
                    <a:pt x="10773" y="1331"/>
                    <a:pt x="10780" y="1331"/>
                  </a:cubicBezTo>
                  <a:cubicBezTo>
                    <a:pt x="10869" y="1331"/>
                    <a:pt x="10758" y="1253"/>
                    <a:pt x="10799" y="1225"/>
                  </a:cubicBezTo>
                  <a:cubicBezTo>
                    <a:pt x="10769" y="1210"/>
                    <a:pt x="10724" y="1210"/>
                    <a:pt x="10695" y="1195"/>
                  </a:cubicBezTo>
                  <a:cubicBezTo>
                    <a:pt x="10665" y="1165"/>
                    <a:pt x="10650" y="1165"/>
                    <a:pt x="10620" y="1165"/>
                  </a:cubicBezTo>
                  <a:cubicBezTo>
                    <a:pt x="10620" y="1180"/>
                    <a:pt x="10605" y="1180"/>
                    <a:pt x="10605" y="1180"/>
                  </a:cubicBezTo>
                  <a:lnTo>
                    <a:pt x="10605" y="1136"/>
                  </a:lnTo>
                  <a:cubicBezTo>
                    <a:pt x="10635" y="1136"/>
                    <a:pt x="10650" y="1121"/>
                    <a:pt x="10665" y="1106"/>
                  </a:cubicBezTo>
                  <a:cubicBezTo>
                    <a:pt x="10615" y="1106"/>
                    <a:pt x="10690" y="1002"/>
                    <a:pt x="10638" y="1002"/>
                  </a:cubicBezTo>
                  <a:cubicBezTo>
                    <a:pt x="10628" y="1002"/>
                    <a:pt x="10612" y="1006"/>
                    <a:pt x="10590" y="1016"/>
                  </a:cubicBezTo>
                  <a:cubicBezTo>
                    <a:pt x="10565" y="1008"/>
                    <a:pt x="10541" y="995"/>
                    <a:pt x="10516" y="995"/>
                  </a:cubicBezTo>
                  <a:close/>
                  <a:moveTo>
                    <a:pt x="777" y="1389"/>
                  </a:moveTo>
                  <a:cubicBezTo>
                    <a:pt x="777" y="1419"/>
                    <a:pt x="762" y="1434"/>
                    <a:pt x="747" y="1449"/>
                  </a:cubicBezTo>
                  <a:lnTo>
                    <a:pt x="777" y="1389"/>
                  </a:lnTo>
                  <a:close/>
                  <a:moveTo>
                    <a:pt x="10433" y="1348"/>
                  </a:moveTo>
                  <a:cubicBezTo>
                    <a:pt x="10426" y="1348"/>
                    <a:pt x="10418" y="1352"/>
                    <a:pt x="10411" y="1360"/>
                  </a:cubicBezTo>
                  <a:lnTo>
                    <a:pt x="10396" y="1360"/>
                  </a:lnTo>
                  <a:cubicBezTo>
                    <a:pt x="10426" y="1389"/>
                    <a:pt x="10456" y="1419"/>
                    <a:pt x="10485" y="1449"/>
                  </a:cubicBezTo>
                  <a:cubicBezTo>
                    <a:pt x="10485" y="1419"/>
                    <a:pt x="10470" y="1389"/>
                    <a:pt x="10456" y="1360"/>
                  </a:cubicBezTo>
                  <a:cubicBezTo>
                    <a:pt x="10448" y="1352"/>
                    <a:pt x="10441" y="1348"/>
                    <a:pt x="10433" y="1348"/>
                  </a:cubicBezTo>
                  <a:close/>
                  <a:moveTo>
                    <a:pt x="5915" y="1061"/>
                  </a:moveTo>
                  <a:cubicBezTo>
                    <a:pt x="5885" y="1106"/>
                    <a:pt x="5855" y="1151"/>
                    <a:pt x="5825" y="1180"/>
                  </a:cubicBezTo>
                  <a:cubicBezTo>
                    <a:pt x="5811" y="1195"/>
                    <a:pt x="5796" y="1225"/>
                    <a:pt x="5781" y="1240"/>
                  </a:cubicBezTo>
                  <a:cubicBezTo>
                    <a:pt x="5751" y="1300"/>
                    <a:pt x="5721" y="1345"/>
                    <a:pt x="5646" y="1345"/>
                  </a:cubicBezTo>
                  <a:cubicBezTo>
                    <a:pt x="5631" y="1345"/>
                    <a:pt x="5616" y="1360"/>
                    <a:pt x="5601" y="1375"/>
                  </a:cubicBezTo>
                  <a:cubicBezTo>
                    <a:pt x="5586" y="1419"/>
                    <a:pt x="5542" y="1449"/>
                    <a:pt x="5497" y="1464"/>
                  </a:cubicBezTo>
                  <a:cubicBezTo>
                    <a:pt x="5467" y="1479"/>
                    <a:pt x="5407" y="1479"/>
                    <a:pt x="5437" y="1539"/>
                  </a:cubicBezTo>
                  <a:cubicBezTo>
                    <a:pt x="5447" y="1567"/>
                    <a:pt x="5468" y="1578"/>
                    <a:pt x="5494" y="1578"/>
                  </a:cubicBezTo>
                  <a:cubicBezTo>
                    <a:pt x="5509" y="1578"/>
                    <a:pt x="5525" y="1574"/>
                    <a:pt x="5542" y="1569"/>
                  </a:cubicBezTo>
                  <a:cubicBezTo>
                    <a:pt x="5586" y="1539"/>
                    <a:pt x="5646" y="1524"/>
                    <a:pt x="5691" y="1509"/>
                  </a:cubicBezTo>
                  <a:cubicBezTo>
                    <a:pt x="5900" y="1464"/>
                    <a:pt x="5975" y="1300"/>
                    <a:pt x="5990" y="1106"/>
                  </a:cubicBezTo>
                  <a:cubicBezTo>
                    <a:pt x="5990" y="1091"/>
                    <a:pt x="5975" y="1076"/>
                    <a:pt x="5960" y="1061"/>
                  </a:cubicBezTo>
                  <a:close/>
                  <a:moveTo>
                    <a:pt x="1285" y="1046"/>
                  </a:moveTo>
                  <a:lnTo>
                    <a:pt x="1285" y="1046"/>
                  </a:lnTo>
                  <a:cubicBezTo>
                    <a:pt x="1210" y="1076"/>
                    <a:pt x="1136" y="1106"/>
                    <a:pt x="1061" y="1136"/>
                  </a:cubicBezTo>
                  <a:cubicBezTo>
                    <a:pt x="1016" y="1210"/>
                    <a:pt x="971" y="1285"/>
                    <a:pt x="912" y="1360"/>
                  </a:cubicBezTo>
                  <a:cubicBezTo>
                    <a:pt x="867" y="1375"/>
                    <a:pt x="822" y="1375"/>
                    <a:pt x="777" y="1389"/>
                  </a:cubicBezTo>
                  <a:lnTo>
                    <a:pt x="777" y="1389"/>
                  </a:lnTo>
                  <a:lnTo>
                    <a:pt x="777" y="1389"/>
                  </a:lnTo>
                  <a:cubicBezTo>
                    <a:pt x="747" y="1404"/>
                    <a:pt x="702" y="1404"/>
                    <a:pt x="673" y="1419"/>
                  </a:cubicBezTo>
                  <a:cubicBezTo>
                    <a:pt x="643" y="1434"/>
                    <a:pt x="628" y="1479"/>
                    <a:pt x="598" y="1509"/>
                  </a:cubicBezTo>
                  <a:cubicBezTo>
                    <a:pt x="608" y="1530"/>
                    <a:pt x="604" y="1564"/>
                    <a:pt x="621" y="1564"/>
                  </a:cubicBezTo>
                  <a:cubicBezTo>
                    <a:pt x="628" y="1564"/>
                    <a:pt x="639" y="1557"/>
                    <a:pt x="658" y="1539"/>
                  </a:cubicBezTo>
                  <a:cubicBezTo>
                    <a:pt x="658" y="1534"/>
                    <a:pt x="663" y="1532"/>
                    <a:pt x="670" y="1532"/>
                  </a:cubicBezTo>
                  <a:cubicBezTo>
                    <a:pt x="684" y="1532"/>
                    <a:pt x="707" y="1539"/>
                    <a:pt x="717" y="1539"/>
                  </a:cubicBezTo>
                  <a:cubicBezTo>
                    <a:pt x="777" y="1509"/>
                    <a:pt x="837" y="1494"/>
                    <a:pt x="897" y="1479"/>
                  </a:cubicBezTo>
                  <a:lnTo>
                    <a:pt x="897" y="1479"/>
                  </a:lnTo>
                  <a:cubicBezTo>
                    <a:pt x="882" y="1509"/>
                    <a:pt x="867" y="1539"/>
                    <a:pt x="867" y="1569"/>
                  </a:cubicBezTo>
                  <a:cubicBezTo>
                    <a:pt x="878" y="1580"/>
                    <a:pt x="892" y="1585"/>
                    <a:pt x="906" y="1585"/>
                  </a:cubicBezTo>
                  <a:cubicBezTo>
                    <a:pt x="929" y="1585"/>
                    <a:pt x="953" y="1572"/>
                    <a:pt x="971" y="1554"/>
                  </a:cubicBezTo>
                  <a:cubicBezTo>
                    <a:pt x="1001" y="1539"/>
                    <a:pt x="1031" y="1539"/>
                    <a:pt x="1061" y="1524"/>
                  </a:cubicBezTo>
                  <a:lnTo>
                    <a:pt x="1091" y="1524"/>
                  </a:lnTo>
                  <a:cubicBezTo>
                    <a:pt x="1091" y="1524"/>
                    <a:pt x="1091" y="1539"/>
                    <a:pt x="1091" y="1539"/>
                  </a:cubicBezTo>
                  <a:cubicBezTo>
                    <a:pt x="1102" y="1561"/>
                    <a:pt x="1113" y="1575"/>
                    <a:pt x="1129" y="1575"/>
                  </a:cubicBezTo>
                  <a:cubicBezTo>
                    <a:pt x="1136" y="1575"/>
                    <a:pt x="1143" y="1573"/>
                    <a:pt x="1151" y="1569"/>
                  </a:cubicBezTo>
                  <a:lnTo>
                    <a:pt x="1210" y="1569"/>
                  </a:lnTo>
                  <a:cubicBezTo>
                    <a:pt x="1240" y="1509"/>
                    <a:pt x="1195" y="1494"/>
                    <a:pt x="1165" y="1494"/>
                  </a:cubicBezTo>
                  <a:cubicBezTo>
                    <a:pt x="1173" y="1492"/>
                    <a:pt x="1181" y="1491"/>
                    <a:pt x="1190" y="1491"/>
                  </a:cubicBezTo>
                  <a:cubicBezTo>
                    <a:pt x="1211" y="1491"/>
                    <a:pt x="1234" y="1496"/>
                    <a:pt x="1254" y="1496"/>
                  </a:cubicBezTo>
                  <a:cubicBezTo>
                    <a:pt x="1286" y="1496"/>
                    <a:pt x="1308" y="1484"/>
                    <a:pt x="1300" y="1419"/>
                  </a:cubicBezTo>
                  <a:cubicBezTo>
                    <a:pt x="1285" y="1389"/>
                    <a:pt x="1270" y="1375"/>
                    <a:pt x="1240" y="1375"/>
                  </a:cubicBezTo>
                  <a:cubicBezTo>
                    <a:pt x="1225" y="1375"/>
                    <a:pt x="1210" y="1375"/>
                    <a:pt x="1180" y="1360"/>
                  </a:cubicBezTo>
                  <a:cubicBezTo>
                    <a:pt x="1210" y="1345"/>
                    <a:pt x="1210" y="1315"/>
                    <a:pt x="1195" y="1285"/>
                  </a:cubicBezTo>
                  <a:cubicBezTo>
                    <a:pt x="1195" y="1270"/>
                    <a:pt x="1195" y="1255"/>
                    <a:pt x="1195" y="1240"/>
                  </a:cubicBezTo>
                  <a:cubicBezTo>
                    <a:pt x="1210" y="1210"/>
                    <a:pt x="1225" y="1180"/>
                    <a:pt x="1240" y="1151"/>
                  </a:cubicBezTo>
                  <a:cubicBezTo>
                    <a:pt x="1255" y="1106"/>
                    <a:pt x="1315" y="1106"/>
                    <a:pt x="1285" y="1046"/>
                  </a:cubicBezTo>
                  <a:close/>
                  <a:moveTo>
                    <a:pt x="4675" y="658"/>
                  </a:moveTo>
                  <a:cubicBezTo>
                    <a:pt x="4556" y="673"/>
                    <a:pt x="4601" y="762"/>
                    <a:pt x="4601" y="837"/>
                  </a:cubicBezTo>
                  <a:cubicBezTo>
                    <a:pt x="4616" y="912"/>
                    <a:pt x="4616" y="1001"/>
                    <a:pt x="4646" y="1061"/>
                  </a:cubicBezTo>
                  <a:cubicBezTo>
                    <a:pt x="4690" y="1151"/>
                    <a:pt x="4780" y="1225"/>
                    <a:pt x="4795" y="1315"/>
                  </a:cubicBezTo>
                  <a:cubicBezTo>
                    <a:pt x="4840" y="1479"/>
                    <a:pt x="4929" y="1539"/>
                    <a:pt x="5064" y="1599"/>
                  </a:cubicBezTo>
                  <a:lnTo>
                    <a:pt x="5064" y="1584"/>
                  </a:lnTo>
                  <a:cubicBezTo>
                    <a:pt x="5095" y="1607"/>
                    <a:pt x="5127" y="1627"/>
                    <a:pt x="5156" y="1627"/>
                  </a:cubicBezTo>
                  <a:cubicBezTo>
                    <a:pt x="5182" y="1627"/>
                    <a:pt x="5207" y="1611"/>
                    <a:pt x="5228" y="1569"/>
                  </a:cubicBezTo>
                  <a:cubicBezTo>
                    <a:pt x="5243" y="1509"/>
                    <a:pt x="5183" y="1509"/>
                    <a:pt x="5138" y="1509"/>
                  </a:cubicBezTo>
                  <a:cubicBezTo>
                    <a:pt x="5064" y="1494"/>
                    <a:pt x="5004" y="1449"/>
                    <a:pt x="4974" y="1375"/>
                  </a:cubicBezTo>
                  <a:cubicBezTo>
                    <a:pt x="4985" y="1359"/>
                    <a:pt x="4997" y="1354"/>
                    <a:pt x="5011" y="1354"/>
                  </a:cubicBezTo>
                  <a:cubicBezTo>
                    <a:pt x="5030" y="1354"/>
                    <a:pt x="5051" y="1363"/>
                    <a:pt x="5073" y="1363"/>
                  </a:cubicBezTo>
                  <a:cubicBezTo>
                    <a:pt x="5080" y="1363"/>
                    <a:pt x="5087" y="1362"/>
                    <a:pt x="5094" y="1360"/>
                  </a:cubicBezTo>
                  <a:cubicBezTo>
                    <a:pt x="5183" y="1345"/>
                    <a:pt x="5273" y="1330"/>
                    <a:pt x="5303" y="1225"/>
                  </a:cubicBezTo>
                  <a:cubicBezTo>
                    <a:pt x="5280" y="1192"/>
                    <a:pt x="5260" y="1181"/>
                    <a:pt x="5240" y="1181"/>
                  </a:cubicBezTo>
                  <a:cubicBezTo>
                    <a:pt x="5207" y="1181"/>
                    <a:pt x="5176" y="1210"/>
                    <a:pt x="5138" y="1210"/>
                  </a:cubicBezTo>
                  <a:cubicBezTo>
                    <a:pt x="5110" y="1215"/>
                    <a:pt x="5085" y="1217"/>
                    <a:pt x="5063" y="1217"/>
                  </a:cubicBezTo>
                  <a:cubicBezTo>
                    <a:pt x="4948" y="1217"/>
                    <a:pt x="4924" y="1147"/>
                    <a:pt x="4974" y="971"/>
                  </a:cubicBezTo>
                  <a:cubicBezTo>
                    <a:pt x="5048" y="940"/>
                    <a:pt x="5092" y="922"/>
                    <a:pt x="5128" y="922"/>
                  </a:cubicBezTo>
                  <a:cubicBezTo>
                    <a:pt x="5179" y="922"/>
                    <a:pt x="5215" y="958"/>
                    <a:pt x="5303" y="1046"/>
                  </a:cubicBezTo>
                  <a:cubicBezTo>
                    <a:pt x="5323" y="1056"/>
                    <a:pt x="5337" y="1080"/>
                    <a:pt x="5357" y="1080"/>
                  </a:cubicBezTo>
                  <a:cubicBezTo>
                    <a:pt x="5367" y="1080"/>
                    <a:pt x="5378" y="1075"/>
                    <a:pt x="5392" y="1061"/>
                  </a:cubicBezTo>
                  <a:cubicBezTo>
                    <a:pt x="5407" y="1046"/>
                    <a:pt x="5407" y="1016"/>
                    <a:pt x="5392" y="986"/>
                  </a:cubicBezTo>
                  <a:cubicBezTo>
                    <a:pt x="5362" y="897"/>
                    <a:pt x="5318" y="822"/>
                    <a:pt x="5228" y="792"/>
                  </a:cubicBezTo>
                  <a:cubicBezTo>
                    <a:pt x="5183" y="777"/>
                    <a:pt x="5138" y="777"/>
                    <a:pt x="5094" y="777"/>
                  </a:cubicBezTo>
                  <a:cubicBezTo>
                    <a:pt x="5049" y="792"/>
                    <a:pt x="5004" y="807"/>
                    <a:pt x="4944" y="807"/>
                  </a:cubicBezTo>
                  <a:cubicBezTo>
                    <a:pt x="4929" y="822"/>
                    <a:pt x="4914" y="822"/>
                    <a:pt x="4914" y="822"/>
                  </a:cubicBezTo>
                  <a:cubicBezTo>
                    <a:pt x="4870" y="852"/>
                    <a:pt x="4840" y="882"/>
                    <a:pt x="4825" y="912"/>
                  </a:cubicBezTo>
                  <a:cubicBezTo>
                    <a:pt x="4795" y="941"/>
                    <a:pt x="4780" y="986"/>
                    <a:pt x="4780" y="1016"/>
                  </a:cubicBezTo>
                  <a:cubicBezTo>
                    <a:pt x="4765" y="971"/>
                    <a:pt x="4735" y="926"/>
                    <a:pt x="4735" y="867"/>
                  </a:cubicBezTo>
                  <a:cubicBezTo>
                    <a:pt x="4720" y="822"/>
                    <a:pt x="4765" y="792"/>
                    <a:pt x="4795" y="747"/>
                  </a:cubicBezTo>
                  <a:cubicBezTo>
                    <a:pt x="4810" y="732"/>
                    <a:pt x="4810" y="717"/>
                    <a:pt x="4795" y="687"/>
                  </a:cubicBezTo>
                  <a:cubicBezTo>
                    <a:pt x="4765" y="658"/>
                    <a:pt x="4720" y="658"/>
                    <a:pt x="4675" y="658"/>
                  </a:cubicBezTo>
                  <a:close/>
                  <a:moveTo>
                    <a:pt x="789" y="1594"/>
                  </a:moveTo>
                  <a:cubicBezTo>
                    <a:pt x="769" y="1594"/>
                    <a:pt x="736" y="1608"/>
                    <a:pt x="658" y="1643"/>
                  </a:cubicBezTo>
                  <a:lnTo>
                    <a:pt x="807" y="1643"/>
                  </a:lnTo>
                  <a:cubicBezTo>
                    <a:pt x="822" y="1643"/>
                    <a:pt x="822" y="1628"/>
                    <a:pt x="822" y="1614"/>
                  </a:cubicBezTo>
                  <a:cubicBezTo>
                    <a:pt x="810" y="1601"/>
                    <a:pt x="802" y="1594"/>
                    <a:pt x="789" y="1594"/>
                  </a:cubicBezTo>
                  <a:close/>
                  <a:moveTo>
                    <a:pt x="461" y="1496"/>
                  </a:moveTo>
                  <a:cubicBezTo>
                    <a:pt x="444" y="1496"/>
                    <a:pt x="429" y="1499"/>
                    <a:pt x="419" y="1509"/>
                  </a:cubicBezTo>
                  <a:cubicBezTo>
                    <a:pt x="359" y="1554"/>
                    <a:pt x="329" y="1628"/>
                    <a:pt x="284" y="1688"/>
                  </a:cubicBezTo>
                  <a:cubicBezTo>
                    <a:pt x="389" y="1628"/>
                    <a:pt x="508" y="1628"/>
                    <a:pt x="568" y="1509"/>
                  </a:cubicBezTo>
                  <a:cubicBezTo>
                    <a:pt x="538" y="1509"/>
                    <a:pt x="495" y="1496"/>
                    <a:pt x="461" y="1496"/>
                  </a:cubicBezTo>
                  <a:close/>
                  <a:moveTo>
                    <a:pt x="10605" y="1584"/>
                  </a:moveTo>
                  <a:cubicBezTo>
                    <a:pt x="10530" y="1673"/>
                    <a:pt x="10605" y="1673"/>
                    <a:pt x="10665" y="1688"/>
                  </a:cubicBezTo>
                  <a:cubicBezTo>
                    <a:pt x="10672" y="1688"/>
                    <a:pt x="10680" y="1692"/>
                    <a:pt x="10689" y="1692"/>
                  </a:cubicBezTo>
                  <a:cubicBezTo>
                    <a:pt x="10698" y="1692"/>
                    <a:pt x="10709" y="1688"/>
                    <a:pt x="10724" y="1673"/>
                  </a:cubicBezTo>
                  <a:lnTo>
                    <a:pt x="10635" y="1599"/>
                  </a:lnTo>
                  <a:cubicBezTo>
                    <a:pt x="10620" y="1584"/>
                    <a:pt x="10620" y="1584"/>
                    <a:pt x="10605" y="1584"/>
                  </a:cubicBezTo>
                  <a:close/>
                  <a:moveTo>
                    <a:pt x="10948" y="1658"/>
                  </a:moveTo>
                  <a:cubicBezTo>
                    <a:pt x="10889" y="1658"/>
                    <a:pt x="10844" y="1673"/>
                    <a:pt x="10784" y="1673"/>
                  </a:cubicBezTo>
                  <a:cubicBezTo>
                    <a:pt x="10784" y="1688"/>
                    <a:pt x="10799" y="1703"/>
                    <a:pt x="10814" y="1703"/>
                  </a:cubicBezTo>
                  <a:cubicBezTo>
                    <a:pt x="10859" y="1688"/>
                    <a:pt x="10904" y="1673"/>
                    <a:pt x="10948" y="1658"/>
                  </a:cubicBezTo>
                  <a:close/>
                  <a:moveTo>
                    <a:pt x="523" y="1703"/>
                  </a:moveTo>
                  <a:cubicBezTo>
                    <a:pt x="434" y="1808"/>
                    <a:pt x="583" y="1823"/>
                    <a:pt x="568" y="1882"/>
                  </a:cubicBezTo>
                  <a:lnTo>
                    <a:pt x="613" y="1882"/>
                  </a:lnTo>
                  <a:lnTo>
                    <a:pt x="628" y="1867"/>
                  </a:lnTo>
                  <a:cubicBezTo>
                    <a:pt x="658" y="1882"/>
                    <a:pt x="688" y="1897"/>
                    <a:pt x="717" y="1912"/>
                  </a:cubicBezTo>
                  <a:cubicBezTo>
                    <a:pt x="747" y="1882"/>
                    <a:pt x="777" y="1852"/>
                    <a:pt x="807" y="1823"/>
                  </a:cubicBezTo>
                  <a:cubicBezTo>
                    <a:pt x="747" y="1793"/>
                    <a:pt x="688" y="1763"/>
                    <a:pt x="628" y="1733"/>
                  </a:cubicBezTo>
                  <a:cubicBezTo>
                    <a:pt x="598" y="1718"/>
                    <a:pt x="553" y="1718"/>
                    <a:pt x="523" y="1703"/>
                  </a:cubicBezTo>
                  <a:close/>
                  <a:moveTo>
                    <a:pt x="10948" y="1972"/>
                  </a:moveTo>
                  <a:cubicBezTo>
                    <a:pt x="10948" y="1987"/>
                    <a:pt x="10963" y="1987"/>
                    <a:pt x="10978" y="1987"/>
                  </a:cubicBezTo>
                  <a:lnTo>
                    <a:pt x="10919" y="1987"/>
                  </a:lnTo>
                  <a:cubicBezTo>
                    <a:pt x="10933" y="1987"/>
                    <a:pt x="10933" y="1972"/>
                    <a:pt x="10948" y="1972"/>
                  </a:cubicBezTo>
                  <a:close/>
                  <a:moveTo>
                    <a:pt x="1180" y="2002"/>
                  </a:moveTo>
                  <a:cubicBezTo>
                    <a:pt x="1180" y="2032"/>
                    <a:pt x="1180" y="2062"/>
                    <a:pt x="1180" y="2106"/>
                  </a:cubicBezTo>
                  <a:cubicBezTo>
                    <a:pt x="1240" y="2062"/>
                    <a:pt x="1285" y="2032"/>
                    <a:pt x="1180" y="2002"/>
                  </a:cubicBezTo>
                  <a:close/>
                  <a:moveTo>
                    <a:pt x="10739" y="1823"/>
                  </a:moveTo>
                  <a:lnTo>
                    <a:pt x="10695" y="1912"/>
                  </a:lnTo>
                  <a:cubicBezTo>
                    <a:pt x="10683" y="1909"/>
                    <a:pt x="10673" y="1908"/>
                    <a:pt x="10665" y="1908"/>
                  </a:cubicBezTo>
                  <a:cubicBezTo>
                    <a:pt x="10591" y="1908"/>
                    <a:pt x="10659" y="2018"/>
                    <a:pt x="10605" y="2032"/>
                  </a:cubicBezTo>
                  <a:cubicBezTo>
                    <a:pt x="10590" y="2047"/>
                    <a:pt x="10590" y="2077"/>
                    <a:pt x="10590" y="2091"/>
                  </a:cubicBezTo>
                  <a:cubicBezTo>
                    <a:pt x="10590" y="2091"/>
                    <a:pt x="10620" y="2106"/>
                    <a:pt x="10635" y="2106"/>
                  </a:cubicBezTo>
                  <a:cubicBezTo>
                    <a:pt x="10635" y="2091"/>
                    <a:pt x="10635" y="2077"/>
                    <a:pt x="10635" y="2047"/>
                  </a:cubicBezTo>
                  <a:lnTo>
                    <a:pt x="10724" y="1927"/>
                  </a:lnTo>
                  <a:cubicBezTo>
                    <a:pt x="10739" y="1897"/>
                    <a:pt x="10754" y="1852"/>
                    <a:pt x="10784" y="1823"/>
                  </a:cubicBezTo>
                  <a:close/>
                  <a:moveTo>
                    <a:pt x="10933" y="1763"/>
                  </a:moveTo>
                  <a:cubicBezTo>
                    <a:pt x="10933" y="1823"/>
                    <a:pt x="10948" y="1867"/>
                    <a:pt x="10948" y="1912"/>
                  </a:cubicBezTo>
                  <a:lnTo>
                    <a:pt x="10889" y="1912"/>
                  </a:lnTo>
                  <a:cubicBezTo>
                    <a:pt x="10889" y="1942"/>
                    <a:pt x="10874" y="1972"/>
                    <a:pt x="10874" y="1987"/>
                  </a:cubicBezTo>
                  <a:cubicBezTo>
                    <a:pt x="10859" y="2017"/>
                    <a:pt x="10844" y="2047"/>
                    <a:pt x="10829" y="2077"/>
                  </a:cubicBezTo>
                  <a:cubicBezTo>
                    <a:pt x="10871" y="2097"/>
                    <a:pt x="10912" y="2125"/>
                    <a:pt x="10954" y="2125"/>
                  </a:cubicBezTo>
                  <a:cubicBezTo>
                    <a:pt x="10972" y="2125"/>
                    <a:pt x="10990" y="2120"/>
                    <a:pt x="11008" y="2106"/>
                  </a:cubicBezTo>
                  <a:cubicBezTo>
                    <a:pt x="11023" y="2091"/>
                    <a:pt x="11023" y="2077"/>
                    <a:pt x="11038" y="2062"/>
                  </a:cubicBezTo>
                  <a:cubicBezTo>
                    <a:pt x="11053" y="2047"/>
                    <a:pt x="11053" y="2032"/>
                    <a:pt x="11038" y="2017"/>
                  </a:cubicBezTo>
                  <a:cubicBezTo>
                    <a:pt x="11023" y="2002"/>
                    <a:pt x="11023" y="1987"/>
                    <a:pt x="11023" y="1972"/>
                  </a:cubicBezTo>
                  <a:cubicBezTo>
                    <a:pt x="11023" y="1957"/>
                    <a:pt x="11038" y="1942"/>
                    <a:pt x="11038" y="1927"/>
                  </a:cubicBezTo>
                  <a:cubicBezTo>
                    <a:pt x="10978" y="1882"/>
                    <a:pt x="11053" y="1763"/>
                    <a:pt x="10933" y="1763"/>
                  </a:cubicBezTo>
                  <a:close/>
                  <a:moveTo>
                    <a:pt x="1284" y="2160"/>
                  </a:moveTo>
                  <a:cubicBezTo>
                    <a:pt x="1264" y="2160"/>
                    <a:pt x="1248" y="2179"/>
                    <a:pt x="1240" y="2226"/>
                  </a:cubicBezTo>
                  <a:cubicBezTo>
                    <a:pt x="1285" y="2211"/>
                    <a:pt x="1315" y="2211"/>
                    <a:pt x="1345" y="2196"/>
                  </a:cubicBezTo>
                  <a:cubicBezTo>
                    <a:pt x="1324" y="2175"/>
                    <a:pt x="1302" y="2160"/>
                    <a:pt x="1284" y="2160"/>
                  </a:cubicBezTo>
                  <a:close/>
                  <a:moveTo>
                    <a:pt x="6423" y="2121"/>
                  </a:moveTo>
                  <a:cubicBezTo>
                    <a:pt x="6423" y="2151"/>
                    <a:pt x="6408" y="2181"/>
                    <a:pt x="6408" y="2241"/>
                  </a:cubicBezTo>
                  <a:cubicBezTo>
                    <a:pt x="6438" y="2196"/>
                    <a:pt x="6453" y="2181"/>
                    <a:pt x="6438" y="2181"/>
                  </a:cubicBezTo>
                  <a:cubicBezTo>
                    <a:pt x="6438" y="2151"/>
                    <a:pt x="6423" y="2136"/>
                    <a:pt x="6423" y="2121"/>
                  </a:cubicBezTo>
                  <a:close/>
                  <a:moveTo>
                    <a:pt x="10963" y="2166"/>
                  </a:moveTo>
                  <a:cubicBezTo>
                    <a:pt x="10933" y="2181"/>
                    <a:pt x="10904" y="2196"/>
                    <a:pt x="10874" y="2226"/>
                  </a:cubicBezTo>
                  <a:cubicBezTo>
                    <a:pt x="10874" y="2226"/>
                    <a:pt x="10874" y="2241"/>
                    <a:pt x="10874" y="2256"/>
                  </a:cubicBezTo>
                  <a:cubicBezTo>
                    <a:pt x="10904" y="2241"/>
                    <a:pt x="10948" y="2226"/>
                    <a:pt x="10978" y="2211"/>
                  </a:cubicBezTo>
                  <a:cubicBezTo>
                    <a:pt x="10978" y="2196"/>
                    <a:pt x="10963" y="2181"/>
                    <a:pt x="10963" y="2166"/>
                  </a:cubicBezTo>
                  <a:close/>
                  <a:moveTo>
                    <a:pt x="1524" y="2181"/>
                  </a:moveTo>
                  <a:cubicBezTo>
                    <a:pt x="1509" y="2181"/>
                    <a:pt x="1494" y="2196"/>
                    <a:pt x="1494" y="2196"/>
                  </a:cubicBezTo>
                  <a:cubicBezTo>
                    <a:pt x="1509" y="2226"/>
                    <a:pt x="1524" y="2256"/>
                    <a:pt x="1539" y="2286"/>
                  </a:cubicBezTo>
                  <a:cubicBezTo>
                    <a:pt x="1554" y="2271"/>
                    <a:pt x="1569" y="2271"/>
                    <a:pt x="1584" y="2256"/>
                  </a:cubicBezTo>
                  <a:cubicBezTo>
                    <a:pt x="1554" y="2226"/>
                    <a:pt x="1539" y="2211"/>
                    <a:pt x="1524" y="2181"/>
                  </a:cubicBezTo>
                  <a:close/>
                  <a:moveTo>
                    <a:pt x="10667" y="2213"/>
                  </a:moveTo>
                  <a:cubicBezTo>
                    <a:pt x="10631" y="2213"/>
                    <a:pt x="10599" y="2230"/>
                    <a:pt x="10575" y="2286"/>
                  </a:cubicBezTo>
                  <a:lnTo>
                    <a:pt x="10754" y="2286"/>
                  </a:lnTo>
                  <a:cubicBezTo>
                    <a:pt x="10754" y="2271"/>
                    <a:pt x="10769" y="2241"/>
                    <a:pt x="10769" y="2241"/>
                  </a:cubicBezTo>
                  <a:cubicBezTo>
                    <a:pt x="10734" y="2227"/>
                    <a:pt x="10699" y="2213"/>
                    <a:pt x="10667" y="2213"/>
                  </a:cubicBezTo>
                  <a:close/>
                  <a:moveTo>
                    <a:pt x="520" y="1862"/>
                  </a:moveTo>
                  <a:cubicBezTo>
                    <a:pt x="487" y="1862"/>
                    <a:pt x="456" y="1879"/>
                    <a:pt x="434" y="1912"/>
                  </a:cubicBezTo>
                  <a:cubicBezTo>
                    <a:pt x="449" y="2017"/>
                    <a:pt x="478" y="2106"/>
                    <a:pt x="508" y="2211"/>
                  </a:cubicBezTo>
                  <a:cubicBezTo>
                    <a:pt x="510" y="2210"/>
                    <a:pt x="512" y="2210"/>
                    <a:pt x="513" y="2210"/>
                  </a:cubicBezTo>
                  <a:cubicBezTo>
                    <a:pt x="540" y="2210"/>
                    <a:pt x="527" y="2303"/>
                    <a:pt x="551" y="2303"/>
                  </a:cubicBezTo>
                  <a:cubicBezTo>
                    <a:pt x="560" y="2303"/>
                    <a:pt x="575" y="2291"/>
                    <a:pt x="598" y="2256"/>
                  </a:cubicBezTo>
                  <a:cubicBezTo>
                    <a:pt x="628" y="2211"/>
                    <a:pt x="628" y="2151"/>
                    <a:pt x="658" y="2091"/>
                  </a:cubicBezTo>
                  <a:cubicBezTo>
                    <a:pt x="688" y="1987"/>
                    <a:pt x="598" y="1942"/>
                    <a:pt x="553" y="1867"/>
                  </a:cubicBezTo>
                  <a:cubicBezTo>
                    <a:pt x="542" y="1864"/>
                    <a:pt x="531" y="1862"/>
                    <a:pt x="520" y="1862"/>
                  </a:cubicBezTo>
                  <a:close/>
                  <a:moveTo>
                    <a:pt x="1210" y="2226"/>
                  </a:moveTo>
                  <a:cubicBezTo>
                    <a:pt x="1195" y="2241"/>
                    <a:pt x="1180" y="2256"/>
                    <a:pt x="1165" y="2271"/>
                  </a:cubicBezTo>
                  <a:cubicBezTo>
                    <a:pt x="1165" y="2286"/>
                    <a:pt x="1180" y="2301"/>
                    <a:pt x="1180" y="2301"/>
                  </a:cubicBezTo>
                  <a:cubicBezTo>
                    <a:pt x="1195" y="2301"/>
                    <a:pt x="1210" y="2315"/>
                    <a:pt x="1225" y="2315"/>
                  </a:cubicBezTo>
                  <a:cubicBezTo>
                    <a:pt x="1225" y="2286"/>
                    <a:pt x="1210" y="2256"/>
                    <a:pt x="1210" y="2226"/>
                  </a:cubicBezTo>
                  <a:close/>
                  <a:moveTo>
                    <a:pt x="1285" y="2256"/>
                  </a:moveTo>
                  <a:cubicBezTo>
                    <a:pt x="1300" y="2286"/>
                    <a:pt x="1330" y="2301"/>
                    <a:pt x="1345" y="2315"/>
                  </a:cubicBezTo>
                  <a:lnTo>
                    <a:pt x="1375" y="2315"/>
                  </a:lnTo>
                  <a:cubicBezTo>
                    <a:pt x="1390" y="2301"/>
                    <a:pt x="1390" y="2301"/>
                    <a:pt x="1404" y="2286"/>
                  </a:cubicBezTo>
                  <a:cubicBezTo>
                    <a:pt x="1390" y="2271"/>
                    <a:pt x="1375" y="2256"/>
                    <a:pt x="1345" y="2256"/>
                  </a:cubicBezTo>
                  <a:close/>
                  <a:moveTo>
                    <a:pt x="986" y="2211"/>
                  </a:moveTo>
                  <a:cubicBezTo>
                    <a:pt x="986" y="2256"/>
                    <a:pt x="986" y="2301"/>
                    <a:pt x="1001" y="2330"/>
                  </a:cubicBezTo>
                  <a:cubicBezTo>
                    <a:pt x="1031" y="2360"/>
                    <a:pt x="1076" y="2375"/>
                    <a:pt x="1121" y="2405"/>
                  </a:cubicBezTo>
                  <a:cubicBezTo>
                    <a:pt x="1151" y="2345"/>
                    <a:pt x="1121" y="2315"/>
                    <a:pt x="1091" y="2286"/>
                  </a:cubicBezTo>
                  <a:cubicBezTo>
                    <a:pt x="1061" y="2256"/>
                    <a:pt x="1031" y="2241"/>
                    <a:pt x="986" y="2211"/>
                  </a:cubicBezTo>
                  <a:close/>
                  <a:moveTo>
                    <a:pt x="1371" y="2384"/>
                  </a:moveTo>
                  <a:cubicBezTo>
                    <a:pt x="1367" y="2384"/>
                    <a:pt x="1360" y="2395"/>
                    <a:pt x="1360" y="2405"/>
                  </a:cubicBezTo>
                  <a:cubicBezTo>
                    <a:pt x="1345" y="2435"/>
                    <a:pt x="1330" y="2450"/>
                    <a:pt x="1315" y="2480"/>
                  </a:cubicBezTo>
                  <a:cubicBezTo>
                    <a:pt x="1345" y="2450"/>
                    <a:pt x="1375" y="2420"/>
                    <a:pt x="1404" y="2405"/>
                  </a:cubicBezTo>
                  <a:cubicBezTo>
                    <a:pt x="1404" y="2390"/>
                    <a:pt x="1390" y="2390"/>
                    <a:pt x="1375" y="2390"/>
                  </a:cubicBezTo>
                  <a:cubicBezTo>
                    <a:pt x="1375" y="2386"/>
                    <a:pt x="1373" y="2384"/>
                    <a:pt x="1371" y="2384"/>
                  </a:cubicBezTo>
                  <a:close/>
                  <a:moveTo>
                    <a:pt x="837" y="2450"/>
                  </a:moveTo>
                  <a:cubicBezTo>
                    <a:pt x="837" y="2480"/>
                    <a:pt x="852" y="2495"/>
                    <a:pt x="867" y="2525"/>
                  </a:cubicBezTo>
                  <a:cubicBezTo>
                    <a:pt x="882" y="2495"/>
                    <a:pt x="882" y="2465"/>
                    <a:pt x="897" y="2450"/>
                  </a:cubicBezTo>
                  <a:close/>
                  <a:moveTo>
                    <a:pt x="7765" y="2373"/>
                  </a:moveTo>
                  <a:cubicBezTo>
                    <a:pt x="7736" y="2373"/>
                    <a:pt x="7707" y="2385"/>
                    <a:pt x="7677" y="2420"/>
                  </a:cubicBezTo>
                  <a:cubicBezTo>
                    <a:pt x="7663" y="2435"/>
                    <a:pt x="7633" y="2450"/>
                    <a:pt x="7618" y="2450"/>
                  </a:cubicBezTo>
                  <a:cubicBezTo>
                    <a:pt x="7588" y="2510"/>
                    <a:pt x="7618" y="2525"/>
                    <a:pt x="7663" y="2540"/>
                  </a:cubicBezTo>
                  <a:cubicBezTo>
                    <a:pt x="7711" y="2540"/>
                    <a:pt x="7760" y="2553"/>
                    <a:pt x="7809" y="2553"/>
                  </a:cubicBezTo>
                  <a:cubicBezTo>
                    <a:pt x="7850" y="2553"/>
                    <a:pt x="7891" y="2544"/>
                    <a:pt x="7931" y="2510"/>
                  </a:cubicBezTo>
                  <a:cubicBezTo>
                    <a:pt x="7976" y="2525"/>
                    <a:pt x="8036" y="2525"/>
                    <a:pt x="8081" y="2540"/>
                  </a:cubicBezTo>
                  <a:cubicBezTo>
                    <a:pt x="8111" y="2480"/>
                    <a:pt x="8066" y="2465"/>
                    <a:pt x="8021" y="2450"/>
                  </a:cubicBezTo>
                  <a:cubicBezTo>
                    <a:pt x="7991" y="2435"/>
                    <a:pt x="7946" y="2450"/>
                    <a:pt x="7902" y="2420"/>
                  </a:cubicBezTo>
                  <a:cubicBezTo>
                    <a:pt x="7856" y="2402"/>
                    <a:pt x="7811" y="2373"/>
                    <a:pt x="7765" y="2373"/>
                  </a:cubicBezTo>
                  <a:close/>
                  <a:moveTo>
                    <a:pt x="10046" y="2535"/>
                  </a:moveTo>
                  <a:cubicBezTo>
                    <a:pt x="10043" y="2535"/>
                    <a:pt x="10040" y="2537"/>
                    <a:pt x="10037" y="2540"/>
                  </a:cubicBezTo>
                  <a:cubicBezTo>
                    <a:pt x="10037" y="2540"/>
                    <a:pt x="10022" y="2554"/>
                    <a:pt x="10022" y="2569"/>
                  </a:cubicBezTo>
                  <a:cubicBezTo>
                    <a:pt x="10022" y="2584"/>
                    <a:pt x="10037" y="2584"/>
                    <a:pt x="10052" y="2599"/>
                  </a:cubicBezTo>
                  <a:cubicBezTo>
                    <a:pt x="10052" y="2584"/>
                    <a:pt x="10067" y="2569"/>
                    <a:pt x="10067" y="2554"/>
                  </a:cubicBezTo>
                  <a:cubicBezTo>
                    <a:pt x="10067" y="2554"/>
                    <a:pt x="10058" y="2535"/>
                    <a:pt x="10046" y="2535"/>
                  </a:cubicBezTo>
                  <a:close/>
                  <a:moveTo>
                    <a:pt x="11038" y="2480"/>
                  </a:moveTo>
                  <a:lnTo>
                    <a:pt x="11038" y="2480"/>
                  </a:lnTo>
                  <a:cubicBezTo>
                    <a:pt x="11023" y="2495"/>
                    <a:pt x="10993" y="2510"/>
                    <a:pt x="10978" y="2510"/>
                  </a:cubicBezTo>
                  <a:cubicBezTo>
                    <a:pt x="10993" y="2540"/>
                    <a:pt x="10993" y="2569"/>
                    <a:pt x="11008" y="2599"/>
                  </a:cubicBezTo>
                  <a:cubicBezTo>
                    <a:pt x="11113" y="2584"/>
                    <a:pt x="11023" y="2525"/>
                    <a:pt x="11038" y="2480"/>
                  </a:cubicBezTo>
                  <a:close/>
                  <a:moveTo>
                    <a:pt x="11411" y="2375"/>
                  </a:moveTo>
                  <a:cubicBezTo>
                    <a:pt x="11397" y="2375"/>
                    <a:pt x="11382" y="2390"/>
                    <a:pt x="11367" y="2405"/>
                  </a:cubicBezTo>
                  <a:cubicBezTo>
                    <a:pt x="11397" y="2435"/>
                    <a:pt x="11441" y="2450"/>
                    <a:pt x="11471" y="2480"/>
                  </a:cubicBezTo>
                  <a:cubicBezTo>
                    <a:pt x="11441" y="2525"/>
                    <a:pt x="11411" y="2569"/>
                    <a:pt x="11382" y="2614"/>
                  </a:cubicBezTo>
                  <a:cubicBezTo>
                    <a:pt x="11382" y="2629"/>
                    <a:pt x="11397" y="2629"/>
                    <a:pt x="11411" y="2644"/>
                  </a:cubicBezTo>
                  <a:cubicBezTo>
                    <a:pt x="11441" y="2584"/>
                    <a:pt x="11471" y="2540"/>
                    <a:pt x="11501" y="2480"/>
                  </a:cubicBezTo>
                  <a:cubicBezTo>
                    <a:pt x="11531" y="2390"/>
                    <a:pt x="11426" y="2420"/>
                    <a:pt x="11411" y="2375"/>
                  </a:cubicBezTo>
                  <a:close/>
                  <a:moveTo>
                    <a:pt x="717" y="2510"/>
                  </a:moveTo>
                  <a:lnTo>
                    <a:pt x="688" y="2629"/>
                  </a:lnTo>
                  <a:cubicBezTo>
                    <a:pt x="702" y="2637"/>
                    <a:pt x="714" y="2640"/>
                    <a:pt x="723" y="2640"/>
                  </a:cubicBezTo>
                  <a:cubicBezTo>
                    <a:pt x="732" y="2640"/>
                    <a:pt x="740" y="2637"/>
                    <a:pt x="747" y="2629"/>
                  </a:cubicBezTo>
                  <a:cubicBezTo>
                    <a:pt x="762" y="2614"/>
                    <a:pt x="762" y="2614"/>
                    <a:pt x="762" y="2599"/>
                  </a:cubicBezTo>
                  <a:cubicBezTo>
                    <a:pt x="762" y="2614"/>
                    <a:pt x="777" y="2629"/>
                    <a:pt x="807" y="2659"/>
                  </a:cubicBezTo>
                  <a:cubicBezTo>
                    <a:pt x="837" y="2644"/>
                    <a:pt x="867" y="2644"/>
                    <a:pt x="897" y="2629"/>
                  </a:cubicBezTo>
                  <a:lnTo>
                    <a:pt x="1001" y="2629"/>
                  </a:lnTo>
                  <a:cubicBezTo>
                    <a:pt x="1016" y="2614"/>
                    <a:pt x="1016" y="2584"/>
                    <a:pt x="1001" y="2569"/>
                  </a:cubicBezTo>
                  <a:cubicBezTo>
                    <a:pt x="971" y="2584"/>
                    <a:pt x="927" y="2599"/>
                    <a:pt x="897" y="2614"/>
                  </a:cubicBezTo>
                  <a:cubicBezTo>
                    <a:pt x="867" y="2584"/>
                    <a:pt x="852" y="2569"/>
                    <a:pt x="837" y="2540"/>
                  </a:cubicBezTo>
                  <a:cubicBezTo>
                    <a:pt x="792" y="2540"/>
                    <a:pt x="777" y="2554"/>
                    <a:pt x="762" y="2569"/>
                  </a:cubicBezTo>
                  <a:cubicBezTo>
                    <a:pt x="762" y="2540"/>
                    <a:pt x="747" y="2525"/>
                    <a:pt x="717" y="2510"/>
                  </a:cubicBezTo>
                  <a:close/>
                  <a:moveTo>
                    <a:pt x="9390" y="2245"/>
                  </a:moveTo>
                  <a:cubicBezTo>
                    <a:pt x="9373" y="2245"/>
                    <a:pt x="9355" y="2248"/>
                    <a:pt x="9335" y="2256"/>
                  </a:cubicBezTo>
                  <a:cubicBezTo>
                    <a:pt x="9305" y="2256"/>
                    <a:pt x="9291" y="2271"/>
                    <a:pt x="9261" y="2271"/>
                  </a:cubicBezTo>
                  <a:cubicBezTo>
                    <a:pt x="9111" y="2301"/>
                    <a:pt x="8962" y="2330"/>
                    <a:pt x="8828" y="2345"/>
                  </a:cubicBezTo>
                  <a:cubicBezTo>
                    <a:pt x="8798" y="2345"/>
                    <a:pt x="8783" y="2360"/>
                    <a:pt x="8768" y="2360"/>
                  </a:cubicBezTo>
                  <a:cubicBezTo>
                    <a:pt x="8768" y="2390"/>
                    <a:pt x="8783" y="2420"/>
                    <a:pt x="8798" y="2450"/>
                  </a:cubicBezTo>
                  <a:cubicBezTo>
                    <a:pt x="8810" y="2456"/>
                    <a:pt x="8820" y="2460"/>
                    <a:pt x="8828" y="2460"/>
                  </a:cubicBezTo>
                  <a:cubicBezTo>
                    <a:pt x="8840" y="2460"/>
                    <a:pt x="8849" y="2452"/>
                    <a:pt x="8857" y="2435"/>
                  </a:cubicBezTo>
                  <a:cubicBezTo>
                    <a:pt x="8946" y="2413"/>
                    <a:pt x="9027" y="2374"/>
                    <a:pt x="9111" y="2374"/>
                  </a:cubicBezTo>
                  <a:cubicBezTo>
                    <a:pt x="9141" y="2374"/>
                    <a:pt x="9170" y="2379"/>
                    <a:pt x="9201" y="2390"/>
                  </a:cubicBezTo>
                  <a:cubicBezTo>
                    <a:pt x="9261" y="2405"/>
                    <a:pt x="9305" y="2405"/>
                    <a:pt x="9350" y="2420"/>
                  </a:cubicBezTo>
                  <a:cubicBezTo>
                    <a:pt x="9395" y="2435"/>
                    <a:pt x="9440" y="2435"/>
                    <a:pt x="9455" y="2465"/>
                  </a:cubicBezTo>
                  <a:cubicBezTo>
                    <a:pt x="9470" y="2480"/>
                    <a:pt x="9485" y="2495"/>
                    <a:pt x="9500" y="2510"/>
                  </a:cubicBezTo>
                  <a:cubicBezTo>
                    <a:pt x="9530" y="2525"/>
                    <a:pt x="9574" y="2525"/>
                    <a:pt x="9604" y="2554"/>
                  </a:cubicBezTo>
                  <a:cubicBezTo>
                    <a:pt x="9604" y="2569"/>
                    <a:pt x="9619" y="2569"/>
                    <a:pt x="9634" y="2584"/>
                  </a:cubicBezTo>
                  <a:cubicBezTo>
                    <a:pt x="9647" y="2611"/>
                    <a:pt x="9661" y="2661"/>
                    <a:pt x="9706" y="2661"/>
                  </a:cubicBezTo>
                  <a:cubicBezTo>
                    <a:pt x="9711" y="2661"/>
                    <a:pt x="9717" y="2661"/>
                    <a:pt x="9724" y="2659"/>
                  </a:cubicBezTo>
                  <a:cubicBezTo>
                    <a:pt x="9769" y="2644"/>
                    <a:pt x="9769" y="2599"/>
                    <a:pt x="9769" y="2554"/>
                  </a:cubicBezTo>
                  <a:cubicBezTo>
                    <a:pt x="9769" y="2510"/>
                    <a:pt x="9709" y="2495"/>
                    <a:pt x="9679" y="2450"/>
                  </a:cubicBezTo>
                  <a:cubicBezTo>
                    <a:pt x="9679" y="2405"/>
                    <a:pt x="9619" y="2420"/>
                    <a:pt x="9604" y="2405"/>
                  </a:cubicBezTo>
                  <a:cubicBezTo>
                    <a:pt x="9589" y="2390"/>
                    <a:pt x="9574" y="2375"/>
                    <a:pt x="9574" y="2375"/>
                  </a:cubicBezTo>
                  <a:cubicBezTo>
                    <a:pt x="9512" y="2326"/>
                    <a:pt x="9471" y="2245"/>
                    <a:pt x="9390" y="2245"/>
                  </a:cubicBezTo>
                  <a:close/>
                  <a:moveTo>
                    <a:pt x="11083" y="2674"/>
                  </a:moveTo>
                  <a:cubicBezTo>
                    <a:pt x="11083" y="2704"/>
                    <a:pt x="11083" y="2734"/>
                    <a:pt x="11098" y="2764"/>
                  </a:cubicBezTo>
                  <a:cubicBezTo>
                    <a:pt x="11098" y="2764"/>
                    <a:pt x="11113" y="2749"/>
                    <a:pt x="11128" y="2734"/>
                  </a:cubicBezTo>
                  <a:cubicBezTo>
                    <a:pt x="11113" y="2719"/>
                    <a:pt x="11098" y="2704"/>
                    <a:pt x="11083" y="2674"/>
                  </a:cubicBezTo>
                  <a:close/>
                  <a:moveTo>
                    <a:pt x="10575" y="2674"/>
                  </a:moveTo>
                  <a:cubicBezTo>
                    <a:pt x="10560" y="2689"/>
                    <a:pt x="10545" y="2719"/>
                    <a:pt x="10530" y="2734"/>
                  </a:cubicBezTo>
                  <a:cubicBezTo>
                    <a:pt x="10545" y="2749"/>
                    <a:pt x="10575" y="2764"/>
                    <a:pt x="10605" y="2779"/>
                  </a:cubicBezTo>
                  <a:cubicBezTo>
                    <a:pt x="10590" y="2734"/>
                    <a:pt x="10575" y="2704"/>
                    <a:pt x="10575" y="2674"/>
                  </a:cubicBezTo>
                  <a:close/>
                  <a:moveTo>
                    <a:pt x="10754" y="2301"/>
                  </a:moveTo>
                  <a:cubicBezTo>
                    <a:pt x="10739" y="2315"/>
                    <a:pt x="10739" y="2330"/>
                    <a:pt x="10724" y="2330"/>
                  </a:cubicBezTo>
                  <a:lnTo>
                    <a:pt x="10724" y="2345"/>
                  </a:lnTo>
                  <a:cubicBezTo>
                    <a:pt x="10680" y="2345"/>
                    <a:pt x="10620" y="2360"/>
                    <a:pt x="10575" y="2375"/>
                  </a:cubicBezTo>
                  <a:cubicBezTo>
                    <a:pt x="10590" y="2405"/>
                    <a:pt x="10590" y="2450"/>
                    <a:pt x="10605" y="2480"/>
                  </a:cubicBezTo>
                  <a:lnTo>
                    <a:pt x="10665" y="2480"/>
                  </a:lnTo>
                  <a:cubicBezTo>
                    <a:pt x="10680" y="2450"/>
                    <a:pt x="10709" y="2435"/>
                    <a:pt x="10739" y="2405"/>
                  </a:cubicBezTo>
                  <a:cubicBezTo>
                    <a:pt x="10739" y="2405"/>
                    <a:pt x="10739" y="2405"/>
                    <a:pt x="10739" y="2420"/>
                  </a:cubicBezTo>
                  <a:cubicBezTo>
                    <a:pt x="10724" y="2420"/>
                    <a:pt x="10724" y="2420"/>
                    <a:pt x="10709" y="2435"/>
                  </a:cubicBezTo>
                  <a:cubicBezTo>
                    <a:pt x="10709" y="2450"/>
                    <a:pt x="10709" y="2465"/>
                    <a:pt x="10709" y="2480"/>
                  </a:cubicBezTo>
                  <a:cubicBezTo>
                    <a:pt x="10709" y="2510"/>
                    <a:pt x="10724" y="2525"/>
                    <a:pt x="10695" y="2554"/>
                  </a:cubicBezTo>
                  <a:cubicBezTo>
                    <a:pt x="10695" y="2554"/>
                    <a:pt x="10695" y="2569"/>
                    <a:pt x="10695" y="2569"/>
                  </a:cubicBezTo>
                  <a:cubicBezTo>
                    <a:pt x="10709" y="2584"/>
                    <a:pt x="10709" y="2599"/>
                    <a:pt x="10724" y="2599"/>
                  </a:cubicBezTo>
                  <a:cubicBezTo>
                    <a:pt x="10739" y="2614"/>
                    <a:pt x="10754" y="2622"/>
                    <a:pt x="10767" y="2622"/>
                  </a:cubicBezTo>
                  <a:cubicBezTo>
                    <a:pt x="10780" y="2622"/>
                    <a:pt x="10792" y="2614"/>
                    <a:pt x="10799" y="2599"/>
                  </a:cubicBezTo>
                  <a:lnTo>
                    <a:pt x="10799" y="2599"/>
                  </a:lnTo>
                  <a:cubicBezTo>
                    <a:pt x="10829" y="2644"/>
                    <a:pt x="10754" y="2629"/>
                    <a:pt x="10754" y="2659"/>
                  </a:cubicBezTo>
                  <a:cubicBezTo>
                    <a:pt x="10739" y="2704"/>
                    <a:pt x="10709" y="2749"/>
                    <a:pt x="10695" y="2793"/>
                  </a:cubicBezTo>
                  <a:cubicBezTo>
                    <a:pt x="10739" y="2764"/>
                    <a:pt x="10784" y="2734"/>
                    <a:pt x="10844" y="2719"/>
                  </a:cubicBezTo>
                  <a:cubicBezTo>
                    <a:pt x="10874" y="2704"/>
                    <a:pt x="10889" y="2674"/>
                    <a:pt x="10889" y="2644"/>
                  </a:cubicBezTo>
                  <a:cubicBezTo>
                    <a:pt x="10889" y="2644"/>
                    <a:pt x="10889" y="2644"/>
                    <a:pt x="10904" y="2629"/>
                  </a:cubicBezTo>
                  <a:cubicBezTo>
                    <a:pt x="10904" y="2599"/>
                    <a:pt x="10919" y="2554"/>
                    <a:pt x="10919" y="2525"/>
                  </a:cubicBezTo>
                  <a:cubicBezTo>
                    <a:pt x="10919" y="2480"/>
                    <a:pt x="10904" y="2435"/>
                    <a:pt x="10904" y="2405"/>
                  </a:cubicBezTo>
                  <a:cubicBezTo>
                    <a:pt x="10889" y="2345"/>
                    <a:pt x="10829" y="2360"/>
                    <a:pt x="10814" y="2345"/>
                  </a:cubicBezTo>
                  <a:cubicBezTo>
                    <a:pt x="10784" y="2330"/>
                    <a:pt x="10769" y="2315"/>
                    <a:pt x="10754" y="2301"/>
                  </a:cubicBezTo>
                  <a:close/>
                  <a:moveTo>
                    <a:pt x="10963" y="2673"/>
                  </a:moveTo>
                  <a:cubicBezTo>
                    <a:pt x="10943" y="2673"/>
                    <a:pt x="10928" y="2685"/>
                    <a:pt x="10919" y="2704"/>
                  </a:cubicBezTo>
                  <a:cubicBezTo>
                    <a:pt x="10904" y="2749"/>
                    <a:pt x="10933" y="2793"/>
                    <a:pt x="10948" y="2823"/>
                  </a:cubicBezTo>
                  <a:cubicBezTo>
                    <a:pt x="10993" y="2823"/>
                    <a:pt x="11023" y="2808"/>
                    <a:pt x="11068" y="2808"/>
                  </a:cubicBezTo>
                  <a:cubicBezTo>
                    <a:pt x="11098" y="2808"/>
                    <a:pt x="11098" y="2793"/>
                    <a:pt x="11098" y="2764"/>
                  </a:cubicBezTo>
                  <a:lnTo>
                    <a:pt x="11008" y="2689"/>
                  </a:lnTo>
                  <a:cubicBezTo>
                    <a:pt x="10991" y="2677"/>
                    <a:pt x="10976" y="2673"/>
                    <a:pt x="10963" y="2673"/>
                  </a:cubicBezTo>
                  <a:close/>
                  <a:moveTo>
                    <a:pt x="1419" y="2808"/>
                  </a:moveTo>
                  <a:cubicBezTo>
                    <a:pt x="1404" y="2823"/>
                    <a:pt x="1375" y="2838"/>
                    <a:pt x="1360" y="2853"/>
                  </a:cubicBezTo>
                  <a:cubicBezTo>
                    <a:pt x="1345" y="2883"/>
                    <a:pt x="1360" y="2898"/>
                    <a:pt x="1390" y="2898"/>
                  </a:cubicBezTo>
                  <a:cubicBezTo>
                    <a:pt x="1390" y="2883"/>
                    <a:pt x="1404" y="2883"/>
                    <a:pt x="1404" y="2883"/>
                  </a:cubicBezTo>
                  <a:cubicBezTo>
                    <a:pt x="1419" y="2883"/>
                    <a:pt x="1419" y="2868"/>
                    <a:pt x="1434" y="2853"/>
                  </a:cubicBezTo>
                  <a:cubicBezTo>
                    <a:pt x="1434" y="2838"/>
                    <a:pt x="1419" y="2823"/>
                    <a:pt x="1419" y="2808"/>
                  </a:cubicBezTo>
                  <a:close/>
                  <a:moveTo>
                    <a:pt x="792" y="2644"/>
                  </a:moveTo>
                  <a:cubicBezTo>
                    <a:pt x="777" y="2644"/>
                    <a:pt x="762" y="2659"/>
                    <a:pt x="747" y="2674"/>
                  </a:cubicBezTo>
                  <a:cubicBezTo>
                    <a:pt x="732" y="2674"/>
                    <a:pt x="732" y="2689"/>
                    <a:pt x="717" y="2704"/>
                  </a:cubicBezTo>
                  <a:cubicBezTo>
                    <a:pt x="717" y="2734"/>
                    <a:pt x="717" y="2764"/>
                    <a:pt x="732" y="2793"/>
                  </a:cubicBezTo>
                  <a:cubicBezTo>
                    <a:pt x="722" y="2793"/>
                    <a:pt x="719" y="2787"/>
                    <a:pt x="718" y="2787"/>
                  </a:cubicBezTo>
                  <a:cubicBezTo>
                    <a:pt x="717" y="2787"/>
                    <a:pt x="717" y="2788"/>
                    <a:pt x="717" y="2793"/>
                  </a:cubicBezTo>
                  <a:cubicBezTo>
                    <a:pt x="717" y="2764"/>
                    <a:pt x="717" y="2749"/>
                    <a:pt x="702" y="2734"/>
                  </a:cubicBezTo>
                  <a:cubicBezTo>
                    <a:pt x="702" y="2719"/>
                    <a:pt x="702" y="2719"/>
                    <a:pt x="688" y="2719"/>
                  </a:cubicBezTo>
                  <a:cubicBezTo>
                    <a:pt x="658" y="2734"/>
                    <a:pt x="628" y="2764"/>
                    <a:pt x="598" y="2793"/>
                  </a:cubicBezTo>
                  <a:cubicBezTo>
                    <a:pt x="613" y="2808"/>
                    <a:pt x="613" y="2823"/>
                    <a:pt x="628" y="2838"/>
                  </a:cubicBezTo>
                  <a:lnTo>
                    <a:pt x="658" y="2838"/>
                  </a:lnTo>
                  <a:cubicBezTo>
                    <a:pt x="688" y="2853"/>
                    <a:pt x="732" y="2883"/>
                    <a:pt x="777" y="2898"/>
                  </a:cubicBezTo>
                  <a:cubicBezTo>
                    <a:pt x="792" y="2913"/>
                    <a:pt x="807" y="2913"/>
                    <a:pt x="822" y="2928"/>
                  </a:cubicBezTo>
                  <a:cubicBezTo>
                    <a:pt x="822" y="2898"/>
                    <a:pt x="837" y="2883"/>
                    <a:pt x="837" y="2853"/>
                  </a:cubicBezTo>
                  <a:cubicBezTo>
                    <a:pt x="856" y="2848"/>
                    <a:pt x="870" y="2846"/>
                    <a:pt x="881" y="2846"/>
                  </a:cubicBezTo>
                  <a:cubicBezTo>
                    <a:pt x="939" y="2846"/>
                    <a:pt x="897" y="2905"/>
                    <a:pt x="897" y="2943"/>
                  </a:cubicBezTo>
                  <a:lnTo>
                    <a:pt x="912" y="2943"/>
                  </a:lnTo>
                  <a:cubicBezTo>
                    <a:pt x="927" y="2928"/>
                    <a:pt x="949" y="2928"/>
                    <a:pt x="971" y="2928"/>
                  </a:cubicBezTo>
                  <a:cubicBezTo>
                    <a:pt x="994" y="2928"/>
                    <a:pt x="1016" y="2928"/>
                    <a:pt x="1031" y="2913"/>
                  </a:cubicBezTo>
                  <a:cubicBezTo>
                    <a:pt x="1085" y="2806"/>
                    <a:pt x="1042" y="2746"/>
                    <a:pt x="913" y="2746"/>
                  </a:cubicBezTo>
                  <a:cubicBezTo>
                    <a:pt x="899" y="2746"/>
                    <a:pt x="883" y="2747"/>
                    <a:pt x="867" y="2749"/>
                  </a:cubicBezTo>
                  <a:cubicBezTo>
                    <a:pt x="837" y="2719"/>
                    <a:pt x="822" y="2689"/>
                    <a:pt x="807" y="2659"/>
                  </a:cubicBezTo>
                  <a:cubicBezTo>
                    <a:pt x="807" y="2659"/>
                    <a:pt x="792" y="2659"/>
                    <a:pt x="792" y="2644"/>
                  </a:cubicBezTo>
                  <a:close/>
                  <a:moveTo>
                    <a:pt x="10560" y="2838"/>
                  </a:moveTo>
                  <a:cubicBezTo>
                    <a:pt x="10560" y="2853"/>
                    <a:pt x="10545" y="2868"/>
                    <a:pt x="10530" y="2883"/>
                  </a:cubicBezTo>
                  <a:cubicBezTo>
                    <a:pt x="10545" y="2913"/>
                    <a:pt x="10560" y="2928"/>
                    <a:pt x="10575" y="2943"/>
                  </a:cubicBezTo>
                  <a:cubicBezTo>
                    <a:pt x="10575" y="2913"/>
                    <a:pt x="10575" y="2883"/>
                    <a:pt x="10560" y="2838"/>
                  </a:cubicBezTo>
                  <a:close/>
                  <a:moveTo>
                    <a:pt x="11128" y="2823"/>
                  </a:moveTo>
                  <a:cubicBezTo>
                    <a:pt x="11113" y="2823"/>
                    <a:pt x="11083" y="2838"/>
                    <a:pt x="11068" y="2838"/>
                  </a:cubicBezTo>
                  <a:cubicBezTo>
                    <a:pt x="11053" y="2868"/>
                    <a:pt x="11023" y="2898"/>
                    <a:pt x="11008" y="2928"/>
                  </a:cubicBezTo>
                  <a:cubicBezTo>
                    <a:pt x="11023" y="2928"/>
                    <a:pt x="11053" y="2943"/>
                    <a:pt x="11068" y="2943"/>
                  </a:cubicBezTo>
                  <a:cubicBezTo>
                    <a:pt x="11083" y="2928"/>
                    <a:pt x="11098" y="2913"/>
                    <a:pt x="11098" y="2883"/>
                  </a:cubicBezTo>
                  <a:cubicBezTo>
                    <a:pt x="11113" y="2868"/>
                    <a:pt x="11113" y="2853"/>
                    <a:pt x="11128" y="2823"/>
                  </a:cubicBezTo>
                  <a:close/>
                  <a:moveTo>
                    <a:pt x="7304" y="2764"/>
                  </a:moveTo>
                  <a:cubicBezTo>
                    <a:pt x="7289" y="2779"/>
                    <a:pt x="7259" y="2793"/>
                    <a:pt x="7244" y="2793"/>
                  </a:cubicBezTo>
                  <a:cubicBezTo>
                    <a:pt x="7244" y="2868"/>
                    <a:pt x="7259" y="2928"/>
                    <a:pt x="7274" y="3003"/>
                  </a:cubicBezTo>
                  <a:lnTo>
                    <a:pt x="7334" y="2973"/>
                  </a:lnTo>
                  <a:cubicBezTo>
                    <a:pt x="7334" y="2973"/>
                    <a:pt x="7334" y="2958"/>
                    <a:pt x="7334" y="2958"/>
                  </a:cubicBezTo>
                  <a:cubicBezTo>
                    <a:pt x="7334" y="2913"/>
                    <a:pt x="7319" y="2868"/>
                    <a:pt x="7319" y="2823"/>
                  </a:cubicBezTo>
                  <a:cubicBezTo>
                    <a:pt x="7319" y="2808"/>
                    <a:pt x="7319" y="2779"/>
                    <a:pt x="7304" y="2764"/>
                  </a:cubicBezTo>
                  <a:close/>
                  <a:moveTo>
                    <a:pt x="10515" y="3092"/>
                  </a:moveTo>
                  <a:lnTo>
                    <a:pt x="10470" y="3182"/>
                  </a:lnTo>
                  <a:cubicBezTo>
                    <a:pt x="10485" y="3167"/>
                    <a:pt x="10515" y="3152"/>
                    <a:pt x="10545" y="3137"/>
                  </a:cubicBezTo>
                  <a:cubicBezTo>
                    <a:pt x="10545" y="3122"/>
                    <a:pt x="10530" y="3107"/>
                    <a:pt x="10515" y="3092"/>
                  </a:cubicBezTo>
                  <a:close/>
                  <a:moveTo>
                    <a:pt x="10351" y="3152"/>
                  </a:moveTo>
                  <a:cubicBezTo>
                    <a:pt x="10381" y="3182"/>
                    <a:pt x="10411" y="3212"/>
                    <a:pt x="10456" y="3242"/>
                  </a:cubicBezTo>
                  <a:lnTo>
                    <a:pt x="10470" y="3182"/>
                  </a:lnTo>
                  <a:lnTo>
                    <a:pt x="10470" y="3167"/>
                  </a:lnTo>
                  <a:cubicBezTo>
                    <a:pt x="10426" y="3167"/>
                    <a:pt x="10381" y="3152"/>
                    <a:pt x="10351" y="3152"/>
                  </a:cubicBezTo>
                  <a:close/>
                  <a:moveTo>
                    <a:pt x="10919" y="3227"/>
                  </a:moveTo>
                  <a:cubicBezTo>
                    <a:pt x="10919" y="3256"/>
                    <a:pt x="10919" y="3271"/>
                    <a:pt x="10919" y="3286"/>
                  </a:cubicBezTo>
                  <a:cubicBezTo>
                    <a:pt x="10933" y="3286"/>
                    <a:pt x="10948" y="3271"/>
                    <a:pt x="10963" y="3256"/>
                  </a:cubicBezTo>
                  <a:cubicBezTo>
                    <a:pt x="10948" y="3242"/>
                    <a:pt x="10933" y="3242"/>
                    <a:pt x="10919" y="3227"/>
                  </a:cubicBezTo>
                  <a:close/>
                  <a:moveTo>
                    <a:pt x="11539" y="2700"/>
                  </a:moveTo>
                  <a:cubicBezTo>
                    <a:pt x="11527" y="2700"/>
                    <a:pt x="11506" y="2707"/>
                    <a:pt x="11471" y="2719"/>
                  </a:cubicBezTo>
                  <a:cubicBezTo>
                    <a:pt x="11441" y="2734"/>
                    <a:pt x="11456" y="2764"/>
                    <a:pt x="11441" y="2793"/>
                  </a:cubicBezTo>
                  <a:cubicBezTo>
                    <a:pt x="11382" y="2823"/>
                    <a:pt x="11322" y="2853"/>
                    <a:pt x="11277" y="2883"/>
                  </a:cubicBezTo>
                  <a:cubicBezTo>
                    <a:pt x="11248" y="2874"/>
                    <a:pt x="11214" y="2840"/>
                    <a:pt x="11181" y="2840"/>
                  </a:cubicBezTo>
                  <a:cubicBezTo>
                    <a:pt x="11162" y="2840"/>
                    <a:pt x="11144" y="2851"/>
                    <a:pt x="11128" y="2883"/>
                  </a:cubicBezTo>
                  <a:cubicBezTo>
                    <a:pt x="11128" y="2913"/>
                    <a:pt x="11098" y="2928"/>
                    <a:pt x="11083" y="2928"/>
                  </a:cubicBezTo>
                  <a:cubicBezTo>
                    <a:pt x="11083" y="2928"/>
                    <a:pt x="11068" y="2943"/>
                    <a:pt x="11068" y="2943"/>
                  </a:cubicBezTo>
                  <a:cubicBezTo>
                    <a:pt x="11083" y="2973"/>
                    <a:pt x="11113" y="3003"/>
                    <a:pt x="11128" y="3032"/>
                  </a:cubicBezTo>
                  <a:cubicBezTo>
                    <a:pt x="11113" y="3047"/>
                    <a:pt x="11113" y="3077"/>
                    <a:pt x="11098" y="3092"/>
                  </a:cubicBezTo>
                  <a:cubicBezTo>
                    <a:pt x="11143" y="3092"/>
                    <a:pt x="11172" y="3107"/>
                    <a:pt x="11202" y="3107"/>
                  </a:cubicBezTo>
                  <a:cubicBezTo>
                    <a:pt x="11217" y="3107"/>
                    <a:pt x="11217" y="3122"/>
                    <a:pt x="11217" y="3122"/>
                  </a:cubicBezTo>
                  <a:cubicBezTo>
                    <a:pt x="11217" y="3137"/>
                    <a:pt x="11202" y="3152"/>
                    <a:pt x="11202" y="3167"/>
                  </a:cubicBezTo>
                  <a:cubicBezTo>
                    <a:pt x="11195" y="3160"/>
                    <a:pt x="11185" y="3150"/>
                    <a:pt x="11175" y="3150"/>
                  </a:cubicBezTo>
                  <a:cubicBezTo>
                    <a:pt x="11163" y="3150"/>
                    <a:pt x="11151" y="3163"/>
                    <a:pt x="11143" y="3212"/>
                  </a:cubicBezTo>
                  <a:cubicBezTo>
                    <a:pt x="11143" y="3212"/>
                    <a:pt x="11143" y="3227"/>
                    <a:pt x="11143" y="3227"/>
                  </a:cubicBezTo>
                  <a:lnTo>
                    <a:pt x="11202" y="3242"/>
                  </a:lnTo>
                  <a:cubicBezTo>
                    <a:pt x="11202" y="3256"/>
                    <a:pt x="11202" y="3256"/>
                    <a:pt x="11202" y="3271"/>
                  </a:cubicBezTo>
                  <a:cubicBezTo>
                    <a:pt x="11217" y="3286"/>
                    <a:pt x="11247" y="3301"/>
                    <a:pt x="11262" y="3301"/>
                  </a:cubicBezTo>
                  <a:lnTo>
                    <a:pt x="11307" y="3301"/>
                  </a:lnTo>
                  <a:cubicBezTo>
                    <a:pt x="11426" y="3256"/>
                    <a:pt x="11367" y="3152"/>
                    <a:pt x="11397" y="3077"/>
                  </a:cubicBezTo>
                  <a:cubicBezTo>
                    <a:pt x="11397" y="3062"/>
                    <a:pt x="11411" y="3032"/>
                    <a:pt x="11397" y="3017"/>
                  </a:cubicBezTo>
                  <a:lnTo>
                    <a:pt x="11397" y="3017"/>
                  </a:lnTo>
                  <a:cubicBezTo>
                    <a:pt x="11411" y="3032"/>
                    <a:pt x="11426" y="3032"/>
                    <a:pt x="11441" y="3032"/>
                  </a:cubicBezTo>
                  <a:cubicBezTo>
                    <a:pt x="11501" y="3032"/>
                    <a:pt x="11561" y="3017"/>
                    <a:pt x="11621" y="3017"/>
                  </a:cubicBezTo>
                  <a:cubicBezTo>
                    <a:pt x="11621" y="3003"/>
                    <a:pt x="11621" y="3003"/>
                    <a:pt x="11606" y="3003"/>
                  </a:cubicBezTo>
                  <a:cubicBezTo>
                    <a:pt x="11426" y="3003"/>
                    <a:pt x="11650" y="2913"/>
                    <a:pt x="11591" y="2883"/>
                  </a:cubicBezTo>
                  <a:cubicBezTo>
                    <a:pt x="11576" y="2853"/>
                    <a:pt x="11576" y="2823"/>
                    <a:pt x="11576" y="2793"/>
                  </a:cubicBezTo>
                  <a:cubicBezTo>
                    <a:pt x="11576" y="2793"/>
                    <a:pt x="11546" y="2779"/>
                    <a:pt x="11546" y="2764"/>
                  </a:cubicBezTo>
                  <a:cubicBezTo>
                    <a:pt x="11555" y="2718"/>
                    <a:pt x="11559" y="2700"/>
                    <a:pt x="11539" y="2700"/>
                  </a:cubicBezTo>
                  <a:close/>
                  <a:moveTo>
                    <a:pt x="10799" y="3256"/>
                  </a:moveTo>
                  <a:cubicBezTo>
                    <a:pt x="10799" y="3271"/>
                    <a:pt x="10799" y="3271"/>
                    <a:pt x="10799" y="3286"/>
                  </a:cubicBezTo>
                  <a:cubicBezTo>
                    <a:pt x="10784" y="3301"/>
                    <a:pt x="10784" y="3331"/>
                    <a:pt x="10799" y="3346"/>
                  </a:cubicBezTo>
                  <a:cubicBezTo>
                    <a:pt x="10829" y="3361"/>
                    <a:pt x="10844" y="3361"/>
                    <a:pt x="10859" y="3376"/>
                  </a:cubicBezTo>
                  <a:cubicBezTo>
                    <a:pt x="10889" y="3376"/>
                    <a:pt x="10904" y="3376"/>
                    <a:pt x="10904" y="3346"/>
                  </a:cubicBezTo>
                  <a:cubicBezTo>
                    <a:pt x="10889" y="3331"/>
                    <a:pt x="10889" y="3331"/>
                    <a:pt x="10874" y="3316"/>
                  </a:cubicBezTo>
                  <a:cubicBezTo>
                    <a:pt x="10859" y="3301"/>
                    <a:pt x="10829" y="3271"/>
                    <a:pt x="10799" y="3256"/>
                  </a:cubicBezTo>
                  <a:close/>
                  <a:moveTo>
                    <a:pt x="11038" y="3316"/>
                  </a:moveTo>
                  <a:cubicBezTo>
                    <a:pt x="11008" y="3316"/>
                    <a:pt x="10978" y="3331"/>
                    <a:pt x="10948" y="3346"/>
                  </a:cubicBezTo>
                  <a:cubicBezTo>
                    <a:pt x="10948" y="3361"/>
                    <a:pt x="10948" y="3391"/>
                    <a:pt x="10948" y="3406"/>
                  </a:cubicBezTo>
                  <a:lnTo>
                    <a:pt x="10978" y="3406"/>
                  </a:lnTo>
                  <a:cubicBezTo>
                    <a:pt x="10993" y="3376"/>
                    <a:pt x="11008" y="3346"/>
                    <a:pt x="11038" y="3316"/>
                  </a:cubicBezTo>
                  <a:close/>
                  <a:moveTo>
                    <a:pt x="10799" y="3436"/>
                  </a:moveTo>
                  <a:cubicBezTo>
                    <a:pt x="10784" y="3451"/>
                    <a:pt x="10784" y="3466"/>
                    <a:pt x="10769" y="3480"/>
                  </a:cubicBezTo>
                  <a:cubicBezTo>
                    <a:pt x="10799" y="3480"/>
                    <a:pt x="10829" y="3466"/>
                    <a:pt x="10844" y="3451"/>
                  </a:cubicBezTo>
                  <a:cubicBezTo>
                    <a:pt x="10844" y="3451"/>
                    <a:pt x="10844" y="3451"/>
                    <a:pt x="10844" y="3436"/>
                  </a:cubicBezTo>
                  <a:close/>
                  <a:moveTo>
                    <a:pt x="8523" y="2822"/>
                  </a:moveTo>
                  <a:cubicBezTo>
                    <a:pt x="8516" y="2822"/>
                    <a:pt x="8508" y="2822"/>
                    <a:pt x="8499" y="2823"/>
                  </a:cubicBezTo>
                  <a:cubicBezTo>
                    <a:pt x="8484" y="2868"/>
                    <a:pt x="8454" y="2928"/>
                    <a:pt x="8454" y="2973"/>
                  </a:cubicBezTo>
                  <a:cubicBezTo>
                    <a:pt x="8499" y="3152"/>
                    <a:pt x="8544" y="3316"/>
                    <a:pt x="8708" y="3406"/>
                  </a:cubicBezTo>
                  <a:cubicBezTo>
                    <a:pt x="8768" y="3436"/>
                    <a:pt x="8842" y="3451"/>
                    <a:pt x="8902" y="3466"/>
                  </a:cubicBezTo>
                  <a:cubicBezTo>
                    <a:pt x="8947" y="3480"/>
                    <a:pt x="8977" y="3495"/>
                    <a:pt x="9022" y="3495"/>
                  </a:cubicBezTo>
                  <a:cubicBezTo>
                    <a:pt x="9022" y="3480"/>
                    <a:pt x="9022" y="3451"/>
                    <a:pt x="9022" y="3436"/>
                  </a:cubicBezTo>
                  <a:cubicBezTo>
                    <a:pt x="8977" y="3376"/>
                    <a:pt x="8917" y="3346"/>
                    <a:pt x="8872" y="3316"/>
                  </a:cubicBezTo>
                  <a:cubicBezTo>
                    <a:pt x="8854" y="3310"/>
                    <a:pt x="8835" y="3306"/>
                    <a:pt x="8818" y="3306"/>
                  </a:cubicBezTo>
                  <a:cubicBezTo>
                    <a:pt x="8793" y="3306"/>
                    <a:pt x="8770" y="3314"/>
                    <a:pt x="8753" y="3331"/>
                  </a:cubicBezTo>
                  <a:cubicBezTo>
                    <a:pt x="8753" y="3286"/>
                    <a:pt x="8723" y="3256"/>
                    <a:pt x="8693" y="3227"/>
                  </a:cubicBezTo>
                  <a:cubicBezTo>
                    <a:pt x="8633" y="3182"/>
                    <a:pt x="8604" y="3107"/>
                    <a:pt x="8604" y="3032"/>
                  </a:cubicBezTo>
                  <a:cubicBezTo>
                    <a:pt x="8618" y="3017"/>
                    <a:pt x="8618" y="3003"/>
                    <a:pt x="8604" y="2988"/>
                  </a:cubicBezTo>
                  <a:cubicBezTo>
                    <a:pt x="8575" y="2931"/>
                    <a:pt x="8640" y="2822"/>
                    <a:pt x="8523" y="2822"/>
                  </a:cubicBezTo>
                  <a:close/>
                  <a:moveTo>
                    <a:pt x="10232" y="3421"/>
                  </a:moveTo>
                  <a:lnTo>
                    <a:pt x="10232" y="3421"/>
                  </a:lnTo>
                  <a:cubicBezTo>
                    <a:pt x="10157" y="3436"/>
                    <a:pt x="10127" y="3451"/>
                    <a:pt x="10097" y="3466"/>
                  </a:cubicBezTo>
                  <a:cubicBezTo>
                    <a:pt x="10097" y="3466"/>
                    <a:pt x="10112" y="3480"/>
                    <a:pt x="10112" y="3495"/>
                  </a:cubicBezTo>
                  <a:cubicBezTo>
                    <a:pt x="10142" y="3480"/>
                    <a:pt x="10172" y="3466"/>
                    <a:pt x="10232" y="3421"/>
                  </a:cubicBezTo>
                  <a:close/>
                  <a:moveTo>
                    <a:pt x="11815" y="3391"/>
                  </a:moveTo>
                  <a:cubicBezTo>
                    <a:pt x="11800" y="3421"/>
                    <a:pt x="11785" y="3451"/>
                    <a:pt x="11770" y="3466"/>
                  </a:cubicBezTo>
                  <a:cubicBezTo>
                    <a:pt x="11770" y="3480"/>
                    <a:pt x="11800" y="3510"/>
                    <a:pt x="11815" y="3510"/>
                  </a:cubicBezTo>
                  <a:cubicBezTo>
                    <a:pt x="11845" y="3510"/>
                    <a:pt x="11860" y="3480"/>
                    <a:pt x="11889" y="3451"/>
                  </a:cubicBezTo>
                  <a:cubicBezTo>
                    <a:pt x="11860" y="3436"/>
                    <a:pt x="11830" y="3421"/>
                    <a:pt x="11815" y="3391"/>
                  </a:cubicBezTo>
                  <a:close/>
                  <a:moveTo>
                    <a:pt x="11217" y="3436"/>
                  </a:moveTo>
                  <a:cubicBezTo>
                    <a:pt x="11217" y="3466"/>
                    <a:pt x="11217" y="3495"/>
                    <a:pt x="11202" y="3510"/>
                  </a:cubicBezTo>
                  <a:cubicBezTo>
                    <a:pt x="11232" y="3525"/>
                    <a:pt x="11247" y="3540"/>
                    <a:pt x="11262" y="3540"/>
                  </a:cubicBezTo>
                  <a:cubicBezTo>
                    <a:pt x="11247" y="3510"/>
                    <a:pt x="11232" y="3480"/>
                    <a:pt x="11217" y="3436"/>
                  </a:cubicBezTo>
                  <a:close/>
                  <a:moveTo>
                    <a:pt x="9853" y="2808"/>
                  </a:moveTo>
                  <a:cubicBezTo>
                    <a:pt x="9815" y="2808"/>
                    <a:pt x="9788" y="2828"/>
                    <a:pt x="9769" y="2868"/>
                  </a:cubicBezTo>
                  <a:cubicBezTo>
                    <a:pt x="9798" y="2928"/>
                    <a:pt x="9739" y="2958"/>
                    <a:pt x="9724" y="3003"/>
                  </a:cubicBezTo>
                  <a:cubicBezTo>
                    <a:pt x="9739" y="3092"/>
                    <a:pt x="9709" y="3152"/>
                    <a:pt x="9649" y="3197"/>
                  </a:cubicBezTo>
                  <a:cubicBezTo>
                    <a:pt x="9574" y="3256"/>
                    <a:pt x="9530" y="3316"/>
                    <a:pt x="9485" y="3376"/>
                  </a:cubicBezTo>
                  <a:cubicBezTo>
                    <a:pt x="9470" y="3391"/>
                    <a:pt x="9455" y="3391"/>
                    <a:pt x="9455" y="3406"/>
                  </a:cubicBezTo>
                  <a:cubicBezTo>
                    <a:pt x="9425" y="3451"/>
                    <a:pt x="9365" y="3480"/>
                    <a:pt x="9395" y="3555"/>
                  </a:cubicBezTo>
                  <a:cubicBezTo>
                    <a:pt x="9410" y="3560"/>
                    <a:pt x="9425" y="3562"/>
                    <a:pt x="9440" y="3562"/>
                  </a:cubicBezTo>
                  <a:cubicBezTo>
                    <a:pt x="9470" y="3562"/>
                    <a:pt x="9500" y="3555"/>
                    <a:pt x="9530" y="3555"/>
                  </a:cubicBezTo>
                  <a:cubicBezTo>
                    <a:pt x="9619" y="3451"/>
                    <a:pt x="9709" y="3346"/>
                    <a:pt x="9798" y="3242"/>
                  </a:cubicBezTo>
                  <a:cubicBezTo>
                    <a:pt x="9843" y="3182"/>
                    <a:pt x="9858" y="3107"/>
                    <a:pt x="9888" y="3032"/>
                  </a:cubicBezTo>
                  <a:cubicBezTo>
                    <a:pt x="9918" y="2988"/>
                    <a:pt x="9873" y="2913"/>
                    <a:pt x="9918" y="2868"/>
                  </a:cubicBezTo>
                  <a:cubicBezTo>
                    <a:pt x="9933" y="2853"/>
                    <a:pt x="9918" y="2838"/>
                    <a:pt x="9918" y="2823"/>
                  </a:cubicBezTo>
                  <a:cubicBezTo>
                    <a:pt x="9893" y="2813"/>
                    <a:pt x="9871" y="2808"/>
                    <a:pt x="9853" y="2808"/>
                  </a:cubicBezTo>
                  <a:close/>
                  <a:moveTo>
                    <a:pt x="9231" y="3525"/>
                  </a:moveTo>
                  <a:cubicBezTo>
                    <a:pt x="9216" y="3555"/>
                    <a:pt x="9216" y="3585"/>
                    <a:pt x="9201" y="3600"/>
                  </a:cubicBezTo>
                  <a:lnTo>
                    <a:pt x="9305" y="3600"/>
                  </a:lnTo>
                  <a:cubicBezTo>
                    <a:pt x="9291" y="3585"/>
                    <a:pt x="9261" y="3555"/>
                    <a:pt x="9231" y="3525"/>
                  </a:cubicBezTo>
                  <a:close/>
                  <a:moveTo>
                    <a:pt x="10575" y="3540"/>
                  </a:moveTo>
                  <a:cubicBezTo>
                    <a:pt x="10560" y="3555"/>
                    <a:pt x="10545" y="3555"/>
                    <a:pt x="10530" y="3570"/>
                  </a:cubicBezTo>
                  <a:cubicBezTo>
                    <a:pt x="10530" y="3585"/>
                    <a:pt x="10545" y="3600"/>
                    <a:pt x="10545" y="3600"/>
                  </a:cubicBezTo>
                  <a:cubicBezTo>
                    <a:pt x="10575" y="3600"/>
                    <a:pt x="10590" y="3585"/>
                    <a:pt x="10605" y="3570"/>
                  </a:cubicBezTo>
                  <a:cubicBezTo>
                    <a:pt x="10590" y="3555"/>
                    <a:pt x="10575" y="3540"/>
                    <a:pt x="10575" y="3540"/>
                  </a:cubicBezTo>
                  <a:close/>
                  <a:moveTo>
                    <a:pt x="10993" y="3391"/>
                  </a:moveTo>
                  <a:cubicBezTo>
                    <a:pt x="10978" y="3421"/>
                    <a:pt x="10948" y="3436"/>
                    <a:pt x="10933" y="3466"/>
                  </a:cubicBezTo>
                  <a:cubicBezTo>
                    <a:pt x="10933" y="3480"/>
                    <a:pt x="10933" y="3495"/>
                    <a:pt x="10948" y="3510"/>
                  </a:cubicBezTo>
                  <a:cubicBezTo>
                    <a:pt x="10963" y="3540"/>
                    <a:pt x="10993" y="3570"/>
                    <a:pt x="11008" y="3600"/>
                  </a:cubicBezTo>
                  <a:cubicBezTo>
                    <a:pt x="11031" y="3641"/>
                    <a:pt x="11047" y="3656"/>
                    <a:pt x="11059" y="3656"/>
                  </a:cubicBezTo>
                  <a:cubicBezTo>
                    <a:pt x="11087" y="3656"/>
                    <a:pt x="11097" y="3580"/>
                    <a:pt x="11128" y="3570"/>
                  </a:cubicBezTo>
                  <a:cubicBezTo>
                    <a:pt x="11128" y="3555"/>
                    <a:pt x="11143" y="3540"/>
                    <a:pt x="11143" y="3525"/>
                  </a:cubicBezTo>
                  <a:cubicBezTo>
                    <a:pt x="11172" y="3451"/>
                    <a:pt x="11172" y="3406"/>
                    <a:pt x="11098" y="3391"/>
                  </a:cubicBezTo>
                  <a:close/>
                  <a:moveTo>
                    <a:pt x="538" y="2823"/>
                  </a:moveTo>
                  <a:cubicBezTo>
                    <a:pt x="508" y="2868"/>
                    <a:pt x="434" y="2913"/>
                    <a:pt x="449" y="2958"/>
                  </a:cubicBezTo>
                  <a:cubicBezTo>
                    <a:pt x="464" y="3107"/>
                    <a:pt x="449" y="3256"/>
                    <a:pt x="314" y="3361"/>
                  </a:cubicBezTo>
                  <a:cubicBezTo>
                    <a:pt x="314" y="3361"/>
                    <a:pt x="329" y="3391"/>
                    <a:pt x="344" y="3406"/>
                  </a:cubicBezTo>
                  <a:lnTo>
                    <a:pt x="284" y="3436"/>
                  </a:lnTo>
                  <a:cubicBezTo>
                    <a:pt x="210" y="3480"/>
                    <a:pt x="120" y="3510"/>
                    <a:pt x="135" y="3630"/>
                  </a:cubicBezTo>
                  <a:cubicBezTo>
                    <a:pt x="159" y="3646"/>
                    <a:pt x="184" y="3658"/>
                    <a:pt x="206" y="3658"/>
                  </a:cubicBezTo>
                  <a:cubicBezTo>
                    <a:pt x="224" y="3658"/>
                    <a:pt x="241" y="3650"/>
                    <a:pt x="254" y="3630"/>
                  </a:cubicBezTo>
                  <a:cubicBezTo>
                    <a:pt x="284" y="3585"/>
                    <a:pt x="344" y="3585"/>
                    <a:pt x="374" y="3555"/>
                  </a:cubicBezTo>
                  <a:cubicBezTo>
                    <a:pt x="389" y="3540"/>
                    <a:pt x="389" y="3525"/>
                    <a:pt x="389" y="3495"/>
                  </a:cubicBezTo>
                  <a:cubicBezTo>
                    <a:pt x="389" y="3495"/>
                    <a:pt x="389" y="3495"/>
                    <a:pt x="389" y="3480"/>
                  </a:cubicBezTo>
                  <a:cubicBezTo>
                    <a:pt x="464" y="3466"/>
                    <a:pt x="493" y="3391"/>
                    <a:pt x="553" y="3331"/>
                  </a:cubicBezTo>
                  <a:cubicBezTo>
                    <a:pt x="568" y="3316"/>
                    <a:pt x="553" y="3286"/>
                    <a:pt x="538" y="3271"/>
                  </a:cubicBezTo>
                  <a:cubicBezTo>
                    <a:pt x="568" y="3256"/>
                    <a:pt x="583" y="3242"/>
                    <a:pt x="583" y="3212"/>
                  </a:cubicBezTo>
                  <a:cubicBezTo>
                    <a:pt x="583" y="3197"/>
                    <a:pt x="583" y="3167"/>
                    <a:pt x="583" y="3137"/>
                  </a:cubicBezTo>
                  <a:cubicBezTo>
                    <a:pt x="583" y="3122"/>
                    <a:pt x="583" y="3122"/>
                    <a:pt x="568" y="3107"/>
                  </a:cubicBezTo>
                  <a:cubicBezTo>
                    <a:pt x="553" y="3017"/>
                    <a:pt x="658" y="2973"/>
                    <a:pt x="628" y="2883"/>
                  </a:cubicBezTo>
                  <a:cubicBezTo>
                    <a:pt x="598" y="2868"/>
                    <a:pt x="568" y="2853"/>
                    <a:pt x="538" y="2823"/>
                  </a:cubicBezTo>
                  <a:close/>
                  <a:moveTo>
                    <a:pt x="11658" y="3160"/>
                  </a:moveTo>
                  <a:cubicBezTo>
                    <a:pt x="11639" y="3160"/>
                    <a:pt x="11616" y="3167"/>
                    <a:pt x="11606" y="3167"/>
                  </a:cubicBezTo>
                  <a:cubicBezTo>
                    <a:pt x="11606" y="3197"/>
                    <a:pt x="11606" y="3212"/>
                    <a:pt x="11606" y="3242"/>
                  </a:cubicBezTo>
                  <a:cubicBezTo>
                    <a:pt x="11591" y="3256"/>
                    <a:pt x="11591" y="3271"/>
                    <a:pt x="11591" y="3286"/>
                  </a:cubicBezTo>
                  <a:cubicBezTo>
                    <a:pt x="11546" y="3271"/>
                    <a:pt x="11516" y="3242"/>
                    <a:pt x="11486" y="3227"/>
                  </a:cubicBezTo>
                  <a:cubicBezTo>
                    <a:pt x="11426" y="3256"/>
                    <a:pt x="11352" y="3286"/>
                    <a:pt x="11292" y="3316"/>
                  </a:cubicBezTo>
                  <a:cubicBezTo>
                    <a:pt x="11277" y="3331"/>
                    <a:pt x="11262" y="3346"/>
                    <a:pt x="11262" y="3361"/>
                  </a:cubicBezTo>
                  <a:cubicBezTo>
                    <a:pt x="11277" y="3406"/>
                    <a:pt x="11277" y="3466"/>
                    <a:pt x="11322" y="3480"/>
                  </a:cubicBezTo>
                  <a:cubicBezTo>
                    <a:pt x="11352" y="3495"/>
                    <a:pt x="11411" y="3495"/>
                    <a:pt x="11367" y="3555"/>
                  </a:cubicBezTo>
                  <a:cubicBezTo>
                    <a:pt x="11367" y="3570"/>
                    <a:pt x="11382" y="3570"/>
                    <a:pt x="11397" y="3570"/>
                  </a:cubicBezTo>
                  <a:cubicBezTo>
                    <a:pt x="11403" y="3583"/>
                    <a:pt x="11414" y="3587"/>
                    <a:pt x="11428" y="3587"/>
                  </a:cubicBezTo>
                  <a:cubicBezTo>
                    <a:pt x="11453" y="3587"/>
                    <a:pt x="11484" y="3574"/>
                    <a:pt x="11508" y="3574"/>
                  </a:cubicBezTo>
                  <a:cubicBezTo>
                    <a:pt x="11534" y="3574"/>
                    <a:pt x="11550" y="3590"/>
                    <a:pt x="11531" y="3660"/>
                  </a:cubicBezTo>
                  <a:cubicBezTo>
                    <a:pt x="11538" y="3667"/>
                    <a:pt x="11550" y="3671"/>
                    <a:pt x="11559" y="3671"/>
                  </a:cubicBezTo>
                  <a:cubicBezTo>
                    <a:pt x="11568" y="3671"/>
                    <a:pt x="11576" y="3667"/>
                    <a:pt x="11576" y="3660"/>
                  </a:cubicBezTo>
                  <a:cubicBezTo>
                    <a:pt x="11591" y="3600"/>
                    <a:pt x="11606" y="3555"/>
                    <a:pt x="11606" y="3510"/>
                  </a:cubicBezTo>
                  <a:cubicBezTo>
                    <a:pt x="11591" y="3495"/>
                    <a:pt x="11546" y="3510"/>
                    <a:pt x="11531" y="3480"/>
                  </a:cubicBezTo>
                  <a:lnTo>
                    <a:pt x="11561" y="3480"/>
                  </a:lnTo>
                  <a:cubicBezTo>
                    <a:pt x="11546" y="3451"/>
                    <a:pt x="11531" y="3436"/>
                    <a:pt x="11531" y="3406"/>
                  </a:cubicBezTo>
                  <a:lnTo>
                    <a:pt x="11635" y="3406"/>
                  </a:lnTo>
                  <a:lnTo>
                    <a:pt x="11725" y="3331"/>
                  </a:lnTo>
                  <a:cubicBezTo>
                    <a:pt x="11695" y="3316"/>
                    <a:pt x="11680" y="3316"/>
                    <a:pt x="11665" y="3316"/>
                  </a:cubicBezTo>
                  <a:cubicBezTo>
                    <a:pt x="11665" y="3286"/>
                    <a:pt x="11680" y="3271"/>
                    <a:pt x="11680" y="3242"/>
                  </a:cubicBezTo>
                  <a:cubicBezTo>
                    <a:pt x="11680" y="3212"/>
                    <a:pt x="11695" y="3182"/>
                    <a:pt x="11680" y="3167"/>
                  </a:cubicBezTo>
                  <a:cubicBezTo>
                    <a:pt x="11675" y="3162"/>
                    <a:pt x="11667" y="3160"/>
                    <a:pt x="11658" y="3160"/>
                  </a:cubicBezTo>
                  <a:close/>
                  <a:moveTo>
                    <a:pt x="7684" y="2985"/>
                  </a:moveTo>
                  <a:cubicBezTo>
                    <a:pt x="7607" y="2985"/>
                    <a:pt x="7530" y="3017"/>
                    <a:pt x="7453" y="3017"/>
                  </a:cubicBezTo>
                  <a:lnTo>
                    <a:pt x="7409" y="3017"/>
                  </a:lnTo>
                  <a:cubicBezTo>
                    <a:pt x="7387" y="3039"/>
                    <a:pt x="7365" y="3053"/>
                    <a:pt x="7343" y="3053"/>
                  </a:cubicBezTo>
                  <a:cubicBezTo>
                    <a:pt x="7335" y="3053"/>
                    <a:pt x="7327" y="3051"/>
                    <a:pt x="7319" y="3047"/>
                  </a:cubicBezTo>
                  <a:cubicBezTo>
                    <a:pt x="7259" y="3062"/>
                    <a:pt x="7304" y="3122"/>
                    <a:pt x="7274" y="3152"/>
                  </a:cubicBezTo>
                  <a:cubicBezTo>
                    <a:pt x="7229" y="3167"/>
                    <a:pt x="7200" y="3197"/>
                    <a:pt x="7155" y="3227"/>
                  </a:cubicBezTo>
                  <a:cubicBezTo>
                    <a:pt x="7125" y="3256"/>
                    <a:pt x="7065" y="3271"/>
                    <a:pt x="7125" y="3331"/>
                  </a:cubicBezTo>
                  <a:lnTo>
                    <a:pt x="7155" y="3331"/>
                  </a:lnTo>
                  <a:cubicBezTo>
                    <a:pt x="7205" y="3331"/>
                    <a:pt x="7248" y="3278"/>
                    <a:pt x="7293" y="3278"/>
                  </a:cubicBezTo>
                  <a:cubicBezTo>
                    <a:pt x="7316" y="3278"/>
                    <a:pt x="7339" y="3291"/>
                    <a:pt x="7364" y="3331"/>
                  </a:cubicBezTo>
                  <a:cubicBezTo>
                    <a:pt x="7424" y="3376"/>
                    <a:pt x="7498" y="3391"/>
                    <a:pt x="7558" y="3421"/>
                  </a:cubicBezTo>
                  <a:cubicBezTo>
                    <a:pt x="7573" y="3428"/>
                    <a:pt x="7584" y="3432"/>
                    <a:pt x="7593" y="3432"/>
                  </a:cubicBezTo>
                  <a:cubicBezTo>
                    <a:pt x="7603" y="3432"/>
                    <a:pt x="7610" y="3428"/>
                    <a:pt x="7618" y="3421"/>
                  </a:cubicBezTo>
                  <a:cubicBezTo>
                    <a:pt x="7638" y="3416"/>
                    <a:pt x="7659" y="3414"/>
                    <a:pt x="7681" y="3414"/>
                  </a:cubicBezTo>
                  <a:cubicBezTo>
                    <a:pt x="7726" y="3414"/>
                    <a:pt x="7772" y="3421"/>
                    <a:pt x="7812" y="3421"/>
                  </a:cubicBezTo>
                  <a:lnTo>
                    <a:pt x="7842" y="3421"/>
                  </a:lnTo>
                  <a:cubicBezTo>
                    <a:pt x="7976" y="3421"/>
                    <a:pt x="8081" y="3466"/>
                    <a:pt x="8140" y="3600"/>
                  </a:cubicBezTo>
                  <a:cubicBezTo>
                    <a:pt x="8151" y="3644"/>
                    <a:pt x="8186" y="3671"/>
                    <a:pt x="8222" y="3671"/>
                  </a:cubicBezTo>
                  <a:cubicBezTo>
                    <a:pt x="8235" y="3671"/>
                    <a:pt x="8248" y="3668"/>
                    <a:pt x="8260" y="3660"/>
                  </a:cubicBezTo>
                  <a:cubicBezTo>
                    <a:pt x="8335" y="3630"/>
                    <a:pt x="8260" y="3585"/>
                    <a:pt x="8245" y="3540"/>
                  </a:cubicBezTo>
                  <a:cubicBezTo>
                    <a:pt x="8245" y="3510"/>
                    <a:pt x="8230" y="3480"/>
                    <a:pt x="8215" y="3451"/>
                  </a:cubicBezTo>
                  <a:cubicBezTo>
                    <a:pt x="8215" y="3436"/>
                    <a:pt x="8200" y="3436"/>
                    <a:pt x="8185" y="3436"/>
                  </a:cubicBezTo>
                  <a:cubicBezTo>
                    <a:pt x="8155" y="3391"/>
                    <a:pt x="8140" y="3361"/>
                    <a:pt x="8111" y="3316"/>
                  </a:cubicBezTo>
                  <a:cubicBezTo>
                    <a:pt x="8126" y="3286"/>
                    <a:pt x="8096" y="3256"/>
                    <a:pt x="8081" y="3227"/>
                  </a:cubicBezTo>
                  <a:cubicBezTo>
                    <a:pt x="8036" y="3137"/>
                    <a:pt x="7931" y="3122"/>
                    <a:pt x="7872" y="3062"/>
                  </a:cubicBezTo>
                  <a:cubicBezTo>
                    <a:pt x="7827" y="3032"/>
                    <a:pt x="7782" y="3003"/>
                    <a:pt x="7722" y="2988"/>
                  </a:cubicBezTo>
                  <a:cubicBezTo>
                    <a:pt x="7709" y="2985"/>
                    <a:pt x="7697" y="2985"/>
                    <a:pt x="7684" y="2985"/>
                  </a:cubicBezTo>
                  <a:close/>
                  <a:moveTo>
                    <a:pt x="9948" y="3719"/>
                  </a:moveTo>
                  <a:cubicBezTo>
                    <a:pt x="9948" y="3719"/>
                    <a:pt x="9948" y="3734"/>
                    <a:pt x="9948" y="3734"/>
                  </a:cubicBezTo>
                  <a:cubicBezTo>
                    <a:pt x="9978" y="3749"/>
                    <a:pt x="10007" y="3749"/>
                    <a:pt x="10037" y="3764"/>
                  </a:cubicBezTo>
                  <a:cubicBezTo>
                    <a:pt x="10052" y="3749"/>
                    <a:pt x="10052" y="3734"/>
                    <a:pt x="10052" y="3719"/>
                  </a:cubicBezTo>
                  <a:close/>
                  <a:moveTo>
                    <a:pt x="11158" y="3719"/>
                  </a:moveTo>
                  <a:lnTo>
                    <a:pt x="11158" y="3719"/>
                  </a:lnTo>
                  <a:cubicBezTo>
                    <a:pt x="11172" y="3749"/>
                    <a:pt x="11172" y="3779"/>
                    <a:pt x="11187" y="3809"/>
                  </a:cubicBezTo>
                  <a:cubicBezTo>
                    <a:pt x="11187" y="3794"/>
                    <a:pt x="11202" y="3779"/>
                    <a:pt x="11202" y="3779"/>
                  </a:cubicBezTo>
                  <a:cubicBezTo>
                    <a:pt x="11187" y="3764"/>
                    <a:pt x="11172" y="3734"/>
                    <a:pt x="11158" y="3719"/>
                  </a:cubicBezTo>
                  <a:close/>
                  <a:moveTo>
                    <a:pt x="10470" y="3869"/>
                  </a:moveTo>
                  <a:cubicBezTo>
                    <a:pt x="10456" y="3869"/>
                    <a:pt x="10441" y="3899"/>
                    <a:pt x="10426" y="3899"/>
                  </a:cubicBezTo>
                  <a:cubicBezTo>
                    <a:pt x="10436" y="3909"/>
                    <a:pt x="10447" y="3920"/>
                    <a:pt x="10457" y="3920"/>
                  </a:cubicBezTo>
                  <a:cubicBezTo>
                    <a:pt x="10462" y="3920"/>
                    <a:pt x="10466" y="3918"/>
                    <a:pt x="10470" y="3914"/>
                  </a:cubicBezTo>
                  <a:cubicBezTo>
                    <a:pt x="10485" y="3914"/>
                    <a:pt x="10500" y="3914"/>
                    <a:pt x="10530" y="3884"/>
                  </a:cubicBezTo>
                  <a:cubicBezTo>
                    <a:pt x="10500" y="3869"/>
                    <a:pt x="10470" y="3869"/>
                    <a:pt x="10470" y="3869"/>
                  </a:cubicBezTo>
                  <a:close/>
                  <a:moveTo>
                    <a:pt x="269" y="3869"/>
                  </a:moveTo>
                  <a:cubicBezTo>
                    <a:pt x="254" y="3869"/>
                    <a:pt x="225" y="3884"/>
                    <a:pt x="210" y="3899"/>
                  </a:cubicBezTo>
                  <a:cubicBezTo>
                    <a:pt x="225" y="3914"/>
                    <a:pt x="239" y="3929"/>
                    <a:pt x="254" y="3944"/>
                  </a:cubicBezTo>
                  <a:cubicBezTo>
                    <a:pt x="284" y="3929"/>
                    <a:pt x="314" y="3929"/>
                    <a:pt x="329" y="3914"/>
                  </a:cubicBezTo>
                  <a:cubicBezTo>
                    <a:pt x="314" y="3899"/>
                    <a:pt x="284" y="3884"/>
                    <a:pt x="269" y="3869"/>
                  </a:cubicBezTo>
                  <a:close/>
                  <a:moveTo>
                    <a:pt x="11083" y="3828"/>
                  </a:moveTo>
                  <a:cubicBezTo>
                    <a:pt x="11022" y="3828"/>
                    <a:pt x="11015" y="3906"/>
                    <a:pt x="10978" y="3944"/>
                  </a:cubicBezTo>
                  <a:cubicBezTo>
                    <a:pt x="10978" y="3958"/>
                    <a:pt x="10993" y="3958"/>
                    <a:pt x="10993" y="3958"/>
                  </a:cubicBezTo>
                  <a:cubicBezTo>
                    <a:pt x="10993" y="3958"/>
                    <a:pt x="10978" y="3973"/>
                    <a:pt x="10978" y="3973"/>
                  </a:cubicBezTo>
                  <a:cubicBezTo>
                    <a:pt x="10963" y="3988"/>
                    <a:pt x="10963" y="4003"/>
                    <a:pt x="10978" y="4018"/>
                  </a:cubicBezTo>
                  <a:cubicBezTo>
                    <a:pt x="10991" y="4023"/>
                    <a:pt x="11003" y="4024"/>
                    <a:pt x="11014" y="4024"/>
                  </a:cubicBezTo>
                  <a:cubicBezTo>
                    <a:pt x="11041" y="4024"/>
                    <a:pt x="11062" y="4014"/>
                    <a:pt x="11083" y="4003"/>
                  </a:cubicBezTo>
                  <a:cubicBezTo>
                    <a:pt x="11098" y="3973"/>
                    <a:pt x="11113" y="3958"/>
                    <a:pt x="11098" y="3929"/>
                  </a:cubicBezTo>
                  <a:cubicBezTo>
                    <a:pt x="11113" y="3899"/>
                    <a:pt x="11113" y="3884"/>
                    <a:pt x="11128" y="3869"/>
                  </a:cubicBezTo>
                  <a:cubicBezTo>
                    <a:pt x="11128" y="3854"/>
                    <a:pt x="11128" y="3839"/>
                    <a:pt x="11128" y="3839"/>
                  </a:cubicBezTo>
                  <a:cubicBezTo>
                    <a:pt x="11110" y="3831"/>
                    <a:pt x="11095" y="3828"/>
                    <a:pt x="11083" y="3828"/>
                  </a:cubicBezTo>
                  <a:close/>
                  <a:moveTo>
                    <a:pt x="10889" y="3540"/>
                  </a:moveTo>
                  <a:cubicBezTo>
                    <a:pt x="10829" y="3645"/>
                    <a:pt x="10754" y="3749"/>
                    <a:pt x="10695" y="3854"/>
                  </a:cubicBezTo>
                  <a:lnTo>
                    <a:pt x="10680" y="3869"/>
                  </a:lnTo>
                  <a:cubicBezTo>
                    <a:pt x="10665" y="3914"/>
                    <a:pt x="10650" y="3944"/>
                    <a:pt x="10635" y="3973"/>
                  </a:cubicBezTo>
                  <a:cubicBezTo>
                    <a:pt x="10650" y="4003"/>
                    <a:pt x="10680" y="4033"/>
                    <a:pt x="10695" y="4063"/>
                  </a:cubicBezTo>
                  <a:cubicBezTo>
                    <a:pt x="10695" y="4048"/>
                    <a:pt x="10695" y="4018"/>
                    <a:pt x="10695" y="3988"/>
                  </a:cubicBezTo>
                  <a:cubicBezTo>
                    <a:pt x="10709" y="4003"/>
                    <a:pt x="10739" y="4003"/>
                    <a:pt x="10754" y="4003"/>
                  </a:cubicBezTo>
                  <a:cubicBezTo>
                    <a:pt x="10769" y="3988"/>
                    <a:pt x="10784" y="3988"/>
                    <a:pt x="10799" y="3973"/>
                  </a:cubicBezTo>
                  <a:lnTo>
                    <a:pt x="10874" y="3914"/>
                  </a:lnTo>
                  <a:lnTo>
                    <a:pt x="10829" y="3839"/>
                  </a:lnTo>
                  <a:lnTo>
                    <a:pt x="10948" y="3809"/>
                  </a:lnTo>
                  <a:cubicBezTo>
                    <a:pt x="10933" y="3794"/>
                    <a:pt x="10933" y="3794"/>
                    <a:pt x="10919" y="3794"/>
                  </a:cubicBezTo>
                  <a:lnTo>
                    <a:pt x="10859" y="3794"/>
                  </a:lnTo>
                  <a:cubicBezTo>
                    <a:pt x="10874" y="3749"/>
                    <a:pt x="10889" y="3705"/>
                    <a:pt x="10904" y="3660"/>
                  </a:cubicBezTo>
                  <a:cubicBezTo>
                    <a:pt x="10919" y="3630"/>
                    <a:pt x="10919" y="3585"/>
                    <a:pt x="10889" y="3540"/>
                  </a:cubicBezTo>
                  <a:close/>
                  <a:moveTo>
                    <a:pt x="60" y="3899"/>
                  </a:moveTo>
                  <a:cubicBezTo>
                    <a:pt x="45" y="3973"/>
                    <a:pt x="15" y="4063"/>
                    <a:pt x="0" y="4153"/>
                  </a:cubicBezTo>
                  <a:cubicBezTo>
                    <a:pt x="0" y="4153"/>
                    <a:pt x="15" y="4168"/>
                    <a:pt x="30" y="4168"/>
                  </a:cubicBezTo>
                  <a:cubicBezTo>
                    <a:pt x="105" y="4153"/>
                    <a:pt x="135" y="4093"/>
                    <a:pt x="135" y="4033"/>
                  </a:cubicBezTo>
                  <a:cubicBezTo>
                    <a:pt x="210" y="3973"/>
                    <a:pt x="210" y="3944"/>
                    <a:pt x="120" y="3914"/>
                  </a:cubicBezTo>
                  <a:cubicBezTo>
                    <a:pt x="90" y="3914"/>
                    <a:pt x="75" y="3899"/>
                    <a:pt x="60" y="3899"/>
                  </a:cubicBezTo>
                  <a:close/>
                  <a:moveTo>
                    <a:pt x="11471" y="3779"/>
                  </a:moveTo>
                  <a:cubicBezTo>
                    <a:pt x="11456" y="3809"/>
                    <a:pt x="11426" y="3824"/>
                    <a:pt x="11411" y="3839"/>
                  </a:cubicBezTo>
                  <a:lnTo>
                    <a:pt x="11337" y="3869"/>
                  </a:lnTo>
                  <a:cubicBezTo>
                    <a:pt x="11331" y="3867"/>
                    <a:pt x="11325" y="3866"/>
                    <a:pt x="11321" y="3866"/>
                  </a:cubicBezTo>
                  <a:cubicBezTo>
                    <a:pt x="11292" y="3866"/>
                    <a:pt x="11290" y="3903"/>
                    <a:pt x="11277" y="3929"/>
                  </a:cubicBezTo>
                  <a:lnTo>
                    <a:pt x="11277" y="3899"/>
                  </a:lnTo>
                  <a:cubicBezTo>
                    <a:pt x="11232" y="3899"/>
                    <a:pt x="11202" y="3914"/>
                    <a:pt x="11158" y="3914"/>
                  </a:cubicBezTo>
                  <a:cubicBezTo>
                    <a:pt x="11158" y="3914"/>
                    <a:pt x="11172" y="3929"/>
                    <a:pt x="11172" y="3929"/>
                  </a:cubicBezTo>
                  <a:lnTo>
                    <a:pt x="11262" y="3944"/>
                  </a:lnTo>
                  <a:cubicBezTo>
                    <a:pt x="11247" y="3958"/>
                    <a:pt x="11247" y="3958"/>
                    <a:pt x="11247" y="3973"/>
                  </a:cubicBezTo>
                  <a:cubicBezTo>
                    <a:pt x="11247" y="4003"/>
                    <a:pt x="11262" y="4018"/>
                    <a:pt x="11277" y="4048"/>
                  </a:cubicBezTo>
                  <a:cubicBezTo>
                    <a:pt x="11277" y="4048"/>
                    <a:pt x="11277" y="4063"/>
                    <a:pt x="11277" y="4063"/>
                  </a:cubicBezTo>
                  <a:cubicBezTo>
                    <a:pt x="11277" y="4063"/>
                    <a:pt x="11277" y="4048"/>
                    <a:pt x="11262" y="4048"/>
                  </a:cubicBezTo>
                  <a:cubicBezTo>
                    <a:pt x="11247" y="4048"/>
                    <a:pt x="11232" y="4048"/>
                    <a:pt x="11202" y="4063"/>
                  </a:cubicBezTo>
                  <a:cubicBezTo>
                    <a:pt x="11187" y="4108"/>
                    <a:pt x="11217" y="4138"/>
                    <a:pt x="11232" y="4182"/>
                  </a:cubicBezTo>
                  <a:cubicBezTo>
                    <a:pt x="11232" y="4182"/>
                    <a:pt x="11247" y="4197"/>
                    <a:pt x="11232" y="4197"/>
                  </a:cubicBezTo>
                  <a:cubicBezTo>
                    <a:pt x="11251" y="4210"/>
                    <a:pt x="11265" y="4215"/>
                    <a:pt x="11275" y="4215"/>
                  </a:cubicBezTo>
                  <a:cubicBezTo>
                    <a:pt x="11290" y="4215"/>
                    <a:pt x="11298" y="4206"/>
                    <a:pt x="11307" y="4197"/>
                  </a:cubicBezTo>
                  <a:cubicBezTo>
                    <a:pt x="11307" y="4212"/>
                    <a:pt x="11307" y="4227"/>
                    <a:pt x="11322" y="4242"/>
                  </a:cubicBezTo>
                  <a:cubicBezTo>
                    <a:pt x="11337" y="4250"/>
                    <a:pt x="11348" y="4253"/>
                    <a:pt x="11357" y="4253"/>
                  </a:cubicBezTo>
                  <a:cubicBezTo>
                    <a:pt x="11367" y="4253"/>
                    <a:pt x="11374" y="4250"/>
                    <a:pt x="11382" y="4242"/>
                  </a:cubicBezTo>
                  <a:cubicBezTo>
                    <a:pt x="11397" y="4227"/>
                    <a:pt x="11397" y="4212"/>
                    <a:pt x="11411" y="4212"/>
                  </a:cubicBezTo>
                  <a:cubicBezTo>
                    <a:pt x="11426" y="4182"/>
                    <a:pt x="11456" y="4182"/>
                    <a:pt x="11486" y="4182"/>
                  </a:cubicBezTo>
                  <a:cubicBezTo>
                    <a:pt x="11606" y="4078"/>
                    <a:pt x="11471" y="4048"/>
                    <a:pt x="11441" y="3973"/>
                  </a:cubicBezTo>
                  <a:cubicBezTo>
                    <a:pt x="11411" y="3973"/>
                    <a:pt x="11397" y="3958"/>
                    <a:pt x="11411" y="3929"/>
                  </a:cubicBezTo>
                  <a:cubicBezTo>
                    <a:pt x="11411" y="3914"/>
                    <a:pt x="11411" y="3899"/>
                    <a:pt x="11411" y="3884"/>
                  </a:cubicBezTo>
                  <a:cubicBezTo>
                    <a:pt x="11441" y="3869"/>
                    <a:pt x="11456" y="3854"/>
                    <a:pt x="11486" y="3824"/>
                  </a:cubicBezTo>
                  <a:cubicBezTo>
                    <a:pt x="11486" y="3824"/>
                    <a:pt x="11471" y="3794"/>
                    <a:pt x="11471" y="3779"/>
                  </a:cubicBezTo>
                  <a:close/>
                  <a:moveTo>
                    <a:pt x="10739" y="4197"/>
                  </a:moveTo>
                  <a:cubicBezTo>
                    <a:pt x="10724" y="4227"/>
                    <a:pt x="10724" y="4242"/>
                    <a:pt x="10709" y="4272"/>
                  </a:cubicBezTo>
                  <a:lnTo>
                    <a:pt x="10769" y="4272"/>
                  </a:lnTo>
                  <a:cubicBezTo>
                    <a:pt x="10769" y="4242"/>
                    <a:pt x="10754" y="4227"/>
                    <a:pt x="10739" y="4197"/>
                  </a:cubicBezTo>
                  <a:close/>
                  <a:moveTo>
                    <a:pt x="10037" y="4257"/>
                  </a:moveTo>
                  <a:cubicBezTo>
                    <a:pt x="10022" y="4257"/>
                    <a:pt x="10022" y="4272"/>
                    <a:pt x="10007" y="4272"/>
                  </a:cubicBezTo>
                  <a:cubicBezTo>
                    <a:pt x="10022" y="4287"/>
                    <a:pt x="10022" y="4302"/>
                    <a:pt x="10037" y="4317"/>
                  </a:cubicBezTo>
                  <a:cubicBezTo>
                    <a:pt x="10052" y="4302"/>
                    <a:pt x="10067" y="4287"/>
                    <a:pt x="10082" y="4287"/>
                  </a:cubicBezTo>
                  <a:cubicBezTo>
                    <a:pt x="10067" y="4272"/>
                    <a:pt x="10052" y="4257"/>
                    <a:pt x="10037" y="4257"/>
                  </a:cubicBezTo>
                  <a:close/>
                  <a:moveTo>
                    <a:pt x="10530" y="4242"/>
                  </a:moveTo>
                  <a:cubicBezTo>
                    <a:pt x="10545" y="4257"/>
                    <a:pt x="10560" y="4287"/>
                    <a:pt x="10575" y="4317"/>
                  </a:cubicBezTo>
                  <a:cubicBezTo>
                    <a:pt x="10575" y="4302"/>
                    <a:pt x="10590" y="4287"/>
                    <a:pt x="10605" y="4272"/>
                  </a:cubicBezTo>
                  <a:cubicBezTo>
                    <a:pt x="10575" y="4257"/>
                    <a:pt x="10545" y="4242"/>
                    <a:pt x="10530" y="4242"/>
                  </a:cubicBezTo>
                  <a:close/>
                  <a:moveTo>
                    <a:pt x="8732" y="3767"/>
                  </a:moveTo>
                  <a:cubicBezTo>
                    <a:pt x="8702" y="3767"/>
                    <a:pt x="8674" y="3777"/>
                    <a:pt x="8648" y="3809"/>
                  </a:cubicBezTo>
                  <a:cubicBezTo>
                    <a:pt x="8708" y="3929"/>
                    <a:pt x="8813" y="4003"/>
                    <a:pt x="8857" y="4138"/>
                  </a:cubicBezTo>
                  <a:cubicBezTo>
                    <a:pt x="8872" y="4182"/>
                    <a:pt x="8917" y="4272"/>
                    <a:pt x="8977" y="4317"/>
                  </a:cubicBezTo>
                  <a:cubicBezTo>
                    <a:pt x="8992" y="4332"/>
                    <a:pt x="9018" y="4336"/>
                    <a:pt x="9048" y="4336"/>
                  </a:cubicBezTo>
                  <a:cubicBezTo>
                    <a:pt x="9078" y="4336"/>
                    <a:pt x="9111" y="4332"/>
                    <a:pt x="9141" y="4332"/>
                  </a:cubicBezTo>
                  <a:cubicBezTo>
                    <a:pt x="9126" y="4302"/>
                    <a:pt x="9111" y="4287"/>
                    <a:pt x="9111" y="4257"/>
                  </a:cubicBezTo>
                  <a:cubicBezTo>
                    <a:pt x="9111" y="4257"/>
                    <a:pt x="9141" y="4242"/>
                    <a:pt x="9156" y="4227"/>
                  </a:cubicBezTo>
                  <a:cubicBezTo>
                    <a:pt x="9171" y="4212"/>
                    <a:pt x="9201" y="4182"/>
                    <a:pt x="9201" y="4182"/>
                  </a:cubicBezTo>
                  <a:cubicBezTo>
                    <a:pt x="9156" y="4093"/>
                    <a:pt x="9096" y="4003"/>
                    <a:pt x="9052" y="3914"/>
                  </a:cubicBezTo>
                  <a:cubicBezTo>
                    <a:pt x="8992" y="3884"/>
                    <a:pt x="8917" y="3854"/>
                    <a:pt x="8857" y="3809"/>
                  </a:cubicBezTo>
                  <a:lnTo>
                    <a:pt x="8857" y="3794"/>
                  </a:lnTo>
                  <a:cubicBezTo>
                    <a:pt x="8815" y="3786"/>
                    <a:pt x="8772" y="3767"/>
                    <a:pt x="8732" y="3767"/>
                  </a:cubicBezTo>
                  <a:close/>
                  <a:moveTo>
                    <a:pt x="10952" y="4106"/>
                  </a:moveTo>
                  <a:cubicBezTo>
                    <a:pt x="10941" y="4106"/>
                    <a:pt x="10930" y="4111"/>
                    <a:pt x="10919" y="4123"/>
                  </a:cubicBezTo>
                  <a:cubicBezTo>
                    <a:pt x="10904" y="4153"/>
                    <a:pt x="10889" y="4182"/>
                    <a:pt x="10874" y="4212"/>
                  </a:cubicBezTo>
                  <a:cubicBezTo>
                    <a:pt x="10874" y="4227"/>
                    <a:pt x="10874" y="4227"/>
                    <a:pt x="10889" y="4242"/>
                  </a:cubicBezTo>
                  <a:cubicBezTo>
                    <a:pt x="10904" y="4257"/>
                    <a:pt x="10919" y="4272"/>
                    <a:pt x="10919" y="4302"/>
                  </a:cubicBezTo>
                  <a:lnTo>
                    <a:pt x="10948" y="4302"/>
                  </a:lnTo>
                  <a:cubicBezTo>
                    <a:pt x="10960" y="4306"/>
                    <a:pt x="10970" y="4308"/>
                    <a:pt x="10979" y="4308"/>
                  </a:cubicBezTo>
                  <a:cubicBezTo>
                    <a:pt x="11006" y="4308"/>
                    <a:pt x="11023" y="4291"/>
                    <a:pt x="11023" y="4257"/>
                  </a:cubicBezTo>
                  <a:cubicBezTo>
                    <a:pt x="11023" y="4257"/>
                    <a:pt x="11023" y="4257"/>
                    <a:pt x="11023" y="4242"/>
                  </a:cubicBezTo>
                  <a:cubicBezTo>
                    <a:pt x="11038" y="4257"/>
                    <a:pt x="11053" y="4257"/>
                    <a:pt x="11068" y="4257"/>
                  </a:cubicBezTo>
                  <a:cubicBezTo>
                    <a:pt x="11068" y="4272"/>
                    <a:pt x="11068" y="4272"/>
                    <a:pt x="11053" y="4272"/>
                  </a:cubicBezTo>
                  <a:cubicBezTo>
                    <a:pt x="11053" y="4287"/>
                    <a:pt x="11053" y="4302"/>
                    <a:pt x="11068" y="4332"/>
                  </a:cubicBezTo>
                  <a:cubicBezTo>
                    <a:pt x="11113" y="4347"/>
                    <a:pt x="11172" y="4377"/>
                    <a:pt x="11232" y="4407"/>
                  </a:cubicBezTo>
                  <a:cubicBezTo>
                    <a:pt x="11217" y="4362"/>
                    <a:pt x="11187" y="4332"/>
                    <a:pt x="11172" y="4302"/>
                  </a:cubicBezTo>
                  <a:lnTo>
                    <a:pt x="11128" y="4302"/>
                  </a:lnTo>
                  <a:cubicBezTo>
                    <a:pt x="11143" y="4257"/>
                    <a:pt x="11143" y="4212"/>
                    <a:pt x="11158" y="4153"/>
                  </a:cubicBezTo>
                  <a:cubicBezTo>
                    <a:pt x="11113" y="4153"/>
                    <a:pt x="11068" y="4138"/>
                    <a:pt x="11038" y="4123"/>
                  </a:cubicBezTo>
                  <a:cubicBezTo>
                    <a:pt x="11023" y="4138"/>
                    <a:pt x="11008" y="4138"/>
                    <a:pt x="10993" y="4138"/>
                  </a:cubicBezTo>
                  <a:cubicBezTo>
                    <a:pt x="10984" y="4119"/>
                    <a:pt x="10969" y="4106"/>
                    <a:pt x="10952" y="4106"/>
                  </a:cubicBezTo>
                  <a:close/>
                  <a:moveTo>
                    <a:pt x="523" y="4332"/>
                  </a:moveTo>
                  <a:cubicBezTo>
                    <a:pt x="523" y="4332"/>
                    <a:pt x="508" y="4347"/>
                    <a:pt x="478" y="4362"/>
                  </a:cubicBezTo>
                  <a:cubicBezTo>
                    <a:pt x="508" y="4392"/>
                    <a:pt x="523" y="4421"/>
                    <a:pt x="553" y="4436"/>
                  </a:cubicBezTo>
                  <a:cubicBezTo>
                    <a:pt x="553" y="4436"/>
                    <a:pt x="598" y="4407"/>
                    <a:pt x="583" y="4392"/>
                  </a:cubicBezTo>
                  <a:cubicBezTo>
                    <a:pt x="568" y="4377"/>
                    <a:pt x="553" y="4347"/>
                    <a:pt x="523" y="4332"/>
                  </a:cubicBezTo>
                  <a:close/>
                  <a:moveTo>
                    <a:pt x="11030" y="4330"/>
                  </a:moveTo>
                  <a:cubicBezTo>
                    <a:pt x="11013" y="4330"/>
                    <a:pt x="10996" y="4338"/>
                    <a:pt x="10978" y="4347"/>
                  </a:cubicBezTo>
                  <a:cubicBezTo>
                    <a:pt x="10948" y="4392"/>
                    <a:pt x="10919" y="4421"/>
                    <a:pt x="10889" y="4466"/>
                  </a:cubicBezTo>
                  <a:cubicBezTo>
                    <a:pt x="10896" y="4465"/>
                    <a:pt x="10905" y="4464"/>
                    <a:pt x="10914" y="4464"/>
                  </a:cubicBezTo>
                  <a:cubicBezTo>
                    <a:pt x="10942" y="4464"/>
                    <a:pt x="10973" y="4469"/>
                    <a:pt x="11002" y="4469"/>
                  </a:cubicBezTo>
                  <a:cubicBezTo>
                    <a:pt x="11054" y="4469"/>
                    <a:pt x="11094" y="4451"/>
                    <a:pt x="11068" y="4347"/>
                  </a:cubicBezTo>
                  <a:cubicBezTo>
                    <a:pt x="11055" y="4334"/>
                    <a:pt x="11043" y="4330"/>
                    <a:pt x="11030" y="4330"/>
                  </a:cubicBezTo>
                  <a:close/>
                  <a:moveTo>
                    <a:pt x="10695" y="4377"/>
                  </a:moveTo>
                  <a:cubicBezTo>
                    <a:pt x="10680" y="4392"/>
                    <a:pt x="10665" y="4392"/>
                    <a:pt x="10650" y="4407"/>
                  </a:cubicBezTo>
                  <a:cubicBezTo>
                    <a:pt x="10695" y="4436"/>
                    <a:pt x="10724" y="4451"/>
                    <a:pt x="10769" y="4481"/>
                  </a:cubicBezTo>
                  <a:cubicBezTo>
                    <a:pt x="10769" y="4466"/>
                    <a:pt x="10784" y="4466"/>
                    <a:pt x="10784" y="4451"/>
                  </a:cubicBezTo>
                  <a:cubicBezTo>
                    <a:pt x="10754" y="4421"/>
                    <a:pt x="10724" y="4407"/>
                    <a:pt x="10695" y="4377"/>
                  </a:cubicBezTo>
                  <a:close/>
                  <a:moveTo>
                    <a:pt x="11352" y="4407"/>
                  </a:moveTo>
                  <a:cubicBezTo>
                    <a:pt x="11322" y="4436"/>
                    <a:pt x="11217" y="4392"/>
                    <a:pt x="11262" y="4496"/>
                  </a:cubicBezTo>
                  <a:cubicBezTo>
                    <a:pt x="11292" y="4496"/>
                    <a:pt x="11322" y="4496"/>
                    <a:pt x="11352" y="4481"/>
                  </a:cubicBezTo>
                  <a:cubicBezTo>
                    <a:pt x="11367" y="4466"/>
                    <a:pt x="11367" y="4451"/>
                    <a:pt x="11382" y="4436"/>
                  </a:cubicBezTo>
                  <a:cubicBezTo>
                    <a:pt x="11382" y="4436"/>
                    <a:pt x="11382" y="4421"/>
                    <a:pt x="11382" y="4407"/>
                  </a:cubicBezTo>
                  <a:close/>
                  <a:moveTo>
                    <a:pt x="11299" y="4515"/>
                  </a:moveTo>
                  <a:cubicBezTo>
                    <a:pt x="11292" y="4515"/>
                    <a:pt x="11284" y="4519"/>
                    <a:pt x="11277" y="4526"/>
                  </a:cubicBezTo>
                  <a:cubicBezTo>
                    <a:pt x="11247" y="4541"/>
                    <a:pt x="11217" y="4556"/>
                    <a:pt x="11187" y="4571"/>
                  </a:cubicBezTo>
                  <a:cubicBezTo>
                    <a:pt x="11187" y="4586"/>
                    <a:pt x="11187" y="4586"/>
                    <a:pt x="11187" y="4601"/>
                  </a:cubicBezTo>
                  <a:cubicBezTo>
                    <a:pt x="11232" y="4586"/>
                    <a:pt x="11277" y="4586"/>
                    <a:pt x="11337" y="4586"/>
                  </a:cubicBezTo>
                  <a:cubicBezTo>
                    <a:pt x="11337" y="4556"/>
                    <a:pt x="11337" y="4541"/>
                    <a:pt x="11322" y="4526"/>
                  </a:cubicBezTo>
                  <a:cubicBezTo>
                    <a:pt x="11314" y="4519"/>
                    <a:pt x="11307" y="4515"/>
                    <a:pt x="11299" y="4515"/>
                  </a:cubicBezTo>
                  <a:close/>
                  <a:moveTo>
                    <a:pt x="10889" y="4556"/>
                  </a:moveTo>
                  <a:cubicBezTo>
                    <a:pt x="10859" y="4556"/>
                    <a:pt x="10829" y="4571"/>
                    <a:pt x="10799" y="4586"/>
                  </a:cubicBezTo>
                  <a:cubicBezTo>
                    <a:pt x="10859" y="4601"/>
                    <a:pt x="10919" y="4616"/>
                    <a:pt x="10978" y="4645"/>
                  </a:cubicBezTo>
                  <a:cubicBezTo>
                    <a:pt x="10948" y="4616"/>
                    <a:pt x="10919" y="4586"/>
                    <a:pt x="10889" y="4556"/>
                  </a:cubicBezTo>
                  <a:close/>
                  <a:moveTo>
                    <a:pt x="10545" y="4556"/>
                  </a:moveTo>
                  <a:cubicBezTo>
                    <a:pt x="10545" y="4571"/>
                    <a:pt x="10560" y="4601"/>
                    <a:pt x="10560" y="4631"/>
                  </a:cubicBezTo>
                  <a:cubicBezTo>
                    <a:pt x="10605" y="4645"/>
                    <a:pt x="10665" y="4675"/>
                    <a:pt x="10724" y="4690"/>
                  </a:cubicBezTo>
                  <a:cubicBezTo>
                    <a:pt x="10724" y="4660"/>
                    <a:pt x="10739" y="4616"/>
                    <a:pt x="10739" y="4586"/>
                  </a:cubicBezTo>
                  <a:cubicBezTo>
                    <a:pt x="10680" y="4571"/>
                    <a:pt x="10605" y="4571"/>
                    <a:pt x="10545" y="4556"/>
                  </a:cubicBezTo>
                  <a:close/>
                  <a:moveTo>
                    <a:pt x="10022" y="4675"/>
                  </a:moveTo>
                  <a:cubicBezTo>
                    <a:pt x="10007" y="4675"/>
                    <a:pt x="9993" y="4690"/>
                    <a:pt x="9978" y="4705"/>
                  </a:cubicBezTo>
                  <a:cubicBezTo>
                    <a:pt x="9993" y="4705"/>
                    <a:pt x="9993" y="4720"/>
                    <a:pt x="10007" y="4720"/>
                  </a:cubicBezTo>
                  <a:cubicBezTo>
                    <a:pt x="10022" y="4720"/>
                    <a:pt x="10037" y="4705"/>
                    <a:pt x="10052" y="4690"/>
                  </a:cubicBezTo>
                  <a:cubicBezTo>
                    <a:pt x="10037" y="4675"/>
                    <a:pt x="10022" y="4675"/>
                    <a:pt x="10022" y="4675"/>
                  </a:cubicBezTo>
                  <a:close/>
                  <a:moveTo>
                    <a:pt x="11041" y="4635"/>
                  </a:moveTo>
                  <a:cubicBezTo>
                    <a:pt x="11022" y="4635"/>
                    <a:pt x="10999" y="4640"/>
                    <a:pt x="10978" y="4645"/>
                  </a:cubicBezTo>
                  <a:cubicBezTo>
                    <a:pt x="11008" y="4660"/>
                    <a:pt x="11038" y="4690"/>
                    <a:pt x="11068" y="4720"/>
                  </a:cubicBezTo>
                  <a:cubicBezTo>
                    <a:pt x="11097" y="4653"/>
                    <a:pt x="11076" y="4635"/>
                    <a:pt x="11041" y="4635"/>
                  </a:cubicBezTo>
                  <a:close/>
                  <a:moveTo>
                    <a:pt x="11292" y="4631"/>
                  </a:moveTo>
                  <a:cubicBezTo>
                    <a:pt x="11232" y="4645"/>
                    <a:pt x="11202" y="4660"/>
                    <a:pt x="11158" y="4675"/>
                  </a:cubicBezTo>
                  <a:cubicBezTo>
                    <a:pt x="11172" y="4720"/>
                    <a:pt x="11187" y="4765"/>
                    <a:pt x="11202" y="4810"/>
                  </a:cubicBezTo>
                  <a:cubicBezTo>
                    <a:pt x="11232" y="4795"/>
                    <a:pt x="11217" y="4765"/>
                    <a:pt x="11232" y="4750"/>
                  </a:cubicBezTo>
                  <a:cubicBezTo>
                    <a:pt x="11247" y="4720"/>
                    <a:pt x="11262" y="4690"/>
                    <a:pt x="11292" y="4631"/>
                  </a:cubicBezTo>
                  <a:close/>
                  <a:moveTo>
                    <a:pt x="10485" y="4840"/>
                  </a:moveTo>
                  <a:cubicBezTo>
                    <a:pt x="10470" y="4855"/>
                    <a:pt x="10456" y="4870"/>
                    <a:pt x="10426" y="4884"/>
                  </a:cubicBezTo>
                  <a:cubicBezTo>
                    <a:pt x="10441" y="4899"/>
                    <a:pt x="10456" y="4899"/>
                    <a:pt x="10470" y="4914"/>
                  </a:cubicBezTo>
                  <a:cubicBezTo>
                    <a:pt x="10485" y="4899"/>
                    <a:pt x="10500" y="4884"/>
                    <a:pt x="10515" y="4855"/>
                  </a:cubicBezTo>
                  <a:cubicBezTo>
                    <a:pt x="10500" y="4855"/>
                    <a:pt x="10485" y="4840"/>
                    <a:pt x="10485" y="4840"/>
                  </a:cubicBezTo>
                  <a:close/>
                  <a:moveTo>
                    <a:pt x="11352" y="4855"/>
                  </a:moveTo>
                  <a:cubicBezTo>
                    <a:pt x="11352" y="4855"/>
                    <a:pt x="11337" y="4870"/>
                    <a:pt x="11322" y="4870"/>
                  </a:cubicBezTo>
                  <a:cubicBezTo>
                    <a:pt x="11322" y="4884"/>
                    <a:pt x="11307" y="4884"/>
                    <a:pt x="11292" y="4899"/>
                  </a:cubicBezTo>
                  <a:cubicBezTo>
                    <a:pt x="11307" y="4899"/>
                    <a:pt x="11307" y="4914"/>
                    <a:pt x="11307" y="4914"/>
                  </a:cubicBezTo>
                  <a:cubicBezTo>
                    <a:pt x="11352" y="4929"/>
                    <a:pt x="11411" y="4929"/>
                    <a:pt x="11471" y="4929"/>
                  </a:cubicBezTo>
                  <a:cubicBezTo>
                    <a:pt x="11471" y="4914"/>
                    <a:pt x="11471" y="4899"/>
                    <a:pt x="11471" y="4899"/>
                  </a:cubicBezTo>
                  <a:cubicBezTo>
                    <a:pt x="11426" y="4884"/>
                    <a:pt x="11397" y="4870"/>
                    <a:pt x="11352" y="4855"/>
                  </a:cubicBezTo>
                  <a:close/>
                  <a:moveTo>
                    <a:pt x="11038" y="4870"/>
                  </a:moveTo>
                  <a:cubicBezTo>
                    <a:pt x="10993" y="4899"/>
                    <a:pt x="10963" y="4929"/>
                    <a:pt x="10919" y="4959"/>
                  </a:cubicBezTo>
                  <a:cubicBezTo>
                    <a:pt x="10933" y="4974"/>
                    <a:pt x="10933" y="4989"/>
                    <a:pt x="10933" y="5019"/>
                  </a:cubicBezTo>
                  <a:cubicBezTo>
                    <a:pt x="10948" y="5019"/>
                    <a:pt x="10963" y="5034"/>
                    <a:pt x="10978" y="5034"/>
                  </a:cubicBezTo>
                  <a:cubicBezTo>
                    <a:pt x="11038" y="5034"/>
                    <a:pt x="11083" y="5019"/>
                    <a:pt x="11098" y="4959"/>
                  </a:cubicBezTo>
                  <a:cubicBezTo>
                    <a:pt x="11113" y="4914"/>
                    <a:pt x="11098" y="4870"/>
                    <a:pt x="11038" y="4870"/>
                  </a:cubicBezTo>
                  <a:close/>
                  <a:moveTo>
                    <a:pt x="6806" y="3529"/>
                  </a:moveTo>
                  <a:cubicBezTo>
                    <a:pt x="6796" y="3529"/>
                    <a:pt x="6789" y="3533"/>
                    <a:pt x="6781" y="3540"/>
                  </a:cubicBezTo>
                  <a:cubicBezTo>
                    <a:pt x="6766" y="3585"/>
                    <a:pt x="6751" y="3630"/>
                    <a:pt x="6751" y="3675"/>
                  </a:cubicBezTo>
                  <a:cubicBezTo>
                    <a:pt x="6766" y="3764"/>
                    <a:pt x="6811" y="3854"/>
                    <a:pt x="6811" y="3944"/>
                  </a:cubicBezTo>
                  <a:cubicBezTo>
                    <a:pt x="6781" y="4123"/>
                    <a:pt x="6856" y="4257"/>
                    <a:pt x="6990" y="4377"/>
                  </a:cubicBezTo>
                  <a:cubicBezTo>
                    <a:pt x="7095" y="4481"/>
                    <a:pt x="7170" y="4616"/>
                    <a:pt x="7170" y="4765"/>
                  </a:cubicBezTo>
                  <a:cubicBezTo>
                    <a:pt x="7185" y="4855"/>
                    <a:pt x="7244" y="4855"/>
                    <a:pt x="7289" y="4870"/>
                  </a:cubicBezTo>
                  <a:cubicBezTo>
                    <a:pt x="7364" y="4929"/>
                    <a:pt x="7439" y="4989"/>
                    <a:pt x="7498" y="5049"/>
                  </a:cubicBezTo>
                  <a:cubicBezTo>
                    <a:pt x="7513" y="5034"/>
                    <a:pt x="7513" y="5019"/>
                    <a:pt x="7513" y="5004"/>
                  </a:cubicBezTo>
                  <a:cubicBezTo>
                    <a:pt x="7453" y="4899"/>
                    <a:pt x="7379" y="4810"/>
                    <a:pt x="7334" y="4690"/>
                  </a:cubicBezTo>
                  <a:cubicBezTo>
                    <a:pt x="7304" y="4601"/>
                    <a:pt x="7289" y="4526"/>
                    <a:pt x="7424" y="4511"/>
                  </a:cubicBezTo>
                  <a:cubicBezTo>
                    <a:pt x="7430" y="4509"/>
                    <a:pt x="7437" y="4509"/>
                    <a:pt x="7444" y="4509"/>
                  </a:cubicBezTo>
                  <a:cubicBezTo>
                    <a:pt x="7482" y="4509"/>
                    <a:pt x="7514" y="4534"/>
                    <a:pt x="7545" y="4534"/>
                  </a:cubicBezTo>
                  <a:cubicBezTo>
                    <a:pt x="7555" y="4534"/>
                    <a:pt x="7564" y="4532"/>
                    <a:pt x="7573" y="4526"/>
                  </a:cubicBezTo>
                  <a:cubicBezTo>
                    <a:pt x="7677" y="4496"/>
                    <a:pt x="7767" y="4466"/>
                    <a:pt x="7872" y="4436"/>
                  </a:cubicBezTo>
                  <a:cubicBezTo>
                    <a:pt x="7902" y="4421"/>
                    <a:pt x="7931" y="4392"/>
                    <a:pt x="7946" y="4362"/>
                  </a:cubicBezTo>
                  <a:cubicBezTo>
                    <a:pt x="7946" y="4347"/>
                    <a:pt x="7961" y="4347"/>
                    <a:pt x="7961" y="4332"/>
                  </a:cubicBezTo>
                  <a:cubicBezTo>
                    <a:pt x="7991" y="4302"/>
                    <a:pt x="8036" y="4287"/>
                    <a:pt x="8066" y="4257"/>
                  </a:cubicBezTo>
                  <a:cubicBezTo>
                    <a:pt x="8081" y="4227"/>
                    <a:pt x="8111" y="4212"/>
                    <a:pt x="8111" y="4182"/>
                  </a:cubicBezTo>
                  <a:cubicBezTo>
                    <a:pt x="8111" y="4138"/>
                    <a:pt x="8111" y="4108"/>
                    <a:pt x="8111" y="4063"/>
                  </a:cubicBezTo>
                  <a:cubicBezTo>
                    <a:pt x="8111" y="4063"/>
                    <a:pt x="8096" y="4048"/>
                    <a:pt x="8096" y="4048"/>
                  </a:cubicBezTo>
                  <a:cubicBezTo>
                    <a:pt x="8051" y="4018"/>
                    <a:pt x="8006" y="4003"/>
                    <a:pt x="7961" y="3973"/>
                  </a:cubicBezTo>
                  <a:cubicBezTo>
                    <a:pt x="7931" y="3958"/>
                    <a:pt x="7902" y="3958"/>
                    <a:pt x="7872" y="3958"/>
                  </a:cubicBezTo>
                  <a:cubicBezTo>
                    <a:pt x="7860" y="3955"/>
                    <a:pt x="7848" y="3954"/>
                    <a:pt x="7837" y="3954"/>
                  </a:cubicBezTo>
                  <a:cubicBezTo>
                    <a:pt x="7794" y="3954"/>
                    <a:pt x="7758" y="3973"/>
                    <a:pt x="7722" y="3973"/>
                  </a:cubicBezTo>
                  <a:lnTo>
                    <a:pt x="7677" y="3973"/>
                  </a:lnTo>
                  <a:cubicBezTo>
                    <a:pt x="7663" y="3978"/>
                    <a:pt x="7649" y="3980"/>
                    <a:pt x="7637" y="3980"/>
                  </a:cubicBezTo>
                  <a:cubicBezTo>
                    <a:pt x="7611" y="3980"/>
                    <a:pt x="7588" y="3973"/>
                    <a:pt x="7558" y="3973"/>
                  </a:cubicBezTo>
                  <a:cubicBezTo>
                    <a:pt x="7538" y="3967"/>
                    <a:pt x="7519" y="3964"/>
                    <a:pt x="7502" y="3964"/>
                  </a:cubicBezTo>
                  <a:cubicBezTo>
                    <a:pt x="7441" y="3964"/>
                    <a:pt x="7395" y="3998"/>
                    <a:pt x="7349" y="4033"/>
                  </a:cubicBezTo>
                  <a:cubicBezTo>
                    <a:pt x="7319" y="4063"/>
                    <a:pt x="7304" y="4078"/>
                    <a:pt x="7274" y="4093"/>
                  </a:cubicBezTo>
                  <a:cubicBezTo>
                    <a:pt x="7259" y="4108"/>
                    <a:pt x="7229" y="4123"/>
                    <a:pt x="7214" y="4153"/>
                  </a:cubicBezTo>
                  <a:cubicBezTo>
                    <a:pt x="7200" y="4168"/>
                    <a:pt x="7185" y="4182"/>
                    <a:pt x="7170" y="4197"/>
                  </a:cubicBezTo>
                  <a:cubicBezTo>
                    <a:pt x="7156" y="4224"/>
                    <a:pt x="7167" y="4274"/>
                    <a:pt x="7127" y="4274"/>
                  </a:cubicBezTo>
                  <a:cubicBezTo>
                    <a:pt x="7122" y="4274"/>
                    <a:pt x="7116" y="4274"/>
                    <a:pt x="7110" y="4272"/>
                  </a:cubicBezTo>
                  <a:cubicBezTo>
                    <a:pt x="7065" y="4272"/>
                    <a:pt x="7050" y="4242"/>
                    <a:pt x="7035" y="4197"/>
                  </a:cubicBezTo>
                  <a:cubicBezTo>
                    <a:pt x="7035" y="4182"/>
                    <a:pt x="7035" y="4168"/>
                    <a:pt x="7020" y="4153"/>
                  </a:cubicBezTo>
                  <a:cubicBezTo>
                    <a:pt x="6946" y="4123"/>
                    <a:pt x="6946" y="4063"/>
                    <a:pt x="6946" y="4003"/>
                  </a:cubicBezTo>
                  <a:cubicBezTo>
                    <a:pt x="6961" y="3944"/>
                    <a:pt x="6976" y="3884"/>
                    <a:pt x="6946" y="3839"/>
                  </a:cubicBezTo>
                  <a:cubicBezTo>
                    <a:pt x="6931" y="3794"/>
                    <a:pt x="6916" y="3764"/>
                    <a:pt x="6901" y="3734"/>
                  </a:cubicBezTo>
                  <a:cubicBezTo>
                    <a:pt x="6856" y="3675"/>
                    <a:pt x="6871" y="3600"/>
                    <a:pt x="6841" y="3540"/>
                  </a:cubicBezTo>
                  <a:cubicBezTo>
                    <a:pt x="6826" y="3533"/>
                    <a:pt x="6815" y="3529"/>
                    <a:pt x="6806" y="3529"/>
                  </a:cubicBezTo>
                  <a:close/>
                  <a:moveTo>
                    <a:pt x="10441" y="4944"/>
                  </a:moveTo>
                  <a:cubicBezTo>
                    <a:pt x="10441" y="4944"/>
                    <a:pt x="10426" y="4959"/>
                    <a:pt x="10426" y="4974"/>
                  </a:cubicBezTo>
                  <a:cubicBezTo>
                    <a:pt x="10456" y="5004"/>
                    <a:pt x="10500" y="5034"/>
                    <a:pt x="10545" y="5064"/>
                  </a:cubicBezTo>
                  <a:cubicBezTo>
                    <a:pt x="10545" y="5064"/>
                    <a:pt x="10560" y="5049"/>
                    <a:pt x="10560" y="5034"/>
                  </a:cubicBezTo>
                  <a:cubicBezTo>
                    <a:pt x="10515" y="5004"/>
                    <a:pt x="10485" y="4974"/>
                    <a:pt x="10441" y="4944"/>
                  </a:cubicBezTo>
                  <a:close/>
                  <a:moveTo>
                    <a:pt x="11158" y="5064"/>
                  </a:moveTo>
                  <a:cubicBezTo>
                    <a:pt x="11158" y="5079"/>
                    <a:pt x="11158" y="5094"/>
                    <a:pt x="11158" y="5094"/>
                  </a:cubicBezTo>
                  <a:cubicBezTo>
                    <a:pt x="11172" y="5094"/>
                    <a:pt x="11202" y="5094"/>
                    <a:pt x="11232" y="5109"/>
                  </a:cubicBezTo>
                  <a:cubicBezTo>
                    <a:pt x="11202" y="5094"/>
                    <a:pt x="11172" y="5079"/>
                    <a:pt x="11158" y="5064"/>
                  </a:cubicBezTo>
                  <a:close/>
                  <a:moveTo>
                    <a:pt x="9843" y="5064"/>
                  </a:moveTo>
                  <a:cubicBezTo>
                    <a:pt x="9798" y="5079"/>
                    <a:pt x="9754" y="5094"/>
                    <a:pt x="9724" y="5109"/>
                  </a:cubicBezTo>
                  <a:cubicBezTo>
                    <a:pt x="9724" y="5123"/>
                    <a:pt x="9724" y="5138"/>
                    <a:pt x="9724" y="5153"/>
                  </a:cubicBezTo>
                  <a:cubicBezTo>
                    <a:pt x="9769" y="5138"/>
                    <a:pt x="9813" y="5123"/>
                    <a:pt x="9858" y="5109"/>
                  </a:cubicBezTo>
                  <a:cubicBezTo>
                    <a:pt x="9843" y="5094"/>
                    <a:pt x="9843" y="5079"/>
                    <a:pt x="9843" y="5064"/>
                  </a:cubicBezTo>
                  <a:close/>
                  <a:moveTo>
                    <a:pt x="11008" y="5049"/>
                  </a:moveTo>
                  <a:cubicBezTo>
                    <a:pt x="10993" y="5049"/>
                    <a:pt x="10993" y="5064"/>
                    <a:pt x="10978" y="5064"/>
                  </a:cubicBezTo>
                  <a:cubicBezTo>
                    <a:pt x="10978" y="5094"/>
                    <a:pt x="10963" y="5123"/>
                    <a:pt x="10948" y="5138"/>
                  </a:cubicBezTo>
                  <a:cubicBezTo>
                    <a:pt x="10978" y="5153"/>
                    <a:pt x="11008" y="5153"/>
                    <a:pt x="11038" y="5153"/>
                  </a:cubicBezTo>
                  <a:lnTo>
                    <a:pt x="11008" y="5049"/>
                  </a:lnTo>
                  <a:close/>
                  <a:moveTo>
                    <a:pt x="11486" y="4974"/>
                  </a:moveTo>
                  <a:cubicBezTo>
                    <a:pt x="11441" y="5019"/>
                    <a:pt x="11397" y="5079"/>
                    <a:pt x="11352" y="5123"/>
                  </a:cubicBezTo>
                  <a:cubicBezTo>
                    <a:pt x="11367" y="5123"/>
                    <a:pt x="11397" y="5109"/>
                    <a:pt x="11411" y="5109"/>
                  </a:cubicBezTo>
                  <a:cubicBezTo>
                    <a:pt x="11426" y="5123"/>
                    <a:pt x="11441" y="5138"/>
                    <a:pt x="11471" y="5153"/>
                  </a:cubicBezTo>
                  <a:cubicBezTo>
                    <a:pt x="11471" y="5123"/>
                    <a:pt x="11486" y="5079"/>
                    <a:pt x="11501" y="5049"/>
                  </a:cubicBezTo>
                  <a:cubicBezTo>
                    <a:pt x="11501" y="5019"/>
                    <a:pt x="11486" y="5004"/>
                    <a:pt x="11486" y="4974"/>
                  </a:cubicBezTo>
                  <a:close/>
                  <a:moveTo>
                    <a:pt x="11128" y="5138"/>
                  </a:moveTo>
                  <a:cubicBezTo>
                    <a:pt x="11098" y="5138"/>
                    <a:pt x="11068" y="5153"/>
                    <a:pt x="11038" y="5153"/>
                  </a:cubicBezTo>
                  <a:cubicBezTo>
                    <a:pt x="11053" y="5183"/>
                    <a:pt x="11068" y="5198"/>
                    <a:pt x="11083" y="5213"/>
                  </a:cubicBezTo>
                  <a:cubicBezTo>
                    <a:pt x="11093" y="5218"/>
                    <a:pt x="11103" y="5220"/>
                    <a:pt x="11113" y="5220"/>
                  </a:cubicBezTo>
                  <a:cubicBezTo>
                    <a:pt x="11133" y="5220"/>
                    <a:pt x="11153" y="5213"/>
                    <a:pt x="11172" y="5213"/>
                  </a:cubicBezTo>
                  <a:cubicBezTo>
                    <a:pt x="11158" y="5183"/>
                    <a:pt x="11143" y="5168"/>
                    <a:pt x="11128" y="5138"/>
                  </a:cubicBezTo>
                  <a:close/>
                  <a:moveTo>
                    <a:pt x="10172" y="5153"/>
                  </a:moveTo>
                  <a:lnTo>
                    <a:pt x="10172" y="5153"/>
                  </a:lnTo>
                  <a:cubicBezTo>
                    <a:pt x="10142" y="5183"/>
                    <a:pt x="10112" y="5213"/>
                    <a:pt x="10082" y="5243"/>
                  </a:cubicBezTo>
                  <a:cubicBezTo>
                    <a:pt x="10097" y="5258"/>
                    <a:pt x="10112" y="5258"/>
                    <a:pt x="10127" y="5273"/>
                  </a:cubicBezTo>
                  <a:cubicBezTo>
                    <a:pt x="10142" y="5228"/>
                    <a:pt x="10157" y="5198"/>
                    <a:pt x="10172" y="5153"/>
                  </a:cubicBezTo>
                  <a:close/>
                  <a:moveTo>
                    <a:pt x="9201" y="4750"/>
                  </a:moveTo>
                  <a:cubicBezTo>
                    <a:pt x="9067" y="4765"/>
                    <a:pt x="9156" y="4825"/>
                    <a:pt x="9171" y="4870"/>
                  </a:cubicBezTo>
                  <a:cubicBezTo>
                    <a:pt x="9305" y="4959"/>
                    <a:pt x="9365" y="5094"/>
                    <a:pt x="9425" y="5243"/>
                  </a:cubicBezTo>
                  <a:cubicBezTo>
                    <a:pt x="9425" y="5271"/>
                    <a:pt x="9437" y="5282"/>
                    <a:pt x="9453" y="5282"/>
                  </a:cubicBezTo>
                  <a:cubicBezTo>
                    <a:pt x="9463" y="5282"/>
                    <a:pt x="9474" y="5278"/>
                    <a:pt x="9485" y="5273"/>
                  </a:cubicBezTo>
                  <a:cubicBezTo>
                    <a:pt x="9470" y="5213"/>
                    <a:pt x="9470" y="5153"/>
                    <a:pt x="9455" y="5094"/>
                  </a:cubicBezTo>
                  <a:cubicBezTo>
                    <a:pt x="9425" y="4989"/>
                    <a:pt x="9380" y="4884"/>
                    <a:pt x="9335" y="4795"/>
                  </a:cubicBezTo>
                  <a:cubicBezTo>
                    <a:pt x="9291" y="4780"/>
                    <a:pt x="9246" y="4765"/>
                    <a:pt x="9201" y="4750"/>
                  </a:cubicBezTo>
                  <a:close/>
                  <a:moveTo>
                    <a:pt x="11322" y="5123"/>
                  </a:moveTo>
                  <a:cubicBezTo>
                    <a:pt x="11292" y="5168"/>
                    <a:pt x="11262" y="5198"/>
                    <a:pt x="11232" y="5243"/>
                  </a:cubicBezTo>
                  <a:lnTo>
                    <a:pt x="11172" y="5243"/>
                  </a:lnTo>
                  <a:cubicBezTo>
                    <a:pt x="11187" y="5273"/>
                    <a:pt x="11202" y="5303"/>
                    <a:pt x="11202" y="5333"/>
                  </a:cubicBezTo>
                  <a:cubicBezTo>
                    <a:pt x="11232" y="5303"/>
                    <a:pt x="11247" y="5273"/>
                    <a:pt x="11262" y="5243"/>
                  </a:cubicBezTo>
                  <a:cubicBezTo>
                    <a:pt x="11271" y="5244"/>
                    <a:pt x="11279" y="5245"/>
                    <a:pt x="11286" y="5245"/>
                  </a:cubicBezTo>
                  <a:cubicBezTo>
                    <a:pt x="11357" y="5245"/>
                    <a:pt x="11308" y="5181"/>
                    <a:pt x="11322" y="5153"/>
                  </a:cubicBezTo>
                  <a:cubicBezTo>
                    <a:pt x="11322" y="5138"/>
                    <a:pt x="11322" y="5138"/>
                    <a:pt x="11322" y="5123"/>
                  </a:cubicBezTo>
                  <a:close/>
                  <a:moveTo>
                    <a:pt x="11576" y="5288"/>
                  </a:moveTo>
                  <a:cubicBezTo>
                    <a:pt x="11561" y="5303"/>
                    <a:pt x="11546" y="5318"/>
                    <a:pt x="11546" y="5333"/>
                  </a:cubicBezTo>
                  <a:cubicBezTo>
                    <a:pt x="11546" y="5333"/>
                    <a:pt x="11576" y="5347"/>
                    <a:pt x="11576" y="5347"/>
                  </a:cubicBezTo>
                  <a:cubicBezTo>
                    <a:pt x="11591" y="5333"/>
                    <a:pt x="11591" y="5318"/>
                    <a:pt x="11606" y="5303"/>
                  </a:cubicBezTo>
                  <a:cubicBezTo>
                    <a:pt x="11591" y="5288"/>
                    <a:pt x="11576" y="5288"/>
                    <a:pt x="11576" y="5288"/>
                  </a:cubicBezTo>
                  <a:close/>
                  <a:moveTo>
                    <a:pt x="10366" y="5333"/>
                  </a:moveTo>
                  <a:cubicBezTo>
                    <a:pt x="10351" y="5333"/>
                    <a:pt x="10336" y="5347"/>
                    <a:pt x="10321" y="5362"/>
                  </a:cubicBezTo>
                  <a:cubicBezTo>
                    <a:pt x="10336" y="5377"/>
                    <a:pt x="10336" y="5392"/>
                    <a:pt x="10351" y="5392"/>
                  </a:cubicBezTo>
                  <a:cubicBezTo>
                    <a:pt x="10366" y="5392"/>
                    <a:pt x="10381" y="5377"/>
                    <a:pt x="10396" y="5362"/>
                  </a:cubicBezTo>
                  <a:cubicBezTo>
                    <a:pt x="10381" y="5362"/>
                    <a:pt x="10381" y="5333"/>
                    <a:pt x="10366" y="5333"/>
                  </a:cubicBezTo>
                  <a:close/>
                  <a:moveTo>
                    <a:pt x="10948" y="5347"/>
                  </a:moveTo>
                  <a:cubicBezTo>
                    <a:pt x="10919" y="5347"/>
                    <a:pt x="10904" y="5347"/>
                    <a:pt x="10874" y="5362"/>
                  </a:cubicBezTo>
                  <a:lnTo>
                    <a:pt x="10919" y="5407"/>
                  </a:lnTo>
                  <a:cubicBezTo>
                    <a:pt x="10933" y="5392"/>
                    <a:pt x="10933" y="5362"/>
                    <a:pt x="10948" y="5347"/>
                  </a:cubicBezTo>
                  <a:close/>
                  <a:moveTo>
                    <a:pt x="9769" y="5392"/>
                  </a:moveTo>
                  <a:cubicBezTo>
                    <a:pt x="9769" y="5392"/>
                    <a:pt x="9754" y="5407"/>
                    <a:pt x="9754" y="5407"/>
                  </a:cubicBezTo>
                  <a:cubicBezTo>
                    <a:pt x="9769" y="5422"/>
                    <a:pt x="9783" y="5422"/>
                    <a:pt x="9783" y="5422"/>
                  </a:cubicBezTo>
                  <a:lnTo>
                    <a:pt x="9843" y="5422"/>
                  </a:lnTo>
                  <a:cubicBezTo>
                    <a:pt x="9813" y="5407"/>
                    <a:pt x="9798" y="5392"/>
                    <a:pt x="9769" y="5392"/>
                  </a:cubicBezTo>
                  <a:close/>
                  <a:moveTo>
                    <a:pt x="10695" y="5407"/>
                  </a:moveTo>
                  <a:cubicBezTo>
                    <a:pt x="10671" y="5419"/>
                    <a:pt x="10647" y="5431"/>
                    <a:pt x="10624" y="5443"/>
                  </a:cubicBezTo>
                  <a:lnTo>
                    <a:pt x="10624" y="5443"/>
                  </a:lnTo>
                  <a:cubicBezTo>
                    <a:pt x="10618" y="5441"/>
                    <a:pt x="10611" y="5439"/>
                    <a:pt x="10605" y="5437"/>
                  </a:cubicBezTo>
                  <a:lnTo>
                    <a:pt x="10605" y="5452"/>
                  </a:lnTo>
                  <a:cubicBezTo>
                    <a:pt x="10611" y="5449"/>
                    <a:pt x="10617" y="5446"/>
                    <a:pt x="10624" y="5443"/>
                  </a:cubicBezTo>
                  <a:lnTo>
                    <a:pt x="10624" y="5443"/>
                  </a:lnTo>
                  <a:cubicBezTo>
                    <a:pt x="10658" y="5452"/>
                    <a:pt x="10684" y="5452"/>
                    <a:pt x="10709" y="5452"/>
                  </a:cubicBezTo>
                  <a:cubicBezTo>
                    <a:pt x="10709" y="5437"/>
                    <a:pt x="10709" y="5422"/>
                    <a:pt x="10695" y="5407"/>
                  </a:cubicBezTo>
                  <a:close/>
                  <a:moveTo>
                    <a:pt x="11128" y="5362"/>
                  </a:moveTo>
                  <a:cubicBezTo>
                    <a:pt x="11128" y="5377"/>
                    <a:pt x="11113" y="5407"/>
                    <a:pt x="11113" y="5407"/>
                  </a:cubicBezTo>
                  <a:cubicBezTo>
                    <a:pt x="11143" y="5422"/>
                    <a:pt x="11158" y="5437"/>
                    <a:pt x="11187" y="5452"/>
                  </a:cubicBezTo>
                  <a:cubicBezTo>
                    <a:pt x="11187" y="5437"/>
                    <a:pt x="11187" y="5422"/>
                    <a:pt x="11187" y="5407"/>
                  </a:cubicBezTo>
                  <a:cubicBezTo>
                    <a:pt x="11172" y="5392"/>
                    <a:pt x="11158" y="5377"/>
                    <a:pt x="11128" y="5362"/>
                  </a:cubicBezTo>
                  <a:close/>
                  <a:moveTo>
                    <a:pt x="10411" y="5422"/>
                  </a:moveTo>
                  <a:cubicBezTo>
                    <a:pt x="10411" y="5422"/>
                    <a:pt x="10396" y="5452"/>
                    <a:pt x="10396" y="5467"/>
                  </a:cubicBezTo>
                  <a:lnTo>
                    <a:pt x="10500" y="5467"/>
                  </a:lnTo>
                  <a:cubicBezTo>
                    <a:pt x="10500" y="5452"/>
                    <a:pt x="10500" y="5452"/>
                    <a:pt x="10485" y="5452"/>
                  </a:cubicBezTo>
                  <a:cubicBezTo>
                    <a:pt x="10470" y="5437"/>
                    <a:pt x="10441" y="5422"/>
                    <a:pt x="10411" y="5422"/>
                  </a:cubicBezTo>
                  <a:close/>
                  <a:moveTo>
                    <a:pt x="10261" y="5482"/>
                  </a:moveTo>
                  <a:cubicBezTo>
                    <a:pt x="10232" y="5497"/>
                    <a:pt x="10187" y="5512"/>
                    <a:pt x="10142" y="5527"/>
                  </a:cubicBezTo>
                  <a:cubicBezTo>
                    <a:pt x="10142" y="5542"/>
                    <a:pt x="10142" y="5542"/>
                    <a:pt x="10142" y="5557"/>
                  </a:cubicBezTo>
                  <a:cubicBezTo>
                    <a:pt x="10187" y="5542"/>
                    <a:pt x="10232" y="5527"/>
                    <a:pt x="10276" y="5512"/>
                  </a:cubicBezTo>
                  <a:cubicBezTo>
                    <a:pt x="10276" y="5512"/>
                    <a:pt x="10261" y="5497"/>
                    <a:pt x="10261" y="5482"/>
                  </a:cubicBezTo>
                  <a:close/>
                  <a:moveTo>
                    <a:pt x="10635" y="5542"/>
                  </a:moveTo>
                  <a:cubicBezTo>
                    <a:pt x="10650" y="5557"/>
                    <a:pt x="10680" y="5586"/>
                    <a:pt x="10695" y="5616"/>
                  </a:cubicBezTo>
                  <a:cubicBezTo>
                    <a:pt x="10695" y="5601"/>
                    <a:pt x="10695" y="5586"/>
                    <a:pt x="10695" y="5557"/>
                  </a:cubicBezTo>
                  <a:cubicBezTo>
                    <a:pt x="10665" y="5557"/>
                    <a:pt x="10650" y="5542"/>
                    <a:pt x="10635" y="5542"/>
                  </a:cubicBezTo>
                  <a:close/>
                  <a:moveTo>
                    <a:pt x="11068" y="5527"/>
                  </a:moveTo>
                  <a:cubicBezTo>
                    <a:pt x="11068" y="5557"/>
                    <a:pt x="11083" y="5586"/>
                    <a:pt x="11098" y="5616"/>
                  </a:cubicBezTo>
                  <a:cubicBezTo>
                    <a:pt x="11128" y="5601"/>
                    <a:pt x="11158" y="5586"/>
                    <a:pt x="11187" y="5572"/>
                  </a:cubicBezTo>
                  <a:cubicBezTo>
                    <a:pt x="11143" y="5557"/>
                    <a:pt x="11098" y="5542"/>
                    <a:pt x="11068" y="5527"/>
                  </a:cubicBezTo>
                  <a:close/>
                  <a:moveTo>
                    <a:pt x="11436" y="5229"/>
                  </a:moveTo>
                  <a:cubicBezTo>
                    <a:pt x="11384" y="5229"/>
                    <a:pt x="11360" y="5286"/>
                    <a:pt x="11337" y="5333"/>
                  </a:cubicBezTo>
                  <a:cubicBezTo>
                    <a:pt x="11337" y="5347"/>
                    <a:pt x="11337" y="5362"/>
                    <a:pt x="11337" y="5377"/>
                  </a:cubicBezTo>
                  <a:cubicBezTo>
                    <a:pt x="11307" y="5392"/>
                    <a:pt x="11277" y="5422"/>
                    <a:pt x="11232" y="5437"/>
                  </a:cubicBezTo>
                  <a:lnTo>
                    <a:pt x="11217" y="5527"/>
                  </a:lnTo>
                  <a:cubicBezTo>
                    <a:pt x="11232" y="5542"/>
                    <a:pt x="11232" y="5542"/>
                    <a:pt x="11247" y="5542"/>
                  </a:cubicBezTo>
                  <a:cubicBezTo>
                    <a:pt x="11277" y="5557"/>
                    <a:pt x="11292" y="5572"/>
                    <a:pt x="11322" y="5586"/>
                  </a:cubicBezTo>
                  <a:cubicBezTo>
                    <a:pt x="11322" y="5601"/>
                    <a:pt x="11322" y="5601"/>
                    <a:pt x="11322" y="5616"/>
                  </a:cubicBezTo>
                  <a:cubicBezTo>
                    <a:pt x="11352" y="5646"/>
                    <a:pt x="11397" y="5646"/>
                    <a:pt x="11441" y="5676"/>
                  </a:cubicBezTo>
                  <a:cubicBezTo>
                    <a:pt x="11501" y="5646"/>
                    <a:pt x="11546" y="5601"/>
                    <a:pt x="11501" y="5527"/>
                  </a:cubicBezTo>
                  <a:lnTo>
                    <a:pt x="11516" y="5422"/>
                  </a:lnTo>
                  <a:cubicBezTo>
                    <a:pt x="11516" y="5362"/>
                    <a:pt x="11501" y="5303"/>
                    <a:pt x="11486" y="5243"/>
                  </a:cubicBezTo>
                  <a:cubicBezTo>
                    <a:pt x="11467" y="5233"/>
                    <a:pt x="11451" y="5229"/>
                    <a:pt x="11436" y="5229"/>
                  </a:cubicBezTo>
                  <a:close/>
                  <a:moveTo>
                    <a:pt x="11322" y="5646"/>
                  </a:moveTo>
                  <a:cubicBezTo>
                    <a:pt x="11292" y="5661"/>
                    <a:pt x="11247" y="5691"/>
                    <a:pt x="11202" y="5706"/>
                  </a:cubicBezTo>
                  <a:lnTo>
                    <a:pt x="11262" y="5706"/>
                  </a:lnTo>
                  <a:cubicBezTo>
                    <a:pt x="11292" y="5706"/>
                    <a:pt x="11307" y="5691"/>
                    <a:pt x="11322" y="5676"/>
                  </a:cubicBezTo>
                  <a:cubicBezTo>
                    <a:pt x="11322" y="5661"/>
                    <a:pt x="11322" y="5661"/>
                    <a:pt x="11322" y="5646"/>
                  </a:cubicBezTo>
                  <a:close/>
                  <a:moveTo>
                    <a:pt x="10232" y="5691"/>
                  </a:moveTo>
                  <a:cubicBezTo>
                    <a:pt x="10232" y="5706"/>
                    <a:pt x="10217" y="5721"/>
                    <a:pt x="10217" y="5721"/>
                  </a:cubicBezTo>
                  <a:cubicBezTo>
                    <a:pt x="10246" y="5751"/>
                    <a:pt x="10291" y="5766"/>
                    <a:pt x="10321" y="5781"/>
                  </a:cubicBezTo>
                  <a:cubicBezTo>
                    <a:pt x="10351" y="5796"/>
                    <a:pt x="10381" y="5796"/>
                    <a:pt x="10411" y="5810"/>
                  </a:cubicBezTo>
                  <a:cubicBezTo>
                    <a:pt x="10351" y="5766"/>
                    <a:pt x="10291" y="5736"/>
                    <a:pt x="10232" y="5691"/>
                  </a:cubicBezTo>
                  <a:close/>
                  <a:moveTo>
                    <a:pt x="10695" y="5870"/>
                  </a:moveTo>
                  <a:cubicBezTo>
                    <a:pt x="10680" y="5885"/>
                    <a:pt x="10680" y="5885"/>
                    <a:pt x="10665" y="5900"/>
                  </a:cubicBezTo>
                  <a:cubicBezTo>
                    <a:pt x="10680" y="5930"/>
                    <a:pt x="10695" y="5945"/>
                    <a:pt x="10709" y="5975"/>
                  </a:cubicBezTo>
                  <a:cubicBezTo>
                    <a:pt x="10724" y="5975"/>
                    <a:pt x="10739" y="5960"/>
                    <a:pt x="10739" y="5945"/>
                  </a:cubicBezTo>
                  <a:cubicBezTo>
                    <a:pt x="10724" y="5930"/>
                    <a:pt x="10709" y="5900"/>
                    <a:pt x="10695" y="5870"/>
                  </a:cubicBezTo>
                  <a:close/>
                  <a:moveTo>
                    <a:pt x="8185" y="5094"/>
                  </a:moveTo>
                  <a:cubicBezTo>
                    <a:pt x="8140" y="5183"/>
                    <a:pt x="8155" y="5422"/>
                    <a:pt x="8215" y="5482"/>
                  </a:cubicBezTo>
                  <a:cubicBezTo>
                    <a:pt x="8290" y="5557"/>
                    <a:pt x="8394" y="5631"/>
                    <a:pt x="8439" y="5721"/>
                  </a:cubicBezTo>
                  <a:cubicBezTo>
                    <a:pt x="8499" y="5870"/>
                    <a:pt x="8604" y="5945"/>
                    <a:pt x="8768" y="5960"/>
                  </a:cubicBezTo>
                  <a:cubicBezTo>
                    <a:pt x="8792" y="5976"/>
                    <a:pt x="8812" y="5988"/>
                    <a:pt x="8833" y="5988"/>
                  </a:cubicBezTo>
                  <a:cubicBezTo>
                    <a:pt x="8850" y="5988"/>
                    <a:pt x="8867" y="5980"/>
                    <a:pt x="8887" y="5960"/>
                  </a:cubicBezTo>
                  <a:cubicBezTo>
                    <a:pt x="8962" y="5930"/>
                    <a:pt x="9052" y="5855"/>
                    <a:pt x="9141" y="5855"/>
                  </a:cubicBezTo>
                  <a:cubicBezTo>
                    <a:pt x="9305" y="5840"/>
                    <a:pt x="9395" y="5736"/>
                    <a:pt x="9455" y="5601"/>
                  </a:cubicBezTo>
                  <a:cubicBezTo>
                    <a:pt x="9485" y="5542"/>
                    <a:pt x="9485" y="5497"/>
                    <a:pt x="9395" y="5467"/>
                  </a:cubicBezTo>
                  <a:cubicBezTo>
                    <a:pt x="9395" y="5482"/>
                    <a:pt x="9395" y="5497"/>
                    <a:pt x="9395" y="5497"/>
                  </a:cubicBezTo>
                  <a:cubicBezTo>
                    <a:pt x="9350" y="5542"/>
                    <a:pt x="9365" y="5616"/>
                    <a:pt x="9291" y="5631"/>
                  </a:cubicBezTo>
                  <a:cubicBezTo>
                    <a:pt x="9276" y="5631"/>
                    <a:pt x="9276" y="5646"/>
                    <a:pt x="9261" y="5646"/>
                  </a:cubicBezTo>
                  <a:cubicBezTo>
                    <a:pt x="9261" y="5676"/>
                    <a:pt x="9231" y="5706"/>
                    <a:pt x="9201" y="5706"/>
                  </a:cubicBezTo>
                  <a:cubicBezTo>
                    <a:pt x="9081" y="5721"/>
                    <a:pt x="8962" y="5766"/>
                    <a:pt x="8857" y="5810"/>
                  </a:cubicBezTo>
                  <a:cubicBezTo>
                    <a:pt x="8823" y="5824"/>
                    <a:pt x="8788" y="5835"/>
                    <a:pt x="8755" y="5835"/>
                  </a:cubicBezTo>
                  <a:cubicBezTo>
                    <a:pt x="8717" y="5835"/>
                    <a:pt x="8680" y="5821"/>
                    <a:pt x="8648" y="5781"/>
                  </a:cubicBezTo>
                  <a:cubicBezTo>
                    <a:pt x="8633" y="5766"/>
                    <a:pt x="8633" y="5766"/>
                    <a:pt x="8618" y="5766"/>
                  </a:cubicBezTo>
                  <a:cubicBezTo>
                    <a:pt x="8574" y="5751"/>
                    <a:pt x="8544" y="5736"/>
                    <a:pt x="8529" y="5676"/>
                  </a:cubicBezTo>
                  <a:cubicBezTo>
                    <a:pt x="8484" y="5586"/>
                    <a:pt x="8424" y="5482"/>
                    <a:pt x="8335" y="5422"/>
                  </a:cubicBezTo>
                  <a:cubicBezTo>
                    <a:pt x="8290" y="5392"/>
                    <a:pt x="8290" y="5362"/>
                    <a:pt x="8275" y="5318"/>
                  </a:cubicBezTo>
                  <a:cubicBezTo>
                    <a:pt x="8260" y="5273"/>
                    <a:pt x="8260" y="5213"/>
                    <a:pt x="8260" y="5153"/>
                  </a:cubicBezTo>
                  <a:cubicBezTo>
                    <a:pt x="8245" y="5123"/>
                    <a:pt x="8245" y="5094"/>
                    <a:pt x="8185" y="5094"/>
                  </a:cubicBezTo>
                  <a:close/>
                  <a:moveTo>
                    <a:pt x="11008" y="5781"/>
                  </a:moveTo>
                  <a:cubicBezTo>
                    <a:pt x="10963" y="5855"/>
                    <a:pt x="10904" y="5915"/>
                    <a:pt x="10859" y="5990"/>
                  </a:cubicBezTo>
                  <a:cubicBezTo>
                    <a:pt x="10933" y="5943"/>
                    <a:pt x="11008" y="5920"/>
                    <a:pt x="11086" y="5920"/>
                  </a:cubicBezTo>
                  <a:cubicBezTo>
                    <a:pt x="11133" y="5920"/>
                    <a:pt x="11182" y="5928"/>
                    <a:pt x="11232" y="5945"/>
                  </a:cubicBezTo>
                  <a:cubicBezTo>
                    <a:pt x="11232" y="5915"/>
                    <a:pt x="11232" y="5900"/>
                    <a:pt x="11232" y="5870"/>
                  </a:cubicBezTo>
                  <a:lnTo>
                    <a:pt x="11352" y="5870"/>
                  </a:lnTo>
                  <a:cubicBezTo>
                    <a:pt x="11322" y="5855"/>
                    <a:pt x="11292" y="5840"/>
                    <a:pt x="11262" y="5825"/>
                  </a:cubicBezTo>
                  <a:cubicBezTo>
                    <a:pt x="11247" y="5825"/>
                    <a:pt x="11247" y="5825"/>
                    <a:pt x="11232" y="5810"/>
                  </a:cubicBezTo>
                  <a:cubicBezTo>
                    <a:pt x="11217" y="5840"/>
                    <a:pt x="11187" y="5855"/>
                    <a:pt x="11172" y="5870"/>
                  </a:cubicBezTo>
                  <a:lnTo>
                    <a:pt x="11008" y="5781"/>
                  </a:lnTo>
                  <a:close/>
                  <a:moveTo>
                    <a:pt x="10261" y="5930"/>
                  </a:moveTo>
                  <a:cubicBezTo>
                    <a:pt x="10246" y="5960"/>
                    <a:pt x="10217" y="5975"/>
                    <a:pt x="10202" y="5990"/>
                  </a:cubicBezTo>
                  <a:cubicBezTo>
                    <a:pt x="10217" y="6020"/>
                    <a:pt x="10246" y="6049"/>
                    <a:pt x="10261" y="6079"/>
                  </a:cubicBezTo>
                  <a:cubicBezTo>
                    <a:pt x="10321" y="6079"/>
                    <a:pt x="10351" y="6035"/>
                    <a:pt x="10366" y="5990"/>
                  </a:cubicBezTo>
                  <a:cubicBezTo>
                    <a:pt x="10366" y="5975"/>
                    <a:pt x="10366" y="5945"/>
                    <a:pt x="10381" y="5930"/>
                  </a:cubicBezTo>
                  <a:close/>
                  <a:moveTo>
                    <a:pt x="7887" y="6064"/>
                  </a:moveTo>
                  <a:cubicBezTo>
                    <a:pt x="7857" y="6124"/>
                    <a:pt x="7842" y="6139"/>
                    <a:pt x="7842" y="6154"/>
                  </a:cubicBezTo>
                  <a:cubicBezTo>
                    <a:pt x="7842" y="6184"/>
                    <a:pt x="7857" y="6199"/>
                    <a:pt x="7872" y="6214"/>
                  </a:cubicBezTo>
                  <a:cubicBezTo>
                    <a:pt x="7887" y="6199"/>
                    <a:pt x="7902" y="6199"/>
                    <a:pt x="7902" y="6184"/>
                  </a:cubicBezTo>
                  <a:cubicBezTo>
                    <a:pt x="7916" y="6154"/>
                    <a:pt x="7902" y="6124"/>
                    <a:pt x="7887" y="6064"/>
                  </a:cubicBezTo>
                  <a:close/>
                  <a:moveTo>
                    <a:pt x="314" y="4810"/>
                  </a:moveTo>
                  <a:cubicBezTo>
                    <a:pt x="299" y="4825"/>
                    <a:pt x="284" y="4840"/>
                    <a:pt x="284" y="4840"/>
                  </a:cubicBezTo>
                  <a:cubicBezTo>
                    <a:pt x="284" y="5109"/>
                    <a:pt x="284" y="5362"/>
                    <a:pt x="299" y="5631"/>
                  </a:cubicBezTo>
                  <a:cubicBezTo>
                    <a:pt x="299" y="5646"/>
                    <a:pt x="329" y="5661"/>
                    <a:pt x="344" y="5676"/>
                  </a:cubicBezTo>
                  <a:cubicBezTo>
                    <a:pt x="329" y="5781"/>
                    <a:pt x="299" y="5870"/>
                    <a:pt x="314" y="5975"/>
                  </a:cubicBezTo>
                  <a:cubicBezTo>
                    <a:pt x="329" y="6079"/>
                    <a:pt x="239" y="6214"/>
                    <a:pt x="374" y="6303"/>
                  </a:cubicBezTo>
                  <a:cubicBezTo>
                    <a:pt x="374" y="6244"/>
                    <a:pt x="389" y="6199"/>
                    <a:pt x="404" y="6139"/>
                  </a:cubicBezTo>
                  <a:lnTo>
                    <a:pt x="389" y="6139"/>
                  </a:lnTo>
                  <a:cubicBezTo>
                    <a:pt x="389" y="6064"/>
                    <a:pt x="404" y="5990"/>
                    <a:pt x="434" y="5930"/>
                  </a:cubicBezTo>
                  <a:cubicBezTo>
                    <a:pt x="478" y="5825"/>
                    <a:pt x="434" y="5736"/>
                    <a:pt x="359" y="5676"/>
                  </a:cubicBezTo>
                  <a:cubicBezTo>
                    <a:pt x="359" y="5676"/>
                    <a:pt x="374" y="5676"/>
                    <a:pt x="374" y="5661"/>
                  </a:cubicBezTo>
                  <a:cubicBezTo>
                    <a:pt x="389" y="5646"/>
                    <a:pt x="434" y="5631"/>
                    <a:pt x="449" y="5601"/>
                  </a:cubicBezTo>
                  <a:cubicBezTo>
                    <a:pt x="464" y="5572"/>
                    <a:pt x="464" y="5527"/>
                    <a:pt x="449" y="5497"/>
                  </a:cubicBezTo>
                  <a:cubicBezTo>
                    <a:pt x="404" y="5422"/>
                    <a:pt x="404" y="5318"/>
                    <a:pt x="404" y="5228"/>
                  </a:cubicBezTo>
                  <a:cubicBezTo>
                    <a:pt x="389" y="5168"/>
                    <a:pt x="449" y="5123"/>
                    <a:pt x="404" y="5064"/>
                  </a:cubicBezTo>
                  <a:cubicBezTo>
                    <a:pt x="404" y="5049"/>
                    <a:pt x="419" y="5034"/>
                    <a:pt x="434" y="5019"/>
                  </a:cubicBezTo>
                  <a:cubicBezTo>
                    <a:pt x="434" y="5004"/>
                    <a:pt x="434" y="4989"/>
                    <a:pt x="449" y="4974"/>
                  </a:cubicBezTo>
                  <a:cubicBezTo>
                    <a:pt x="344" y="4974"/>
                    <a:pt x="329" y="4884"/>
                    <a:pt x="314" y="4810"/>
                  </a:cubicBezTo>
                  <a:close/>
                  <a:moveTo>
                    <a:pt x="10515" y="6303"/>
                  </a:moveTo>
                  <a:cubicBezTo>
                    <a:pt x="10515" y="6318"/>
                    <a:pt x="10515" y="6348"/>
                    <a:pt x="10515" y="6363"/>
                  </a:cubicBezTo>
                  <a:cubicBezTo>
                    <a:pt x="10545" y="6348"/>
                    <a:pt x="10575" y="6333"/>
                    <a:pt x="10605" y="6318"/>
                  </a:cubicBezTo>
                  <a:cubicBezTo>
                    <a:pt x="10575" y="6303"/>
                    <a:pt x="10545" y="6303"/>
                    <a:pt x="10515" y="6303"/>
                  </a:cubicBezTo>
                  <a:close/>
                  <a:moveTo>
                    <a:pt x="10217" y="6303"/>
                  </a:moveTo>
                  <a:cubicBezTo>
                    <a:pt x="10172" y="6333"/>
                    <a:pt x="10142" y="6363"/>
                    <a:pt x="10112" y="6393"/>
                  </a:cubicBezTo>
                  <a:cubicBezTo>
                    <a:pt x="10127" y="6408"/>
                    <a:pt x="10127" y="6423"/>
                    <a:pt x="10142" y="6423"/>
                  </a:cubicBezTo>
                  <a:cubicBezTo>
                    <a:pt x="10172" y="6393"/>
                    <a:pt x="10217" y="6378"/>
                    <a:pt x="10246" y="6348"/>
                  </a:cubicBezTo>
                  <a:cubicBezTo>
                    <a:pt x="10232" y="6333"/>
                    <a:pt x="10217" y="6318"/>
                    <a:pt x="10217" y="6303"/>
                  </a:cubicBezTo>
                  <a:close/>
                  <a:moveTo>
                    <a:pt x="3122" y="6438"/>
                  </a:moveTo>
                  <a:cubicBezTo>
                    <a:pt x="3122" y="6448"/>
                    <a:pt x="3122" y="6459"/>
                    <a:pt x="3112" y="6459"/>
                  </a:cubicBezTo>
                  <a:cubicBezTo>
                    <a:pt x="3107" y="6459"/>
                    <a:pt x="3101" y="6457"/>
                    <a:pt x="3092" y="6453"/>
                  </a:cubicBezTo>
                  <a:cubicBezTo>
                    <a:pt x="3107" y="6453"/>
                    <a:pt x="3107" y="6438"/>
                    <a:pt x="3122" y="6438"/>
                  </a:cubicBezTo>
                  <a:close/>
                  <a:moveTo>
                    <a:pt x="10635" y="6527"/>
                  </a:moveTo>
                  <a:cubicBezTo>
                    <a:pt x="10605" y="6557"/>
                    <a:pt x="10575" y="6587"/>
                    <a:pt x="10545" y="6632"/>
                  </a:cubicBezTo>
                  <a:cubicBezTo>
                    <a:pt x="10551" y="6635"/>
                    <a:pt x="10556" y="6636"/>
                    <a:pt x="10561" y="6636"/>
                  </a:cubicBezTo>
                  <a:cubicBezTo>
                    <a:pt x="10581" y="6636"/>
                    <a:pt x="10593" y="6614"/>
                    <a:pt x="10605" y="6602"/>
                  </a:cubicBezTo>
                  <a:cubicBezTo>
                    <a:pt x="10620" y="6572"/>
                    <a:pt x="10620" y="6557"/>
                    <a:pt x="10635" y="6527"/>
                  </a:cubicBezTo>
                  <a:close/>
                  <a:moveTo>
                    <a:pt x="11382" y="6303"/>
                  </a:moveTo>
                  <a:cubicBezTo>
                    <a:pt x="11397" y="6378"/>
                    <a:pt x="11397" y="6468"/>
                    <a:pt x="11411" y="6542"/>
                  </a:cubicBezTo>
                  <a:cubicBezTo>
                    <a:pt x="11426" y="6587"/>
                    <a:pt x="11426" y="6632"/>
                    <a:pt x="11441" y="6677"/>
                  </a:cubicBezTo>
                  <a:cubicBezTo>
                    <a:pt x="11471" y="6677"/>
                    <a:pt x="11501" y="6662"/>
                    <a:pt x="11501" y="6647"/>
                  </a:cubicBezTo>
                  <a:cubicBezTo>
                    <a:pt x="11501" y="6542"/>
                    <a:pt x="11486" y="6438"/>
                    <a:pt x="11456" y="6333"/>
                  </a:cubicBezTo>
                  <a:cubicBezTo>
                    <a:pt x="11456" y="6318"/>
                    <a:pt x="11426" y="6318"/>
                    <a:pt x="11411" y="6303"/>
                  </a:cubicBezTo>
                  <a:close/>
                  <a:moveTo>
                    <a:pt x="11441" y="6707"/>
                  </a:moveTo>
                  <a:lnTo>
                    <a:pt x="11441" y="6707"/>
                  </a:lnTo>
                  <a:cubicBezTo>
                    <a:pt x="11411" y="6722"/>
                    <a:pt x="11397" y="6781"/>
                    <a:pt x="11352" y="6781"/>
                  </a:cubicBezTo>
                  <a:cubicBezTo>
                    <a:pt x="11322" y="6781"/>
                    <a:pt x="11307" y="6796"/>
                    <a:pt x="11322" y="6826"/>
                  </a:cubicBezTo>
                  <a:cubicBezTo>
                    <a:pt x="11322" y="6856"/>
                    <a:pt x="11337" y="6916"/>
                    <a:pt x="11337" y="6916"/>
                  </a:cubicBezTo>
                  <a:cubicBezTo>
                    <a:pt x="11217" y="6946"/>
                    <a:pt x="11322" y="7020"/>
                    <a:pt x="11322" y="7080"/>
                  </a:cubicBezTo>
                  <a:lnTo>
                    <a:pt x="11352" y="7080"/>
                  </a:lnTo>
                  <a:cubicBezTo>
                    <a:pt x="11382" y="7080"/>
                    <a:pt x="11397" y="7080"/>
                    <a:pt x="11411" y="7050"/>
                  </a:cubicBezTo>
                  <a:cubicBezTo>
                    <a:pt x="11411" y="7020"/>
                    <a:pt x="11411" y="6990"/>
                    <a:pt x="11426" y="6961"/>
                  </a:cubicBezTo>
                  <a:cubicBezTo>
                    <a:pt x="11471" y="6871"/>
                    <a:pt x="11531" y="6796"/>
                    <a:pt x="11441" y="6707"/>
                  </a:cubicBezTo>
                  <a:close/>
                  <a:moveTo>
                    <a:pt x="9156" y="7110"/>
                  </a:moveTo>
                  <a:cubicBezTo>
                    <a:pt x="9171" y="7125"/>
                    <a:pt x="9186" y="7140"/>
                    <a:pt x="9201" y="7155"/>
                  </a:cubicBezTo>
                  <a:cubicBezTo>
                    <a:pt x="9216" y="7140"/>
                    <a:pt x="9246" y="7125"/>
                    <a:pt x="9261" y="7110"/>
                  </a:cubicBezTo>
                  <a:close/>
                  <a:moveTo>
                    <a:pt x="8753" y="6184"/>
                  </a:moveTo>
                  <a:cubicBezTo>
                    <a:pt x="8693" y="6214"/>
                    <a:pt x="8633" y="6259"/>
                    <a:pt x="8589" y="6303"/>
                  </a:cubicBezTo>
                  <a:cubicBezTo>
                    <a:pt x="8589" y="6333"/>
                    <a:pt x="8574" y="6378"/>
                    <a:pt x="8529" y="6393"/>
                  </a:cubicBezTo>
                  <a:cubicBezTo>
                    <a:pt x="8514" y="6438"/>
                    <a:pt x="8574" y="6468"/>
                    <a:pt x="8559" y="6512"/>
                  </a:cubicBezTo>
                  <a:cubicBezTo>
                    <a:pt x="8454" y="6677"/>
                    <a:pt x="8439" y="6871"/>
                    <a:pt x="8454" y="7065"/>
                  </a:cubicBezTo>
                  <a:cubicBezTo>
                    <a:pt x="8469" y="7080"/>
                    <a:pt x="8499" y="7110"/>
                    <a:pt x="8514" y="7140"/>
                  </a:cubicBezTo>
                  <a:cubicBezTo>
                    <a:pt x="8590" y="7162"/>
                    <a:pt x="8667" y="7176"/>
                    <a:pt x="8744" y="7176"/>
                  </a:cubicBezTo>
                  <a:cubicBezTo>
                    <a:pt x="8772" y="7176"/>
                    <a:pt x="8800" y="7174"/>
                    <a:pt x="8828" y="7170"/>
                  </a:cubicBezTo>
                  <a:cubicBezTo>
                    <a:pt x="8828" y="7170"/>
                    <a:pt x="8842" y="7170"/>
                    <a:pt x="8842" y="7155"/>
                  </a:cubicBezTo>
                  <a:cubicBezTo>
                    <a:pt x="8902" y="7140"/>
                    <a:pt x="8887" y="7065"/>
                    <a:pt x="8902" y="7035"/>
                  </a:cubicBezTo>
                  <a:cubicBezTo>
                    <a:pt x="8917" y="6841"/>
                    <a:pt x="8932" y="6662"/>
                    <a:pt x="8947" y="6483"/>
                  </a:cubicBezTo>
                  <a:cubicBezTo>
                    <a:pt x="8932" y="6438"/>
                    <a:pt x="8917" y="6408"/>
                    <a:pt x="8887" y="6393"/>
                  </a:cubicBezTo>
                  <a:cubicBezTo>
                    <a:pt x="8887" y="6378"/>
                    <a:pt x="8887" y="6378"/>
                    <a:pt x="8887" y="6363"/>
                  </a:cubicBezTo>
                  <a:cubicBezTo>
                    <a:pt x="8872" y="6318"/>
                    <a:pt x="8872" y="6259"/>
                    <a:pt x="8828" y="6229"/>
                  </a:cubicBezTo>
                  <a:cubicBezTo>
                    <a:pt x="8813" y="6199"/>
                    <a:pt x="8753" y="6214"/>
                    <a:pt x="8753" y="6184"/>
                  </a:cubicBezTo>
                  <a:close/>
                  <a:moveTo>
                    <a:pt x="4505" y="7346"/>
                  </a:moveTo>
                  <a:cubicBezTo>
                    <a:pt x="4492" y="7346"/>
                    <a:pt x="4479" y="7379"/>
                    <a:pt x="4466" y="7379"/>
                  </a:cubicBezTo>
                  <a:cubicBezTo>
                    <a:pt x="4481" y="7394"/>
                    <a:pt x="4496" y="7394"/>
                    <a:pt x="4511" y="7409"/>
                  </a:cubicBezTo>
                  <a:cubicBezTo>
                    <a:pt x="4526" y="7409"/>
                    <a:pt x="4541" y="7394"/>
                    <a:pt x="4556" y="7394"/>
                  </a:cubicBezTo>
                  <a:cubicBezTo>
                    <a:pt x="4541" y="7379"/>
                    <a:pt x="4526" y="7349"/>
                    <a:pt x="4511" y="7349"/>
                  </a:cubicBezTo>
                  <a:cubicBezTo>
                    <a:pt x="4509" y="7347"/>
                    <a:pt x="4507" y="7346"/>
                    <a:pt x="4505" y="7346"/>
                  </a:cubicBezTo>
                  <a:close/>
                  <a:moveTo>
                    <a:pt x="4720" y="7409"/>
                  </a:moveTo>
                  <a:lnTo>
                    <a:pt x="4720" y="7409"/>
                  </a:lnTo>
                  <a:cubicBezTo>
                    <a:pt x="4711" y="7413"/>
                    <a:pt x="4702" y="7420"/>
                    <a:pt x="4695" y="7427"/>
                  </a:cubicBezTo>
                  <a:lnTo>
                    <a:pt x="4695" y="7427"/>
                  </a:lnTo>
                  <a:cubicBezTo>
                    <a:pt x="4709" y="7426"/>
                    <a:pt x="4720" y="7421"/>
                    <a:pt x="4720" y="7409"/>
                  </a:cubicBezTo>
                  <a:close/>
                  <a:moveTo>
                    <a:pt x="8230" y="7394"/>
                  </a:moveTo>
                  <a:cubicBezTo>
                    <a:pt x="8230" y="7394"/>
                    <a:pt x="8215" y="7409"/>
                    <a:pt x="8200" y="7409"/>
                  </a:cubicBezTo>
                  <a:cubicBezTo>
                    <a:pt x="8215" y="7424"/>
                    <a:pt x="8230" y="7438"/>
                    <a:pt x="8245" y="7453"/>
                  </a:cubicBezTo>
                  <a:cubicBezTo>
                    <a:pt x="8260" y="7453"/>
                    <a:pt x="8260" y="7438"/>
                    <a:pt x="8290" y="7424"/>
                  </a:cubicBezTo>
                  <a:cubicBezTo>
                    <a:pt x="8260" y="7409"/>
                    <a:pt x="8245" y="7394"/>
                    <a:pt x="8230" y="7394"/>
                  </a:cubicBezTo>
                  <a:close/>
                  <a:moveTo>
                    <a:pt x="4914" y="7259"/>
                  </a:moveTo>
                  <a:cubicBezTo>
                    <a:pt x="4884" y="7304"/>
                    <a:pt x="4855" y="7349"/>
                    <a:pt x="4825" y="7394"/>
                  </a:cubicBezTo>
                  <a:cubicBezTo>
                    <a:pt x="4843" y="7438"/>
                    <a:pt x="4866" y="7467"/>
                    <a:pt x="4897" y="7467"/>
                  </a:cubicBezTo>
                  <a:cubicBezTo>
                    <a:pt x="4919" y="7467"/>
                    <a:pt x="4944" y="7454"/>
                    <a:pt x="4974" y="7424"/>
                  </a:cubicBezTo>
                  <a:cubicBezTo>
                    <a:pt x="4914" y="7379"/>
                    <a:pt x="4974" y="7304"/>
                    <a:pt x="4914" y="7259"/>
                  </a:cubicBezTo>
                  <a:close/>
                  <a:moveTo>
                    <a:pt x="4695" y="7427"/>
                  </a:moveTo>
                  <a:cubicBezTo>
                    <a:pt x="4661" y="7431"/>
                    <a:pt x="4607" y="7419"/>
                    <a:pt x="4660" y="7483"/>
                  </a:cubicBezTo>
                  <a:cubicBezTo>
                    <a:pt x="4671" y="7463"/>
                    <a:pt x="4681" y="7443"/>
                    <a:pt x="4695" y="7427"/>
                  </a:cubicBezTo>
                  <a:close/>
                  <a:moveTo>
                    <a:pt x="4481" y="7468"/>
                  </a:moveTo>
                  <a:cubicBezTo>
                    <a:pt x="4451" y="7483"/>
                    <a:pt x="4436" y="7498"/>
                    <a:pt x="4407" y="7513"/>
                  </a:cubicBezTo>
                  <a:cubicBezTo>
                    <a:pt x="4407" y="7513"/>
                    <a:pt x="4421" y="7528"/>
                    <a:pt x="4421" y="7528"/>
                  </a:cubicBezTo>
                  <a:cubicBezTo>
                    <a:pt x="4436" y="7513"/>
                    <a:pt x="4466" y="7498"/>
                    <a:pt x="4481" y="7483"/>
                  </a:cubicBezTo>
                  <a:lnTo>
                    <a:pt x="4481" y="7468"/>
                  </a:lnTo>
                  <a:close/>
                  <a:moveTo>
                    <a:pt x="13174" y="7319"/>
                  </a:moveTo>
                  <a:cubicBezTo>
                    <a:pt x="13159" y="7364"/>
                    <a:pt x="13144" y="7424"/>
                    <a:pt x="13129" y="7483"/>
                  </a:cubicBezTo>
                  <a:cubicBezTo>
                    <a:pt x="13144" y="7513"/>
                    <a:pt x="13159" y="7543"/>
                    <a:pt x="13159" y="7573"/>
                  </a:cubicBezTo>
                  <a:cubicBezTo>
                    <a:pt x="13185" y="7579"/>
                    <a:pt x="13211" y="7589"/>
                    <a:pt x="13229" y="7589"/>
                  </a:cubicBezTo>
                  <a:cubicBezTo>
                    <a:pt x="13254" y="7589"/>
                    <a:pt x="13266" y="7573"/>
                    <a:pt x="13249" y="7513"/>
                  </a:cubicBezTo>
                  <a:cubicBezTo>
                    <a:pt x="13234" y="7498"/>
                    <a:pt x="13234" y="7468"/>
                    <a:pt x="13249" y="7453"/>
                  </a:cubicBezTo>
                  <a:cubicBezTo>
                    <a:pt x="13219" y="7409"/>
                    <a:pt x="13189" y="7364"/>
                    <a:pt x="13174" y="7319"/>
                  </a:cubicBezTo>
                  <a:close/>
                  <a:moveTo>
                    <a:pt x="4571" y="7603"/>
                  </a:moveTo>
                  <a:cubicBezTo>
                    <a:pt x="4556" y="7603"/>
                    <a:pt x="4541" y="7618"/>
                    <a:pt x="4541" y="7633"/>
                  </a:cubicBezTo>
                  <a:cubicBezTo>
                    <a:pt x="4556" y="7648"/>
                    <a:pt x="4571" y="7663"/>
                    <a:pt x="4586" y="7663"/>
                  </a:cubicBezTo>
                  <a:cubicBezTo>
                    <a:pt x="4586" y="7648"/>
                    <a:pt x="4571" y="7618"/>
                    <a:pt x="4571" y="7603"/>
                  </a:cubicBezTo>
                  <a:close/>
                  <a:moveTo>
                    <a:pt x="4855" y="7603"/>
                  </a:moveTo>
                  <a:cubicBezTo>
                    <a:pt x="4855" y="7618"/>
                    <a:pt x="4840" y="7618"/>
                    <a:pt x="4840" y="7618"/>
                  </a:cubicBezTo>
                  <a:cubicBezTo>
                    <a:pt x="4825" y="7648"/>
                    <a:pt x="4825" y="7663"/>
                    <a:pt x="4825" y="7677"/>
                  </a:cubicBezTo>
                  <a:cubicBezTo>
                    <a:pt x="4870" y="7663"/>
                    <a:pt x="4929" y="7648"/>
                    <a:pt x="4974" y="7633"/>
                  </a:cubicBezTo>
                  <a:cubicBezTo>
                    <a:pt x="4929" y="7618"/>
                    <a:pt x="4899" y="7618"/>
                    <a:pt x="4855" y="7603"/>
                  </a:cubicBezTo>
                  <a:close/>
                  <a:moveTo>
                    <a:pt x="13368" y="7603"/>
                  </a:moveTo>
                  <a:cubicBezTo>
                    <a:pt x="13353" y="7603"/>
                    <a:pt x="13353" y="7603"/>
                    <a:pt x="13353" y="7618"/>
                  </a:cubicBezTo>
                  <a:cubicBezTo>
                    <a:pt x="13353" y="7618"/>
                    <a:pt x="13353" y="7633"/>
                    <a:pt x="13353" y="7633"/>
                  </a:cubicBezTo>
                  <a:cubicBezTo>
                    <a:pt x="13368" y="7677"/>
                    <a:pt x="13368" y="7707"/>
                    <a:pt x="13368" y="7737"/>
                  </a:cubicBezTo>
                  <a:cubicBezTo>
                    <a:pt x="13398" y="7722"/>
                    <a:pt x="13428" y="7692"/>
                    <a:pt x="13458" y="7677"/>
                  </a:cubicBezTo>
                  <a:cubicBezTo>
                    <a:pt x="13428" y="7648"/>
                    <a:pt x="13398" y="7633"/>
                    <a:pt x="13368" y="7603"/>
                  </a:cubicBezTo>
                  <a:close/>
                  <a:moveTo>
                    <a:pt x="374" y="7274"/>
                  </a:moveTo>
                  <a:cubicBezTo>
                    <a:pt x="359" y="7304"/>
                    <a:pt x="329" y="7319"/>
                    <a:pt x="329" y="7349"/>
                  </a:cubicBezTo>
                  <a:cubicBezTo>
                    <a:pt x="329" y="7453"/>
                    <a:pt x="344" y="7558"/>
                    <a:pt x="344" y="7663"/>
                  </a:cubicBezTo>
                  <a:lnTo>
                    <a:pt x="344" y="7767"/>
                  </a:lnTo>
                  <a:lnTo>
                    <a:pt x="404" y="7692"/>
                  </a:lnTo>
                  <a:cubicBezTo>
                    <a:pt x="404" y="7692"/>
                    <a:pt x="419" y="7677"/>
                    <a:pt x="419" y="7677"/>
                  </a:cubicBezTo>
                  <a:cubicBezTo>
                    <a:pt x="449" y="7677"/>
                    <a:pt x="449" y="7663"/>
                    <a:pt x="449" y="7633"/>
                  </a:cubicBezTo>
                  <a:cubicBezTo>
                    <a:pt x="449" y="7588"/>
                    <a:pt x="464" y="7543"/>
                    <a:pt x="449" y="7513"/>
                  </a:cubicBezTo>
                  <a:cubicBezTo>
                    <a:pt x="404" y="7453"/>
                    <a:pt x="404" y="7379"/>
                    <a:pt x="404" y="7319"/>
                  </a:cubicBezTo>
                  <a:cubicBezTo>
                    <a:pt x="404" y="7304"/>
                    <a:pt x="404" y="7289"/>
                    <a:pt x="404" y="7289"/>
                  </a:cubicBezTo>
                  <a:cubicBezTo>
                    <a:pt x="389" y="7289"/>
                    <a:pt x="389" y="7274"/>
                    <a:pt x="374" y="7274"/>
                  </a:cubicBezTo>
                  <a:close/>
                  <a:moveTo>
                    <a:pt x="4362" y="7707"/>
                  </a:moveTo>
                  <a:cubicBezTo>
                    <a:pt x="4347" y="7722"/>
                    <a:pt x="4332" y="7722"/>
                    <a:pt x="4317" y="7722"/>
                  </a:cubicBezTo>
                  <a:cubicBezTo>
                    <a:pt x="4332" y="7752"/>
                    <a:pt x="4347" y="7782"/>
                    <a:pt x="4377" y="7812"/>
                  </a:cubicBezTo>
                  <a:cubicBezTo>
                    <a:pt x="4392" y="7797"/>
                    <a:pt x="4407" y="7782"/>
                    <a:pt x="4436" y="7782"/>
                  </a:cubicBezTo>
                  <a:cubicBezTo>
                    <a:pt x="4407" y="7752"/>
                    <a:pt x="4392" y="7737"/>
                    <a:pt x="4362" y="7707"/>
                  </a:cubicBezTo>
                  <a:close/>
                  <a:moveTo>
                    <a:pt x="3914" y="7842"/>
                  </a:moveTo>
                  <a:cubicBezTo>
                    <a:pt x="3899" y="7857"/>
                    <a:pt x="3869" y="7857"/>
                    <a:pt x="3854" y="7872"/>
                  </a:cubicBezTo>
                  <a:cubicBezTo>
                    <a:pt x="3869" y="7887"/>
                    <a:pt x="3869" y="7902"/>
                    <a:pt x="3884" y="7916"/>
                  </a:cubicBezTo>
                  <a:cubicBezTo>
                    <a:pt x="3899" y="7902"/>
                    <a:pt x="3914" y="7887"/>
                    <a:pt x="3929" y="7872"/>
                  </a:cubicBezTo>
                  <a:cubicBezTo>
                    <a:pt x="3929" y="7872"/>
                    <a:pt x="3914" y="7842"/>
                    <a:pt x="3914" y="7842"/>
                  </a:cubicBezTo>
                  <a:close/>
                  <a:moveTo>
                    <a:pt x="4048" y="7916"/>
                  </a:moveTo>
                  <a:cubicBezTo>
                    <a:pt x="4056" y="7920"/>
                    <a:pt x="4064" y="7924"/>
                    <a:pt x="4071" y="7928"/>
                  </a:cubicBezTo>
                  <a:lnTo>
                    <a:pt x="4071" y="7928"/>
                  </a:lnTo>
                  <a:cubicBezTo>
                    <a:pt x="4068" y="7924"/>
                    <a:pt x="4066" y="7920"/>
                    <a:pt x="4063" y="7916"/>
                  </a:cubicBezTo>
                  <a:close/>
                  <a:moveTo>
                    <a:pt x="4660" y="7827"/>
                  </a:moveTo>
                  <a:cubicBezTo>
                    <a:pt x="4601" y="7827"/>
                    <a:pt x="4541" y="7842"/>
                    <a:pt x="4451" y="7842"/>
                  </a:cubicBezTo>
                  <a:cubicBezTo>
                    <a:pt x="4541" y="7887"/>
                    <a:pt x="4601" y="7916"/>
                    <a:pt x="4646" y="7931"/>
                  </a:cubicBezTo>
                  <a:cubicBezTo>
                    <a:pt x="4675" y="7916"/>
                    <a:pt x="4675" y="7902"/>
                    <a:pt x="4660" y="7887"/>
                  </a:cubicBezTo>
                  <a:cubicBezTo>
                    <a:pt x="4660" y="7857"/>
                    <a:pt x="4660" y="7842"/>
                    <a:pt x="4660" y="7827"/>
                  </a:cubicBezTo>
                  <a:close/>
                  <a:moveTo>
                    <a:pt x="4840" y="7752"/>
                  </a:moveTo>
                  <a:cubicBezTo>
                    <a:pt x="4825" y="7782"/>
                    <a:pt x="4825" y="7812"/>
                    <a:pt x="4810" y="7842"/>
                  </a:cubicBezTo>
                  <a:cubicBezTo>
                    <a:pt x="4810" y="7857"/>
                    <a:pt x="4795" y="7872"/>
                    <a:pt x="4795" y="7887"/>
                  </a:cubicBezTo>
                  <a:cubicBezTo>
                    <a:pt x="4780" y="7902"/>
                    <a:pt x="4780" y="7916"/>
                    <a:pt x="4795" y="7946"/>
                  </a:cubicBezTo>
                  <a:cubicBezTo>
                    <a:pt x="4825" y="7931"/>
                    <a:pt x="4840" y="7916"/>
                    <a:pt x="4855" y="7902"/>
                  </a:cubicBezTo>
                  <a:cubicBezTo>
                    <a:pt x="4870" y="7872"/>
                    <a:pt x="4884" y="7827"/>
                    <a:pt x="4884" y="7797"/>
                  </a:cubicBezTo>
                  <a:cubicBezTo>
                    <a:pt x="4884" y="7782"/>
                    <a:pt x="4855" y="7767"/>
                    <a:pt x="4840" y="7752"/>
                  </a:cubicBezTo>
                  <a:close/>
                  <a:moveTo>
                    <a:pt x="13249" y="7887"/>
                  </a:moveTo>
                  <a:cubicBezTo>
                    <a:pt x="13219" y="7902"/>
                    <a:pt x="13189" y="7931"/>
                    <a:pt x="13159" y="7961"/>
                  </a:cubicBezTo>
                  <a:lnTo>
                    <a:pt x="13323" y="7961"/>
                  </a:lnTo>
                  <a:cubicBezTo>
                    <a:pt x="13308" y="7931"/>
                    <a:pt x="13278" y="7916"/>
                    <a:pt x="13249" y="7887"/>
                  </a:cubicBezTo>
                  <a:close/>
                  <a:moveTo>
                    <a:pt x="4071" y="7928"/>
                  </a:moveTo>
                  <a:cubicBezTo>
                    <a:pt x="4098" y="7969"/>
                    <a:pt x="4127" y="8010"/>
                    <a:pt x="4168" y="8051"/>
                  </a:cubicBezTo>
                  <a:cubicBezTo>
                    <a:pt x="4168" y="8036"/>
                    <a:pt x="4183" y="8021"/>
                    <a:pt x="4197" y="8006"/>
                  </a:cubicBezTo>
                  <a:cubicBezTo>
                    <a:pt x="4159" y="7980"/>
                    <a:pt x="4120" y="7954"/>
                    <a:pt x="4071" y="7928"/>
                  </a:cubicBezTo>
                  <a:close/>
                  <a:moveTo>
                    <a:pt x="359" y="7797"/>
                  </a:moveTo>
                  <a:cubicBezTo>
                    <a:pt x="359" y="7891"/>
                    <a:pt x="371" y="7974"/>
                    <a:pt x="373" y="8065"/>
                  </a:cubicBezTo>
                  <a:lnTo>
                    <a:pt x="373" y="8065"/>
                  </a:lnTo>
                  <a:cubicBezTo>
                    <a:pt x="410" y="8037"/>
                    <a:pt x="544" y="8031"/>
                    <a:pt x="404" y="7961"/>
                  </a:cubicBezTo>
                  <a:cubicBezTo>
                    <a:pt x="404" y="7961"/>
                    <a:pt x="404" y="7946"/>
                    <a:pt x="419" y="7946"/>
                  </a:cubicBezTo>
                  <a:cubicBezTo>
                    <a:pt x="523" y="7842"/>
                    <a:pt x="419" y="7827"/>
                    <a:pt x="359" y="7797"/>
                  </a:cubicBezTo>
                  <a:close/>
                  <a:moveTo>
                    <a:pt x="373" y="8065"/>
                  </a:moveTo>
                  <a:cubicBezTo>
                    <a:pt x="363" y="8073"/>
                    <a:pt x="361" y="8083"/>
                    <a:pt x="374" y="8096"/>
                  </a:cubicBezTo>
                  <a:cubicBezTo>
                    <a:pt x="374" y="8085"/>
                    <a:pt x="374" y="8075"/>
                    <a:pt x="373" y="8065"/>
                  </a:cubicBezTo>
                  <a:close/>
                  <a:moveTo>
                    <a:pt x="13338" y="8036"/>
                  </a:moveTo>
                  <a:cubicBezTo>
                    <a:pt x="13308" y="8036"/>
                    <a:pt x="13278" y="8051"/>
                    <a:pt x="13249" y="8066"/>
                  </a:cubicBezTo>
                  <a:cubicBezTo>
                    <a:pt x="13263" y="8081"/>
                    <a:pt x="13278" y="8096"/>
                    <a:pt x="13278" y="8096"/>
                  </a:cubicBezTo>
                  <a:cubicBezTo>
                    <a:pt x="13293" y="8081"/>
                    <a:pt x="13323" y="8066"/>
                    <a:pt x="13338" y="8051"/>
                  </a:cubicBezTo>
                  <a:cubicBezTo>
                    <a:pt x="13338" y="8036"/>
                    <a:pt x="13338" y="8036"/>
                    <a:pt x="13338" y="8036"/>
                  </a:cubicBezTo>
                  <a:close/>
                  <a:moveTo>
                    <a:pt x="4914" y="8036"/>
                  </a:moveTo>
                  <a:cubicBezTo>
                    <a:pt x="4899" y="8066"/>
                    <a:pt x="4884" y="8096"/>
                    <a:pt x="4870" y="8126"/>
                  </a:cubicBezTo>
                  <a:cubicBezTo>
                    <a:pt x="4884" y="8140"/>
                    <a:pt x="4899" y="8140"/>
                    <a:pt x="4914" y="8140"/>
                  </a:cubicBezTo>
                  <a:cubicBezTo>
                    <a:pt x="4914" y="8111"/>
                    <a:pt x="4914" y="8081"/>
                    <a:pt x="4914" y="8036"/>
                  </a:cubicBezTo>
                  <a:close/>
                  <a:moveTo>
                    <a:pt x="5751" y="8066"/>
                  </a:moveTo>
                  <a:cubicBezTo>
                    <a:pt x="5706" y="8066"/>
                    <a:pt x="5661" y="8081"/>
                    <a:pt x="5631" y="8096"/>
                  </a:cubicBezTo>
                  <a:cubicBezTo>
                    <a:pt x="5616" y="8096"/>
                    <a:pt x="5616" y="8126"/>
                    <a:pt x="5616" y="8155"/>
                  </a:cubicBezTo>
                  <a:cubicBezTo>
                    <a:pt x="5646" y="8140"/>
                    <a:pt x="5676" y="8126"/>
                    <a:pt x="5706" y="8126"/>
                  </a:cubicBezTo>
                  <a:cubicBezTo>
                    <a:pt x="5711" y="8121"/>
                    <a:pt x="5716" y="8119"/>
                    <a:pt x="5721" y="8119"/>
                  </a:cubicBezTo>
                  <a:cubicBezTo>
                    <a:pt x="5731" y="8119"/>
                    <a:pt x="5741" y="8126"/>
                    <a:pt x="5751" y="8126"/>
                  </a:cubicBezTo>
                  <a:cubicBezTo>
                    <a:pt x="5751" y="8096"/>
                    <a:pt x="5751" y="8081"/>
                    <a:pt x="5751" y="8066"/>
                  </a:cubicBezTo>
                  <a:close/>
                  <a:moveTo>
                    <a:pt x="4362" y="8096"/>
                  </a:moveTo>
                  <a:cubicBezTo>
                    <a:pt x="4332" y="8096"/>
                    <a:pt x="4317" y="8111"/>
                    <a:pt x="4287" y="8111"/>
                  </a:cubicBezTo>
                  <a:cubicBezTo>
                    <a:pt x="4287" y="8140"/>
                    <a:pt x="4302" y="8155"/>
                    <a:pt x="4317" y="8170"/>
                  </a:cubicBezTo>
                  <a:cubicBezTo>
                    <a:pt x="4332" y="8140"/>
                    <a:pt x="4347" y="8111"/>
                    <a:pt x="4362" y="8096"/>
                  </a:cubicBezTo>
                  <a:close/>
                  <a:moveTo>
                    <a:pt x="5578" y="5284"/>
                  </a:moveTo>
                  <a:cubicBezTo>
                    <a:pt x="5556" y="5284"/>
                    <a:pt x="5534" y="5285"/>
                    <a:pt x="5512" y="5288"/>
                  </a:cubicBezTo>
                  <a:cubicBezTo>
                    <a:pt x="5498" y="5290"/>
                    <a:pt x="5485" y="5290"/>
                    <a:pt x="5470" y="5290"/>
                  </a:cubicBezTo>
                  <a:cubicBezTo>
                    <a:pt x="5434" y="5290"/>
                    <a:pt x="5395" y="5286"/>
                    <a:pt x="5357" y="5286"/>
                  </a:cubicBezTo>
                  <a:cubicBezTo>
                    <a:pt x="5296" y="5286"/>
                    <a:pt x="5238" y="5298"/>
                    <a:pt x="5198" y="5362"/>
                  </a:cubicBezTo>
                  <a:cubicBezTo>
                    <a:pt x="5168" y="5407"/>
                    <a:pt x="5183" y="5497"/>
                    <a:pt x="5153" y="5542"/>
                  </a:cubicBezTo>
                  <a:cubicBezTo>
                    <a:pt x="5049" y="5661"/>
                    <a:pt x="5034" y="5825"/>
                    <a:pt x="5034" y="5975"/>
                  </a:cubicBezTo>
                  <a:cubicBezTo>
                    <a:pt x="5034" y="6035"/>
                    <a:pt x="5079" y="6094"/>
                    <a:pt x="5064" y="6154"/>
                  </a:cubicBezTo>
                  <a:cubicBezTo>
                    <a:pt x="5049" y="6348"/>
                    <a:pt x="5019" y="6527"/>
                    <a:pt x="4989" y="6722"/>
                  </a:cubicBezTo>
                  <a:cubicBezTo>
                    <a:pt x="4974" y="6737"/>
                    <a:pt x="4974" y="6766"/>
                    <a:pt x="4989" y="6796"/>
                  </a:cubicBezTo>
                  <a:cubicBezTo>
                    <a:pt x="4989" y="6931"/>
                    <a:pt x="4974" y="7065"/>
                    <a:pt x="4974" y="7200"/>
                  </a:cubicBezTo>
                  <a:cubicBezTo>
                    <a:pt x="4959" y="7229"/>
                    <a:pt x="4959" y="7244"/>
                    <a:pt x="4959" y="7274"/>
                  </a:cubicBezTo>
                  <a:cubicBezTo>
                    <a:pt x="4989" y="7409"/>
                    <a:pt x="5004" y="7528"/>
                    <a:pt x="5004" y="7648"/>
                  </a:cubicBezTo>
                  <a:cubicBezTo>
                    <a:pt x="5019" y="7707"/>
                    <a:pt x="5034" y="7767"/>
                    <a:pt x="5064" y="7812"/>
                  </a:cubicBezTo>
                  <a:cubicBezTo>
                    <a:pt x="5034" y="7797"/>
                    <a:pt x="5004" y="7782"/>
                    <a:pt x="4974" y="7767"/>
                  </a:cubicBezTo>
                  <a:cubicBezTo>
                    <a:pt x="4959" y="7782"/>
                    <a:pt x="4959" y="7797"/>
                    <a:pt x="4959" y="7797"/>
                  </a:cubicBezTo>
                  <a:cubicBezTo>
                    <a:pt x="4989" y="7812"/>
                    <a:pt x="5019" y="7827"/>
                    <a:pt x="5064" y="7842"/>
                  </a:cubicBezTo>
                  <a:cubicBezTo>
                    <a:pt x="5094" y="7857"/>
                    <a:pt x="5123" y="7872"/>
                    <a:pt x="5168" y="7887"/>
                  </a:cubicBezTo>
                  <a:cubicBezTo>
                    <a:pt x="5183" y="7872"/>
                    <a:pt x="5183" y="7872"/>
                    <a:pt x="5183" y="7857"/>
                  </a:cubicBezTo>
                  <a:cubicBezTo>
                    <a:pt x="5198" y="7857"/>
                    <a:pt x="5213" y="7872"/>
                    <a:pt x="5213" y="7872"/>
                  </a:cubicBezTo>
                  <a:cubicBezTo>
                    <a:pt x="5213" y="7872"/>
                    <a:pt x="5213" y="7887"/>
                    <a:pt x="5228" y="7887"/>
                  </a:cubicBezTo>
                  <a:cubicBezTo>
                    <a:pt x="5213" y="7887"/>
                    <a:pt x="5198" y="7872"/>
                    <a:pt x="5183" y="7872"/>
                  </a:cubicBezTo>
                  <a:cubicBezTo>
                    <a:pt x="5183" y="7887"/>
                    <a:pt x="5168" y="7887"/>
                    <a:pt x="5168" y="7887"/>
                  </a:cubicBezTo>
                  <a:cubicBezTo>
                    <a:pt x="5153" y="7902"/>
                    <a:pt x="5153" y="7931"/>
                    <a:pt x="5153" y="7946"/>
                  </a:cubicBezTo>
                  <a:cubicBezTo>
                    <a:pt x="5153" y="7961"/>
                    <a:pt x="5138" y="7976"/>
                    <a:pt x="5138" y="7991"/>
                  </a:cubicBezTo>
                  <a:cubicBezTo>
                    <a:pt x="5138" y="8006"/>
                    <a:pt x="5138" y="8021"/>
                    <a:pt x="5153" y="8036"/>
                  </a:cubicBezTo>
                  <a:cubicBezTo>
                    <a:pt x="5138" y="8051"/>
                    <a:pt x="5109" y="8066"/>
                    <a:pt x="5094" y="8081"/>
                  </a:cubicBezTo>
                  <a:cubicBezTo>
                    <a:pt x="5117" y="8104"/>
                    <a:pt x="5141" y="8124"/>
                    <a:pt x="5160" y="8124"/>
                  </a:cubicBezTo>
                  <a:cubicBezTo>
                    <a:pt x="5177" y="8124"/>
                    <a:pt x="5191" y="8108"/>
                    <a:pt x="5198" y="8066"/>
                  </a:cubicBezTo>
                  <a:cubicBezTo>
                    <a:pt x="5228" y="8081"/>
                    <a:pt x="5243" y="8096"/>
                    <a:pt x="5258" y="8126"/>
                  </a:cubicBezTo>
                  <a:cubicBezTo>
                    <a:pt x="5288" y="8111"/>
                    <a:pt x="5318" y="8096"/>
                    <a:pt x="5348" y="8081"/>
                  </a:cubicBezTo>
                  <a:cubicBezTo>
                    <a:pt x="5318" y="8081"/>
                    <a:pt x="5288" y="8066"/>
                    <a:pt x="5258" y="8051"/>
                  </a:cubicBezTo>
                  <a:cubicBezTo>
                    <a:pt x="5273" y="8036"/>
                    <a:pt x="5273" y="8021"/>
                    <a:pt x="5288" y="8006"/>
                  </a:cubicBezTo>
                  <a:cubicBezTo>
                    <a:pt x="5303" y="7976"/>
                    <a:pt x="5303" y="7946"/>
                    <a:pt x="5318" y="7916"/>
                  </a:cubicBezTo>
                  <a:cubicBezTo>
                    <a:pt x="5377" y="7916"/>
                    <a:pt x="5437" y="7931"/>
                    <a:pt x="5497" y="7946"/>
                  </a:cubicBezTo>
                  <a:cubicBezTo>
                    <a:pt x="5514" y="7938"/>
                    <a:pt x="5531" y="7929"/>
                    <a:pt x="5549" y="7929"/>
                  </a:cubicBezTo>
                  <a:cubicBezTo>
                    <a:pt x="5561" y="7929"/>
                    <a:pt x="5574" y="7934"/>
                    <a:pt x="5586" y="7946"/>
                  </a:cubicBezTo>
                  <a:lnTo>
                    <a:pt x="5676" y="7946"/>
                  </a:lnTo>
                  <a:cubicBezTo>
                    <a:pt x="5676" y="7961"/>
                    <a:pt x="5691" y="7961"/>
                    <a:pt x="5706" y="7961"/>
                  </a:cubicBezTo>
                  <a:cubicBezTo>
                    <a:pt x="5751" y="7976"/>
                    <a:pt x="5796" y="7991"/>
                    <a:pt x="5825" y="8006"/>
                  </a:cubicBezTo>
                  <a:cubicBezTo>
                    <a:pt x="5825" y="7991"/>
                    <a:pt x="5811" y="7961"/>
                    <a:pt x="5796" y="7946"/>
                  </a:cubicBezTo>
                  <a:lnTo>
                    <a:pt x="5796" y="7946"/>
                  </a:lnTo>
                  <a:cubicBezTo>
                    <a:pt x="5804" y="7951"/>
                    <a:pt x="5814" y="7953"/>
                    <a:pt x="5825" y="7953"/>
                  </a:cubicBezTo>
                  <a:cubicBezTo>
                    <a:pt x="5850" y="7953"/>
                    <a:pt x="5879" y="7942"/>
                    <a:pt x="5900" y="7931"/>
                  </a:cubicBezTo>
                  <a:cubicBezTo>
                    <a:pt x="5915" y="7931"/>
                    <a:pt x="5930" y="7931"/>
                    <a:pt x="5930" y="7916"/>
                  </a:cubicBezTo>
                  <a:lnTo>
                    <a:pt x="5945" y="7946"/>
                  </a:lnTo>
                  <a:cubicBezTo>
                    <a:pt x="5975" y="7946"/>
                    <a:pt x="5990" y="7946"/>
                    <a:pt x="6005" y="7961"/>
                  </a:cubicBezTo>
                  <a:cubicBezTo>
                    <a:pt x="6020" y="7961"/>
                    <a:pt x="6049" y="7991"/>
                    <a:pt x="6049" y="7991"/>
                  </a:cubicBezTo>
                  <a:cubicBezTo>
                    <a:pt x="6075" y="7965"/>
                    <a:pt x="6095" y="7956"/>
                    <a:pt x="6112" y="7956"/>
                  </a:cubicBezTo>
                  <a:cubicBezTo>
                    <a:pt x="6145" y="7956"/>
                    <a:pt x="6164" y="7992"/>
                    <a:pt x="6184" y="8021"/>
                  </a:cubicBezTo>
                  <a:cubicBezTo>
                    <a:pt x="6169" y="8066"/>
                    <a:pt x="6154" y="8111"/>
                    <a:pt x="6139" y="8170"/>
                  </a:cubicBezTo>
                  <a:lnTo>
                    <a:pt x="6274" y="8170"/>
                  </a:lnTo>
                  <a:lnTo>
                    <a:pt x="6199" y="8021"/>
                  </a:lnTo>
                  <a:cubicBezTo>
                    <a:pt x="6214" y="8006"/>
                    <a:pt x="6229" y="7991"/>
                    <a:pt x="6244" y="7976"/>
                  </a:cubicBezTo>
                  <a:cubicBezTo>
                    <a:pt x="6277" y="8029"/>
                    <a:pt x="6313" y="8044"/>
                    <a:pt x="6349" y="8044"/>
                  </a:cubicBezTo>
                  <a:cubicBezTo>
                    <a:pt x="6395" y="8044"/>
                    <a:pt x="6441" y="8021"/>
                    <a:pt x="6483" y="8021"/>
                  </a:cubicBezTo>
                  <a:cubicBezTo>
                    <a:pt x="6534" y="8021"/>
                    <a:pt x="6585" y="8054"/>
                    <a:pt x="6636" y="8054"/>
                  </a:cubicBezTo>
                  <a:cubicBezTo>
                    <a:pt x="6645" y="8054"/>
                    <a:pt x="6653" y="8053"/>
                    <a:pt x="6662" y="8051"/>
                  </a:cubicBezTo>
                  <a:cubicBezTo>
                    <a:pt x="6671" y="8046"/>
                    <a:pt x="6681" y="8044"/>
                    <a:pt x="6691" y="8044"/>
                  </a:cubicBezTo>
                  <a:cubicBezTo>
                    <a:pt x="6722" y="8044"/>
                    <a:pt x="6754" y="8062"/>
                    <a:pt x="6784" y="8062"/>
                  </a:cubicBezTo>
                  <a:cubicBezTo>
                    <a:pt x="6806" y="8062"/>
                    <a:pt x="6825" y="8053"/>
                    <a:pt x="6841" y="8021"/>
                  </a:cubicBezTo>
                  <a:cubicBezTo>
                    <a:pt x="6856" y="8036"/>
                    <a:pt x="6886" y="8036"/>
                    <a:pt x="6901" y="8036"/>
                  </a:cubicBezTo>
                  <a:cubicBezTo>
                    <a:pt x="6931" y="7991"/>
                    <a:pt x="6976" y="7961"/>
                    <a:pt x="7005" y="7916"/>
                  </a:cubicBezTo>
                  <a:cubicBezTo>
                    <a:pt x="7080" y="7842"/>
                    <a:pt x="7140" y="7767"/>
                    <a:pt x="7214" y="7692"/>
                  </a:cubicBezTo>
                  <a:cubicBezTo>
                    <a:pt x="7304" y="7618"/>
                    <a:pt x="7304" y="7513"/>
                    <a:pt x="7334" y="7424"/>
                  </a:cubicBezTo>
                  <a:cubicBezTo>
                    <a:pt x="7334" y="7394"/>
                    <a:pt x="7349" y="7364"/>
                    <a:pt x="7349" y="7334"/>
                  </a:cubicBezTo>
                  <a:cubicBezTo>
                    <a:pt x="7364" y="7304"/>
                    <a:pt x="7379" y="7274"/>
                    <a:pt x="7379" y="7259"/>
                  </a:cubicBezTo>
                  <a:cubicBezTo>
                    <a:pt x="7364" y="7214"/>
                    <a:pt x="7364" y="7185"/>
                    <a:pt x="7379" y="7140"/>
                  </a:cubicBezTo>
                  <a:cubicBezTo>
                    <a:pt x="7379" y="7110"/>
                    <a:pt x="7319" y="7110"/>
                    <a:pt x="7319" y="7080"/>
                  </a:cubicBezTo>
                  <a:cubicBezTo>
                    <a:pt x="7319" y="6946"/>
                    <a:pt x="7304" y="6826"/>
                    <a:pt x="7304" y="6692"/>
                  </a:cubicBezTo>
                  <a:lnTo>
                    <a:pt x="7304" y="6692"/>
                  </a:lnTo>
                  <a:cubicBezTo>
                    <a:pt x="7334" y="6707"/>
                    <a:pt x="7379" y="6707"/>
                    <a:pt x="7409" y="6722"/>
                  </a:cubicBezTo>
                  <a:cubicBezTo>
                    <a:pt x="7409" y="6707"/>
                    <a:pt x="7409" y="6692"/>
                    <a:pt x="7409" y="6677"/>
                  </a:cubicBezTo>
                  <a:cubicBezTo>
                    <a:pt x="7379" y="6677"/>
                    <a:pt x="7349" y="6662"/>
                    <a:pt x="7304" y="6662"/>
                  </a:cubicBezTo>
                  <a:cubicBezTo>
                    <a:pt x="7319" y="6438"/>
                    <a:pt x="7319" y="6199"/>
                    <a:pt x="7334" y="5975"/>
                  </a:cubicBezTo>
                  <a:cubicBezTo>
                    <a:pt x="7349" y="5736"/>
                    <a:pt x="7289" y="5601"/>
                    <a:pt x="7080" y="5497"/>
                  </a:cubicBezTo>
                  <a:cubicBezTo>
                    <a:pt x="7050" y="5482"/>
                    <a:pt x="7020" y="5467"/>
                    <a:pt x="6990" y="5452"/>
                  </a:cubicBezTo>
                  <a:cubicBezTo>
                    <a:pt x="6946" y="5452"/>
                    <a:pt x="6901" y="5437"/>
                    <a:pt x="6871" y="5422"/>
                  </a:cubicBezTo>
                  <a:lnTo>
                    <a:pt x="6811" y="5422"/>
                  </a:lnTo>
                  <a:cubicBezTo>
                    <a:pt x="6751" y="5497"/>
                    <a:pt x="6856" y="5557"/>
                    <a:pt x="6841" y="5631"/>
                  </a:cubicBezTo>
                  <a:cubicBezTo>
                    <a:pt x="6841" y="5706"/>
                    <a:pt x="6916" y="5766"/>
                    <a:pt x="6916" y="5840"/>
                  </a:cubicBezTo>
                  <a:lnTo>
                    <a:pt x="6916" y="5855"/>
                  </a:lnTo>
                  <a:cubicBezTo>
                    <a:pt x="6901" y="5885"/>
                    <a:pt x="6871" y="5900"/>
                    <a:pt x="6856" y="5930"/>
                  </a:cubicBezTo>
                  <a:cubicBezTo>
                    <a:pt x="6856" y="5945"/>
                    <a:pt x="6856" y="5960"/>
                    <a:pt x="6841" y="5975"/>
                  </a:cubicBezTo>
                  <a:cubicBezTo>
                    <a:pt x="6856" y="5975"/>
                    <a:pt x="6886" y="5960"/>
                    <a:pt x="6901" y="5960"/>
                  </a:cubicBezTo>
                  <a:lnTo>
                    <a:pt x="6916" y="5870"/>
                  </a:lnTo>
                  <a:cubicBezTo>
                    <a:pt x="6931" y="5900"/>
                    <a:pt x="6946" y="5945"/>
                    <a:pt x="6961" y="5975"/>
                  </a:cubicBezTo>
                  <a:cubicBezTo>
                    <a:pt x="6961" y="6005"/>
                    <a:pt x="6961" y="6020"/>
                    <a:pt x="6961" y="6049"/>
                  </a:cubicBezTo>
                  <a:cubicBezTo>
                    <a:pt x="6946" y="6049"/>
                    <a:pt x="6946" y="6064"/>
                    <a:pt x="6946" y="6079"/>
                  </a:cubicBezTo>
                  <a:cubicBezTo>
                    <a:pt x="6916" y="6094"/>
                    <a:pt x="6901" y="6109"/>
                    <a:pt x="6886" y="6124"/>
                  </a:cubicBezTo>
                  <a:cubicBezTo>
                    <a:pt x="6886" y="6154"/>
                    <a:pt x="6901" y="6184"/>
                    <a:pt x="6931" y="6214"/>
                  </a:cubicBezTo>
                  <a:cubicBezTo>
                    <a:pt x="6916" y="6229"/>
                    <a:pt x="6916" y="6244"/>
                    <a:pt x="6916" y="6259"/>
                  </a:cubicBezTo>
                  <a:cubicBezTo>
                    <a:pt x="6901" y="6363"/>
                    <a:pt x="6856" y="6453"/>
                    <a:pt x="6886" y="6557"/>
                  </a:cubicBezTo>
                  <a:cubicBezTo>
                    <a:pt x="6946" y="6737"/>
                    <a:pt x="6901" y="6931"/>
                    <a:pt x="6901" y="7110"/>
                  </a:cubicBezTo>
                  <a:cubicBezTo>
                    <a:pt x="6901" y="7140"/>
                    <a:pt x="6916" y="7155"/>
                    <a:pt x="6916" y="7185"/>
                  </a:cubicBezTo>
                  <a:cubicBezTo>
                    <a:pt x="6931" y="7319"/>
                    <a:pt x="6856" y="7424"/>
                    <a:pt x="6841" y="7543"/>
                  </a:cubicBezTo>
                  <a:cubicBezTo>
                    <a:pt x="6841" y="7558"/>
                    <a:pt x="6871" y="7573"/>
                    <a:pt x="6841" y="7588"/>
                  </a:cubicBezTo>
                  <a:cubicBezTo>
                    <a:pt x="6796" y="7543"/>
                    <a:pt x="6766" y="7498"/>
                    <a:pt x="6766" y="7424"/>
                  </a:cubicBezTo>
                  <a:cubicBezTo>
                    <a:pt x="6766" y="7170"/>
                    <a:pt x="6647" y="6946"/>
                    <a:pt x="6617" y="6707"/>
                  </a:cubicBezTo>
                  <a:cubicBezTo>
                    <a:pt x="6617" y="6699"/>
                    <a:pt x="6617" y="6699"/>
                    <a:pt x="6615" y="6699"/>
                  </a:cubicBezTo>
                  <a:cubicBezTo>
                    <a:pt x="6613" y="6699"/>
                    <a:pt x="6610" y="6699"/>
                    <a:pt x="6602" y="6692"/>
                  </a:cubicBezTo>
                  <a:cubicBezTo>
                    <a:pt x="6557" y="6662"/>
                    <a:pt x="6557" y="6617"/>
                    <a:pt x="6617" y="6587"/>
                  </a:cubicBezTo>
                  <a:cubicBezTo>
                    <a:pt x="6662" y="6527"/>
                    <a:pt x="6677" y="6483"/>
                    <a:pt x="6647" y="6408"/>
                  </a:cubicBezTo>
                  <a:cubicBezTo>
                    <a:pt x="6602" y="6348"/>
                    <a:pt x="6632" y="6273"/>
                    <a:pt x="6632" y="6214"/>
                  </a:cubicBezTo>
                  <a:cubicBezTo>
                    <a:pt x="6557" y="6154"/>
                    <a:pt x="6587" y="6064"/>
                    <a:pt x="6572" y="5990"/>
                  </a:cubicBezTo>
                  <a:cubicBezTo>
                    <a:pt x="6542" y="5885"/>
                    <a:pt x="6602" y="5855"/>
                    <a:pt x="6662" y="5796"/>
                  </a:cubicBezTo>
                  <a:cubicBezTo>
                    <a:pt x="6737" y="5751"/>
                    <a:pt x="6707" y="5676"/>
                    <a:pt x="6692" y="5616"/>
                  </a:cubicBezTo>
                  <a:cubicBezTo>
                    <a:pt x="6647" y="5542"/>
                    <a:pt x="6557" y="5527"/>
                    <a:pt x="6483" y="5497"/>
                  </a:cubicBezTo>
                  <a:cubicBezTo>
                    <a:pt x="6468" y="5497"/>
                    <a:pt x="6453" y="5482"/>
                    <a:pt x="6438" y="5482"/>
                  </a:cubicBezTo>
                  <a:cubicBezTo>
                    <a:pt x="6393" y="5482"/>
                    <a:pt x="6348" y="5452"/>
                    <a:pt x="6318" y="5422"/>
                  </a:cubicBezTo>
                  <a:cubicBezTo>
                    <a:pt x="6169" y="5392"/>
                    <a:pt x="6020" y="5347"/>
                    <a:pt x="5870" y="5333"/>
                  </a:cubicBezTo>
                  <a:cubicBezTo>
                    <a:pt x="5773" y="5308"/>
                    <a:pt x="5675" y="5284"/>
                    <a:pt x="5578" y="5284"/>
                  </a:cubicBezTo>
                  <a:close/>
                  <a:moveTo>
                    <a:pt x="7035" y="8081"/>
                  </a:moveTo>
                  <a:cubicBezTo>
                    <a:pt x="7020" y="8081"/>
                    <a:pt x="6990" y="8096"/>
                    <a:pt x="6961" y="8096"/>
                  </a:cubicBezTo>
                  <a:cubicBezTo>
                    <a:pt x="6976" y="8126"/>
                    <a:pt x="6990" y="8140"/>
                    <a:pt x="7020" y="8170"/>
                  </a:cubicBezTo>
                  <a:cubicBezTo>
                    <a:pt x="7020" y="8155"/>
                    <a:pt x="7020" y="8155"/>
                    <a:pt x="7035" y="8140"/>
                  </a:cubicBezTo>
                  <a:cubicBezTo>
                    <a:pt x="7050" y="8126"/>
                    <a:pt x="7050" y="8111"/>
                    <a:pt x="7065" y="8096"/>
                  </a:cubicBezTo>
                  <a:cubicBezTo>
                    <a:pt x="7050" y="8081"/>
                    <a:pt x="7050" y="8081"/>
                    <a:pt x="7035" y="8081"/>
                  </a:cubicBezTo>
                  <a:close/>
                  <a:moveTo>
                    <a:pt x="5811" y="8111"/>
                  </a:moveTo>
                  <a:cubicBezTo>
                    <a:pt x="5825" y="8140"/>
                    <a:pt x="5840" y="8170"/>
                    <a:pt x="5840" y="8200"/>
                  </a:cubicBezTo>
                  <a:cubicBezTo>
                    <a:pt x="5855" y="8170"/>
                    <a:pt x="5855" y="8140"/>
                    <a:pt x="5855" y="8126"/>
                  </a:cubicBezTo>
                  <a:cubicBezTo>
                    <a:pt x="5840" y="8111"/>
                    <a:pt x="5825" y="8111"/>
                    <a:pt x="5811" y="8111"/>
                  </a:cubicBezTo>
                  <a:close/>
                  <a:moveTo>
                    <a:pt x="6498" y="8066"/>
                  </a:moveTo>
                  <a:cubicBezTo>
                    <a:pt x="6468" y="8096"/>
                    <a:pt x="6438" y="8140"/>
                    <a:pt x="6408" y="8170"/>
                  </a:cubicBezTo>
                  <a:cubicBezTo>
                    <a:pt x="6423" y="8185"/>
                    <a:pt x="6438" y="8200"/>
                    <a:pt x="6453" y="8200"/>
                  </a:cubicBezTo>
                  <a:cubicBezTo>
                    <a:pt x="6483" y="8170"/>
                    <a:pt x="6512" y="8140"/>
                    <a:pt x="6542" y="8111"/>
                  </a:cubicBezTo>
                  <a:cubicBezTo>
                    <a:pt x="6527" y="8096"/>
                    <a:pt x="6512" y="8081"/>
                    <a:pt x="6498" y="8066"/>
                  </a:cubicBezTo>
                  <a:close/>
                  <a:moveTo>
                    <a:pt x="6871" y="8230"/>
                  </a:moveTo>
                  <a:cubicBezTo>
                    <a:pt x="6856" y="8245"/>
                    <a:pt x="6841" y="8260"/>
                    <a:pt x="6826" y="8275"/>
                  </a:cubicBezTo>
                  <a:cubicBezTo>
                    <a:pt x="6826" y="8275"/>
                    <a:pt x="6841" y="8290"/>
                    <a:pt x="6841" y="8290"/>
                  </a:cubicBezTo>
                  <a:cubicBezTo>
                    <a:pt x="6856" y="8290"/>
                    <a:pt x="6871" y="8275"/>
                    <a:pt x="6901" y="8275"/>
                  </a:cubicBezTo>
                  <a:cubicBezTo>
                    <a:pt x="6886" y="8245"/>
                    <a:pt x="6871" y="8230"/>
                    <a:pt x="6871" y="8230"/>
                  </a:cubicBezTo>
                  <a:close/>
                  <a:moveTo>
                    <a:pt x="374" y="8096"/>
                  </a:moveTo>
                  <a:cubicBezTo>
                    <a:pt x="344" y="8096"/>
                    <a:pt x="299" y="8096"/>
                    <a:pt x="299" y="8111"/>
                  </a:cubicBezTo>
                  <a:cubicBezTo>
                    <a:pt x="299" y="8170"/>
                    <a:pt x="314" y="8230"/>
                    <a:pt x="329" y="8290"/>
                  </a:cubicBezTo>
                  <a:cubicBezTo>
                    <a:pt x="329" y="8305"/>
                    <a:pt x="374" y="8305"/>
                    <a:pt x="404" y="8320"/>
                  </a:cubicBezTo>
                  <a:lnTo>
                    <a:pt x="374" y="8096"/>
                  </a:lnTo>
                  <a:close/>
                  <a:moveTo>
                    <a:pt x="13592" y="8066"/>
                  </a:moveTo>
                  <a:cubicBezTo>
                    <a:pt x="13577" y="8066"/>
                    <a:pt x="13562" y="8081"/>
                    <a:pt x="13562" y="8096"/>
                  </a:cubicBezTo>
                  <a:cubicBezTo>
                    <a:pt x="13547" y="8126"/>
                    <a:pt x="13592" y="8140"/>
                    <a:pt x="13592" y="8155"/>
                  </a:cubicBezTo>
                  <a:cubicBezTo>
                    <a:pt x="13577" y="8170"/>
                    <a:pt x="13577" y="8185"/>
                    <a:pt x="13562" y="8200"/>
                  </a:cubicBezTo>
                  <a:cubicBezTo>
                    <a:pt x="13532" y="8200"/>
                    <a:pt x="13502" y="8185"/>
                    <a:pt x="13488" y="8185"/>
                  </a:cubicBezTo>
                  <a:cubicBezTo>
                    <a:pt x="13502" y="8215"/>
                    <a:pt x="13517" y="8230"/>
                    <a:pt x="13532" y="8260"/>
                  </a:cubicBezTo>
                  <a:cubicBezTo>
                    <a:pt x="13488" y="8260"/>
                    <a:pt x="13443" y="8275"/>
                    <a:pt x="13398" y="8275"/>
                  </a:cubicBezTo>
                  <a:cubicBezTo>
                    <a:pt x="13398" y="8290"/>
                    <a:pt x="13398" y="8290"/>
                    <a:pt x="13398" y="8305"/>
                  </a:cubicBezTo>
                  <a:cubicBezTo>
                    <a:pt x="13443" y="8305"/>
                    <a:pt x="13488" y="8320"/>
                    <a:pt x="13532" y="8320"/>
                  </a:cubicBezTo>
                  <a:lnTo>
                    <a:pt x="13622" y="8320"/>
                  </a:lnTo>
                  <a:cubicBezTo>
                    <a:pt x="13622" y="8305"/>
                    <a:pt x="13607" y="8275"/>
                    <a:pt x="13607" y="8260"/>
                  </a:cubicBezTo>
                  <a:lnTo>
                    <a:pt x="13592" y="8260"/>
                  </a:lnTo>
                  <a:cubicBezTo>
                    <a:pt x="13652" y="8185"/>
                    <a:pt x="13667" y="8126"/>
                    <a:pt x="13592" y="8066"/>
                  </a:cubicBezTo>
                  <a:close/>
                  <a:moveTo>
                    <a:pt x="4703" y="8224"/>
                  </a:moveTo>
                  <a:cubicBezTo>
                    <a:pt x="4699" y="8224"/>
                    <a:pt x="4695" y="8226"/>
                    <a:pt x="4690" y="8230"/>
                  </a:cubicBezTo>
                  <a:cubicBezTo>
                    <a:pt x="4675" y="8245"/>
                    <a:pt x="4646" y="8260"/>
                    <a:pt x="4631" y="8290"/>
                  </a:cubicBezTo>
                  <a:cubicBezTo>
                    <a:pt x="4631" y="8305"/>
                    <a:pt x="4646" y="8320"/>
                    <a:pt x="4660" y="8335"/>
                  </a:cubicBezTo>
                  <a:cubicBezTo>
                    <a:pt x="4675" y="8335"/>
                    <a:pt x="4675" y="8335"/>
                    <a:pt x="4690" y="8320"/>
                  </a:cubicBezTo>
                  <a:cubicBezTo>
                    <a:pt x="4705" y="8290"/>
                    <a:pt x="4720" y="8275"/>
                    <a:pt x="4735" y="8245"/>
                  </a:cubicBezTo>
                  <a:cubicBezTo>
                    <a:pt x="4725" y="8234"/>
                    <a:pt x="4714" y="8224"/>
                    <a:pt x="4703" y="8224"/>
                  </a:cubicBezTo>
                  <a:close/>
                  <a:moveTo>
                    <a:pt x="658" y="8335"/>
                  </a:moveTo>
                  <a:cubicBezTo>
                    <a:pt x="628" y="8350"/>
                    <a:pt x="583" y="8365"/>
                    <a:pt x="553" y="8365"/>
                  </a:cubicBezTo>
                  <a:cubicBezTo>
                    <a:pt x="553" y="8379"/>
                    <a:pt x="568" y="8394"/>
                    <a:pt x="568" y="8409"/>
                  </a:cubicBezTo>
                  <a:cubicBezTo>
                    <a:pt x="598" y="8394"/>
                    <a:pt x="628" y="8379"/>
                    <a:pt x="673" y="8365"/>
                  </a:cubicBezTo>
                  <a:cubicBezTo>
                    <a:pt x="658" y="8350"/>
                    <a:pt x="658" y="8350"/>
                    <a:pt x="658" y="8335"/>
                  </a:cubicBezTo>
                  <a:close/>
                  <a:moveTo>
                    <a:pt x="12875" y="8170"/>
                  </a:moveTo>
                  <a:cubicBezTo>
                    <a:pt x="12860" y="8185"/>
                    <a:pt x="12860" y="8200"/>
                    <a:pt x="12845" y="8200"/>
                  </a:cubicBezTo>
                  <a:cubicBezTo>
                    <a:pt x="12786" y="8290"/>
                    <a:pt x="12920" y="8320"/>
                    <a:pt x="12905" y="8409"/>
                  </a:cubicBezTo>
                  <a:lnTo>
                    <a:pt x="12965" y="8439"/>
                  </a:lnTo>
                  <a:cubicBezTo>
                    <a:pt x="12995" y="8409"/>
                    <a:pt x="13010" y="8379"/>
                    <a:pt x="13054" y="8350"/>
                  </a:cubicBezTo>
                  <a:cubicBezTo>
                    <a:pt x="13025" y="8305"/>
                    <a:pt x="13010" y="8260"/>
                    <a:pt x="12965" y="8230"/>
                  </a:cubicBezTo>
                  <a:cubicBezTo>
                    <a:pt x="12950" y="8200"/>
                    <a:pt x="12905" y="8185"/>
                    <a:pt x="12875" y="8170"/>
                  </a:cubicBezTo>
                  <a:close/>
                  <a:moveTo>
                    <a:pt x="5377" y="8379"/>
                  </a:moveTo>
                  <a:cubicBezTo>
                    <a:pt x="5377" y="8409"/>
                    <a:pt x="5362" y="8439"/>
                    <a:pt x="5362" y="8484"/>
                  </a:cubicBezTo>
                  <a:lnTo>
                    <a:pt x="5392" y="8484"/>
                  </a:lnTo>
                  <a:cubicBezTo>
                    <a:pt x="5407" y="8454"/>
                    <a:pt x="5422" y="8439"/>
                    <a:pt x="5422" y="8409"/>
                  </a:cubicBezTo>
                  <a:cubicBezTo>
                    <a:pt x="5407" y="8394"/>
                    <a:pt x="5392" y="8379"/>
                    <a:pt x="5377" y="8379"/>
                  </a:cubicBezTo>
                  <a:close/>
                  <a:moveTo>
                    <a:pt x="6169" y="8424"/>
                  </a:moveTo>
                  <a:cubicBezTo>
                    <a:pt x="6124" y="8439"/>
                    <a:pt x="6094" y="8439"/>
                    <a:pt x="6064" y="8454"/>
                  </a:cubicBezTo>
                  <a:cubicBezTo>
                    <a:pt x="6064" y="8454"/>
                    <a:pt x="6064" y="8469"/>
                    <a:pt x="6064" y="8469"/>
                  </a:cubicBezTo>
                  <a:cubicBezTo>
                    <a:pt x="6075" y="8480"/>
                    <a:pt x="6093" y="8490"/>
                    <a:pt x="6108" y="8490"/>
                  </a:cubicBezTo>
                  <a:cubicBezTo>
                    <a:pt x="6114" y="8490"/>
                    <a:pt x="6120" y="8488"/>
                    <a:pt x="6124" y="8484"/>
                  </a:cubicBezTo>
                  <a:cubicBezTo>
                    <a:pt x="6139" y="8484"/>
                    <a:pt x="6154" y="8454"/>
                    <a:pt x="6169" y="8439"/>
                  </a:cubicBezTo>
                  <a:cubicBezTo>
                    <a:pt x="6169" y="8439"/>
                    <a:pt x="6169" y="8424"/>
                    <a:pt x="6169" y="8424"/>
                  </a:cubicBezTo>
                  <a:close/>
                  <a:moveTo>
                    <a:pt x="5079" y="8439"/>
                  </a:moveTo>
                  <a:cubicBezTo>
                    <a:pt x="5049" y="8439"/>
                    <a:pt x="5019" y="8454"/>
                    <a:pt x="4989" y="8469"/>
                  </a:cubicBezTo>
                  <a:cubicBezTo>
                    <a:pt x="4989" y="8469"/>
                    <a:pt x="4989" y="8484"/>
                    <a:pt x="5004" y="8499"/>
                  </a:cubicBezTo>
                  <a:cubicBezTo>
                    <a:pt x="5034" y="8484"/>
                    <a:pt x="5049" y="8484"/>
                    <a:pt x="5079" y="8469"/>
                  </a:cubicBezTo>
                  <a:cubicBezTo>
                    <a:pt x="5079" y="8469"/>
                    <a:pt x="5079" y="8454"/>
                    <a:pt x="5079" y="8439"/>
                  </a:cubicBezTo>
                  <a:close/>
                  <a:moveTo>
                    <a:pt x="13622" y="8409"/>
                  </a:moveTo>
                  <a:cubicBezTo>
                    <a:pt x="13607" y="8424"/>
                    <a:pt x="13592" y="8439"/>
                    <a:pt x="13562" y="8469"/>
                  </a:cubicBezTo>
                  <a:cubicBezTo>
                    <a:pt x="13592" y="8484"/>
                    <a:pt x="13622" y="8499"/>
                    <a:pt x="13652" y="8514"/>
                  </a:cubicBezTo>
                  <a:cubicBezTo>
                    <a:pt x="13652" y="8484"/>
                    <a:pt x="13637" y="8439"/>
                    <a:pt x="13622" y="8409"/>
                  </a:cubicBezTo>
                  <a:close/>
                  <a:moveTo>
                    <a:pt x="4855" y="8350"/>
                  </a:moveTo>
                  <a:cubicBezTo>
                    <a:pt x="4840" y="8365"/>
                    <a:pt x="4840" y="8365"/>
                    <a:pt x="4825" y="8379"/>
                  </a:cubicBezTo>
                  <a:cubicBezTo>
                    <a:pt x="4840" y="8409"/>
                    <a:pt x="4855" y="8439"/>
                    <a:pt x="4870" y="8469"/>
                  </a:cubicBezTo>
                  <a:cubicBezTo>
                    <a:pt x="4884" y="8499"/>
                    <a:pt x="4899" y="8514"/>
                    <a:pt x="4914" y="8544"/>
                  </a:cubicBezTo>
                  <a:cubicBezTo>
                    <a:pt x="4914" y="8514"/>
                    <a:pt x="4914" y="8484"/>
                    <a:pt x="4914" y="8454"/>
                  </a:cubicBezTo>
                  <a:cubicBezTo>
                    <a:pt x="4899" y="8424"/>
                    <a:pt x="4870" y="8394"/>
                    <a:pt x="4855" y="8350"/>
                  </a:cubicBezTo>
                  <a:close/>
                  <a:moveTo>
                    <a:pt x="5781" y="8439"/>
                  </a:moveTo>
                  <a:cubicBezTo>
                    <a:pt x="5781" y="8469"/>
                    <a:pt x="5796" y="8514"/>
                    <a:pt x="5811" y="8544"/>
                  </a:cubicBezTo>
                  <a:cubicBezTo>
                    <a:pt x="5811" y="8544"/>
                    <a:pt x="5811" y="8529"/>
                    <a:pt x="5811" y="8514"/>
                  </a:cubicBezTo>
                  <a:cubicBezTo>
                    <a:pt x="5796" y="8484"/>
                    <a:pt x="5781" y="8454"/>
                    <a:pt x="5781" y="8439"/>
                  </a:cubicBezTo>
                  <a:close/>
                  <a:moveTo>
                    <a:pt x="13084" y="8484"/>
                  </a:moveTo>
                  <a:lnTo>
                    <a:pt x="13084" y="8559"/>
                  </a:lnTo>
                  <a:cubicBezTo>
                    <a:pt x="13099" y="8544"/>
                    <a:pt x="13114" y="8529"/>
                    <a:pt x="13129" y="8514"/>
                  </a:cubicBezTo>
                  <a:cubicBezTo>
                    <a:pt x="13114" y="8514"/>
                    <a:pt x="13099" y="8499"/>
                    <a:pt x="13084" y="8484"/>
                  </a:cubicBezTo>
                  <a:close/>
                  <a:moveTo>
                    <a:pt x="702" y="8544"/>
                  </a:moveTo>
                  <a:cubicBezTo>
                    <a:pt x="688" y="8559"/>
                    <a:pt x="673" y="8559"/>
                    <a:pt x="658" y="8574"/>
                  </a:cubicBezTo>
                  <a:cubicBezTo>
                    <a:pt x="658" y="8589"/>
                    <a:pt x="673" y="8589"/>
                    <a:pt x="688" y="8618"/>
                  </a:cubicBezTo>
                  <a:cubicBezTo>
                    <a:pt x="702" y="8589"/>
                    <a:pt x="717" y="8589"/>
                    <a:pt x="717" y="8574"/>
                  </a:cubicBezTo>
                  <a:cubicBezTo>
                    <a:pt x="717" y="8559"/>
                    <a:pt x="702" y="8559"/>
                    <a:pt x="702" y="8544"/>
                  </a:cubicBezTo>
                  <a:close/>
                  <a:moveTo>
                    <a:pt x="404" y="8320"/>
                  </a:moveTo>
                  <a:cubicBezTo>
                    <a:pt x="344" y="8424"/>
                    <a:pt x="314" y="8544"/>
                    <a:pt x="434" y="8633"/>
                  </a:cubicBezTo>
                  <a:cubicBezTo>
                    <a:pt x="449" y="8633"/>
                    <a:pt x="493" y="8618"/>
                    <a:pt x="493" y="8603"/>
                  </a:cubicBezTo>
                  <a:cubicBezTo>
                    <a:pt x="493" y="8544"/>
                    <a:pt x="493" y="8484"/>
                    <a:pt x="464" y="8424"/>
                  </a:cubicBezTo>
                  <a:cubicBezTo>
                    <a:pt x="464" y="8394"/>
                    <a:pt x="419" y="8350"/>
                    <a:pt x="404" y="8320"/>
                  </a:cubicBezTo>
                  <a:close/>
                  <a:moveTo>
                    <a:pt x="5870" y="8574"/>
                  </a:moveTo>
                  <a:cubicBezTo>
                    <a:pt x="5870" y="8603"/>
                    <a:pt x="5885" y="8618"/>
                    <a:pt x="5885" y="8633"/>
                  </a:cubicBezTo>
                  <a:cubicBezTo>
                    <a:pt x="5900" y="8618"/>
                    <a:pt x="5930" y="8603"/>
                    <a:pt x="5945" y="8574"/>
                  </a:cubicBezTo>
                  <a:close/>
                  <a:moveTo>
                    <a:pt x="13114" y="8603"/>
                  </a:moveTo>
                  <a:cubicBezTo>
                    <a:pt x="13114" y="8633"/>
                    <a:pt x="13129" y="8648"/>
                    <a:pt x="13129" y="8663"/>
                  </a:cubicBezTo>
                  <a:cubicBezTo>
                    <a:pt x="13159" y="8663"/>
                    <a:pt x="13174" y="8648"/>
                    <a:pt x="13189" y="8633"/>
                  </a:cubicBezTo>
                  <a:cubicBezTo>
                    <a:pt x="13159" y="8618"/>
                    <a:pt x="13129" y="8618"/>
                    <a:pt x="13114" y="8603"/>
                  </a:cubicBezTo>
                  <a:close/>
                  <a:moveTo>
                    <a:pt x="5990" y="8663"/>
                  </a:moveTo>
                  <a:cubicBezTo>
                    <a:pt x="5990" y="8663"/>
                    <a:pt x="5975" y="8678"/>
                    <a:pt x="5960" y="8678"/>
                  </a:cubicBezTo>
                  <a:cubicBezTo>
                    <a:pt x="5975" y="8708"/>
                    <a:pt x="5990" y="8723"/>
                    <a:pt x="6005" y="8753"/>
                  </a:cubicBezTo>
                  <a:cubicBezTo>
                    <a:pt x="6005" y="8753"/>
                    <a:pt x="6035" y="8738"/>
                    <a:pt x="6035" y="8738"/>
                  </a:cubicBezTo>
                  <a:cubicBezTo>
                    <a:pt x="6020" y="8708"/>
                    <a:pt x="6005" y="8678"/>
                    <a:pt x="5990" y="8663"/>
                  </a:cubicBezTo>
                  <a:close/>
                  <a:moveTo>
                    <a:pt x="4989" y="8783"/>
                  </a:moveTo>
                  <a:cubicBezTo>
                    <a:pt x="4974" y="8783"/>
                    <a:pt x="4959" y="8783"/>
                    <a:pt x="4944" y="8798"/>
                  </a:cubicBezTo>
                  <a:cubicBezTo>
                    <a:pt x="4944" y="8798"/>
                    <a:pt x="4959" y="8828"/>
                    <a:pt x="4959" y="8828"/>
                  </a:cubicBezTo>
                  <a:cubicBezTo>
                    <a:pt x="4974" y="8828"/>
                    <a:pt x="4989" y="8813"/>
                    <a:pt x="5019" y="8813"/>
                  </a:cubicBezTo>
                  <a:cubicBezTo>
                    <a:pt x="5004" y="8798"/>
                    <a:pt x="4989" y="8783"/>
                    <a:pt x="4989" y="8783"/>
                  </a:cubicBezTo>
                  <a:close/>
                  <a:moveTo>
                    <a:pt x="5796" y="8753"/>
                  </a:moveTo>
                  <a:cubicBezTo>
                    <a:pt x="5796" y="8768"/>
                    <a:pt x="5796" y="8768"/>
                    <a:pt x="5781" y="8783"/>
                  </a:cubicBezTo>
                  <a:cubicBezTo>
                    <a:pt x="5811" y="8813"/>
                    <a:pt x="5840" y="8828"/>
                    <a:pt x="5870" y="8842"/>
                  </a:cubicBezTo>
                  <a:cubicBezTo>
                    <a:pt x="5885" y="8842"/>
                    <a:pt x="5885" y="8828"/>
                    <a:pt x="5900" y="8813"/>
                  </a:cubicBezTo>
                  <a:lnTo>
                    <a:pt x="5796" y="8753"/>
                  </a:lnTo>
                  <a:close/>
                  <a:moveTo>
                    <a:pt x="13219" y="8842"/>
                  </a:moveTo>
                  <a:cubicBezTo>
                    <a:pt x="13189" y="8872"/>
                    <a:pt x="13174" y="8887"/>
                    <a:pt x="13144" y="8917"/>
                  </a:cubicBezTo>
                  <a:lnTo>
                    <a:pt x="13204" y="8917"/>
                  </a:lnTo>
                  <a:cubicBezTo>
                    <a:pt x="13204" y="8932"/>
                    <a:pt x="13204" y="8932"/>
                    <a:pt x="13204" y="8947"/>
                  </a:cubicBezTo>
                  <a:cubicBezTo>
                    <a:pt x="13234" y="8932"/>
                    <a:pt x="13263" y="8902"/>
                    <a:pt x="13293" y="8887"/>
                  </a:cubicBezTo>
                  <a:cubicBezTo>
                    <a:pt x="13263" y="8872"/>
                    <a:pt x="13249" y="8857"/>
                    <a:pt x="13219" y="8842"/>
                  </a:cubicBezTo>
                  <a:close/>
                  <a:moveTo>
                    <a:pt x="5915" y="8947"/>
                  </a:moveTo>
                  <a:cubicBezTo>
                    <a:pt x="5915" y="8962"/>
                    <a:pt x="5885" y="8977"/>
                    <a:pt x="5900" y="8977"/>
                  </a:cubicBezTo>
                  <a:cubicBezTo>
                    <a:pt x="5900" y="9007"/>
                    <a:pt x="5915" y="9022"/>
                    <a:pt x="5930" y="9037"/>
                  </a:cubicBezTo>
                  <a:cubicBezTo>
                    <a:pt x="5945" y="9022"/>
                    <a:pt x="5945" y="9007"/>
                    <a:pt x="5960" y="8992"/>
                  </a:cubicBezTo>
                  <a:cubicBezTo>
                    <a:pt x="5945" y="8977"/>
                    <a:pt x="5930" y="8962"/>
                    <a:pt x="5915" y="8947"/>
                  </a:cubicBezTo>
                  <a:close/>
                  <a:moveTo>
                    <a:pt x="381" y="9052"/>
                  </a:moveTo>
                  <a:cubicBezTo>
                    <a:pt x="385" y="9055"/>
                    <a:pt x="389" y="9059"/>
                    <a:pt x="389" y="9067"/>
                  </a:cubicBezTo>
                  <a:lnTo>
                    <a:pt x="381" y="9052"/>
                  </a:lnTo>
                  <a:close/>
                  <a:moveTo>
                    <a:pt x="13443" y="8992"/>
                  </a:moveTo>
                  <a:cubicBezTo>
                    <a:pt x="13428" y="9022"/>
                    <a:pt x="13413" y="9022"/>
                    <a:pt x="13398" y="9037"/>
                  </a:cubicBezTo>
                  <a:cubicBezTo>
                    <a:pt x="13428" y="9052"/>
                    <a:pt x="13443" y="9067"/>
                    <a:pt x="13458" y="9067"/>
                  </a:cubicBezTo>
                  <a:cubicBezTo>
                    <a:pt x="13473" y="9067"/>
                    <a:pt x="13488" y="9052"/>
                    <a:pt x="13488" y="9052"/>
                  </a:cubicBezTo>
                  <a:cubicBezTo>
                    <a:pt x="13473" y="9022"/>
                    <a:pt x="13458" y="9022"/>
                    <a:pt x="13443" y="8992"/>
                  </a:cubicBezTo>
                  <a:close/>
                  <a:moveTo>
                    <a:pt x="5721" y="9022"/>
                  </a:moveTo>
                  <a:cubicBezTo>
                    <a:pt x="5691" y="9037"/>
                    <a:pt x="5661" y="9052"/>
                    <a:pt x="5631" y="9067"/>
                  </a:cubicBezTo>
                  <a:cubicBezTo>
                    <a:pt x="5661" y="9096"/>
                    <a:pt x="5691" y="9111"/>
                    <a:pt x="5721" y="9126"/>
                  </a:cubicBezTo>
                  <a:cubicBezTo>
                    <a:pt x="5721" y="9096"/>
                    <a:pt x="5721" y="9052"/>
                    <a:pt x="5721" y="9022"/>
                  </a:cubicBezTo>
                  <a:close/>
                  <a:moveTo>
                    <a:pt x="434" y="9291"/>
                  </a:moveTo>
                  <a:cubicBezTo>
                    <a:pt x="449" y="9305"/>
                    <a:pt x="464" y="9335"/>
                    <a:pt x="464" y="9350"/>
                  </a:cubicBezTo>
                  <a:lnTo>
                    <a:pt x="434" y="9291"/>
                  </a:lnTo>
                  <a:close/>
                  <a:moveTo>
                    <a:pt x="5751" y="9410"/>
                  </a:moveTo>
                  <a:cubicBezTo>
                    <a:pt x="5751" y="9425"/>
                    <a:pt x="5751" y="9440"/>
                    <a:pt x="5751" y="9470"/>
                  </a:cubicBezTo>
                  <a:cubicBezTo>
                    <a:pt x="5766" y="9470"/>
                    <a:pt x="5796" y="9485"/>
                    <a:pt x="5825" y="9485"/>
                  </a:cubicBezTo>
                  <a:cubicBezTo>
                    <a:pt x="5825" y="9485"/>
                    <a:pt x="5840" y="9440"/>
                    <a:pt x="5825" y="9440"/>
                  </a:cubicBezTo>
                  <a:cubicBezTo>
                    <a:pt x="5811" y="9425"/>
                    <a:pt x="5781" y="9410"/>
                    <a:pt x="5751" y="9410"/>
                  </a:cubicBezTo>
                  <a:close/>
                  <a:moveTo>
                    <a:pt x="5572" y="9470"/>
                  </a:moveTo>
                  <a:cubicBezTo>
                    <a:pt x="5557" y="9500"/>
                    <a:pt x="5542" y="9530"/>
                    <a:pt x="5527" y="9559"/>
                  </a:cubicBezTo>
                  <a:cubicBezTo>
                    <a:pt x="5527" y="9574"/>
                    <a:pt x="5527" y="9574"/>
                    <a:pt x="5542" y="9574"/>
                  </a:cubicBezTo>
                  <a:cubicBezTo>
                    <a:pt x="5572" y="9544"/>
                    <a:pt x="5601" y="9530"/>
                    <a:pt x="5631" y="9500"/>
                  </a:cubicBezTo>
                  <a:cubicBezTo>
                    <a:pt x="5616" y="9485"/>
                    <a:pt x="5586" y="9485"/>
                    <a:pt x="5572" y="9470"/>
                  </a:cubicBezTo>
                  <a:close/>
                  <a:moveTo>
                    <a:pt x="5930" y="9530"/>
                  </a:moveTo>
                  <a:cubicBezTo>
                    <a:pt x="5915" y="9559"/>
                    <a:pt x="5915" y="9589"/>
                    <a:pt x="5900" y="9619"/>
                  </a:cubicBezTo>
                  <a:cubicBezTo>
                    <a:pt x="5900" y="9619"/>
                    <a:pt x="5915" y="9619"/>
                    <a:pt x="5915" y="9634"/>
                  </a:cubicBezTo>
                  <a:cubicBezTo>
                    <a:pt x="5930" y="9604"/>
                    <a:pt x="5945" y="9574"/>
                    <a:pt x="5960" y="9559"/>
                  </a:cubicBezTo>
                  <a:cubicBezTo>
                    <a:pt x="5960" y="9544"/>
                    <a:pt x="5945" y="9530"/>
                    <a:pt x="5930" y="9530"/>
                  </a:cubicBezTo>
                  <a:close/>
                  <a:moveTo>
                    <a:pt x="314" y="8798"/>
                  </a:moveTo>
                  <a:cubicBezTo>
                    <a:pt x="314" y="8813"/>
                    <a:pt x="299" y="8813"/>
                    <a:pt x="284" y="8813"/>
                  </a:cubicBezTo>
                  <a:cubicBezTo>
                    <a:pt x="299" y="8842"/>
                    <a:pt x="314" y="8887"/>
                    <a:pt x="329" y="8932"/>
                  </a:cubicBezTo>
                  <a:cubicBezTo>
                    <a:pt x="314" y="8962"/>
                    <a:pt x="344" y="9007"/>
                    <a:pt x="374" y="9037"/>
                  </a:cubicBezTo>
                  <a:cubicBezTo>
                    <a:pt x="359" y="9081"/>
                    <a:pt x="344" y="9126"/>
                    <a:pt x="344" y="9171"/>
                  </a:cubicBezTo>
                  <a:cubicBezTo>
                    <a:pt x="344" y="9186"/>
                    <a:pt x="389" y="9201"/>
                    <a:pt x="404" y="9201"/>
                  </a:cubicBezTo>
                  <a:cubicBezTo>
                    <a:pt x="419" y="9201"/>
                    <a:pt x="419" y="9216"/>
                    <a:pt x="434" y="9216"/>
                  </a:cubicBezTo>
                  <a:cubicBezTo>
                    <a:pt x="434" y="9246"/>
                    <a:pt x="434" y="9261"/>
                    <a:pt x="434" y="9291"/>
                  </a:cubicBezTo>
                  <a:lnTo>
                    <a:pt x="374" y="9291"/>
                  </a:lnTo>
                  <a:cubicBezTo>
                    <a:pt x="374" y="9305"/>
                    <a:pt x="374" y="9320"/>
                    <a:pt x="389" y="9335"/>
                  </a:cubicBezTo>
                  <a:cubicBezTo>
                    <a:pt x="404" y="9350"/>
                    <a:pt x="434" y="9380"/>
                    <a:pt x="449" y="9410"/>
                  </a:cubicBezTo>
                  <a:cubicBezTo>
                    <a:pt x="493" y="9485"/>
                    <a:pt x="523" y="9559"/>
                    <a:pt x="553" y="9649"/>
                  </a:cubicBezTo>
                  <a:cubicBezTo>
                    <a:pt x="613" y="9559"/>
                    <a:pt x="538" y="9515"/>
                    <a:pt x="508" y="9455"/>
                  </a:cubicBezTo>
                  <a:cubicBezTo>
                    <a:pt x="523" y="9440"/>
                    <a:pt x="538" y="9425"/>
                    <a:pt x="553" y="9410"/>
                  </a:cubicBezTo>
                  <a:cubicBezTo>
                    <a:pt x="568" y="9276"/>
                    <a:pt x="583" y="9126"/>
                    <a:pt x="613" y="8947"/>
                  </a:cubicBezTo>
                  <a:lnTo>
                    <a:pt x="613" y="8947"/>
                  </a:lnTo>
                  <a:cubicBezTo>
                    <a:pt x="558" y="9007"/>
                    <a:pt x="523" y="9029"/>
                    <a:pt x="499" y="9029"/>
                  </a:cubicBezTo>
                  <a:cubicBezTo>
                    <a:pt x="457" y="9029"/>
                    <a:pt x="447" y="8964"/>
                    <a:pt x="419" y="8917"/>
                  </a:cubicBezTo>
                  <a:cubicBezTo>
                    <a:pt x="404" y="8917"/>
                    <a:pt x="374" y="8902"/>
                    <a:pt x="344" y="8902"/>
                  </a:cubicBezTo>
                  <a:lnTo>
                    <a:pt x="344" y="8887"/>
                  </a:lnTo>
                  <a:cubicBezTo>
                    <a:pt x="344" y="8857"/>
                    <a:pt x="329" y="8828"/>
                    <a:pt x="314" y="8798"/>
                  </a:cubicBezTo>
                  <a:close/>
                  <a:moveTo>
                    <a:pt x="9455" y="9649"/>
                  </a:moveTo>
                  <a:cubicBezTo>
                    <a:pt x="9440" y="9664"/>
                    <a:pt x="9410" y="9679"/>
                    <a:pt x="9395" y="9679"/>
                  </a:cubicBezTo>
                  <a:cubicBezTo>
                    <a:pt x="9395" y="9694"/>
                    <a:pt x="9395" y="9709"/>
                    <a:pt x="9410" y="9724"/>
                  </a:cubicBezTo>
                  <a:lnTo>
                    <a:pt x="9425" y="9724"/>
                  </a:lnTo>
                  <a:cubicBezTo>
                    <a:pt x="9440" y="9694"/>
                    <a:pt x="9455" y="9679"/>
                    <a:pt x="9455" y="9649"/>
                  </a:cubicBezTo>
                  <a:close/>
                  <a:moveTo>
                    <a:pt x="807" y="9679"/>
                  </a:moveTo>
                  <a:cubicBezTo>
                    <a:pt x="792" y="9709"/>
                    <a:pt x="777" y="9739"/>
                    <a:pt x="747" y="9768"/>
                  </a:cubicBezTo>
                  <a:cubicBezTo>
                    <a:pt x="747" y="9768"/>
                    <a:pt x="777" y="9783"/>
                    <a:pt x="777" y="9783"/>
                  </a:cubicBezTo>
                  <a:cubicBezTo>
                    <a:pt x="792" y="9754"/>
                    <a:pt x="822" y="9739"/>
                    <a:pt x="837" y="9709"/>
                  </a:cubicBezTo>
                  <a:cubicBezTo>
                    <a:pt x="837" y="9709"/>
                    <a:pt x="822" y="9694"/>
                    <a:pt x="807" y="9679"/>
                  </a:cubicBezTo>
                  <a:close/>
                  <a:moveTo>
                    <a:pt x="13099" y="9694"/>
                  </a:moveTo>
                  <a:cubicBezTo>
                    <a:pt x="13084" y="9724"/>
                    <a:pt x="13069" y="9739"/>
                    <a:pt x="13054" y="9768"/>
                  </a:cubicBezTo>
                  <a:cubicBezTo>
                    <a:pt x="13054" y="9768"/>
                    <a:pt x="13069" y="9783"/>
                    <a:pt x="13069" y="9783"/>
                  </a:cubicBezTo>
                  <a:cubicBezTo>
                    <a:pt x="13084" y="9768"/>
                    <a:pt x="13114" y="9739"/>
                    <a:pt x="13129" y="9724"/>
                  </a:cubicBezTo>
                  <a:cubicBezTo>
                    <a:pt x="13114" y="9709"/>
                    <a:pt x="13114" y="9709"/>
                    <a:pt x="13099" y="9694"/>
                  </a:cubicBezTo>
                  <a:close/>
                  <a:moveTo>
                    <a:pt x="13413" y="9709"/>
                  </a:moveTo>
                  <a:cubicBezTo>
                    <a:pt x="13308" y="9724"/>
                    <a:pt x="13398" y="9768"/>
                    <a:pt x="13398" y="9813"/>
                  </a:cubicBezTo>
                  <a:cubicBezTo>
                    <a:pt x="13398" y="9768"/>
                    <a:pt x="13413" y="9739"/>
                    <a:pt x="13413" y="9709"/>
                  </a:cubicBezTo>
                  <a:close/>
                  <a:moveTo>
                    <a:pt x="9443" y="9225"/>
                  </a:moveTo>
                  <a:cubicBezTo>
                    <a:pt x="9427" y="9225"/>
                    <a:pt x="9411" y="9227"/>
                    <a:pt x="9395" y="9231"/>
                  </a:cubicBezTo>
                  <a:cubicBezTo>
                    <a:pt x="9320" y="9291"/>
                    <a:pt x="9276" y="9365"/>
                    <a:pt x="9291" y="9470"/>
                  </a:cubicBezTo>
                  <a:cubicBezTo>
                    <a:pt x="9305" y="9485"/>
                    <a:pt x="9305" y="9515"/>
                    <a:pt x="9320" y="9530"/>
                  </a:cubicBezTo>
                  <a:cubicBezTo>
                    <a:pt x="9335" y="9559"/>
                    <a:pt x="9350" y="9589"/>
                    <a:pt x="9380" y="9604"/>
                  </a:cubicBezTo>
                  <a:cubicBezTo>
                    <a:pt x="9431" y="9604"/>
                    <a:pt x="9483" y="9571"/>
                    <a:pt x="9534" y="9571"/>
                  </a:cubicBezTo>
                  <a:cubicBezTo>
                    <a:pt x="9542" y="9571"/>
                    <a:pt x="9551" y="9572"/>
                    <a:pt x="9559" y="9574"/>
                  </a:cubicBezTo>
                  <a:cubicBezTo>
                    <a:pt x="9589" y="9574"/>
                    <a:pt x="9619" y="9571"/>
                    <a:pt x="9647" y="9571"/>
                  </a:cubicBezTo>
                  <a:cubicBezTo>
                    <a:pt x="9675" y="9571"/>
                    <a:pt x="9701" y="9574"/>
                    <a:pt x="9724" y="9589"/>
                  </a:cubicBezTo>
                  <a:lnTo>
                    <a:pt x="9679" y="9619"/>
                  </a:lnTo>
                  <a:cubicBezTo>
                    <a:pt x="9694" y="9634"/>
                    <a:pt x="9694" y="9649"/>
                    <a:pt x="9709" y="9679"/>
                  </a:cubicBezTo>
                  <a:lnTo>
                    <a:pt x="9739" y="9619"/>
                  </a:lnTo>
                  <a:cubicBezTo>
                    <a:pt x="9872" y="9724"/>
                    <a:pt x="10018" y="9738"/>
                    <a:pt x="10168" y="9738"/>
                  </a:cubicBezTo>
                  <a:cubicBezTo>
                    <a:pt x="10220" y="9738"/>
                    <a:pt x="10273" y="9736"/>
                    <a:pt x="10327" y="9736"/>
                  </a:cubicBezTo>
                  <a:cubicBezTo>
                    <a:pt x="10360" y="9736"/>
                    <a:pt x="10393" y="9737"/>
                    <a:pt x="10426" y="9739"/>
                  </a:cubicBezTo>
                  <a:cubicBezTo>
                    <a:pt x="10431" y="9741"/>
                    <a:pt x="10437" y="9743"/>
                    <a:pt x="10441" y="9743"/>
                  </a:cubicBezTo>
                  <a:cubicBezTo>
                    <a:pt x="10462" y="9743"/>
                    <a:pt x="10476" y="9721"/>
                    <a:pt x="10500" y="9709"/>
                  </a:cubicBezTo>
                  <a:cubicBezTo>
                    <a:pt x="10530" y="9679"/>
                    <a:pt x="10560" y="9664"/>
                    <a:pt x="10590" y="9634"/>
                  </a:cubicBezTo>
                  <a:cubicBezTo>
                    <a:pt x="10605" y="9634"/>
                    <a:pt x="10605" y="9634"/>
                    <a:pt x="10605" y="9619"/>
                  </a:cubicBezTo>
                  <a:cubicBezTo>
                    <a:pt x="10605" y="9697"/>
                    <a:pt x="10639" y="9741"/>
                    <a:pt x="10717" y="9741"/>
                  </a:cubicBezTo>
                  <a:cubicBezTo>
                    <a:pt x="10729" y="9741"/>
                    <a:pt x="10741" y="9741"/>
                    <a:pt x="10754" y="9739"/>
                  </a:cubicBezTo>
                  <a:cubicBezTo>
                    <a:pt x="10829" y="9739"/>
                    <a:pt x="10904" y="9739"/>
                    <a:pt x="10978" y="9694"/>
                  </a:cubicBezTo>
                  <a:cubicBezTo>
                    <a:pt x="11008" y="9679"/>
                    <a:pt x="11038" y="9668"/>
                    <a:pt x="11068" y="9668"/>
                  </a:cubicBezTo>
                  <a:cubicBezTo>
                    <a:pt x="11098" y="9668"/>
                    <a:pt x="11128" y="9679"/>
                    <a:pt x="11158" y="9709"/>
                  </a:cubicBezTo>
                  <a:cubicBezTo>
                    <a:pt x="11172" y="9724"/>
                    <a:pt x="11187" y="9731"/>
                    <a:pt x="11202" y="9731"/>
                  </a:cubicBezTo>
                  <a:cubicBezTo>
                    <a:pt x="11217" y="9731"/>
                    <a:pt x="11232" y="9724"/>
                    <a:pt x="11247" y="9709"/>
                  </a:cubicBezTo>
                  <a:cubicBezTo>
                    <a:pt x="11247" y="9754"/>
                    <a:pt x="11277" y="9768"/>
                    <a:pt x="11307" y="9798"/>
                  </a:cubicBezTo>
                  <a:cubicBezTo>
                    <a:pt x="11337" y="9828"/>
                    <a:pt x="11382" y="9858"/>
                    <a:pt x="11397" y="9918"/>
                  </a:cubicBezTo>
                  <a:cubicBezTo>
                    <a:pt x="11411" y="9963"/>
                    <a:pt x="11426" y="9993"/>
                    <a:pt x="11486" y="9993"/>
                  </a:cubicBezTo>
                  <a:cubicBezTo>
                    <a:pt x="11531" y="9993"/>
                    <a:pt x="11546" y="9948"/>
                    <a:pt x="11546" y="9903"/>
                  </a:cubicBezTo>
                  <a:cubicBezTo>
                    <a:pt x="11561" y="9858"/>
                    <a:pt x="11576" y="9813"/>
                    <a:pt x="11576" y="9783"/>
                  </a:cubicBezTo>
                  <a:cubicBezTo>
                    <a:pt x="11591" y="9649"/>
                    <a:pt x="11561" y="9544"/>
                    <a:pt x="11456" y="9470"/>
                  </a:cubicBezTo>
                  <a:cubicBezTo>
                    <a:pt x="11422" y="9447"/>
                    <a:pt x="11390" y="9437"/>
                    <a:pt x="11359" y="9437"/>
                  </a:cubicBezTo>
                  <a:cubicBezTo>
                    <a:pt x="11310" y="9437"/>
                    <a:pt x="11263" y="9463"/>
                    <a:pt x="11217" y="9500"/>
                  </a:cubicBezTo>
                  <a:cubicBezTo>
                    <a:pt x="11158" y="9485"/>
                    <a:pt x="11113" y="9455"/>
                    <a:pt x="11053" y="9440"/>
                  </a:cubicBezTo>
                  <a:lnTo>
                    <a:pt x="10978" y="9440"/>
                  </a:lnTo>
                  <a:cubicBezTo>
                    <a:pt x="10993" y="9470"/>
                    <a:pt x="11008" y="9485"/>
                    <a:pt x="11023" y="9530"/>
                  </a:cubicBezTo>
                  <a:cubicBezTo>
                    <a:pt x="10917" y="9466"/>
                    <a:pt x="10818" y="9409"/>
                    <a:pt x="10710" y="9409"/>
                  </a:cubicBezTo>
                  <a:cubicBezTo>
                    <a:pt x="10667" y="9409"/>
                    <a:pt x="10622" y="9418"/>
                    <a:pt x="10575" y="9440"/>
                  </a:cubicBezTo>
                  <a:lnTo>
                    <a:pt x="10261" y="9410"/>
                  </a:lnTo>
                  <a:cubicBezTo>
                    <a:pt x="10251" y="9405"/>
                    <a:pt x="10241" y="9403"/>
                    <a:pt x="10232" y="9403"/>
                  </a:cubicBezTo>
                  <a:cubicBezTo>
                    <a:pt x="10212" y="9403"/>
                    <a:pt x="10192" y="9410"/>
                    <a:pt x="10172" y="9410"/>
                  </a:cubicBezTo>
                  <a:cubicBezTo>
                    <a:pt x="10082" y="9395"/>
                    <a:pt x="9993" y="9380"/>
                    <a:pt x="9903" y="9350"/>
                  </a:cubicBezTo>
                  <a:cubicBezTo>
                    <a:pt x="9843" y="9335"/>
                    <a:pt x="9769" y="9320"/>
                    <a:pt x="9709" y="9291"/>
                  </a:cubicBezTo>
                  <a:cubicBezTo>
                    <a:pt x="9694" y="9276"/>
                    <a:pt x="9664" y="9276"/>
                    <a:pt x="9634" y="9276"/>
                  </a:cubicBezTo>
                  <a:cubicBezTo>
                    <a:pt x="9604" y="9276"/>
                    <a:pt x="9589" y="9261"/>
                    <a:pt x="9574" y="9261"/>
                  </a:cubicBezTo>
                  <a:cubicBezTo>
                    <a:pt x="9531" y="9239"/>
                    <a:pt x="9487" y="9225"/>
                    <a:pt x="9443" y="9225"/>
                  </a:cubicBezTo>
                  <a:close/>
                  <a:moveTo>
                    <a:pt x="9604" y="9873"/>
                  </a:moveTo>
                  <a:cubicBezTo>
                    <a:pt x="9589" y="9873"/>
                    <a:pt x="9589" y="9888"/>
                    <a:pt x="9574" y="9888"/>
                  </a:cubicBezTo>
                  <a:cubicBezTo>
                    <a:pt x="9604" y="9933"/>
                    <a:pt x="9619" y="9963"/>
                    <a:pt x="9649" y="10007"/>
                  </a:cubicBezTo>
                  <a:cubicBezTo>
                    <a:pt x="9664" y="9993"/>
                    <a:pt x="9679" y="9993"/>
                    <a:pt x="9679" y="9993"/>
                  </a:cubicBezTo>
                  <a:cubicBezTo>
                    <a:pt x="9664" y="9948"/>
                    <a:pt x="9634" y="9918"/>
                    <a:pt x="9604" y="9873"/>
                  </a:cubicBezTo>
                  <a:close/>
                  <a:moveTo>
                    <a:pt x="13771" y="9843"/>
                  </a:moveTo>
                  <a:lnTo>
                    <a:pt x="13712" y="10007"/>
                  </a:lnTo>
                  <a:cubicBezTo>
                    <a:pt x="13741" y="10007"/>
                    <a:pt x="13771" y="9993"/>
                    <a:pt x="13801" y="9978"/>
                  </a:cubicBezTo>
                  <a:cubicBezTo>
                    <a:pt x="13786" y="9933"/>
                    <a:pt x="13786" y="9888"/>
                    <a:pt x="13771" y="9843"/>
                  </a:cubicBezTo>
                  <a:close/>
                  <a:moveTo>
                    <a:pt x="1031" y="10022"/>
                  </a:moveTo>
                  <a:cubicBezTo>
                    <a:pt x="1046" y="10037"/>
                    <a:pt x="1046" y="10052"/>
                    <a:pt x="1046" y="10067"/>
                  </a:cubicBezTo>
                  <a:cubicBezTo>
                    <a:pt x="1061" y="10052"/>
                    <a:pt x="1091" y="10052"/>
                    <a:pt x="1106" y="10052"/>
                  </a:cubicBezTo>
                  <a:cubicBezTo>
                    <a:pt x="1076" y="10037"/>
                    <a:pt x="1061" y="10022"/>
                    <a:pt x="1031" y="10022"/>
                  </a:cubicBezTo>
                  <a:close/>
                  <a:moveTo>
                    <a:pt x="4150" y="3367"/>
                  </a:moveTo>
                  <a:cubicBezTo>
                    <a:pt x="4086" y="3367"/>
                    <a:pt x="4021" y="3407"/>
                    <a:pt x="3950" y="3407"/>
                  </a:cubicBezTo>
                  <a:cubicBezTo>
                    <a:pt x="3943" y="3407"/>
                    <a:pt x="3936" y="3407"/>
                    <a:pt x="3929" y="3406"/>
                  </a:cubicBezTo>
                  <a:cubicBezTo>
                    <a:pt x="3917" y="3417"/>
                    <a:pt x="3915" y="3446"/>
                    <a:pt x="3901" y="3446"/>
                  </a:cubicBezTo>
                  <a:cubicBezTo>
                    <a:pt x="3896" y="3446"/>
                    <a:pt x="3891" y="3443"/>
                    <a:pt x="3884" y="3436"/>
                  </a:cubicBezTo>
                  <a:cubicBezTo>
                    <a:pt x="3854" y="3406"/>
                    <a:pt x="3804" y="3392"/>
                    <a:pt x="3750" y="3392"/>
                  </a:cubicBezTo>
                  <a:cubicBezTo>
                    <a:pt x="3669" y="3392"/>
                    <a:pt x="3579" y="3421"/>
                    <a:pt x="3525" y="3466"/>
                  </a:cubicBezTo>
                  <a:cubicBezTo>
                    <a:pt x="3436" y="3555"/>
                    <a:pt x="3361" y="3675"/>
                    <a:pt x="3242" y="3719"/>
                  </a:cubicBezTo>
                  <a:cubicBezTo>
                    <a:pt x="3137" y="3764"/>
                    <a:pt x="3152" y="3794"/>
                    <a:pt x="3182" y="3854"/>
                  </a:cubicBezTo>
                  <a:cubicBezTo>
                    <a:pt x="3167" y="3914"/>
                    <a:pt x="3122" y="3973"/>
                    <a:pt x="3107" y="4018"/>
                  </a:cubicBezTo>
                  <a:cubicBezTo>
                    <a:pt x="3092" y="4272"/>
                    <a:pt x="3092" y="4511"/>
                    <a:pt x="3077" y="4750"/>
                  </a:cubicBezTo>
                  <a:cubicBezTo>
                    <a:pt x="3092" y="4780"/>
                    <a:pt x="3107" y="4795"/>
                    <a:pt x="3107" y="4810"/>
                  </a:cubicBezTo>
                  <a:cubicBezTo>
                    <a:pt x="3107" y="4870"/>
                    <a:pt x="3107" y="4929"/>
                    <a:pt x="3107" y="4989"/>
                  </a:cubicBezTo>
                  <a:cubicBezTo>
                    <a:pt x="3122" y="4989"/>
                    <a:pt x="3122" y="5004"/>
                    <a:pt x="3107" y="5019"/>
                  </a:cubicBezTo>
                  <a:cubicBezTo>
                    <a:pt x="3092" y="5034"/>
                    <a:pt x="3077" y="5064"/>
                    <a:pt x="3077" y="5079"/>
                  </a:cubicBezTo>
                  <a:cubicBezTo>
                    <a:pt x="3062" y="5452"/>
                    <a:pt x="3032" y="5810"/>
                    <a:pt x="3018" y="6184"/>
                  </a:cubicBezTo>
                  <a:cubicBezTo>
                    <a:pt x="3018" y="6259"/>
                    <a:pt x="3032" y="6333"/>
                    <a:pt x="3047" y="6423"/>
                  </a:cubicBezTo>
                  <a:cubicBezTo>
                    <a:pt x="2973" y="6468"/>
                    <a:pt x="3018" y="6527"/>
                    <a:pt x="3018" y="6587"/>
                  </a:cubicBezTo>
                  <a:cubicBezTo>
                    <a:pt x="3003" y="6841"/>
                    <a:pt x="2973" y="7095"/>
                    <a:pt x="2943" y="7349"/>
                  </a:cubicBezTo>
                  <a:cubicBezTo>
                    <a:pt x="2943" y="7438"/>
                    <a:pt x="2928" y="7513"/>
                    <a:pt x="2913" y="7588"/>
                  </a:cubicBezTo>
                  <a:cubicBezTo>
                    <a:pt x="2898" y="7737"/>
                    <a:pt x="2838" y="7902"/>
                    <a:pt x="2868" y="8051"/>
                  </a:cubicBezTo>
                  <a:cubicBezTo>
                    <a:pt x="2883" y="8215"/>
                    <a:pt x="2853" y="8365"/>
                    <a:pt x="2868" y="8529"/>
                  </a:cubicBezTo>
                  <a:cubicBezTo>
                    <a:pt x="2898" y="8872"/>
                    <a:pt x="2853" y="9231"/>
                    <a:pt x="2853" y="9574"/>
                  </a:cubicBezTo>
                  <a:cubicBezTo>
                    <a:pt x="2853" y="9634"/>
                    <a:pt x="2883" y="9709"/>
                    <a:pt x="2913" y="9754"/>
                  </a:cubicBezTo>
                  <a:cubicBezTo>
                    <a:pt x="3018" y="9888"/>
                    <a:pt x="3182" y="9918"/>
                    <a:pt x="3346" y="9948"/>
                  </a:cubicBezTo>
                  <a:cubicBezTo>
                    <a:pt x="3645" y="9978"/>
                    <a:pt x="3944" y="9978"/>
                    <a:pt x="4257" y="9993"/>
                  </a:cubicBezTo>
                  <a:cubicBezTo>
                    <a:pt x="4526" y="10007"/>
                    <a:pt x="4795" y="10022"/>
                    <a:pt x="5064" y="10037"/>
                  </a:cubicBezTo>
                  <a:cubicBezTo>
                    <a:pt x="5288" y="10052"/>
                    <a:pt x="5512" y="10052"/>
                    <a:pt x="5736" y="10082"/>
                  </a:cubicBezTo>
                  <a:cubicBezTo>
                    <a:pt x="5864" y="10104"/>
                    <a:pt x="5989" y="10121"/>
                    <a:pt x="6110" y="10121"/>
                  </a:cubicBezTo>
                  <a:cubicBezTo>
                    <a:pt x="6243" y="10121"/>
                    <a:pt x="6373" y="10100"/>
                    <a:pt x="6498" y="10037"/>
                  </a:cubicBezTo>
                  <a:cubicBezTo>
                    <a:pt x="6512" y="10022"/>
                    <a:pt x="6527" y="9963"/>
                    <a:pt x="6512" y="9933"/>
                  </a:cubicBezTo>
                  <a:cubicBezTo>
                    <a:pt x="6438" y="9783"/>
                    <a:pt x="6274" y="9813"/>
                    <a:pt x="6139" y="9798"/>
                  </a:cubicBezTo>
                  <a:cubicBezTo>
                    <a:pt x="5990" y="9768"/>
                    <a:pt x="5825" y="9754"/>
                    <a:pt x="5676" y="9724"/>
                  </a:cubicBezTo>
                  <a:cubicBezTo>
                    <a:pt x="5706" y="9709"/>
                    <a:pt x="5721" y="9679"/>
                    <a:pt x="5736" y="9664"/>
                  </a:cubicBezTo>
                  <a:cubicBezTo>
                    <a:pt x="5721" y="9649"/>
                    <a:pt x="5721" y="9649"/>
                    <a:pt x="5706" y="9634"/>
                  </a:cubicBezTo>
                  <a:lnTo>
                    <a:pt x="5661" y="9709"/>
                  </a:lnTo>
                  <a:cubicBezTo>
                    <a:pt x="5646" y="9709"/>
                    <a:pt x="5646" y="9724"/>
                    <a:pt x="5646" y="9739"/>
                  </a:cubicBezTo>
                  <a:cubicBezTo>
                    <a:pt x="5631" y="9754"/>
                    <a:pt x="5631" y="9768"/>
                    <a:pt x="5631" y="9783"/>
                  </a:cubicBezTo>
                  <a:cubicBezTo>
                    <a:pt x="5615" y="9810"/>
                    <a:pt x="5600" y="9819"/>
                    <a:pt x="5584" y="9819"/>
                  </a:cubicBezTo>
                  <a:cubicBezTo>
                    <a:pt x="5555" y="9819"/>
                    <a:pt x="5526" y="9788"/>
                    <a:pt x="5497" y="9768"/>
                  </a:cubicBezTo>
                  <a:cubicBezTo>
                    <a:pt x="5467" y="9754"/>
                    <a:pt x="5437" y="9724"/>
                    <a:pt x="5407" y="9724"/>
                  </a:cubicBezTo>
                  <a:cubicBezTo>
                    <a:pt x="5228" y="9694"/>
                    <a:pt x="5049" y="9679"/>
                    <a:pt x="4870" y="9664"/>
                  </a:cubicBezTo>
                  <a:cubicBezTo>
                    <a:pt x="4840" y="9662"/>
                    <a:pt x="4811" y="9661"/>
                    <a:pt x="4781" y="9661"/>
                  </a:cubicBezTo>
                  <a:cubicBezTo>
                    <a:pt x="4628" y="9661"/>
                    <a:pt x="4476" y="9681"/>
                    <a:pt x="4323" y="9681"/>
                  </a:cubicBezTo>
                  <a:cubicBezTo>
                    <a:pt x="4251" y="9681"/>
                    <a:pt x="4180" y="9677"/>
                    <a:pt x="4108" y="9664"/>
                  </a:cubicBezTo>
                  <a:cubicBezTo>
                    <a:pt x="3884" y="9619"/>
                    <a:pt x="3630" y="9634"/>
                    <a:pt x="3406" y="9619"/>
                  </a:cubicBezTo>
                  <a:cubicBezTo>
                    <a:pt x="3286" y="9619"/>
                    <a:pt x="3182" y="9574"/>
                    <a:pt x="3182" y="9425"/>
                  </a:cubicBezTo>
                  <a:cubicBezTo>
                    <a:pt x="3182" y="9335"/>
                    <a:pt x="3212" y="9246"/>
                    <a:pt x="3212" y="9156"/>
                  </a:cubicBezTo>
                  <a:cubicBezTo>
                    <a:pt x="3197" y="9022"/>
                    <a:pt x="3167" y="8902"/>
                    <a:pt x="3182" y="8783"/>
                  </a:cubicBezTo>
                  <a:cubicBezTo>
                    <a:pt x="3197" y="8394"/>
                    <a:pt x="3227" y="7991"/>
                    <a:pt x="3242" y="7603"/>
                  </a:cubicBezTo>
                  <a:cubicBezTo>
                    <a:pt x="3242" y="7453"/>
                    <a:pt x="3331" y="7304"/>
                    <a:pt x="3227" y="7170"/>
                  </a:cubicBezTo>
                  <a:cubicBezTo>
                    <a:pt x="3227" y="7155"/>
                    <a:pt x="3256" y="7125"/>
                    <a:pt x="3256" y="7110"/>
                  </a:cubicBezTo>
                  <a:cubicBezTo>
                    <a:pt x="3271" y="7095"/>
                    <a:pt x="3301" y="7065"/>
                    <a:pt x="3301" y="7050"/>
                  </a:cubicBezTo>
                  <a:cubicBezTo>
                    <a:pt x="3286" y="6871"/>
                    <a:pt x="3271" y="6692"/>
                    <a:pt x="3242" y="6512"/>
                  </a:cubicBezTo>
                  <a:cubicBezTo>
                    <a:pt x="3286" y="6438"/>
                    <a:pt x="3361" y="6378"/>
                    <a:pt x="3361" y="6318"/>
                  </a:cubicBezTo>
                  <a:cubicBezTo>
                    <a:pt x="3391" y="5960"/>
                    <a:pt x="3406" y="5616"/>
                    <a:pt x="3421" y="5258"/>
                  </a:cubicBezTo>
                  <a:cubicBezTo>
                    <a:pt x="3421" y="5079"/>
                    <a:pt x="3406" y="4899"/>
                    <a:pt x="3391" y="4720"/>
                  </a:cubicBezTo>
                  <a:cubicBezTo>
                    <a:pt x="3391" y="4720"/>
                    <a:pt x="3361" y="4720"/>
                    <a:pt x="3361" y="4705"/>
                  </a:cubicBezTo>
                  <a:lnTo>
                    <a:pt x="3391" y="4705"/>
                  </a:lnTo>
                  <a:cubicBezTo>
                    <a:pt x="3391" y="4690"/>
                    <a:pt x="3406" y="4675"/>
                    <a:pt x="3406" y="4660"/>
                  </a:cubicBezTo>
                  <a:cubicBezTo>
                    <a:pt x="3391" y="4466"/>
                    <a:pt x="3391" y="4287"/>
                    <a:pt x="3421" y="4093"/>
                  </a:cubicBezTo>
                  <a:cubicBezTo>
                    <a:pt x="3451" y="3944"/>
                    <a:pt x="3555" y="3824"/>
                    <a:pt x="3690" y="3779"/>
                  </a:cubicBezTo>
                  <a:cubicBezTo>
                    <a:pt x="3830" y="3744"/>
                    <a:pt x="3970" y="3730"/>
                    <a:pt x="4110" y="3730"/>
                  </a:cubicBezTo>
                  <a:cubicBezTo>
                    <a:pt x="4209" y="3730"/>
                    <a:pt x="4308" y="3737"/>
                    <a:pt x="4407" y="3749"/>
                  </a:cubicBezTo>
                  <a:cubicBezTo>
                    <a:pt x="4446" y="3749"/>
                    <a:pt x="4498" y="3702"/>
                    <a:pt x="4551" y="3702"/>
                  </a:cubicBezTo>
                  <a:cubicBezTo>
                    <a:pt x="4558" y="3702"/>
                    <a:pt x="4564" y="3703"/>
                    <a:pt x="4571" y="3705"/>
                  </a:cubicBezTo>
                  <a:cubicBezTo>
                    <a:pt x="4695" y="3730"/>
                    <a:pt x="4820" y="3738"/>
                    <a:pt x="4946" y="3738"/>
                  </a:cubicBezTo>
                  <a:cubicBezTo>
                    <a:pt x="5151" y="3738"/>
                    <a:pt x="5356" y="3717"/>
                    <a:pt x="5558" y="3717"/>
                  </a:cubicBezTo>
                  <a:cubicBezTo>
                    <a:pt x="5593" y="3717"/>
                    <a:pt x="5627" y="3718"/>
                    <a:pt x="5661" y="3719"/>
                  </a:cubicBezTo>
                  <a:cubicBezTo>
                    <a:pt x="5736" y="3719"/>
                    <a:pt x="5796" y="3734"/>
                    <a:pt x="5870" y="3734"/>
                  </a:cubicBezTo>
                  <a:cubicBezTo>
                    <a:pt x="5875" y="3735"/>
                    <a:pt x="5880" y="3735"/>
                    <a:pt x="5885" y="3735"/>
                  </a:cubicBezTo>
                  <a:cubicBezTo>
                    <a:pt x="5955" y="3735"/>
                    <a:pt x="6024" y="3673"/>
                    <a:pt x="6098" y="3673"/>
                  </a:cubicBezTo>
                  <a:cubicBezTo>
                    <a:pt x="6131" y="3673"/>
                    <a:pt x="6164" y="3685"/>
                    <a:pt x="6199" y="3719"/>
                  </a:cubicBezTo>
                  <a:cubicBezTo>
                    <a:pt x="6199" y="3719"/>
                    <a:pt x="6244" y="3690"/>
                    <a:pt x="6259" y="3675"/>
                  </a:cubicBezTo>
                  <a:cubicBezTo>
                    <a:pt x="6288" y="3660"/>
                    <a:pt x="6303" y="3645"/>
                    <a:pt x="6318" y="3630"/>
                  </a:cubicBezTo>
                  <a:cubicBezTo>
                    <a:pt x="6363" y="3615"/>
                    <a:pt x="6393" y="3585"/>
                    <a:pt x="6423" y="3570"/>
                  </a:cubicBezTo>
                  <a:cubicBezTo>
                    <a:pt x="6408" y="3540"/>
                    <a:pt x="6378" y="3510"/>
                    <a:pt x="6348" y="3495"/>
                  </a:cubicBezTo>
                  <a:cubicBezTo>
                    <a:pt x="6333" y="3466"/>
                    <a:pt x="6288" y="3451"/>
                    <a:pt x="6259" y="3436"/>
                  </a:cubicBezTo>
                  <a:cubicBezTo>
                    <a:pt x="6223" y="3400"/>
                    <a:pt x="6188" y="3385"/>
                    <a:pt x="6153" y="3385"/>
                  </a:cubicBezTo>
                  <a:cubicBezTo>
                    <a:pt x="6113" y="3385"/>
                    <a:pt x="6074" y="3404"/>
                    <a:pt x="6035" y="3436"/>
                  </a:cubicBezTo>
                  <a:cubicBezTo>
                    <a:pt x="5997" y="3448"/>
                    <a:pt x="5956" y="3453"/>
                    <a:pt x="5915" y="3453"/>
                  </a:cubicBezTo>
                  <a:cubicBezTo>
                    <a:pt x="5859" y="3453"/>
                    <a:pt x="5803" y="3444"/>
                    <a:pt x="5751" y="3436"/>
                  </a:cubicBezTo>
                  <a:cubicBezTo>
                    <a:pt x="5527" y="3421"/>
                    <a:pt x="5318" y="3391"/>
                    <a:pt x="5109" y="3391"/>
                  </a:cubicBezTo>
                  <a:cubicBezTo>
                    <a:pt x="5029" y="3391"/>
                    <a:pt x="4956" y="3384"/>
                    <a:pt x="4881" y="3384"/>
                  </a:cubicBezTo>
                  <a:cubicBezTo>
                    <a:pt x="4843" y="3384"/>
                    <a:pt x="4805" y="3386"/>
                    <a:pt x="4765" y="3391"/>
                  </a:cubicBezTo>
                  <a:cubicBezTo>
                    <a:pt x="4737" y="3399"/>
                    <a:pt x="4708" y="3401"/>
                    <a:pt x="4680" y="3401"/>
                  </a:cubicBezTo>
                  <a:cubicBezTo>
                    <a:pt x="4595" y="3401"/>
                    <a:pt x="4507" y="3376"/>
                    <a:pt x="4421" y="3376"/>
                  </a:cubicBezTo>
                  <a:cubicBezTo>
                    <a:pt x="4365" y="3376"/>
                    <a:pt x="4311" y="3387"/>
                    <a:pt x="4257" y="3421"/>
                  </a:cubicBezTo>
                  <a:cubicBezTo>
                    <a:pt x="4222" y="3380"/>
                    <a:pt x="4186" y="3367"/>
                    <a:pt x="4150" y="3367"/>
                  </a:cubicBezTo>
                  <a:close/>
                  <a:moveTo>
                    <a:pt x="1106" y="10396"/>
                  </a:moveTo>
                  <a:cubicBezTo>
                    <a:pt x="1091" y="10411"/>
                    <a:pt x="1091" y="10426"/>
                    <a:pt x="1076" y="10426"/>
                  </a:cubicBezTo>
                  <a:cubicBezTo>
                    <a:pt x="1091" y="10441"/>
                    <a:pt x="1106" y="10456"/>
                    <a:pt x="1121" y="10456"/>
                  </a:cubicBezTo>
                  <a:cubicBezTo>
                    <a:pt x="1136" y="10456"/>
                    <a:pt x="1151" y="10441"/>
                    <a:pt x="1151" y="10426"/>
                  </a:cubicBezTo>
                  <a:cubicBezTo>
                    <a:pt x="1136" y="10426"/>
                    <a:pt x="1121" y="10411"/>
                    <a:pt x="1106" y="10396"/>
                  </a:cubicBezTo>
                  <a:close/>
                  <a:moveTo>
                    <a:pt x="3167" y="11337"/>
                  </a:moveTo>
                  <a:cubicBezTo>
                    <a:pt x="3152" y="11352"/>
                    <a:pt x="3137" y="11352"/>
                    <a:pt x="3137" y="11352"/>
                  </a:cubicBezTo>
                  <a:cubicBezTo>
                    <a:pt x="3152" y="11382"/>
                    <a:pt x="3167" y="11411"/>
                    <a:pt x="3182" y="11441"/>
                  </a:cubicBezTo>
                  <a:cubicBezTo>
                    <a:pt x="3197" y="11426"/>
                    <a:pt x="3197" y="11426"/>
                    <a:pt x="3212" y="11426"/>
                  </a:cubicBezTo>
                  <a:cubicBezTo>
                    <a:pt x="3197" y="11396"/>
                    <a:pt x="3182" y="11367"/>
                    <a:pt x="3167" y="11337"/>
                  </a:cubicBezTo>
                  <a:close/>
                  <a:moveTo>
                    <a:pt x="7722" y="11337"/>
                  </a:moveTo>
                  <a:cubicBezTo>
                    <a:pt x="7737" y="11382"/>
                    <a:pt x="7752" y="11411"/>
                    <a:pt x="7752" y="11456"/>
                  </a:cubicBezTo>
                  <a:cubicBezTo>
                    <a:pt x="7782" y="11411"/>
                    <a:pt x="7812" y="11382"/>
                    <a:pt x="7842" y="11337"/>
                  </a:cubicBezTo>
                  <a:close/>
                  <a:moveTo>
                    <a:pt x="2599" y="11411"/>
                  </a:moveTo>
                  <a:cubicBezTo>
                    <a:pt x="2555" y="11411"/>
                    <a:pt x="2510" y="11411"/>
                    <a:pt x="2465" y="11426"/>
                  </a:cubicBezTo>
                  <a:cubicBezTo>
                    <a:pt x="2465" y="11441"/>
                    <a:pt x="2465" y="11456"/>
                    <a:pt x="2465" y="11486"/>
                  </a:cubicBezTo>
                  <a:cubicBezTo>
                    <a:pt x="2525" y="11471"/>
                    <a:pt x="2569" y="11456"/>
                    <a:pt x="2614" y="11441"/>
                  </a:cubicBezTo>
                  <a:cubicBezTo>
                    <a:pt x="2614" y="11426"/>
                    <a:pt x="2599" y="11426"/>
                    <a:pt x="2599" y="11411"/>
                  </a:cubicBezTo>
                  <a:close/>
                  <a:moveTo>
                    <a:pt x="3421" y="11456"/>
                  </a:moveTo>
                  <a:cubicBezTo>
                    <a:pt x="3406" y="11456"/>
                    <a:pt x="3391" y="11456"/>
                    <a:pt x="3376" y="11471"/>
                  </a:cubicBezTo>
                  <a:cubicBezTo>
                    <a:pt x="3391" y="11471"/>
                    <a:pt x="3421" y="11471"/>
                    <a:pt x="3451" y="11486"/>
                  </a:cubicBezTo>
                  <a:cubicBezTo>
                    <a:pt x="3451" y="11471"/>
                    <a:pt x="3451" y="11471"/>
                    <a:pt x="3451" y="11471"/>
                  </a:cubicBezTo>
                  <a:cubicBezTo>
                    <a:pt x="3436" y="11456"/>
                    <a:pt x="3436" y="11456"/>
                    <a:pt x="3421" y="11456"/>
                  </a:cubicBezTo>
                  <a:close/>
                  <a:moveTo>
                    <a:pt x="7961" y="11367"/>
                  </a:moveTo>
                  <a:cubicBezTo>
                    <a:pt x="7976" y="11396"/>
                    <a:pt x="8006" y="11441"/>
                    <a:pt x="8021" y="11471"/>
                  </a:cubicBezTo>
                  <a:lnTo>
                    <a:pt x="8021" y="11486"/>
                  </a:lnTo>
                  <a:cubicBezTo>
                    <a:pt x="8021" y="11456"/>
                    <a:pt x="8036" y="11426"/>
                    <a:pt x="8036" y="11396"/>
                  </a:cubicBezTo>
                  <a:cubicBezTo>
                    <a:pt x="8036" y="11382"/>
                    <a:pt x="8006" y="11367"/>
                    <a:pt x="7991" y="11367"/>
                  </a:cubicBezTo>
                  <a:close/>
                  <a:moveTo>
                    <a:pt x="2898" y="11411"/>
                  </a:moveTo>
                  <a:cubicBezTo>
                    <a:pt x="2883" y="11411"/>
                    <a:pt x="2868" y="11426"/>
                    <a:pt x="2853" y="11426"/>
                  </a:cubicBezTo>
                  <a:cubicBezTo>
                    <a:pt x="2853" y="11441"/>
                    <a:pt x="2853" y="11456"/>
                    <a:pt x="2853" y="11471"/>
                  </a:cubicBezTo>
                  <a:cubicBezTo>
                    <a:pt x="2868" y="11486"/>
                    <a:pt x="2883" y="11486"/>
                    <a:pt x="2898" y="11501"/>
                  </a:cubicBezTo>
                  <a:cubicBezTo>
                    <a:pt x="2898" y="11471"/>
                    <a:pt x="2898" y="11441"/>
                    <a:pt x="2898" y="11411"/>
                  </a:cubicBezTo>
                  <a:close/>
                  <a:moveTo>
                    <a:pt x="2883" y="11561"/>
                  </a:moveTo>
                  <a:cubicBezTo>
                    <a:pt x="2898" y="11591"/>
                    <a:pt x="2928" y="11606"/>
                    <a:pt x="2958" y="11621"/>
                  </a:cubicBezTo>
                  <a:cubicBezTo>
                    <a:pt x="2943" y="11606"/>
                    <a:pt x="2943" y="11591"/>
                    <a:pt x="2928" y="11576"/>
                  </a:cubicBezTo>
                  <a:cubicBezTo>
                    <a:pt x="2913" y="11576"/>
                    <a:pt x="2898" y="11576"/>
                    <a:pt x="2883" y="11561"/>
                  </a:cubicBezTo>
                  <a:close/>
                  <a:moveTo>
                    <a:pt x="3436" y="11576"/>
                  </a:moveTo>
                  <a:lnTo>
                    <a:pt x="3436" y="11576"/>
                  </a:lnTo>
                  <a:cubicBezTo>
                    <a:pt x="3421" y="11591"/>
                    <a:pt x="3391" y="11606"/>
                    <a:pt x="3361" y="11621"/>
                  </a:cubicBezTo>
                  <a:lnTo>
                    <a:pt x="3421" y="11621"/>
                  </a:lnTo>
                  <a:cubicBezTo>
                    <a:pt x="3421" y="11606"/>
                    <a:pt x="3436" y="11591"/>
                    <a:pt x="3436" y="11576"/>
                  </a:cubicBezTo>
                  <a:close/>
                  <a:moveTo>
                    <a:pt x="7663" y="11396"/>
                  </a:moveTo>
                  <a:lnTo>
                    <a:pt x="7663" y="11396"/>
                  </a:lnTo>
                  <a:cubicBezTo>
                    <a:pt x="7677" y="11426"/>
                    <a:pt x="7677" y="11456"/>
                    <a:pt x="7677" y="11471"/>
                  </a:cubicBezTo>
                  <a:cubicBezTo>
                    <a:pt x="7692" y="11471"/>
                    <a:pt x="7692" y="11486"/>
                    <a:pt x="7692" y="11486"/>
                  </a:cubicBezTo>
                  <a:lnTo>
                    <a:pt x="7677" y="11516"/>
                  </a:lnTo>
                  <a:cubicBezTo>
                    <a:pt x="7663" y="11531"/>
                    <a:pt x="7648" y="11531"/>
                    <a:pt x="7648" y="11561"/>
                  </a:cubicBezTo>
                  <a:cubicBezTo>
                    <a:pt x="7663" y="11561"/>
                    <a:pt x="7663" y="11561"/>
                    <a:pt x="7677" y="11576"/>
                  </a:cubicBezTo>
                  <a:cubicBezTo>
                    <a:pt x="7677" y="11591"/>
                    <a:pt x="7692" y="11606"/>
                    <a:pt x="7707" y="11621"/>
                  </a:cubicBezTo>
                  <a:cubicBezTo>
                    <a:pt x="7722" y="11650"/>
                    <a:pt x="7722" y="11665"/>
                    <a:pt x="7737" y="11680"/>
                  </a:cubicBezTo>
                  <a:lnTo>
                    <a:pt x="7782" y="11680"/>
                  </a:lnTo>
                  <a:cubicBezTo>
                    <a:pt x="7827" y="11621"/>
                    <a:pt x="7812" y="11576"/>
                    <a:pt x="7767" y="11531"/>
                  </a:cubicBezTo>
                  <a:cubicBezTo>
                    <a:pt x="7782" y="11531"/>
                    <a:pt x="7782" y="11516"/>
                    <a:pt x="7782" y="11501"/>
                  </a:cubicBezTo>
                  <a:lnTo>
                    <a:pt x="7767" y="11501"/>
                  </a:lnTo>
                  <a:cubicBezTo>
                    <a:pt x="7752" y="11501"/>
                    <a:pt x="7737" y="11486"/>
                    <a:pt x="7737" y="11486"/>
                  </a:cubicBezTo>
                  <a:cubicBezTo>
                    <a:pt x="7707" y="11456"/>
                    <a:pt x="7692" y="11426"/>
                    <a:pt x="7663" y="11396"/>
                  </a:cubicBezTo>
                  <a:close/>
                  <a:moveTo>
                    <a:pt x="3316" y="11680"/>
                  </a:moveTo>
                  <a:cubicBezTo>
                    <a:pt x="3331" y="11710"/>
                    <a:pt x="3331" y="11740"/>
                    <a:pt x="3346" y="11770"/>
                  </a:cubicBezTo>
                  <a:cubicBezTo>
                    <a:pt x="3346" y="11775"/>
                    <a:pt x="3349" y="11777"/>
                    <a:pt x="3354" y="11777"/>
                  </a:cubicBezTo>
                  <a:cubicBezTo>
                    <a:pt x="3364" y="11777"/>
                    <a:pt x="3381" y="11770"/>
                    <a:pt x="3391" y="11770"/>
                  </a:cubicBezTo>
                  <a:cubicBezTo>
                    <a:pt x="3361" y="11740"/>
                    <a:pt x="3346" y="11710"/>
                    <a:pt x="3331" y="11680"/>
                  </a:cubicBezTo>
                  <a:close/>
                  <a:moveTo>
                    <a:pt x="3077" y="11710"/>
                  </a:moveTo>
                  <a:cubicBezTo>
                    <a:pt x="3047" y="11740"/>
                    <a:pt x="3003" y="11755"/>
                    <a:pt x="2973" y="11785"/>
                  </a:cubicBezTo>
                  <a:cubicBezTo>
                    <a:pt x="2973" y="11800"/>
                    <a:pt x="2988" y="11815"/>
                    <a:pt x="2988" y="11815"/>
                  </a:cubicBezTo>
                  <a:cubicBezTo>
                    <a:pt x="3032" y="11800"/>
                    <a:pt x="3077" y="11770"/>
                    <a:pt x="3107" y="11755"/>
                  </a:cubicBezTo>
                  <a:cubicBezTo>
                    <a:pt x="3092" y="11740"/>
                    <a:pt x="3092" y="11725"/>
                    <a:pt x="3077" y="11710"/>
                  </a:cubicBezTo>
                  <a:close/>
                  <a:moveTo>
                    <a:pt x="2674" y="11830"/>
                  </a:moveTo>
                  <a:cubicBezTo>
                    <a:pt x="2629" y="11830"/>
                    <a:pt x="2599" y="11845"/>
                    <a:pt x="2555" y="11860"/>
                  </a:cubicBezTo>
                  <a:lnTo>
                    <a:pt x="2674" y="11860"/>
                  </a:lnTo>
                  <a:cubicBezTo>
                    <a:pt x="2674" y="11845"/>
                    <a:pt x="2674" y="11830"/>
                    <a:pt x="2674" y="11830"/>
                  </a:cubicBezTo>
                  <a:close/>
                  <a:moveTo>
                    <a:pt x="6444" y="11727"/>
                  </a:moveTo>
                  <a:cubicBezTo>
                    <a:pt x="6423" y="11727"/>
                    <a:pt x="6393" y="11750"/>
                    <a:pt x="6376" y="11750"/>
                  </a:cubicBezTo>
                  <a:cubicBezTo>
                    <a:pt x="6370" y="11750"/>
                    <a:pt x="6365" y="11747"/>
                    <a:pt x="6363" y="11740"/>
                  </a:cubicBezTo>
                  <a:cubicBezTo>
                    <a:pt x="6348" y="11770"/>
                    <a:pt x="6333" y="11785"/>
                    <a:pt x="6318" y="11800"/>
                  </a:cubicBezTo>
                  <a:cubicBezTo>
                    <a:pt x="6303" y="11815"/>
                    <a:pt x="6288" y="11815"/>
                    <a:pt x="6288" y="11845"/>
                  </a:cubicBezTo>
                  <a:cubicBezTo>
                    <a:pt x="6274" y="11845"/>
                    <a:pt x="6274" y="11845"/>
                    <a:pt x="6274" y="11860"/>
                  </a:cubicBezTo>
                  <a:cubicBezTo>
                    <a:pt x="6229" y="11860"/>
                    <a:pt x="6199" y="11874"/>
                    <a:pt x="6154" y="11889"/>
                  </a:cubicBezTo>
                  <a:cubicBezTo>
                    <a:pt x="6199" y="11889"/>
                    <a:pt x="6244" y="11904"/>
                    <a:pt x="6288" y="11904"/>
                  </a:cubicBezTo>
                  <a:cubicBezTo>
                    <a:pt x="6303" y="11904"/>
                    <a:pt x="6303" y="11889"/>
                    <a:pt x="6303" y="11874"/>
                  </a:cubicBezTo>
                  <a:lnTo>
                    <a:pt x="6318" y="11874"/>
                  </a:lnTo>
                  <a:cubicBezTo>
                    <a:pt x="6338" y="11874"/>
                    <a:pt x="6352" y="11881"/>
                    <a:pt x="6367" y="11881"/>
                  </a:cubicBezTo>
                  <a:cubicBezTo>
                    <a:pt x="6372" y="11881"/>
                    <a:pt x="6377" y="11880"/>
                    <a:pt x="6383" y="11879"/>
                  </a:cubicBezTo>
                  <a:lnTo>
                    <a:pt x="6383" y="11879"/>
                  </a:lnTo>
                  <a:cubicBezTo>
                    <a:pt x="6378" y="11884"/>
                    <a:pt x="6378" y="11894"/>
                    <a:pt x="6378" y="11904"/>
                  </a:cubicBezTo>
                  <a:cubicBezTo>
                    <a:pt x="6378" y="11919"/>
                    <a:pt x="6378" y="11934"/>
                    <a:pt x="6378" y="11934"/>
                  </a:cubicBezTo>
                  <a:cubicBezTo>
                    <a:pt x="6423" y="11919"/>
                    <a:pt x="6453" y="11904"/>
                    <a:pt x="6498" y="11889"/>
                  </a:cubicBezTo>
                  <a:cubicBezTo>
                    <a:pt x="6468" y="11874"/>
                    <a:pt x="6438" y="11874"/>
                    <a:pt x="6408" y="11874"/>
                  </a:cubicBezTo>
                  <a:cubicBezTo>
                    <a:pt x="6438" y="11845"/>
                    <a:pt x="6453" y="11830"/>
                    <a:pt x="6468" y="11800"/>
                  </a:cubicBezTo>
                  <a:cubicBezTo>
                    <a:pt x="6473" y="11743"/>
                    <a:pt x="6462" y="11727"/>
                    <a:pt x="6444" y="11727"/>
                  </a:cubicBezTo>
                  <a:close/>
                  <a:moveTo>
                    <a:pt x="1692" y="11262"/>
                  </a:moveTo>
                  <a:cubicBezTo>
                    <a:pt x="1673" y="11262"/>
                    <a:pt x="1651" y="11277"/>
                    <a:pt x="1628" y="11292"/>
                  </a:cubicBezTo>
                  <a:cubicBezTo>
                    <a:pt x="1599" y="11307"/>
                    <a:pt x="1569" y="11337"/>
                    <a:pt x="1539" y="11382"/>
                  </a:cubicBezTo>
                  <a:lnTo>
                    <a:pt x="1464" y="11277"/>
                  </a:lnTo>
                  <a:lnTo>
                    <a:pt x="1464" y="11277"/>
                  </a:lnTo>
                  <a:cubicBezTo>
                    <a:pt x="1478" y="11347"/>
                    <a:pt x="1426" y="11458"/>
                    <a:pt x="1557" y="11458"/>
                  </a:cubicBezTo>
                  <a:cubicBezTo>
                    <a:pt x="1565" y="11458"/>
                    <a:pt x="1574" y="11457"/>
                    <a:pt x="1584" y="11456"/>
                  </a:cubicBezTo>
                  <a:lnTo>
                    <a:pt x="1614" y="11456"/>
                  </a:lnTo>
                  <a:cubicBezTo>
                    <a:pt x="1673" y="11546"/>
                    <a:pt x="1718" y="11635"/>
                    <a:pt x="1778" y="11740"/>
                  </a:cubicBezTo>
                  <a:cubicBezTo>
                    <a:pt x="1793" y="11755"/>
                    <a:pt x="1793" y="11755"/>
                    <a:pt x="1808" y="11770"/>
                  </a:cubicBezTo>
                  <a:cubicBezTo>
                    <a:pt x="1853" y="11785"/>
                    <a:pt x="1897" y="11785"/>
                    <a:pt x="1912" y="11800"/>
                  </a:cubicBezTo>
                  <a:cubicBezTo>
                    <a:pt x="1897" y="11830"/>
                    <a:pt x="1882" y="11860"/>
                    <a:pt x="1867" y="11889"/>
                  </a:cubicBezTo>
                  <a:cubicBezTo>
                    <a:pt x="1917" y="11889"/>
                    <a:pt x="1967" y="11929"/>
                    <a:pt x="2017" y="11929"/>
                  </a:cubicBezTo>
                  <a:cubicBezTo>
                    <a:pt x="2042" y="11929"/>
                    <a:pt x="2067" y="11919"/>
                    <a:pt x="2092" y="11889"/>
                  </a:cubicBezTo>
                  <a:cubicBezTo>
                    <a:pt x="2136" y="11874"/>
                    <a:pt x="2181" y="11860"/>
                    <a:pt x="2241" y="11845"/>
                  </a:cubicBezTo>
                  <a:lnTo>
                    <a:pt x="2241" y="11845"/>
                  </a:lnTo>
                  <a:cubicBezTo>
                    <a:pt x="2196" y="11889"/>
                    <a:pt x="2181" y="11919"/>
                    <a:pt x="2121" y="11994"/>
                  </a:cubicBezTo>
                  <a:cubicBezTo>
                    <a:pt x="2241" y="11979"/>
                    <a:pt x="2330" y="11979"/>
                    <a:pt x="2420" y="11964"/>
                  </a:cubicBezTo>
                  <a:cubicBezTo>
                    <a:pt x="2480" y="11949"/>
                    <a:pt x="2540" y="11934"/>
                    <a:pt x="2525" y="11860"/>
                  </a:cubicBezTo>
                  <a:cubicBezTo>
                    <a:pt x="2525" y="11830"/>
                    <a:pt x="2510" y="11800"/>
                    <a:pt x="2480" y="11785"/>
                  </a:cubicBezTo>
                  <a:cubicBezTo>
                    <a:pt x="2465" y="11770"/>
                    <a:pt x="2450" y="11759"/>
                    <a:pt x="2435" y="11759"/>
                  </a:cubicBezTo>
                  <a:cubicBezTo>
                    <a:pt x="2420" y="11759"/>
                    <a:pt x="2405" y="11770"/>
                    <a:pt x="2390" y="11800"/>
                  </a:cubicBezTo>
                  <a:cubicBezTo>
                    <a:pt x="2390" y="11810"/>
                    <a:pt x="2398" y="11821"/>
                    <a:pt x="2392" y="11821"/>
                  </a:cubicBezTo>
                  <a:cubicBezTo>
                    <a:pt x="2389" y="11821"/>
                    <a:pt x="2384" y="11819"/>
                    <a:pt x="2375" y="11815"/>
                  </a:cubicBezTo>
                  <a:cubicBezTo>
                    <a:pt x="2375" y="11695"/>
                    <a:pt x="2256" y="11725"/>
                    <a:pt x="2196" y="11695"/>
                  </a:cubicBezTo>
                  <a:cubicBezTo>
                    <a:pt x="2196" y="11680"/>
                    <a:pt x="2196" y="11680"/>
                    <a:pt x="2196" y="11680"/>
                  </a:cubicBezTo>
                  <a:cubicBezTo>
                    <a:pt x="2211" y="11591"/>
                    <a:pt x="2136" y="11591"/>
                    <a:pt x="2092" y="11576"/>
                  </a:cubicBezTo>
                  <a:cubicBezTo>
                    <a:pt x="2017" y="11561"/>
                    <a:pt x="1972" y="11546"/>
                    <a:pt x="1987" y="11471"/>
                  </a:cubicBezTo>
                  <a:cubicBezTo>
                    <a:pt x="1972" y="11456"/>
                    <a:pt x="1972" y="11441"/>
                    <a:pt x="1972" y="11426"/>
                  </a:cubicBezTo>
                  <a:cubicBezTo>
                    <a:pt x="1946" y="11418"/>
                    <a:pt x="1925" y="11409"/>
                    <a:pt x="1906" y="11409"/>
                  </a:cubicBezTo>
                  <a:cubicBezTo>
                    <a:pt x="1893" y="11409"/>
                    <a:pt x="1880" y="11414"/>
                    <a:pt x="1867" y="11426"/>
                  </a:cubicBezTo>
                  <a:cubicBezTo>
                    <a:pt x="1808" y="11426"/>
                    <a:pt x="1748" y="11396"/>
                    <a:pt x="1733" y="11322"/>
                  </a:cubicBezTo>
                  <a:cubicBezTo>
                    <a:pt x="1726" y="11277"/>
                    <a:pt x="1711" y="11262"/>
                    <a:pt x="1692" y="11262"/>
                  </a:cubicBezTo>
                  <a:close/>
                  <a:moveTo>
                    <a:pt x="4048" y="11934"/>
                  </a:moveTo>
                  <a:cubicBezTo>
                    <a:pt x="4048" y="11934"/>
                    <a:pt x="4048" y="11949"/>
                    <a:pt x="4048" y="11949"/>
                  </a:cubicBezTo>
                  <a:cubicBezTo>
                    <a:pt x="4033" y="11949"/>
                    <a:pt x="4048" y="11964"/>
                    <a:pt x="4048" y="11964"/>
                  </a:cubicBezTo>
                  <a:cubicBezTo>
                    <a:pt x="4048" y="11979"/>
                    <a:pt x="4048" y="11994"/>
                    <a:pt x="4048" y="11994"/>
                  </a:cubicBezTo>
                  <a:cubicBezTo>
                    <a:pt x="4078" y="11994"/>
                    <a:pt x="4108" y="11979"/>
                    <a:pt x="4123" y="11979"/>
                  </a:cubicBezTo>
                  <a:cubicBezTo>
                    <a:pt x="4108" y="11964"/>
                    <a:pt x="4093" y="11949"/>
                    <a:pt x="4078" y="11934"/>
                  </a:cubicBezTo>
                  <a:close/>
                  <a:moveTo>
                    <a:pt x="1001" y="11815"/>
                  </a:moveTo>
                  <a:cubicBezTo>
                    <a:pt x="956" y="11889"/>
                    <a:pt x="912" y="11964"/>
                    <a:pt x="837" y="12069"/>
                  </a:cubicBezTo>
                  <a:cubicBezTo>
                    <a:pt x="867" y="12061"/>
                    <a:pt x="900" y="12061"/>
                    <a:pt x="928" y="12061"/>
                  </a:cubicBezTo>
                  <a:cubicBezTo>
                    <a:pt x="956" y="12061"/>
                    <a:pt x="979" y="12061"/>
                    <a:pt x="986" y="12054"/>
                  </a:cubicBezTo>
                  <a:cubicBezTo>
                    <a:pt x="1016" y="11979"/>
                    <a:pt x="1031" y="11904"/>
                    <a:pt x="1046" y="11830"/>
                  </a:cubicBezTo>
                  <a:cubicBezTo>
                    <a:pt x="1031" y="11830"/>
                    <a:pt x="1016" y="11815"/>
                    <a:pt x="1001" y="11815"/>
                  </a:cubicBezTo>
                  <a:close/>
                  <a:moveTo>
                    <a:pt x="5945" y="11889"/>
                  </a:moveTo>
                  <a:lnTo>
                    <a:pt x="5975" y="11919"/>
                  </a:lnTo>
                  <a:cubicBezTo>
                    <a:pt x="5930" y="11919"/>
                    <a:pt x="5915" y="11934"/>
                    <a:pt x="5885" y="11949"/>
                  </a:cubicBezTo>
                  <a:cubicBezTo>
                    <a:pt x="5840" y="12009"/>
                    <a:pt x="5781" y="11994"/>
                    <a:pt x="5721" y="12009"/>
                  </a:cubicBezTo>
                  <a:cubicBezTo>
                    <a:pt x="5721" y="11994"/>
                    <a:pt x="5721" y="11994"/>
                    <a:pt x="5721" y="11994"/>
                  </a:cubicBezTo>
                  <a:cubicBezTo>
                    <a:pt x="5721" y="11994"/>
                    <a:pt x="5721" y="11994"/>
                    <a:pt x="5721" y="11979"/>
                  </a:cubicBezTo>
                  <a:lnTo>
                    <a:pt x="5751" y="11919"/>
                  </a:lnTo>
                  <a:lnTo>
                    <a:pt x="5751" y="11919"/>
                  </a:lnTo>
                  <a:cubicBezTo>
                    <a:pt x="5736" y="11949"/>
                    <a:pt x="5646" y="11919"/>
                    <a:pt x="5676" y="11964"/>
                  </a:cubicBezTo>
                  <a:cubicBezTo>
                    <a:pt x="5654" y="11964"/>
                    <a:pt x="5631" y="11972"/>
                    <a:pt x="5611" y="11972"/>
                  </a:cubicBezTo>
                  <a:cubicBezTo>
                    <a:pt x="5590" y="11972"/>
                    <a:pt x="5572" y="11964"/>
                    <a:pt x="5557" y="11934"/>
                  </a:cubicBezTo>
                  <a:cubicBezTo>
                    <a:pt x="5512" y="11994"/>
                    <a:pt x="5482" y="12039"/>
                    <a:pt x="5452" y="12098"/>
                  </a:cubicBezTo>
                  <a:cubicBezTo>
                    <a:pt x="5480" y="12121"/>
                    <a:pt x="5506" y="12130"/>
                    <a:pt x="5531" y="12130"/>
                  </a:cubicBezTo>
                  <a:cubicBezTo>
                    <a:pt x="5587" y="12130"/>
                    <a:pt x="5639" y="12085"/>
                    <a:pt x="5691" y="12054"/>
                  </a:cubicBezTo>
                  <a:cubicBezTo>
                    <a:pt x="5706" y="12084"/>
                    <a:pt x="5736" y="12113"/>
                    <a:pt x="5751" y="12143"/>
                  </a:cubicBezTo>
                  <a:cubicBezTo>
                    <a:pt x="5775" y="12147"/>
                    <a:pt x="5800" y="12150"/>
                    <a:pt x="5824" y="12150"/>
                  </a:cubicBezTo>
                  <a:cubicBezTo>
                    <a:pt x="5886" y="12150"/>
                    <a:pt x="5942" y="12130"/>
                    <a:pt x="5975" y="12054"/>
                  </a:cubicBezTo>
                  <a:cubicBezTo>
                    <a:pt x="6012" y="12084"/>
                    <a:pt x="6046" y="12098"/>
                    <a:pt x="6079" y="12098"/>
                  </a:cubicBezTo>
                  <a:cubicBezTo>
                    <a:pt x="6113" y="12098"/>
                    <a:pt x="6147" y="12084"/>
                    <a:pt x="6184" y="12054"/>
                  </a:cubicBezTo>
                  <a:lnTo>
                    <a:pt x="6109" y="12054"/>
                  </a:lnTo>
                  <a:lnTo>
                    <a:pt x="6035" y="11964"/>
                  </a:lnTo>
                  <a:cubicBezTo>
                    <a:pt x="6049" y="11949"/>
                    <a:pt x="6049" y="11934"/>
                    <a:pt x="6064" y="11919"/>
                  </a:cubicBezTo>
                  <a:cubicBezTo>
                    <a:pt x="6020" y="11904"/>
                    <a:pt x="5990" y="11889"/>
                    <a:pt x="5945" y="11889"/>
                  </a:cubicBezTo>
                  <a:close/>
                  <a:moveTo>
                    <a:pt x="3466" y="11710"/>
                  </a:moveTo>
                  <a:cubicBezTo>
                    <a:pt x="3451" y="11725"/>
                    <a:pt x="3466" y="11770"/>
                    <a:pt x="3451" y="11800"/>
                  </a:cubicBezTo>
                  <a:lnTo>
                    <a:pt x="3391" y="11830"/>
                  </a:lnTo>
                  <a:lnTo>
                    <a:pt x="3361" y="11830"/>
                  </a:lnTo>
                  <a:cubicBezTo>
                    <a:pt x="3301" y="11845"/>
                    <a:pt x="3271" y="11874"/>
                    <a:pt x="3242" y="11919"/>
                  </a:cubicBezTo>
                  <a:cubicBezTo>
                    <a:pt x="3153" y="11864"/>
                    <a:pt x="3073" y="11833"/>
                    <a:pt x="2982" y="11833"/>
                  </a:cubicBezTo>
                  <a:cubicBezTo>
                    <a:pt x="2951" y="11833"/>
                    <a:pt x="2918" y="11837"/>
                    <a:pt x="2883" y="11845"/>
                  </a:cubicBezTo>
                  <a:cubicBezTo>
                    <a:pt x="2853" y="11845"/>
                    <a:pt x="2838" y="11860"/>
                    <a:pt x="2808" y="11874"/>
                  </a:cubicBezTo>
                  <a:cubicBezTo>
                    <a:pt x="2804" y="11877"/>
                    <a:pt x="2800" y="11878"/>
                    <a:pt x="2797" y="11878"/>
                  </a:cubicBezTo>
                  <a:cubicBezTo>
                    <a:pt x="2772" y="11878"/>
                    <a:pt x="2763" y="11816"/>
                    <a:pt x="2738" y="11816"/>
                  </a:cubicBezTo>
                  <a:cubicBezTo>
                    <a:pt x="2729" y="11816"/>
                    <a:pt x="2718" y="11823"/>
                    <a:pt x="2704" y="11845"/>
                  </a:cubicBezTo>
                  <a:cubicBezTo>
                    <a:pt x="2659" y="11919"/>
                    <a:pt x="2719" y="11934"/>
                    <a:pt x="2764" y="11964"/>
                  </a:cubicBezTo>
                  <a:cubicBezTo>
                    <a:pt x="2778" y="12020"/>
                    <a:pt x="2801" y="12033"/>
                    <a:pt x="2829" y="12033"/>
                  </a:cubicBezTo>
                  <a:cubicBezTo>
                    <a:pt x="2854" y="12033"/>
                    <a:pt x="2883" y="12022"/>
                    <a:pt x="2910" y="12022"/>
                  </a:cubicBezTo>
                  <a:cubicBezTo>
                    <a:pt x="2916" y="12022"/>
                    <a:pt x="2922" y="12022"/>
                    <a:pt x="2928" y="12024"/>
                  </a:cubicBezTo>
                  <a:cubicBezTo>
                    <a:pt x="2988" y="12050"/>
                    <a:pt x="3044" y="12076"/>
                    <a:pt x="3097" y="12076"/>
                  </a:cubicBezTo>
                  <a:cubicBezTo>
                    <a:pt x="3136" y="12076"/>
                    <a:pt x="3174" y="12062"/>
                    <a:pt x="3212" y="12024"/>
                  </a:cubicBezTo>
                  <a:cubicBezTo>
                    <a:pt x="3254" y="12073"/>
                    <a:pt x="3296" y="12099"/>
                    <a:pt x="3338" y="12099"/>
                  </a:cubicBezTo>
                  <a:cubicBezTo>
                    <a:pt x="3385" y="12099"/>
                    <a:pt x="3433" y="12065"/>
                    <a:pt x="3481" y="11994"/>
                  </a:cubicBezTo>
                  <a:lnTo>
                    <a:pt x="3585" y="11994"/>
                  </a:lnTo>
                  <a:cubicBezTo>
                    <a:pt x="3570" y="12039"/>
                    <a:pt x="3540" y="12084"/>
                    <a:pt x="3525" y="12143"/>
                  </a:cubicBezTo>
                  <a:cubicBezTo>
                    <a:pt x="3570" y="12143"/>
                    <a:pt x="3630" y="12158"/>
                    <a:pt x="3675" y="12173"/>
                  </a:cubicBezTo>
                  <a:lnTo>
                    <a:pt x="3854" y="12173"/>
                  </a:lnTo>
                  <a:cubicBezTo>
                    <a:pt x="3884" y="12158"/>
                    <a:pt x="3914" y="12158"/>
                    <a:pt x="3944" y="12143"/>
                  </a:cubicBezTo>
                  <a:cubicBezTo>
                    <a:pt x="3929" y="12084"/>
                    <a:pt x="4048" y="12054"/>
                    <a:pt x="3988" y="11979"/>
                  </a:cubicBezTo>
                  <a:cubicBezTo>
                    <a:pt x="3973" y="11972"/>
                    <a:pt x="3958" y="11968"/>
                    <a:pt x="3944" y="11968"/>
                  </a:cubicBezTo>
                  <a:cubicBezTo>
                    <a:pt x="3929" y="11968"/>
                    <a:pt x="3914" y="11972"/>
                    <a:pt x="3899" y="11979"/>
                  </a:cubicBezTo>
                  <a:cubicBezTo>
                    <a:pt x="3884" y="11979"/>
                    <a:pt x="3869" y="12009"/>
                    <a:pt x="3854" y="12024"/>
                  </a:cubicBezTo>
                  <a:cubicBezTo>
                    <a:pt x="3824" y="11979"/>
                    <a:pt x="3779" y="11964"/>
                    <a:pt x="3720" y="11949"/>
                  </a:cubicBezTo>
                  <a:cubicBezTo>
                    <a:pt x="3734" y="11919"/>
                    <a:pt x="3720" y="11904"/>
                    <a:pt x="3705" y="11874"/>
                  </a:cubicBezTo>
                  <a:cubicBezTo>
                    <a:pt x="3705" y="11874"/>
                    <a:pt x="3705" y="11860"/>
                    <a:pt x="3705" y="11860"/>
                  </a:cubicBezTo>
                  <a:cubicBezTo>
                    <a:pt x="3690" y="11845"/>
                    <a:pt x="3675" y="11830"/>
                    <a:pt x="3660" y="11830"/>
                  </a:cubicBezTo>
                  <a:cubicBezTo>
                    <a:pt x="3600" y="11830"/>
                    <a:pt x="3570" y="11874"/>
                    <a:pt x="3540" y="11904"/>
                  </a:cubicBezTo>
                  <a:cubicBezTo>
                    <a:pt x="3525" y="11934"/>
                    <a:pt x="3510" y="11934"/>
                    <a:pt x="3481" y="11934"/>
                  </a:cubicBezTo>
                  <a:cubicBezTo>
                    <a:pt x="3481" y="11934"/>
                    <a:pt x="3481" y="11919"/>
                    <a:pt x="3481" y="11904"/>
                  </a:cubicBezTo>
                  <a:cubicBezTo>
                    <a:pt x="3555" y="11904"/>
                    <a:pt x="3570" y="11860"/>
                    <a:pt x="3570" y="11800"/>
                  </a:cubicBezTo>
                  <a:cubicBezTo>
                    <a:pt x="3555" y="11770"/>
                    <a:pt x="3540" y="11740"/>
                    <a:pt x="3525" y="11710"/>
                  </a:cubicBezTo>
                  <a:close/>
                  <a:moveTo>
                    <a:pt x="5186" y="12005"/>
                  </a:moveTo>
                  <a:cubicBezTo>
                    <a:pt x="5170" y="12005"/>
                    <a:pt x="5154" y="12006"/>
                    <a:pt x="5138" y="12009"/>
                  </a:cubicBezTo>
                  <a:cubicBezTo>
                    <a:pt x="5064" y="12009"/>
                    <a:pt x="4989" y="12024"/>
                    <a:pt x="4914" y="12024"/>
                  </a:cubicBezTo>
                  <a:cubicBezTo>
                    <a:pt x="4795" y="12039"/>
                    <a:pt x="4675" y="12054"/>
                    <a:pt x="4571" y="12054"/>
                  </a:cubicBezTo>
                  <a:cubicBezTo>
                    <a:pt x="4541" y="12054"/>
                    <a:pt x="4515" y="12057"/>
                    <a:pt x="4491" y="12057"/>
                  </a:cubicBezTo>
                  <a:cubicBezTo>
                    <a:pt x="4466" y="12057"/>
                    <a:pt x="4444" y="12054"/>
                    <a:pt x="4421" y="12039"/>
                  </a:cubicBezTo>
                  <a:cubicBezTo>
                    <a:pt x="4382" y="12026"/>
                    <a:pt x="4344" y="12020"/>
                    <a:pt x="4307" y="12020"/>
                  </a:cubicBezTo>
                  <a:cubicBezTo>
                    <a:pt x="4217" y="12020"/>
                    <a:pt x="4133" y="12052"/>
                    <a:pt x="4048" y="12084"/>
                  </a:cubicBezTo>
                  <a:cubicBezTo>
                    <a:pt x="4063" y="12113"/>
                    <a:pt x="4078" y="12158"/>
                    <a:pt x="4093" y="12158"/>
                  </a:cubicBezTo>
                  <a:cubicBezTo>
                    <a:pt x="4168" y="12173"/>
                    <a:pt x="4257" y="12173"/>
                    <a:pt x="4332" y="12173"/>
                  </a:cubicBezTo>
                  <a:lnTo>
                    <a:pt x="4347" y="12173"/>
                  </a:lnTo>
                  <a:cubicBezTo>
                    <a:pt x="4392" y="12173"/>
                    <a:pt x="4436" y="12169"/>
                    <a:pt x="4481" y="12169"/>
                  </a:cubicBezTo>
                  <a:cubicBezTo>
                    <a:pt x="4526" y="12169"/>
                    <a:pt x="4571" y="12173"/>
                    <a:pt x="4616" y="12188"/>
                  </a:cubicBezTo>
                  <a:cubicBezTo>
                    <a:pt x="4645" y="12196"/>
                    <a:pt x="4674" y="12200"/>
                    <a:pt x="4703" y="12200"/>
                  </a:cubicBezTo>
                  <a:cubicBezTo>
                    <a:pt x="4777" y="12200"/>
                    <a:pt x="4850" y="12176"/>
                    <a:pt x="4914" y="12143"/>
                  </a:cubicBezTo>
                  <a:cubicBezTo>
                    <a:pt x="4934" y="12173"/>
                    <a:pt x="4954" y="12222"/>
                    <a:pt x="4986" y="12222"/>
                  </a:cubicBezTo>
                  <a:cubicBezTo>
                    <a:pt x="5003" y="12222"/>
                    <a:pt x="5023" y="12209"/>
                    <a:pt x="5049" y="12173"/>
                  </a:cubicBezTo>
                  <a:cubicBezTo>
                    <a:pt x="5056" y="12166"/>
                    <a:pt x="5079" y="12162"/>
                    <a:pt x="5103" y="12162"/>
                  </a:cubicBezTo>
                  <a:cubicBezTo>
                    <a:pt x="5127" y="12162"/>
                    <a:pt x="5153" y="12166"/>
                    <a:pt x="5168" y="12173"/>
                  </a:cubicBezTo>
                  <a:cubicBezTo>
                    <a:pt x="5205" y="12191"/>
                    <a:pt x="5239" y="12200"/>
                    <a:pt x="5269" y="12200"/>
                  </a:cubicBezTo>
                  <a:cubicBezTo>
                    <a:pt x="5340" y="12200"/>
                    <a:pt x="5396" y="12156"/>
                    <a:pt x="5437" y="12084"/>
                  </a:cubicBezTo>
                  <a:cubicBezTo>
                    <a:pt x="5437" y="12039"/>
                    <a:pt x="5407" y="12009"/>
                    <a:pt x="5377" y="12009"/>
                  </a:cubicBezTo>
                  <a:cubicBezTo>
                    <a:pt x="5358" y="12012"/>
                    <a:pt x="5340" y="12013"/>
                    <a:pt x="5322" y="12013"/>
                  </a:cubicBezTo>
                  <a:cubicBezTo>
                    <a:pt x="5274" y="12013"/>
                    <a:pt x="5229" y="12005"/>
                    <a:pt x="5186" y="12005"/>
                  </a:cubicBezTo>
                  <a:close/>
                  <a:moveTo>
                    <a:pt x="9325" y="9811"/>
                  </a:moveTo>
                  <a:cubicBezTo>
                    <a:pt x="9280" y="9811"/>
                    <a:pt x="9238" y="9836"/>
                    <a:pt x="9201" y="9873"/>
                  </a:cubicBezTo>
                  <a:cubicBezTo>
                    <a:pt x="9186" y="10037"/>
                    <a:pt x="9171" y="10202"/>
                    <a:pt x="9156" y="10366"/>
                  </a:cubicBezTo>
                  <a:cubicBezTo>
                    <a:pt x="9156" y="10396"/>
                    <a:pt x="9126" y="10426"/>
                    <a:pt x="9126" y="10470"/>
                  </a:cubicBezTo>
                  <a:cubicBezTo>
                    <a:pt x="9111" y="10500"/>
                    <a:pt x="9126" y="10530"/>
                    <a:pt x="9141" y="10560"/>
                  </a:cubicBezTo>
                  <a:cubicBezTo>
                    <a:pt x="9126" y="10635"/>
                    <a:pt x="9126" y="10695"/>
                    <a:pt x="9111" y="10769"/>
                  </a:cubicBezTo>
                  <a:lnTo>
                    <a:pt x="9096" y="10769"/>
                  </a:lnTo>
                  <a:cubicBezTo>
                    <a:pt x="9096" y="10769"/>
                    <a:pt x="9096" y="10784"/>
                    <a:pt x="9111" y="10784"/>
                  </a:cubicBezTo>
                  <a:cubicBezTo>
                    <a:pt x="9111" y="10874"/>
                    <a:pt x="9111" y="10948"/>
                    <a:pt x="9111" y="11023"/>
                  </a:cubicBezTo>
                  <a:cubicBezTo>
                    <a:pt x="9081" y="11038"/>
                    <a:pt x="9081" y="11053"/>
                    <a:pt x="9096" y="11083"/>
                  </a:cubicBezTo>
                  <a:cubicBezTo>
                    <a:pt x="9081" y="11128"/>
                    <a:pt x="9067" y="11172"/>
                    <a:pt x="9067" y="11217"/>
                  </a:cubicBezTo>
                  <a:cubicBezTo>
                    <a:pt x="9007" y="11262"/>
                    <a:pt x="9052" y="11292"/>
                    <a:pt x="9052" y="11337"/>
                  </a:cubicBezTo>
                  <a:cubicBezTo>
                    <a:pt x="8992" y="11606"/>
                    <a:pt x="8932" y="11874"/>
                    <a:pt x="8872" y="12128"/>
                  </a:cubicBezTo>
                  <a:cubicBezTo>
                    <a:pt x="8828" y="12308"/>
                    <a:pt x="8932" y="12502"/>
                    <a:pt x="9096" y="12517"/>
                  </a:cubicBezTo>
                  <a:cubicBezTo>
                    <a:pt x="9335" y="12532"/>
                    <a:pt x="9574" y="12532"/>
                    <a:pt x="9813" y="12532"/>
                  </a:cubicBezTo>
                  <a:cubicBezTo>
                    <a:pt x="10007" y="12532"/>
                    <a:pt x="10202" y="12502"/>
                    <a:pt x="10396" y="12487"/>
                  </a:cubicBezTo>
                  <a:cubicBezTo>
                    <a:pt x="10426" y="12487"/>
                    <a:pt x="10470" y="12502"/>
                    <a:pt x="10500" y="12502"/>
                  </a:cubicBezTo>
                  <a:cubicBezTo>
                    <a:pt x="10545" y="12519"/>
                    <a:pt x="10588" y="12527"/>
                    <a:pt x="10630" y="12527"/>
                  </a:cubicBezTo>
                  <a:cubicBezTo>
                    <a:pt x="10700" y="12527"/>
                    <a:pt x="10769" y="12504"/>
                    <a:pt x="10844" y="12457"/>
                  </a:cubicBezTo>
                  <a:cubicBezTo>
                    <a:pt x="10874" y="12397"/>
                    <a:pt x="10874" y="12337"/>
                    <a:pt x="10799" y="12323"/>
                  </a:cubicBezTo>
                  <a:cubicBezTo>
                    <a:pt x="10709" y="12308"/>
                    <a:pt x="10635" y="12218"/>
                    <a:pt x="10545" y="12203"/>
                  </a:cubicBezTo>
                  <a:cubicBezTo>
                    <a:pt x="10500" y="12173"/>
                    <a:pt x="10456" y="12173"/>
                    <a:pt x="10411" y="12158"/>
                  </a:cubicBezTo>
                  <a:cubicBezTo>
                    <a:pt x="10325" y="12147"/>
                    <a:pt x="10237" y="12142"/>
                    <a:pt x="10149" y="12142"/>
                  </a:cubicBezTo>
                  <a:cubicBezTo>
                    <a:pt x="10006" y="12142"/>
                    <a:pt x="9862" y="12155"/>
                    <a:pt x="9724" y="12173"/>
                  </a:cubicBezTo>
                  <a:cubicBezTo>
                    <a:pt x="9714" y="12175"/>
                    <a:pt x="9704" y="12175"/>
                    <a:pt x="9694" y="12175"/>
                  </a:cubicBezTo>
                  <a:cubicBezTo>
                    <a:pt x="9628" y="12175"/>
                    <a:pt x="9558" y="12150"/>
                    <a:pt x="9491" y="12150"/>
                  </a:cubicBezTo>
                  <a:cubicBezTo>
                    <a:pt x="9458" y="12150"/>
                    <a:pt x="9426" y="12156"/>
                    <a:pt x="9395" y="12173"/>
                  </a:cubicBezTo>
                  <a:cubicBezTo>
                    <a:pt x="9395" y="12173"/>
                    <a:pt x="9380" y="12188"/>
                    <a:pt x="9380" y="12188"/>
                  </a:cubicBezTo>
                  <a:cubicBezTo>
                    <a:pt x="9365" y="12188"/>
                    <a:pt x="9365" y="12173"/>
                    <a:pt x="9365" y="12173"/>
                  </a:cubicBezTo>
                  <a:cubicBezTo>
                    <a:pt x="9320" y="12113"/>
                    <a:pt x="9350" y="12054"/>
                    <a:pt x="9365" y="11994"/>
                  </a:cubicBezTo>
                  <a:cubicBezTo>
                    <a:pt x="9410" y="11755"/>
                    <a:pt x="9455" y="11516"/>
                    <a:pt x="9410" y="11262"/>
                  </a:cubicBezTo>
                  <a:cubicBezTo>
                    <a:pt x="9395" y="11217"/>
                    <a:pt x="9395" y="11187"/>
                    <a:pt x="9410" y="11143"/>
                  </a:cubicBezTo>
                  <a:cubicBezTo>
                    <a:pt x="9440" y="11023"/>
                    <a:pt x="9425" y="10919"/>
                    <a:pt x="9440" y="10799"/>
                  </a:cubicBezTo>
                  <a:cubicBezTo>
                    <a:pt x="9470" y="10590"/>
                    <a:pt x="9440" y="10381"/>
                    <a:pt x="9470" y="10157"/>
                  </a:cubicBezTo>
                  <a:cubicBezTo>
                    <a:pt x="9485" y="10067"/>
                    <a:pt x="9530" y="9933"/>
                    <a:pt x="9410" y="9843"/>
                  </a:cubicBezTo>
                  <a:cubicBezTo>
                    <a:pt x="9382" y="9820"/>
                    <a:pt x="9353" y="9811"/>
                    <a:pt x="9325" y="9811"/>
                  </a:cubicBezTo>
                  <a:close/>
                  <a:moveTo>
                    <a:pt x="11411" y="10097"/>
                  </a:moveTo>
                  <a:cubicBezTo>
                    <a:pt x="11397" y="10097"/>
                    <a:pt x="11367" y="10127"/>
                    <a:pt x="11337" y="10127"/>
                  </a:cubicBezTo>
                  <a:cubicBezTo>
                    <a:pt x="11337" y="10172"/>
                    <a:pt x="11352" y="10202"/>
                    <a:pt x="11352" y="10246"/>
                  </a:cubicBezTo>
                  <a:cubicBezTo>
                    <a:pt x="11322" y="10306"/>
                    <a:pt x="11337" y="10351"/>
                    <a:pt x="11382" y="10396"/>
                  </a:cubicBezTo>
                  <a:cubicBezTo>
                    <a:pt x="11367" y="10396"/>
                    <a:pt x="11352" y="10411"/>
                    <a:pt x="11337" y="10441"/>
                  </a:cubicBezTo>
                  <a:cubicBezTo>
                    <a:pt x="11337" y="10456"/>
                    <a:pt x="11352" y="10485"/>
                    <a:pt x="11337" y="10515"/>
                  </a:cubicBezTo>
                  <a:cubicBezTo>
                    <a:pt x="11322" y="10515"/>
                    <a:pt x="11307" y="10530"/>
                    <a:pt x="11307" y="10530"/>
                  </a:cubicBezTo>
                  <a:cubicBezTo>
                    <a:pt x="11172" y="10709"/>
                    <a:pt x="11172" y="10709"/>
                    <a:pt x="11322" y="10874"/>
                  </a:cubicBezTo>
                  <a:lnTo>
                    <a:pt x="11307" y="10859"/>
                  </a:lnTo>
                  <a:cubicBezTo>
                    <a:pt x="11247" y="10904"/>
                    <a:pt x="11232" y="10963"/>
                    <a:pt x="11262" y="11008"/>
                  </a:cubicBezTo>
                  <a:cubicBezTo>
                    <a:pt x="11292" y="11098"/>
                    <a:pt x="11292" y="11172"/>
                    <a:pt x="11247" y="11262"/>
                  </a:cubicBezTo>
                  <a:cubicBezTo>
                    <a:pt x="11187" y="11396"/>
                    <a:pt x="11277" y="11546"/>
                    <a:pt x="11247" y="11680"/>
                  </a:cubicBezTo>
                  <a:cubicBezTo>
                    <a:pt x="11247" y="11725"/>
                    <a:pt x="11262" y="11755"/>
                    <a:pt x="11247" y="11800"/>
                  </a:cubicBezTo>
                  <a:cubicBezTo>
                    <a:pt x="11217" y="11934"/>
                    <a:pt x="11217" y="11964"/>
                    <a:pt x="11292" y="11964"/>
                  </a:cubicBezTo>
                  <a:cubicBezTo>
                    <a:pt x="11247" y="11994"/>
                    <a:pt x="11202" y="12024"/>
                    <a:pt x="11217" y="12084"/>
                  </a:cubicBezTo>
                  <a:cubicBezTo>
                    <a:pt x="11262" y="12263"/>
                    <a:pt x="11172" y="12263"/>
                    <a:pt x="11053" y="12263"/>
                  </a:cubicBezTo>
                  <a:cubicBezTo>
                    <a:pt x="11023" y="12263"/>
                    <a:pt x="10993" y="12278"/>
                    <a:pt x="10963" y="12293"/>
                  </a:cubicBezTo>
                  <a:cubicBezTo>
                    <a:pt x="10948" y="12308"/>
                    <a:pt x="10933" y="12337"/>
                    <a:pt x="10933" y="12367"/>
                  </a:cubicBezTo>
                  <a:cubicBezTo>
                    <a:pt x="10904" y="12457"/>
                    <a:pt x="10993" y="12502"/>
                    <a:pt x="11008" y="12576"/>
                  </a:cubicBezTo>
                  <a:lnTo>
                    <a:pt x="11038" y="12576"/>
                  </a:lnTo>
                  <a:cubicBezTo>
                    <a:pt x="11053" y="12591"/>
                    <a:pt x="11083" y="12591"/>
                    <a:pt x="11098" y="12591"/>
                  </a:cubicBezTo>
                  <a:cubicBezTo>
                    <a:pt x="11128" y="12591"/>
                    <a:pt x="11158" y="12576"/>
                    <a:pt x="11172" y="12576"/>
                  </a:cubicBezTo>
                  <a:cubicBezTo>
                    <a:pt x="11206" y="12582"/>
                    <a:pt x="11240" y="12588"/>
                    <a:pt x="11272" y="12588"/>
                  </a:cubicBezTo>
                  <a:cubicBezTo>
                    <a:pt x="11326" y="12588"/>
                    <a:pt x="11374" y="12572"/>
                    <a:pt x="11411" y="12517"/>
                  </a:cubicBezTo>
                  <a:cubicBezTo>
                    <a:pt x="11441" y="12457"/>
                    <a:pt x="11471" y="12382"/>
                    <a:pt x="11516" y="12308"/>
                  </a:cubicBezTo>
                  <a:cubicBezTo>
                    <a:pt x="11576" y="12233"/>
                    <a:pt x="11591" y="12143"/>
                    <a:pt x="11531" y="12054"/>
                  </a:cubicBezTo>
                  <a:cubicBezTo>
                    <a:pt x="11501" y="11994"/>
                    <a:pt x="11471" y="11934"/>
                    <a:pt x="11441" y="11889"/>
                  </a:cubicBezTo>
                  <a:cubicBezTo>
                    <a:pt x="11426" y="11860"/>
                    <a:pt x="11426" y="11845"/>
                    <a:pt x="11411" y="11830"/>
                  </a:cubicBezTo>
                  <a:cubicBezTo>
                    <a:pt x="11486" y="11830"/>
                    <a:pt x="11471" y="11725"/>
                    <a:pt x="11516" y="11710"/>
                  </a:cubicBezTo>
                  <a:cubicBezTo>
                    <a:pt x="11471" y="11606"/>
                    <a:pt x="11546" y="11471"/>
                    <a:pt x="11441" y="11382"/>
                  </a:cubicBezTo>
                  <a:cubicBezTo>
                    <a:pt x="11426" y="11382"/>
                    <a:pt x="11441" y="11367"/>
                    <a:pt x="11441" y="11352"/>
                  </a:cubicBezTo>
                  <a:cubicBezTo>
                    <a:pt x="11441" y="11292"/>
                    <a:pt x="11441" y="11247"/>
                    <a:pt x="11441" y="11202"/>
                  </a:cubicBezTo>
                  <a:cubicBezTo>
                    <a:pt x="11441" y="11158"/>
                    <a:pt x="11441" y="11128"/>
                    <a:pt x="11441" y="11083"/>
                  </a:cubicBezTo>
                  <a:cubicBezTo>
                    <a:pt x="11456" y="11068"/>
                    <a:pt x="11501" y="11053"/>
                    <a:pt x="11501" y="11038"/>
                  </a:cubicBezTo>
                  <a:cubicBezTo>
                    <a:pt x="11501" y="10889"/>
                    <a:pt x="11501" y="10754"/>
                    <a:pt x="11501" y="10620"/>
                  </a:cubicBezTo>
                  <a:cubicBezTo>
                    <a:pt x="11456" y="10575"/>
                    <a:pt x="11486" y="10560"/>
                    <a:pt x="11531" y="10530"/>
                  </a:cubicBezTo>
                  <a:cubicBezTo>
                    <a:pt x="11531" y="10485"/>
                    <a:pt x="11546" y="10456"/>
                    <a:pt x="11546" y="10411"/>
                  </a:cubicBezTo>
                  <a:cubicBezTo>
                    <a:pt x="11546" y="10366"/>
                    <a:pt x="11516" y="10366"/>
                    <a:pt x="11486" y="10366"/>
                  </a:cubicBezTo>
                  <a:cubicBezTo>
                    <a:pt x="11531" y="10321"/>
                    <a:pt x="11606" y="10276"/>
                    <a:pt x="11516" y="10187"/>
                  </a:cubicBezTo>
                  <a:cubicBezTo>
                    <a:pt x="11531" y="10187"/>
                    <a:pt x="11546" y="10172"/>
                    <a:pt x="11561" y="10157"/>
                  </a:cubicBezTo>
                  <a:cubicBezTo>
                    <a:pt x="11516" y="10142"/>
                    <a:pt x="11471" y="10112"/>
                    <a:pt x="11411" y="10097"/>
                  </a:cubicBezTo>
                  <a:close/>
                  <a:moveTo>
                    <a:pt x="13360" y="12880"/>
                  </a:moveTo>
                  <a:cubicBezTo>
                    <a:pt x="13324" y="12880"/>
                    <a:pt x="13301" y="12909"/>
                    <a:pt x="13278" y="12920"/>
                  </a:cubicBezTo>
                  <a:cubicBezTo>
                    <a:pt x="13263" y="12935"/>
                    <a:pt x="13263" y="12950"/>
                    <a:pt x="13278" y="12965"/>
                  </a:cubicBezTo>
                  <a:cubicBezTo>
                    <a:pt x="13311" y="12985"/>
                    <a:pt x="13333" y="12993"/>
                    <a:pt x="13349" y="12993"/>
                  </a:cubicBezTo>
                  <a:cubicBezTo>
                    <a:pt x="13392" y="12993"/>
                    <a:pt x="13387" y="12934"/>
                    <a:pt x="13398" y="12890"/>
                  </a:cubicBezTo>
                  <a:cubicBezTo>
                    <a:pt x="13384" y="12883"/>
                    <a:pt x="13371" y="12880"/>
                    <a:pt x="13360" y="12880"/>
                  </a:cubicBezTo>
                  <a:close/>
                  <a:moveTo>
                    <a:pt x="13876" y="13741"/>
                  </a:moveTo>
                  <a:lnTo>
                    <a:pt x="13876" y="13741"/>
                  </a:lnTo>
                  <a:cubicBezTo>
                    <a:pt x="13861" y="13756"/>
                    <a:pt x="13846" y="13771"/>
                    <a:pt x="13831" y="13801"/>
                  </a:cubicBezTo>
                  <a:cubicBezTo>
                    <a:pt x="13816" y="13846"/>
                    <a:pt x="13801" y="13876"/>
                    <a:pt x="13801" y="13921"/>
                  </a:cubicBezTo>
                  <a:cubicBezTo>
                    <a:pt x="13786" y="13936"/>
                    <a:pt x="13771" y="13951"/>
                    <a:pt x="13756" y="13965"/>
                  </a:cubicBezTo>
                  <a:cubicBezTo>
                    <a:pt x="13786" y="13980"/>
                    <a:pt x="13816" y="13980"/>
                    <a:pt x="13846" y="13995"/>
                  </a:cubicBezTo>
                  <a:cubicBezTo>
                    <a:pt x="13861" y="13906"/>
                    <a:pt x="13876" y="13816"/>
                    <a:pt x="13876" y="13741"/>
                  </a:cubicBezTo>
                  <a:close/>
                  <a:moveTo>
                    <a:pt x="13263" y="13980"/>
                  </a:moveTo>
                  <a:cubicBezTo>
                    <a:pt x="13249" y="13980"/>
                    <a:pt x="13234" y="13995"/>
                    <a:pt x="13219" y="14010"/>
                  </a:cubicBezTo>
                  <a:cubicBezTo>
                    <a:pt x="13234" y="14010"/>
                    <a:pt x="13234" y="14040"/>
                    <a:pt x="13249" y="14040"/>
                  </a:cubicBezTo>
                  <a:cubicBezTo>
                    <a:pt x="13263" y="14040"/>
                    <a:pt x="13278" y="14025"/>
                    <a:pt x="13308" y="14010"/>
                  </a:cubicBezTo>
                  <a:cubicBezTo>
                    <a:pt x="13293" y="13995"/>
                    <a:pt x="13278" y="13980"/>
                    <a:pt x="13263" y="13980"/>
                  </a:cubicBezTo>
                  <a:close/>
                  <a:moveTo>
                    <a:pt x="6468" y="13637"/>
                  </a:moveTo>
                  <a:cubicBezTo>
                    <a:pt x="6468" y="13741"/>
                    <a:pt x="6468" y="13846"/>
                    <a:pt x="6468" y="13951"/>
                  </a:cubicBezTo>
                  <a:cubicBezTo>
                    <a:pt x="6483" y="13965"/>
                    <a:pt x="6498" y="13965"/>
                    <a:pt x="6512" y="13965"/>
                  </a:cubicBezTo>
                  <a:cubicBezTo>
                    <a:pt x="6483" y="13980"/>
                    <a:pt x="6468" y="14010"/>
                    <a:pt x="6468" y="14040"/>
                  </a:cubicBezTo>
                  <a:cubicBezTo>
                    <a:pt x="6408" y="14100"/>
                    <a:pt x="6438" y="14145"/>
                    <a:pt x="6498" y="14175"/>
                  </a:cubicBezTo>
                  <a:cubicBezTo>
                    <a:pt x="6512" y="14175"/>
                    <a:pt x="6512" y="14160"/>
                    <a:pt x="6527" y="14160"/>
                  </a:cubicBezTo>
                  <a:cubicBezTo>
                    <a:pt x="6527" y="14145"/>
                    <a:pt x="6542" y="14115"/>
                    <a:pt x="6557" y="14115"/>
                  </a:cubicBezTo>
                  <a:cubicBezTo>
                    <a:pt x="6587" y="14115"/>
                    <a:pt x="6602" y="14130"/>
                    <a:pt x="6617" y="14130"/>
                  </a:cubicBezTo>
                  <a:cubicBezTo>
                    <a:pt x="6617" y="14160"/>
                    <a:pt x="6632" y="14190"/>
                    <a:pt x="6647" y="14219"/>
                  </a:cubicBezTo>
                  <a:lnTo>
                    <a:pt x="6662" y="14219"/>
                  </a:lnTo>
                  <a:cubicBezTo>
                    <a:pt x="6692" y="14204"/>
                    <a:pt x="6707" y="14190"/>
                    <a:pt x="6737" y="14175"/>
                  </a:cubicBezTo>
                  <a:cubicBezTo>
                    <a:pt x="6722" y="14175"/>
                    <a:pt x="6722" y="14160"/>
                    <a:pt x="6722" y="14160"/>
                  </a:cubicBezTo>
                  <a:cubicBezTo>
                    <a:pt x="6692" y="14145"/>
                    <a:pt x="6662" y="14145"/>
                    <a:pt x="6632" y="14130"/>
                  </a:cubicBezTo>
                  <a:cubicBezTo>
                    <a:pt x="6647" y="14130"/>
                    <a:pt x="6647" y="14115"/>
                    <a:pt x="6662" y="14115"/>
                  </a:cubicBezTo>
                  <a:cubicBezTo>
                    <a:pt x="6662" y="14100"/>
                    <a:pt x="6662" y="14070"/>
                    <a:pt x="6662" y="14055"/>
                  </a:cubicBezTo>
                  <a:cubicBezTo>
                    <a:pt x="6662" y="14025"/>
                    <a:pt x="6647" y="13995"/>
                    <a:pt x="6647" y="13980"/>
                  </a:cubicBezTo>
                  <a:lnTo>
                    <a:pt x="6647" y="13936"/>
                  </a:lnTo>
                  <a:cubicBezTo>
                    <a:pt x="6662" y="13906"/>
                    <a:pt x="6647" y="13876"/>
                    <a:pt x="6632" y="13861"/>
                  </a:cubicBezTo>
                  <a:cubicBezTo>
                    <a:pt x="6587" y="13816"/>
                    <a:pt x="6617" y="13786"/>
                    <a:pt x="6632" y="13741"/>
                  </a:cubicBezTo>
                  <a:cubicBezTo>
                    <a:pt x="6602" y="13652"/>
                    <a:pt x="6527" y="13667"/>
                    <a:pt x="6468" y="13637"/>
                  </a:cubicBezTo>
                  <a:close/>
                  <a:moveTo>
                    <a:pt x="7416" y="14432"/>
                  </a:moveTo>
                  <a:cubicBezTo>
                    <a:pt x="7409" y="14432"/>
                    <a:pt x="7401" y="14436"/>
                    <a:pt x="7394" y="14443"/>
                  </a:cubicBezTo>
                  <a:cubicBezTo>
                    <a:pt x="7364" y="14458"/>
                    <a:pt x="7349" y="14458"/>
                    <a:pt x="7334" y="14473"/>
                  </a:cubicBezTo>
                  <a:cubicBezTo>
                    <a:pt x="7326" y="14469"/>
                    <a:pt x="7319" y="14467"/>
                    <a:pt x="7313" y="14467"/>
                  </a:cubicBezTo>
                  <a:cubicBezTo>
                    <a:pt x="7298" y="14467"/>
                    <a:pt x="7293" y="14481"/>
                    <a:pt x="7304" y="14503"/>
                  </a:cubicBezTo>
                  <a:cubicBezTo>
                    <a:pt x="7409" y="14518"/>
                    <a:pt x="7513" y="14533"/>
                    <a:pt x="7618" y="14548"/>
                  </a:cubicBezTo>
                  <a:cubicBezTo>
                    <a:pt x="7618" y="14548"/>
                    <a:pt x="7618" y="14533"/>
                    <a:pt x="7603" y="14533"/>
                  </a:cubicBezTo>
                  <a:cubicBezTo>
                    <a:pt x="7603" y="14518"/>
                    <a:pt x="7603" y="14503"/>
                    <a:pt x="7588" y="14503"/>
                  </a:cubicBezTo>
                  <a:cubicBezTo>
                    <a:pt x="7528" y="14488"/>
                    <a:pt x="7483" y="14458"/>
                    <a:pt x="7439" y="14443"/>
                  </a:cubicBezTo>
                  <a:cubicBezTo>
                    <a:pt x="7431" y="14436"/>
                    <a:pt x="7424" y="14432"/>
                    <a:pt x="7416" y="14432"/>
                  </a:cubicBezTo>
                  <a:close/>
                  <a:moveTo>
                    <a:pt x="13127" y="14508"/>
                  </a:moveTo>
                  <a:cubicBezTo>
                    <a:pt x="13114" y="14508"/>
                    <a:pt x="13102" y="14516"/>
                    <a:pt x="13084" y="14533"/>
                  </a:cubicBezTo>
                  <a:cubicBezTo>
                    <a:pt x="13084" y="14533"/>
                    <a:pt x="13084" y="14548"/>
                    <a:pt x="13084" y="14548"/>
                  </a:cubicBezTo>
                  <a:cubicBezTo>
                    <a:pt x="13099" y="14563"/>
                    <a:pt x="13114" y="14578"/>
                    <a:pt x="13129" y="14593"/>
                  </a:cubicBezTo>
                  <a:cubicBezTo>
                    <a:pt x="13144" y="14563"/>
                    <a:pt x="13159" y="14548"/>
                    <a:pt x="13159" y="14518"/>
                  </a:cubicBezTo>
                  <a:cubicBezTo>
                    <a:pt x="13147" y="14512"/>
                    <a:pt x="13137" y="14508"/>
                    <a:pt x="13127" y="14508"/>
                  </a:cubicBezTo>
                  <a:close/>
                  <a:moveTo>
                    <a:pt x="13502" y="14593"/>
                  </a:moveTo>
                  <a:cubicBezTo>
                    <a:pt x="13502" y="14608"/>
                    <a:pt x="13488" y="14608"/>
                    <a:pt x="13488" y="14608"/>
                  </a:cubicBezTo>
                  <a:cubicBezTo>
                    <a:pt x="13488" y="14608"/>
                    <a:pt x="13488" y="14608"/>
                    <a:pt x="13488" y="14593"/>
                  </a:cubicBezTo>
                  <a:close/>
                  <a:moveTo>
                    <a:pt x="13771" y="14070"/>
                  </a:moveTo>
                  <a:cubicBezTo>
                    <a:pt x="13741" y="14085"/>
                    <a:pt x="13712" y="14100"/>
                    <a:pt x="13682" y="14130"/>
                  </a:cubicBezTo>
                  <a:cubicBezTo>
                    <a:pt x="13726" y="14145"/>
                    <a:pt x="13756" y="14145"/>
                    <a:pt x="13786" y="14160"/>
                  </a:cubicBezTo>
                  <a:cubicBezTo>
                    <a:pt x="13756" y="14175"/>
                    <a:pt x="13726" y="14190"/>
                    <a:pt x="13712" y="14204"/>
                  </a:cubicBezTo>
                  <a:cubicBezTo>
                    <a:pt x="13667" y="14234"/>
                    <a:pt x="13667" y="14279"/>
                    <a:pt x="13637" y="14324"/>
                  </a:cubicBezTo>
                  <a:cubicBezTo>
                    <a:pt x="13623" y="14406"/>
                    <a:pt x="13597" y="14475"/>
                    <a:pt x="13513" y="14475"/>
                  </a:cubicBezTo>
                  <a:cubicBezTo>
                    <a:pt x="13505" y="14475"/>
                    <a:pt x="13497" y="14475"/>
                    <a:pt x="13488" y="14473"/>
                  </a:cubicBezTo>
                  <a:cubicBezTo>
                    <a:pt x="13473" y="14473"/>
                    <a:pt x="13443" y="14488"/>
                    <a:pt x="13443" y="14518"/>
                  </a:cubicBezTo>
                  <a:lnTo>
                    <a:pt x="13398" y="14473"/>
                  </a:lnTo>
                  <a:cubicBezTo>
                    <a:pt x="13383" y="14473"/>
                    <a:pt x="13353" y="14488"/>
                    <a:pt x="13338" y="14503"/>
                  </a:cubicBezTo>
                  <a:lnTo>
                    <a:pt x="13338" y="14653"/>
                  </a:lnTo>
                  <a:cubicBezTo>
                    <a:pt x="13323" y="14667"/>
                    <a:pt x="13323" y="14667"/>
                    <a:pt x="13308" y="14667"/>
                  </a:cubicBezTo>
                  <a:cubicBezTo>
                    <a:pt x="13278" y="14712"/>
                    <a:pt x="13234" y="14712"/>
                    <a:pt x="13189" y="14712"/>
                  </a:cubicBezTo>
                  <a:cubicBezTo>
                    <a:pt x="13144" y="14727"/>
                    <a:pt x="13114" y="14757"/>
                    <a:pt x="13129" y="14817"/>
                  </a:cubicBezTo>
                  <a:cubicBezTo>
                    <a:pt x="13203" y="14817"/>
                    <a:pt x="13277" y="14825"/>
                    <a:pt x="13348" y="14825"/>
                  </a:cubicBezTo>
                  <a:cubicBezTo>
                    <a:pt x="13462" y="14825"/>
                    <a:pt x="13569" y="14803"/>
                    <a:pt x="13652" y="14682"/>
                  </a:cubicBezTo>
                  <a:cubicBezTo>
                    <a:pt x="13771" y="14653"/>
                    <a:pt x="13622" y="14593"/>
                    <a:pt x="13667" y="14548"/>
                  </a:cubicBezTo>
                  <a:cubicBezTo>
                    <a:pt x="13726" y="14473"/>
                    <a:pt x="13771" y="14399"/>
                    <a:pt x="13801" y="14324"/>
                  </a:cubicBezTo>
                  <a:cubicBezTo>
                    <a:pt x="13861" y="14219"/>
                    <a:pt x="13876" y="14130"/>
                    <a:pt x="13771" y="14070"/>
                  </a:cubicBezTo>
                  <a:close/>
                  <a:moveTo>
                    <a:pt x="8081" y="14847"/>
                  </a:moveTo>
                  <a:lnTo>
                    <a:pt x="8081" y="14847"/>
                  </a:lnTo>
                  <a:cubicBezTo>
                    <a:pt x="8155" y="14981"/>
                    <a:pt x="8260" y="15101"/>
                    <a:pt x="8424" y="15130"/>
                  </a:cubicBezTo>
                  <a:cubicBezTo>
                    <a:pt x="8305" y="15041"/>
                    <a:pt x="8185" y="14936"/>
                    <a:pt x="8081" y="148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0"/>
            <p:cNvSpPr/>
            <p:nvPr/>
          </p:nvSpPr>
          <p:spPr>
            <a:xfrm rot="-8100000">
              <a:off x="8463354" y="3338418"/>
              <a:ext cx="1626151" cy="2077633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0"/>
            <p:cNvSpPr/>
            <p:nvPr/>
          </p:nvSpPr>
          <p:spPr>
            <a:xfrm rot="8765009" flipH="1">
              <a:off x="-869322" y="4224440"/>
              <a:ext cx="1626143" cy="2077625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0"/>
            <p:cNvSpPr/>
            <p:nvPr/>
          </p:nvSpPr>
          <p:spPr>
            <a:xfrm rot="-423476">
              <a:off x="8518011" y="-431291"/>
              <a:ext cx="1143654" cy="1490267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0"/>
            <p:cNvSpPr/>
            <p:nvPr/>
          </p:nvSpPr>
          <p:spPr>
            <a:xfrm rot="-8839937" flipH="1">
              <a:off x="7278108" y="4522949"/>
              <a:ext cx="1754331" cy="2196476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51"/>
          <p:cNvGrpSpPr/>
          <p:nvPr/>
        </p:nvGrpSpPr>
        <p:grpSpPr>
          <a:xfrm>
            <a:off x="-626407" y="-705234"/>
            <a:ext cx="9846486" cy="7411784"/>
            <a:chOff x="-626407" y="-705234"/>
            <a:chExt cx="9846486" cy="7411784"/>
          </a:xfrm>
        </p:grpSpPr>
        <p:grpSp>
          <p:nvGrpSpPr>
            <p:cNvPr id="476" name="Google Shape;476;p51"/>
            <p:cNvGrpSpPr/>
            <p:nvPr/>
          </p:nvGrpSpPr>
          <p:grpSpPr>
            <a:xfrm>
              <a:off x="1090853" y="-705234"/>
              <a:ext cx="1385687" cy="1300119"/>
              <a:chOff x="1928848" y="-399874"/>
              <a:chExt cx="832544" cy="781134"/>
            </a:xfrm>
          </p:grpSpPr>
          <p:sp>
            <p:nvSpPr>
              <p:cNvPr id="477" name="Google Shape;477;p51"/>
              <p:cNvSpPr/>
              <p:nvPr/>
            </p:nvSpPr>
            <p:spPr>
              <a:xfrm>
                <a:off x="2192906" y="-176282"/>
                <a:ext cx="376729" cy="384193"/>
              </a:xfrm>
              <a:custGeom>
                <a:avLst/>
                <a:gdLst/>
                <a:ahLst/>
                <a:cxnLst/>
                <a:rect l="l" t="t" r="r" b="b"/>
                <a:pathLst>
                  <a:path w="4049" h="4129" extrusionOk="0">
                    <a:moveTo>
                      <a:pt x="2614" y="256"/>
                    </a:moveTo>
                    <a:cubicBezTo>
                      <a:pt x="2614" y="271"/>
                      <a:pt x="2614" y="286"/>
                      <a:pt x="2614" y="301"/>
                    </a:cubicBezTo>
                    <a:cubicBezTo>
                      <a:pt x="2599" y="330"/>
                      <a:pt x="2614" y="345"/>
                      <a:pt x="2644" y="360"/>
                    </a:cubicBezTo>
                    <a:cubicBezTo>
                      <a:pt x="2659" y="375"/>
                      <a:pt x="2689" y="375"/>
                      <a:pt x="2734" y="405"/>
                    </a:cubicBezTo>
                    <a:cubicBezTo>
                      <a:pt x="2689" y="405"/>
                      <a:pt x="2674" y="405"/>
                      <a:pt x="2644" y="420"/>
                    </a:cubicBezTo>
                    <a:cubicBezTo>
                      <a:pt x="2555" y="450"/>
                      <a:pt x="2465" y="525"/>
                      <a:pt x="2346" y="525"/>
                    </a:cubicBezTo>
                    <a:cubicBezTo>
                      <a:pt x="2346" y="495"/>
                      <a:pt x="2360" y="480"/>
                      <a:pt x="2360" y="465"/>
                    </a:cubicBezTo>
                    <a:cubicBezTo>
                      <a:pt x="2360" y="435"/>
                      <a:pt x="2375" y="420"/>
                      <a:pt x="2375" y="390"/>
                    </a:cubicBezTo>
                    <a:cubicBezTo>
                      <a:pt x="2380" y="369"/>
                      <a:pt x="2378" y="352"/>
                      <a:pt x="2372" y="339"/>
                    </a:cubicBezTo>
                    <a:lnTo>
                      <a:pt x="2372" y="339"/>
                    </a:lnTo>
                    <a:cubicBezTo>
                      <a:pt x="2393" y="352"/>
                      <a:pt x="2419" y="360"/>
                      <a:pt x="2450" y="360"/>
                    </a:cubicBezTo>
                    <a:cubicBezTo>
                      <a:pt x="2495" y="345"/>
                      <a:pt x="2525" y="345"/>
                      <a:pt x="2555" y="315"/>
                    </a:cubicBezTo>
                    <a:cubicBezTo>
                      <a:pt x="2585" y="301"/>
                      <a:pt x="2585" y="271"/>
                      <a:pt x="2614" y="256"/>
                    </a:cubicBezTo>
                    <a:close/>
                    <a:moveTo>
                      <a:pt x="2661" y="0"/>
                    </a:moveTo>
                    <a:cubicBezTo>
                      <a:pt x="2587" y="0"/>
                      <a:pt x="2523" y="49"/>
                      <a:pt x="2465" y="136"/>
                    </a:cubicBezTo>
                    <a:cubicBezTo>
                      <a:pt x="2450" y="151"/>
                      <a:pt x="2435" y="166"/>
                      <a:pt x="2420" y="196"/>
                    </a:cubicBezTo>
                    <a:cubicBezTo>
                      <a:pt x="2375" y="196"/>
                      <a:pt x="2316" y="226"/>
                      <a:pt x="2331" y="286"/>
                    </a:cubicBezTo>
                    <a:cubicBezTo>
                      <a:pt x="2334" y="294"/>
                      <a:pt x="2338" y="303"/>
                      <a:pt x="2343" y="310"/>
                    </a:cubicBezTo>
                    <a:lnTo>
                      <a:pt x="2343" y="310"/>
                    </a:lnTo>
                    <a:cubicBezTo>
                      <a:pt x="2333" y="306"/>
                      <a:pt x="2322" y="304"/>
                      <a:pt x="2310" y="304"/>
                    </a:cubicBezTo>
                    <a:cubicBezTo>
                      <a:pt x="2294" y="304"/>
                      <a:pt x="2275" y="308"/>
                      <a:pt x="2256" y="315"/>
                    </a:cubicBezTo>
                    <a:cubicBezTo>
                      <a:pt x="2196" y="345"/>
                      <a:pt x="2151" y="405"/>
                      <a:pt x="2092" y="420"/>
                    </a:cubicBezTo>
                    <a:cubicBezTo>
                      <a:pt x="1823" y="480"/>
                      <a:pt x="1703" y="734"/>
                      <a:pt x="1509" y="883"/>
                    </a:cubicBezTo>
                    <a:cubicBezTo>
                      <a:pt x="1330" y="1047"/>
                      <a:pt x="1195" y="1256"/>
                      <a:pt x="1046" y="1466"/>
                    </a:cubicBezTo>
                    <a:cubicBezTo>
                      <a:pt x="807" y="1779"/>
                      <a:pt x="583" y="2108"/>
                      <a:pt x="359" y="2421"/>
                    </a:cubicBezTo>
                    <a:cubicBezTo>
                      <a:pt x="299" y="2541"/>
                      <a:pt x="255" y="2690"/>
                      <a:pt x="165" y="2780"/>
                    </a:cubicBezTo>
                    <a:cubicBezTo>
                      <a:pt x="1" y="2959"/>
                      <a:pt x="30" y="3153"/>
                      <a:pt x="135" y="3333"/>
                    </a:cubicBezTo>
                    <a:cubicBezTo>
                      <a:pt x="180" y="3422"/>
                      <a:pt x="314" y="3467"/>
                      <a:pt x="419" y="3512"/>
                    </a:cubicBezTo>
                    <a:cubicBezTo>
                      <a:pt x="538" y="3557"/>
                      <a:pt x="673" y="3586"/>
                      <a:pt x="792" y="3646"/>
                    </a:cubicBezTo>
                    <a:cubicBezTo>
                      <a:pt x="839" y="3665"/>
                      <a:pt x="875" y="3684"/>
                      <a:pt x="913" y="3684"/>
                    </a:cubicBezTo>
                    <a:cubicBezTo>
                      <a:pt x="936" y="3684"/>
                      <a:pt x="959" y="3678"/>
                      <a:pt x="986" y="3661"/>
                    </a:cubicBezTo>
                    <a:cubicBezTo>
                      <a:pt x="1001" y="3654"/>
                      <a:pt x="1024" y="3650"/>
                      <a:pt x="1042" y="3650"/>
                    </a:cubicBezTo>
                    <a:cubicBezTo>
                      <a:pt x="1061" y="3650"/>
                      <a:pt x="1076" y="3654"/>
                      <a:pt x="1076" y="3661"/>
                    </a:cubicBezTo>
                    <a:cubicBezTo>
                      <a:pt x="1110" y="3721"/>
                      <a:pt x="1144" y="3737"/>
                      <a:pt x="1183" y="3737"/>
                    </a:cubicBezTo>
                    <a:cubicBezTo>
                      <a:pt x="1213" y="3737"/>
                      <a:pt x="1246" y="3727"/>
                      <a:pt x="1285" y="3721"/>
                    </a:cubicBezTo>
                    <a:cubicBezTo>
                      <a:pt x="1360" y="3721"/>
                      <a:pt x="1434" y="3796"/>
                      <a:pt x="1509" y="3825"/>
                    </a:cubicBezTo>
                    <a:cubicBezTo>
                      <a:pt x="1644" y="3870"/>
                      <a:pt x="1778" y="3915"/>
                      <a:pt x="1912" y="3945"/>
                    </a:cubicBezTo>
                    <a:cubicBezTo>
                      <a:pt x="1927" y="3945"/>
                      <a:pt x="1942" y="3960"/>
                      <a:pt x="1957" y="3960"/>
                    </a:cubicBezTo>
                    <a:cubicBezTo>
                      <a:pt x="2107" y="3975"/>
                      <a:pt x="2256" y="3990"/>
                      <a:pt x="2405" y="4020"/>
                    </a:cubicBezTo>
                    <a:cubicBezTo>
                      <a:pt x="2644" y="4049"/>
                      <a:pt x="2883" y="4094"/>
                      <a:pt x="3122" y="4124"/>
                    </a:cubicBezTo>
                    <a:cubicBezTo>
                      <a:pt x="3139" y="4127"/>
                      <a:pt x="3155" y="4128"/>
                      <a:pt x="3170" y="4128"/>
                    </a:cubicBezTo>
                    <a:cubicBezTo>
                      <a:pt x="3239" y="4128"/>
                      <a:pt x="3300" y="4104"/>
                      <a:pt x="3361" y="4079"/>
                    </a:cubicBezTo>
                    <a:cubicBezTo>
                      <a:pt x="3451" y="4035"/>
                      <a:pt x="3540" y="3990"/>
                      <a:pt x="3630" y="3930"/>
                    </a:cubicBezTo>
                    <a:cubicBezTo>
                      <a:pt x="3636" y="3927"/>
                      <a:pt x="3641" y="3926"/>
                      <a:pt x="3647" y="3926"/>
                    </a:cubicBezTo>
                    <a:cubicBezTo>
                      <a:pt x="3671" y="3926"/>
                      <a:pt x="3695" y="3948"/>
                      <a:pt x="3720" y="3960"/>
                    </a:cubicBezTo>
                    <a:cubicBezTo>
                      <a:pt x="3767" y="3979"/>
                      <a:pt x="3820" y="3998"/>
                      <a:pt x="3872" y="3998"/>
                    </a:cubicBezTo>
                    <a:cubicBezTo>
                      <a:pt x="3902" y="3998"/>
                      <a:pt x="3931" y="3991"/>
                      <a:pt x="3959" y="3975"/>
                    </a:cubicBezTo>
                    <a:cubicBezTo>
                      <a:pt x="4003" y="3945"/>
                      <a:pt x="4048" y="3870"/>
                      <a:pt x="4003" y="3796"/>
                    </a:cubicBezTo>
                    <a:cubicBezTo>
                      <a:pt x="3884" y="3676"/>
                      <a:pt x="3839" y="3527"/>
                      <a:pt x="3794" y="3377"/>
                    </a:cubicBezTo>
                    <a:cubicBezTo>
                      <a:pt x="3735" y="3094"/>
                      <a:pt x="3615" y="2825"/>
                      <a:pt x="3555" y="2526"/>
                    </a:cubicBezTo>
                    <a:cubicBezTo>
                      <a:pt x="3481" y="2212"/>
                      <a:pt x="3466" y="1869"/>
                      <a:pt x="3406" y="1555"/>
                    </a:cubicBezTo>
                    <a:cubicBezTo>
                      <a:pt x="3376" y="1391"/>
                      <a:pt x="3331" y="1241"/>
                      <a:pt x="3286" y="1092"/>
                    </a:cubicBezTo>
                    <a:cubicBezTo>
                      <a:pt x="3242" y="958"/>
                      <a:pt x="3167" y="808"/>
                      <a:pt x="3107" y="659"/>
                    </a:cubicBezTo>
                    <a:cubicBezTo>
                      <a:pt x="3062" y="525"/>
                      <a:pt x="3033" y="375"/>
                      <a:pt x="2973" y="241"/>
                    </a:cubicBezTo>
                    <a:cubicBezTo>
                      <a:pt x="2943" y="166"/>
                      <a:pt x="2868" y="91"/>
                      <a:pt x="2794" y="47"/>
                    </a:cubicBezTo>
                    <a:cubicBezTo>
                      <a:pt x="2746" y="15"/>
                      <a:pt x="2702" y="0"/>
                      <a:pt x="26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51"/>
              <p:cNvSpPr/>
              <p:nvPr/>
            </p:nvSpPr>
            <p:spPr>
              <a:xfrm>
                <a:off x="1928848" y="-399874"/>
                <a:ext cx="832544" cy="781134"/>
              </a:xfrm>
              <a:custGeom>
                <a:avLst/>
                <a:gdLst/>
                <a:ahLst/>
                <a:cxnLst/>
                <a:rect l="l" t="t" r="r" b="b"/>
                <a:pathLst>
                  <a:path w="8948" h="8395" extrusionOk="0">
                    <a:moveTo>
                      <a:pt x="4765" y="822"/>
                    </a:moveTo>
                    <a:lnTo>
                      <a:pt x="4810" y="837"/>
                    </a:lnTo>
                    <a:cubicBezTo>
                      <a:pt x="4795" y="837"/>
                      <a:pt x="4765" y="837"/>
                      <a:pt x="4750" y="822"/>
                    </a:cubicBezTo>
                    <a:close/>
                    <a:moveTo>
                      <a:pt x="6528" y="2733"/>
                    </a:moveTo>
                    <a:cubicBezTo>
                      <a:pt x="6528" y="2733"/>
                      <a:pt x="6528" y="2748"/>
                      <a:pt x="6528" y="2748"/>
                    </a:cubicBezTo>
                    <a:lnTo>
                      <a:pt x="6498" y="2748"/>
                    </a:lnTo>
                    <a:lnTo>
                      <a:pt x="6528" y="2733"/>
                    </a:lnTo>
                    <a:close/>
                    <a:moveTo>
                      <a:pt x="4915" y="2584"/>
                    </a:moveTo>
                    <a:cubicBezTo>
                      <a:pt x="4870" y="2644"/>
                      <a:pt x="4840" y="2718"/>
                      <a:pt x="4810" y="2778"/>
                    </a:cubicBezTo>
                    <a:cubicBezTo>
                      <a:pt x="4855" y="2808"/>
                      <a:pt x="4915" y="2838"/>
                      <a:pt x="4915" y="2853"/>
                    </a:cubicBezTo>
                    <a:cubicBezTo>
                      <a:pt x="4900" y="2913"/>
                      <a:pt x="4870" y="2972"/>
                      <a:pt x="4840" y="3032"/>
                    </a:cubicBezTo>
                    <a:cubicBezTo>
                      <a:pt x="4855" y="3047"/>
                      <a:pt x="4855" y="3062"/>
                      <a:pt x="4870" y="3062"/>
                    </a:cubicBezTo>
                    <a:cubicBezTo>
                      <a:pt x="4989" y="3017"/>
                      <a:pt x="5109" y="2957"/>
                      <a:pt x="5228" y="2898"/>
                    </a:cubicBezTo>
                    <a:cubicBezTo>
                      <a:pt x="5273" y="2898"/>
                      <a:pt x="5333" y="2898"/>
                      <a:pt x="5378" y="2883"/>
                    </a:cubicBezTo>
                    <a:cubicBezTo>
                      <a:pt x="5333" y="2868"/>
                      <a:pt x="5273" y="2838"/>
                      <a:pt x="5228" y="2808"/>
                    </a:cubicBezTo>
                    <a:lnTo>
                      <a:pt x="5213" y="2808"/>
                    </a:lnTo>
                    <a:cubicBezTo>
                      <a:pt x="5213" y="2793"/>
                      <a:pt x="5198" y="2763"/>
                      <a:pt x="5184" y="2748"/>
                    </a:cubicBezTo>
                    <a:cubicBezTo>
                      <a:pt x="5213" y="2718"/>
                      <a:pt x="5243" y="2689"/>
                      <a:pt x="5258" y="2674"/>
                    </a:cubicBezTo>
                    <a:cubicBezTo>
                      <a:pt x="5228" y="2674"/>
                      <a:pt x="5198" y="2674"/>
                      <a:pt x="5169" y="2689"/>
                    </a:cubicBezTo>
                    <a:cubicBezTo>
                      <a:pt x="5139" y="2704"/>
                      <a:pt x="5124" y="2733"/>
                      <a:pt x="5109" y="2748"/>
                    </a:cubicBezTo>
                    <a:lnTo>
                      <a:pt x="4930" y="2748"/>
                    </a:lnTo>
                    <a:cubicBezTo>
                      <a:pt x="4945" y="2718"/>
                      <a:pt x="4974" y="2689"/>
                      <a:pt x="4989" y="2659"/>
                    </a:cubicBezTo>
                    <a:cubicBezTo>
                      <a:pt x="4960" y="2629"/>
                      <a:pt x="4930" y="2599"/>
                      <a:pt x="4915" y="2584"/>
                    </a:cubicBezTo>
                    <a:close/>
                    <a:moveTo>
                      <a:pt x="7063" y="3531"/>
                    </a:moveTo>
                    <a:cubicBezTo>
                      <a:pt x="7069" y="3531"/>
                      <a:pt x="7075" y="3537"/>
                      <a:pt x="7080" y="3555"/>
                    </a:cubicBezTo>
                    <a:lnTo>
                      <a:pt x="7036" y="3555"/>
                    </a:lnTo>
                    <a:cubicBezTo>
                      <a:pt x="7045" y="3546"/>
                      <a:pt x="7054" y="3531"/>
                      <a:pt x="7063" y="3531"/>
                    </a:cubicBezTo>
                    <a:close/>
                    <a:moveTo>
                      <a:pt x="4989" y="3570"/>
                    </a:moveTo>
                    <a:cubicBezTo>
                      <a:pt x="4974" y="3600"/>
                      <a:pt x="4945" y="3630"/>
                      <a:pt x="4930" y="3659"/>
                    </a:cubicBezTo>
                    <a:cubicBezTo>
                      <a:pt x="4915" y="3689"/>
                      <a:pt x="4915" y="3734"/>
                      <a:pt x="4900" y="3779"/>
                    </a:cubicBezTo>
                    <a:cubicBezTo>
                      <a:pt x="4900" y="3824"/>
                      <a:pt x="4900" y="3869"/>
                      <a:pt x="4885" y="3913"/>
                    </a:cubicBezTo>
                    <a:cubicBezTo>
                      <a:pt x="5094" y="3854"/>
                      <a:pt x="5139" y="3779"/>
                      <a:pt x="5079" y="3674"/>
                    </a:cubicBezTo>
                    <a:cubicBezTo>
                      <a:pt x="5064" y="3659"/>
                      <a:pt x="5049" y="3644"/>
                      <a:pt x="5034" y="3644"/>
                    </a:cubicBezTo>
                    <a:cubicBezTo>
                      <a:pt x="5019" y="3615"/>
                      <a:pt x="5004" y="3585"/>
                      <a:pt x="4989" y="3570"/>
                    </a:cubicBezTo>
                    <a:close/>
                    <a:moveTo>
                      <a:pt x="4840" y="4317"/>
                    </a:moveTo>
                    <a:cubicBezTo>
                      <a:pt x="4825" y="4332"/>
                      <a:pt x="4795" y="4332"/>
                      <a:pt x="4780" y="4332"/>
                    </a:cubicBezTo>
                    <a:cubicBezTo>
                      <a:pt x="4795" y="4376"/>
                      <a:pt x="4810" y="4421"/>
                      <a:pt x="4810" y="4466"/>
                    </a:cubicBezTo>
                    <a:cubicBezTo>
                      <a:pt x="4825" y="4421"/>
                      <a:pt x="4825" y="4376"/>
                      <a:pt x="4840" y="4317"/>
                    </a:cubicBezTo>
                    <a:close/>
                    <a:moveTo>
                      <a:pt x="4511" y="4078"/>
                    </a:moveTo>
                    <a:cubicBezTo>
                      <a:pt x="4482" y="4137"/>
                      <a:pt x="4422" y="4182"/>
                      <a:pt x="4422" y="4227"/>
                    </a:cubicBezTo>
                    <a:cubicBezTo>
                      <a:pt x="4437" y="4302"/>
                      <a:pt x="4496" y="4376"/>
                      <a:pt x="4526" y="4436"/>
                    </a:cubicBezTo>
                    <a:cubicBezTo>
                      <a:pt x="4482" y="4571"/>
                      <a:pt x="4601" y="4556"/>
                      <a:pt x="4661" y="4585"/>
                    </a:cubicBezTo>
                    <a:lnTo>
                      <a:pt x="4750" y="4585"/>
                    </a:lnTo>
                    <a:cubicBezTo>
                      <a:pt x="4758" y="4593"/>
                      <a:pt x="4765" y="4597"/>
                      <a:pt x="4773" y="4597"/>
                    </a:cubicBezTo>
                    <a:cubicBezTo>
                      <a:pt x="4780" y="4597"/>
                      <a:pt x="4788" y="4593"/>
                      <a:pt x="4795" y="4585"/>
                    </a:cubicBezTo>
                    <a:cubicBezTo>
                      <a:pt x="4795" y="4556"/>
                      <a:pt x="4810" y="4511"/>
                      <a:pt x="4810" y="4466"/>
                    </a:cubicBezTo>
                    <a:lnTo>
                      <a:pt x="4810" y="4466"/>
                    </a:lnTo>
                    <a:cubicBezTo>
                      <a:pt x="4795" y="4496"/>
                      <a:pt x="4765" y="4511"/>
                      <a:pt x="4735" y="4541"/>
                    </a:cubicBezTo>
                    <a:lnTo>
                      <a:pt x="4706" y="4541"/>
                    </a:lnTo>
                    <a:cubicBezTo>
                      <a:pt x="4676" y="4481"/>
                      <a:pt x="4661" y="4421"/>
                      <a:pt x="4646" y="4361"/>
                    </a:cubicBezTo>
                    <a:cubicBezTo>
                      <a:pt x="4661" y="4332"/>
                      <a:pt x="4646" y="4287"/>
                      <a:pt x="4676" y="4272"/>
                    </a:cubicBezTo>
                    <a:lnTo>
                      <a:pt x="4676" y="4272"/>
                    </a:lnTo>
                    <a:cubicBezTo>
                      <a:pt x="4676" y="4272"/>
                      <a:pt x="4676" y="4272"/>
                      <a:pt x="4676" y="4272"/>
                    </a:cubicBezTo>
                    <a:cubicBezTo>
                      <a:pt x="4646" y="4242"/>
                      <a:pt x="4616" y="4197"/>
                      <a:pt x="4586" y="4167"/>
                    </a:cubicBezTo>
                    <a:cubicBezTo>
                      <a:pt x="4571" y="4137"/>
                      <a:pt x="4541" y="4108"/>
                      <a:pt x="4511" y="4078"/>
                    </a:cubicBezTo>
                    <a:close/>
                    <a:moveTo>
                      <a:pt x="4885" y="4675"/>
                    </a:moveTo>
                    <a:cubicBezTo>
                      <a:pt x="4885" y="4675"/>
                      <a:pt x="4870" y="4690"/>
                      <a:pt x="4885" y="4705"/>
                    </a:cubicBezTo>
                    <a:cubicBezTo>
                      <a:pt x="4885" y="4720"/>
                      <a:pt x="4900" y="4720"/>
                      <a:pt x="4900" y="4735"/>
                    </a:cubicBezTo>
                    <a:cubicBezTo>
                      <a:pt x="4915" y="4735"/>
                      <a:pt x="4915" y="4720"/>
                      <a:pt x="4930" y="4705"/>
                    </a:cubicBezTo>
                    <a:cubicBezTo>
                      <a:pt x="4915" y="4690"/>
                      <a:pt x="4900" y="4675"/>
                      <a:pt x="4885" y="4675"/>
                    </a:cubicBezTo>
                    <a:close/>
                    <a:moveTo>
                      <a:pt x="5079" y="4660"/>
                    </a:moveTo>
                    <a:cubicBezTo>
                      <a:pt x="5079" y="4705"/>
                      <a:pt x="5079" y="4735"/>
                      <a:pt x="5079" y="4780"/>
                    </a:cubicBezTo>
                    <a:cubicBezTo>
                      <a:pt x="5079" y="4780"/>
                      <a:pt x="5079" y="4780"/>
                      <a:pt x="5079" y="4795"/>
                    </a:cubicBezTo>
                    <a:cubicBezTo>
                      <a:pt x="5094" y="4750"/>
                      <a:pt x="5109" y="4720"/>
                      <a:pt x="5124" y="4675"/>
                    </a:cubicBezTo>
                    <a:cubicBezTo>
                      <a:pt x="5124" y="4675"/>
                      <a:pt x="5094" y="4675"/>
                      <a:pt x="5079" y="4660"/>
                    </a:cubicBezTo>
                    <a:close/>
                    <a:moveTo>
                      <a:pt x="4048" y="4615"/>
                    </a:moveTo>
                    <a:cubicBezTo>
                      <a:pt x="4004" y="4690"/>
                      <a:pt x="3974" y="4765"/>
                      <a:pt x="3929" y="4854"/>
                    </a:cubicBezTo>
                    <a:cubicBezTo>
                      <a:pt x="4108" y="4780"/>
                      <a:pt x="4108" y="4765"/>
                      <a:pt x="4048" y="4615"/>
                    </a:cubicBezTo>
                    <a:close/>
                    <a:moveTo>
                      <a:pt x="7618" y="4944"/>
                    </a:moveTo>
                    <a:cubicBezTo>
                      <a:pt x="7618" y="4959"/>
                      <a:pt x="7633" y="4974"/>
                      <a:pt x="7633" y="4974"/>
                    </a:cubicBezTo>
                    <a:lnTo>
                      <a:pt x="7618" y="4974"/>
                    </a:lnTo>
                    <a:cubicBezTo>
                      <a:pt x="7618" y="4974"/>
                      <a:pt x="7618" y="4959"/>
                      <a:pt x="7618" y="4944"/>
                    </a:cubicBezTo>
                    <a:close/>
                    <a:moveTo>
                      <a:pt x="4482" y="4974"/>
                    </a:moveTo>
                    <a:cubicBezTo>
                      <a:pt x="4467" y="4974"/>
                      <a:pt x="4452" y="4989"/>
                      <a:pt x="4452" y="4989"/>
                    </a:cubicBezTo>
                    <a:cubicBezTo>
                      <a:pt x="4452" y="5004"/>
                      <a:pt x="4467" y="5019"/>
                      <a:pt x="4482" y="5019"/>
                    </a:cubicBezTo>
                    <a:cubicBezTo>
                      <a:pt x="4482" y="5019"/>
                      <a:pt x="4496" y="5019"/>
                      <a:pt x="4496" y="5004"/>
                    </a:cubicBezTo>
                    <a:cubicBezTo>
                      <a:pt x="4496" y="4989"/>
                      <a:pt x="4482" y="4989"/>
                      <a:pt x="4482" y="4974"/>
                    </a:cubicBezTo>
                    <a:close/>
                    <a:moveTo>
                      <a:pt x="5079" y="4795"/>
                    </a:moveTo>
                    <a:lnTo>
                      <a:pt x="5079" y="4795"/>
                    </a:lnTo>
                    <a:cubicBezTo>
                      <a:pt x="4945" y="4824"/>
                      <a:pt x="5109" y="4884"/>
                      <a:pt x="5079" y="4929"/>
                    </a:cubicBezTo>
                    <a:cubicBezTo>
                      <a:pt x="5004" y="5034"/>
                      <a:pt x="5094" y="5063"/>
                      <a:pt x="5154" y="5108"/>
                    </a:cubicBezTo>
                    <a:cubicBezTo>
                      <a:pt x="5169" y="5108"/>
                      <a:pt x="5198" y="5093"/>
                      <a:pt x="5198" y="5078"/>
                    </a:cubicBezTo>
                    <a:cubicBezTo>
                      <a:pt x="5213" y="5063"/>
                      <a:pt x="5198" y="5034"/>
                      <a:pt x="5184" y="5019"/>
                    </a:cubicBezTo>
                    <a:cubicBezTo>
                      <a:pt x="5154" y="4989"/>
                      <a:pt x="5124" y="4959"/>
                      <a:pt x="5094" y="4929"/>
                    </a:cubicBezTo>
                    <a:cubicBezTo>
                      <a:pt x="5169" y="4899"/>
                      <a:pt x="5198" y="4869"/>
                      <a:pt x="5109" y="4839"/>
                    </a:cubicBezTo>
                    <a:cubicBezTo>
                      <a:pt x="5094" y="4824"/>
                      <a:pt x="5079" y="4809"/>
                      <a:pt x="5079" y="4795"/>
                    </a:cubicBezTo>
                    <a:close/>
                    <a:moveTo>
                      <a:pt x="7289" y="5138"/>
                    </a:moveTo>
                    <a:lnTo>
                      <a:pt x="7289" y="5138"/>
                    </a:lnTo>
                    <a:cubicBezTo>
                      <a:pt x="7275" y="5153"/>
                      <a:pt x="7260" y="5168"/>
                      <a:pt x="7230" y="5183"/>
                    </a:cubicBezTo>
                    <a:cubicBezTo>
                      <a:pt x="7245" y="5183"/>
                      <a:pt x="7260" y="5198"/>
                      <a:pt x="7260" y="5198"/>
                    </a:cubicBezTo>
                    <a:cubicBezTo>
                      <a:pt x="7275" y="5183"/>
                      <a:pt x="7275" y="5153"/>
                      <a:pt x="7289" y="5138"/>
                    </a:cubicBezTo>
                    <a:close/>
                    <a:moveTo>
                      <a:pt x="4063" y="4929"/>
                    </a:moveTo>
                    <a:cubicBezTo>
                      <a:pt x="4004" y="4974"/>
                      <a:pt x="3944" y="5004"/>
                      <a:pt x="3914" y="5048"/>
                    </a:cubicBezTo>
                    <a:cubicBezTo>
                      <a:pt x="3899" y="5078"/>
                      <a:pt x="3944" y="5138"/>
                      <a:pt x="3959" y="5198"/>
                    </a:cubicBezTo>
                    <a:cubicBezTo>
                      <a:pt x="3929" y="5228"/>
                      <a:pt x="3899" y="5258"/>
                      <a:pt x="3869" y="5302"/>
                    </a:cubicBezTo>
                    <a:cubicBezTo>
                      <a:pt x="4004" y="5273"/>
                      <a:pt x="4004" y="5273"/>
                      <a:pt x="3989" y="5198"/>
                    </a:cubicBezTo>
                    <a:lnTo>
                      <a:pt x="3989" y="5183"/>
                    </a:lnTo>
                    <a:cubicBezTo>
                      <a:pt x="4019" y="5153"/>
                      <a:pt x="4063" y="5123"/>
                      <a:pt x="4108" y="5093"/>
                    </a:cubicBezTo>
                    <a:cubicBezTo>
                      <a:pt x="4078" y="5078"/>
                      <a:pt x="4048" y="5063"/>
                      <a:pt x="4019" y="5048"/>
                    </a:cubicBezTo>
                    <a:cubicBezTo>
                      <a:pt x="4048" y="5019"/>
                      <a:pt x="4078" y="5004"/>
                      <a:pt x="4093" y="4974"/>
                    </a:cubicBezTo>
                    <a:cubicBezTo>
                      <a:pt x="4093" y="4974"/>
                      <a:pt x="4063" y="4944"/>
                      <a:pt x="4063" y="4929"/>
                    </a:cubicBezTo>
                    <a:close/>
                    <a:moveTo>
                      <a:pt x="3570" y="5108"/>
                    </a:moveTo>
                    <a:lnTo>
                      <a:pt x="3630" y="5183"/>
                    </a:lnTo>
                    <a:lnTo>
                      <a:pt x="3645" y="5183"/>
                    </a:lnTo>
                    <a:cubicBezTo>
                      <a:pt x="3705" y="5243"/>
                      <a:pt x="3750" y="5287"/>
                      <a:pt x="3809" y="5332"/>
                    </a:cubicBezTo>
                    <a:cubicBezTo>
                      <a:pt x="3854" y="5153"/>
                      <a:pt x="3839" y="5138"/>
                      <a:pt x="3675" y="5108"/>
                    </a:cubicBezTo>
                    <a:close/>
                    <a:moveTo>
                      <a:pt x="7604" y="5318"/>
                    </a:moveTo>
                    <a:cubicBezTo>
                      <a:pt x="7618" y="5333"/>
                      <a:pt x="7618" y="5347"/>
                      <a:pt x="7618" y="5362"/>
                    </a:cubicBezTo>
                    <a:lnTo>
                      <a:pt x="7603" y="5362"/>
                    </a:lnTo>
                    <a:cubicBezTo>
                      <a:pt x="7618" y="5347"/>
                      <a:pt x="7618" y="5333"/>
                      <a:pt x="7604" y="5318"/>
                    </a:cubicBezTo>
                    <a:close/>
                    <a:moveTo>
                      <a:pt x="4078" y="5228"/>
                    </a:moveTo>
                    <a:cubicBezTo>
                      <a:pt x="4078" y="5302"/>
                      <a:pt x="4063" y="5377"/>
                      <a:pt x="4063" y="5452"/>
                    </a:cubicBezTo>
                    <a:cubicBezTo>
                      <a:pt x="4078" y="5437"/>
                      <a:pt x="4108" y="5422"/>
                      <a:pt x="4123" y="5422"/>
                    </a:cubicBezTo>
                    <a:cubicBezTo>
                      <a:pt x="4138" y="5362"/>
                      <a:pt x="4138" y="5302"/>
                      <a:pt x="4138" y="5243"/>
                    </a:cubicBezTo>
                    <a:cubicBezTo>
                      <a:pt x="4123" y="5228"/>
                      <a:pt x="4108" y="5228"/>
                      <a:pt x="4078" y="5228"/>
                    </a:cubicBezTo>
                    <a:close/>
                    <a:moveTo>
                      <a:pt x="4960" y="5810"/>
                    </a:moveTo>
                    <a:cubicBezTo>
                      <a:pt x="4930" y="5825"/>
                      <a:pt x="4900" y="5855"/>
                      <a:pt x="4915" y="5855"/>
                    </a:cubicBezTo>
                    <a:cubicBezTo>
                      <a:pt x="4930" y="5885"/>
                      <a:pt x="4960" y="5915"/>
                      <a:pt x="4989" y="5930"/>
                    </a:cubicBezTo>
                    <a:cubicBezTo>
                      <a:pt x="4989" y="5930"/>
                      <a:pt x="5034" y="5900"/>
                      <a:pt x="5034" y="5900"/>
                    </a:cubicBezTo>
                    <a:cubicBezTo>
                      <a:pt x="5004" y="5870"/>
                      <a:pt x="4989" y="5840"/>
                      <a:pt x="4960" y="5810"/>
                    </a:cubicBezTo>
                    <a:close/>
                    <a:moveTo>
                      <a:pt x="5960" y="5885"/>
                    </a:moveTo>
                    <a:cubicBezTo>
                      <a:pt x="5930" y="5930"/>
                      <a:pt x="5886" y="5974"/>
                      <a:pt x="5856" y="6019"/>
                    </a:cubicBezTo>
                    <a:cubicBezTo>
                      <a:pt x="5841" y="6034"/>
                      <a:pt x="5856" y="6064"/>
                      <a:pt x="5871" y="6094"/>
                    </a:cubicBezTo>
                    <a:cubicBezTo>
                      <a:pt x="5886" y="6079"/>
                      <a:pt x="5930" y="6064"/>
                      <a:pt x="5930" y="6049"/>
                    </a:cubicBezTo>
                    <a:cubicBezTo>
                      <a:pt x="5960" y="6004"/>
                      <a:pt x="5960" y="5945"/>
                      <a:pt x="5975" y="5900"/>
                    </a:cubicBezTo>
                    <a:cubicBezTo>
                      <a:pt x="5975" y="5885"/>
                      <a:pt x="5960" y="5885"/>
                      <a:pt x="5960" y="5885"/>
                    </a:cubicBezTo>
                    <a:close/>
                    <a:moveTo>
                      <a:pt x="1031" y="6094"/>
                    </a:moveTo>
                    <a:cubicBezTo>
                      <a:pt x="1031" y="6094"/>
                      <a:pt x="1031" y="6094"/>
                      <a:pt x="1031" y="6109"/>
                    </a:cubicBezTo>
                    <a:lnTo>
                      <a:pt x="1016" y="6109"/>
                    </a:lnTo>
                    <a:lnTo>
                      <a:pt x="1031" y="6094"/>
                    </a:lnTo>
                    <a:close/>
                    <a:moveTo>
                      <a:pt x="6558" y="6258"/>
                    </a:moveTo>
                    <a:lnTo>
                      <a:pt x="6558" y="6258"/>
                    </a:lnTo>
                    <a:cubicBezTo>
                      <a:pt x="6543" y="6318"/>
                      <a:pt x="6528" y="6378"/>
                      <a:pt x="6513" y="6438"/>
                    </a:cubicBezTo>
                    <a:cubicBezTo>
                      <a:pt x="6423" y="6408"/>
                      <a:pt x="6334" y="6378"/>
                      <a:pt x="6244" y="6363"/>
                    </a:cubicBezTo>
                    <a:cubicBezTo>
                      <a:pt x="6229" y="6363"/>
                      <a:pt x="6214" y="6393"/>
                      <a:pt x="6199" y="6393"/>
                    </a:cubicBezTo>
                    <a:cubicBezTo>
                      <a:pt x="6214" y="6423"/>
                      <a:pt x="6229" y="6438"/>
                      <a:pt x="6259" y="6452"/>
                    </a:cubicBezTo>
                    <a:cubicBezTo>
                      <a:pt x="6274" y="6482"/>
                      <a:pt x="6304" y="6482"/>
                      <a:pt x="6334" y="6482"/>
                    </a:cubicBezTo>
                    <a:lnTo>
                      <a:pt x="6334" y="6482"/>
                    </a:lnTo>
                    <a:lnTo>
                      <a:pt x="6334" y="6482"/>
                    </a:lnTo>
                    <a:cubicBezTo>
                      <a:pt x="6363" y="6497"/>
                      <a:pt x="6378" y="6497"/>
                      <a:pt x="6393" y="6512"/>
                    </a:cubicBezTo>
                    <a:cubicBezTo>
                      <a:pt x="6408" y="6527"/>
                      <a:pt x="6438" y="6527"/>
                      <a:pt x="6453" y="6542"/>
                    </a:cubicBezTo>
                    <a:lnTo>
                      <a:pt x="6513" y="6572"/>
                    </a:lnTo>
                    <a:cubicBezTo>
                      <a:pt x="6528" y="6542"/>
                      <a:pt x="6528" y="6512"/>
                      <a:pt x="6543" y="6482"/>
                    </a:cubicBezTo>
                    <a:cubicBezTo>
                      <a:pt x="6647" y="6423"/>
                      <a:pt x="6647" y="6348"/>
                      <a:pt x="6558" y="6258"/>
                    </a:cubicBezTo>
                    <a:close/>
                    <a:moveTo>
                      <a:pt x="5751" y="7901"/>
                    </a:moveTo>
                    <a:cubicBezTo>
                      <a:pt x="5751" y="7901"/>
                      <a:pt x="5751" y="7901"/>
                      <a:pt x="5751" y="7916"/>
                    </a:cubicBezTo>
                    <a:lnTo>
                      <a:pt x="5721" y="7901"/>
                    </a:lnTo>
                    <a:close/>
                    <a:moveTo>
                      <a:pt x="5975" y="7946"/>
                    </a:moveTo>
                    <a:lnTo>
                      <a:pt x="6005" y="7976"/>
                    </a:lnTo>
                    <a:cubicBezTo>
                      <a:pt x="5990" y="7976"/>
                      <a:pt x="5975" y="7961"/>
                      <a:pt x="5975" y="7946"/>
                    </a:cubicBezTo>
                    <a:close/>
                    <a:moveTo>
                      <a:pt x="5557" y="538"/>
                    </a:moveTo>
                    <a:cubicBezTo>
                      <a:pt x="5617" y="657"/>
                      <a:pt x="5676" y="777"/>
                      <a:pt x="5736" y="896"/>
                    </a:cubicBezTo>
                    <a:cubicBezTo>
                      <a:pt x="5736" y="911"/>
                      <a:pt x="5766" y="911"/>
                      <a:pt x="5796" y="926"/>
                    </a:cubicBezTo>
                    <a:cubicBezTo>
                      <a:pt x="5796" y="956"/>
                      <a:pt x="5796" y="971"/>
                      <a:pt x="5796" y="986"/>
                    </a:cubicBezTo>
                    <a:cubicBezTo>
                      <a:pt x="5796" y="1016"/>
                      <a:pt x="5811" y="1031"/>
                      <a:pt x="5811" y="1046"/>
                    </a:cubicBezTo>
                    <a:cubicBezTo>
                      <a:pt x="5796" y="1135"/>
                      <a:pt x="5841" y="1255"/>
                      <a:pt x="5900" y="1300"/>
                    </a:cubicBezTo>
                    <a:cubicBezTo>
                      <a:pt x="5900" y="1300"/>
                      <a:pt x="5900" y="1315"/>
                      <a:pt x="5886" y="1329"/>
                    </a:cubicBezTo>
                    <a:cubicBezTo>
                      <a:pt x="5886" y="1359"/>
                      <a:pt x="5900" y="1389"/>
                      <a:pt x="5930" y="1404"/>
                    </a:cubicBezTo>
                    <a:cubicBezTo>
                      <a:pt x="5945" y="1404"/>
                      <a:pt x="5945" y="1419"/>
                      <a:pt x="5945" y="1419"/>
                    </a:cubicBezTo>
                    <a:cubicBezTo>
                      <a:pt x="6005" y="1539"/>
                      <a:pt x="6050" y="1673"/>
                      <a:pt x="6110" y="1792"/>
                    </a:cubicBezTo>
                    <a:cubicBezTo>
                      <a:pt x="6124" y="1807"/>
                      <a:pt x="6169" y="1822"/>
                      <a:pt x="6199" y="1837"/>
                    </a:cubicBezTo>
                    <a:cubicBezTo>
                      <a:pt x="6199" y="1882"/>
                      <a:pt x="6095" y="1927"/>
                      <a:pt x="6184" y="1972"/>
                    </a:cubicBezTo>
                    <a:cubicBezTo>
                      <a:pt x="6184" y="1972"/>
                      <a:pt x="6184" y="1987"/>
                      <a:pt x="6184" y="2002"/>
                    </a:cubicBezTo>
                    <a:cubicBezTo>
                      <a:pt x="6184" y="2031"/>
                      <a:pt x="6199" y="2076"/>
                      <a:pt x="6229" y="2091"/>
                    </a:cubicBezTo>
                    <a:cubicBezTo>
                      <a:pt x="6239" y="2091"/>
                      <a:pt x="6236" y="2085"/>
                      <a:pt x="6237" y="2085"/>
                    </a:cubicBezTo>
                    <a:lnTo>
                      <a:pt x="6237" y="2085"/>
                    </a:lnTo>
                    <a:cubicBezTo>
                      <a:pt x="6237" y="2085"/>
                      <a:pt x="6239" y="2086"/>
                      <a:pt x="6244" y="2091"/>
                    </a:cubicBezTo>
                    <a:cubicBezTo>
                      <a:pt x="6244" y="2091"/>
                      <a:pt x="6244" y="2106"/>
                      <a:pt x="6244" y="2106"/>
                    </a:cubicBezTo>
                    <a:cubicBezTo>
                      <a:pt x="6229" y="2181"/>
                      <a:pt x="6259" y="2241"/>
                      <a:pt x="6274" y="2300"/>
                    </a:cubicBezTo>
                    <a:cubicBezTo>
                      <a:pt x="6283" y="2355"/>
                      <a:pt x="6303" y="2387"/>
                      <a:pt x="6335" y="2387"/>
                    </a:cubicBezTo>
                    <a:cubicBezTo>
                      <a:pt x="6355" y="2387"/>
                      <a:pt x="6379" y="2374"/>
                      <a:pt x="6408" y="2345"/>
                    </a:cubicBezTo>
                    <a:lnTo>
                      <a:pt x="6408" y="2330"/>
                    </a:lnTo>
                    <a:cubicBezTo>
                      <a:pt x="6423" y="2345"/>
                      <a:pt x="6438" y="2345"/>
                      <a:pt x="6408" y="2390"/>
                    </a:cubicBezTo>
                    <a:cubicBezTo>
                      <a:pt x="6349" y="2450"/>
                      <a:pt x="6393" y="2479"/>
                      <a:pt x="6453" y="2509"/>
                    </a:cubicBezTo>
                    <a:lnTo>
                      <a:pt x="6468" y="2509"/>
                    </a:lnTo>
                    <a:cubicBezTo>
                      <a:pt x="6498" y="2569"/>
                      <a:pt x="6513" y="2614"/>
                      <a:pt x="6543" y="2659"/>
                    </a:cubicBezTo>
                    <a:cubicBezTo>
                      <a:pt x="6513" y="2674"/>
                      <a:pt x="6483" y="2689"/>
                      <a:pt x="6483" y="2704"/>
                    </a:cubicBezTo>
                    <a:cubicBezTo>
                      <a:pt x="6483" y="2748"/>
                      <a:pt x="6498" y="2808"/>
                      <a:pt x="6513" y="2853"/>
                    </a:cubicBezTo>
                    <a:lnTo>
                      <a:pt x="6573" y="2808"/>
                    </a:lnTo>
                    <a:lnTo>
                      <a:pt x="6573" y="2883"/>
                    </a:lnTo>
                    <a:cubicBezTo>
                      <a:pt x="6528" y="2943"/>
                      <a:pt x="6513" y="3002"/>
                      <a:pt x="6588" y="3032"/>
                    </a:cubicBezTo>
                    <a:lnTo>
                      <a:pt x="6602" y="3032"/>
                    </a:lnTo>
                    <a:cubicBezTo>
                      <a:pt x="6602" y="3107"/>
                      <a:pt x="6677" y="3152"/>
                      <a:pt x="6722" y="3196"/>
                    </a:cubicBezTo>
                    <a:cubicBezTo>
                      <a:pt x="6647" y="3346"/>
                      <a:pt x="6767" y="3420"/>
                      <a:pt x="6841" y="3510"/>
                    </a:cubicBezTo>
                    <a:cubicBezTo>
                      <a:pt x="6812" y="3525"/>
                      <a:pt x="6752" y="3540"/>
                      <a:pt x="6797" y="3600"/>
                    </a:cubicBezTo>
                    <a:lnTo>
                      <a:pt x="7065" y="4302"/>
                    </a:lnTo>
                    <a:cubicBezTo>
                      <a:pt x="7095" y="4317"/>
                      <a:pt x="7110" y="4317"/>
                      <a:pt x="7140" y="4332"/>
                    </a:cubicBezTo>
                    <a:lnTo>
                      <a:pt x="7155" y="4406"/>
                    </a:lnTo>
                    <a:cubicBezTo>
                      <a:pt x="7143" y="4406"/>
                      <a:pt x="7131" y="4404"/>
                      <a:pt x="7120" y="4404"/>
                    </a:cubicBezTo>
                    <a:cubicBezTo>
                      <a:pt x="7104" y="4404"/>
                      <a:pt x="7089" y="4409"/>
                      <a:pt x="7080" y="4436"/>
                    </a:cubicBezTo>
                    <a:cubicBezTo>
                      <a:pt x="7065" y="4481"/>
                      <a:pt x="7125" y="4496"/>
                      <a:pt x="7155" y="4526"/>
                    </a:cubicBezTo>
                    <a:lnTo>
                      <a:pt x="7170" y="4541"/>
                    </a:lnTo>
                    <a:cubicBezTo>
                      <a:pt x="7155" y="4585"/>
                      <a:pt x="7140" y="4615"/>
                      <a:pt x="7140" y="4660"/>
                    </a:cubicBezTo>
                    <a:cubicBezTo>
                      <a:pt x="7185" y="4795"/>
                      <a:pt x="7245" y="4914"/>
                      <a:pt x="7289" y="5048"/>
                    </a:cubicBezTo>
                    <a:cubicBezTo>
                      <a:pt x="7289" y="5078"/>
                      <a:pt x="7289" y="5108"/>
                      <a:pt x="7289" y="5138"/>
                    </a:cubicBezTo>
                    <a:cubicBezTo>
                      <a:pt x="7334" y="5243"/>
                      <a:pt x="7379" y="5347"/>
                      <a:pt x="7454" y="5497"/>
                    </a:cubicBezTo>
                    <a:cubicBezTo>
                      <a:pt x="7454" y="5422"/>
                      <a:pt x="7454" y="5392"/>
                      <a:pt x="7469" y="5362"/>
                    </a:cubicBezTo>
                    <a:cubicBezTo>
                      <a:pt x="7499" y="5422"/>
                      <a:pt x="7543" y="5482"/>
                      <a:pt x="7573" y="5541"/>
                    </a:cubicBezTo>
                    <a:lnTo>
                      <a:pt x="7573" y="5571"/>
                    </a:lnTo>
                    <a:cubicBezTo>
                      <a:pt x="7573" y="5586"/>
                      <a:pt x="7573" y="5586"/>
                      <a:pt x="7558" y="5601"/>
                    </a:cubicBezTo>
                    <a:cubicBezTo>
                      <a:pt x="7558" y="5661"/>
                      <a:pt x="7573" y="5706"/>
                      <a:pt x="7588" y="5750"/>
                    </a:cubicBezTo>
                    <a:cubicBezTo>
                      <a:pt x="7618" y="5870"/>
                      <a:pt x="7618" y="6004"/>
                      <a:pt x="7738" y="6079"/>
                    </a:cubicBezTo>
                    <a:lnTo>
                      <a:pt x="7752" y="6079"/>
                    </a:lnTo>
                    <a:lnTo>
                      <a:pt x="7782" y="6169"/>
                    </a:lnTo>
                    <a:lnTo>
                      <a:pt x="7782" y="6184"/>
                    </a:lnTo>
                    <a:lnTo>
                      <a:pt x="7752" y="6184"/>
                    </a:lnTo>
                    <a:cubicBezTo>
                      <a:pt x="7723" y="6213"/>
                      <a:pt x="7723" y="6258"/>
                      <a:pt x="7752" y="6288"/>
                    </a:cubicBezTo>
                    <a:lnTo>
                      <a:pt x="7752" y="6303"/>
                    </a:lnTo>
                    <a:cubicBezTo>
                      <a:pt x="7738" y="6303"/>
                      <a:pt x="7723" y="6318"/>
                      <a:pt x="7708" y="6333"/>
                    </a:cubicBezTo>
                    <a:cubicBezTo>
                      <a:pt x="7693" y="6333"/>
                      <a:pt x="7723" y="6363"/>
                      <a:pt x="7738" y="6378"/>
                    </a:cubicBezTo>
                    <a:lnTo>
                      <a:pt x="7782" y="6333"/>
                    </a:lnTo>
                    <a:cubicBezTo>
                      <a:pt x="7827" y="6408"/>
                      <a:pt x="7782" y="6512"/>
                      <a:pt x="7872" y="6557"/>
                    </a:cubicBezTo>
                    <a:lnTo>
                      <a:pt x="7902" y="6557"/>
                    </a:lnTo>
                    <a:lnTo>
                      <a:pt x="7902" y="6572"/>
                    </a:lnTo>
                    <a:lnTo>
                      <a:pt x="7902" y="6632"/>
                    </a:lnTo>
                    <a:cubicBezTo>
                      <a:pt x="7902" y="6647"/>
                      <a:pt x="7887" y="6676"/>
                      <a:pt x="7887" y="6691"/>
                    </a:cubicBezTo>
                    <a:cubicBezTo>
                      <a:pt x="7902" y="6721"/>
                      <a:pt x="7902" y="6751"/>
                      <a:pt x="7932" y="6766"/>
                    </a:cubicBezTo>
                    <a:cubicBezTo>
                      <a:pt x="7827" y="6826"/>
                      <a:pt x="7917" y="6915"/>
                      <a:pt x="7917" y="7005"/>
                    </a:cubicBezTo>
                    <a:cubicBezTo>
                      <a:pt x="7947" y="7035"/>
                      <a:pt x="7991" y="7020"/>
                      <a:pt x="8021" y="7050"/>
                    </a:cubicBezTo>
                    <a:cubicBezTo>
                      <a:pt x="8036" y="7050"/>
                      <a:pt x="8051" y="7050"/>
                      <a:pt x="8066" y="7065"/>
                    </a:cubicBezTo>
                    <a:cubicBezTo>
                      <a:pt x="8066" y="7095"/>
                      <a:pt x="8066" y="7110"/>
                      <a:pt x="8066" y="7139"/>
                    </a:cubicBezTo>
                    <a:lnTo>
                      <a:pt x="8141" y="7214"/>
                    </a:lnTo>
                    <a:cubicBezTo>
                      <a:pt x="8156" y="7229"/>
                      <a:pt x="8171" y="7229"/>
                      <a:pt x="8186" y="7244"/>
                    </a:cubicBezTo>
                    <a:lnTo>
                      <a:pt x="8216" y="7274"/>
                    </a:lnTo>
                    <a:cubicBezTo>
                      <a:pt x="8216" y="7274"/>
                      <a:pt x="8216" y="7274"/>
                      <a:pt x="8216" y="7289"/>
                    </a:cubicBezTo>
                    <a:cubicBezTo>
                      <a:pt x="8216" y="7304"/>
                      <a:pt x="8230" y="7319"/>
                      <a:pt x="8245" y="7334"/>
                    </a:cubicBezTo>
                    <a:cubicBezTo>
                      <a:pt x="8245" y="7349"/>
                      <a:pt x="8260" y="7349"/>
                      <a:pt x="8260" y="7364"/>
                    </a:cubicBezTo>
                    <a:lnTo>
                      <a:pt x="8245" y="7722"/>
                    </a:lnTo>
                    <a:cubicBezTo>
                      <a:pt x="8290" y="7677"/>
                      <a:pt x="8320" y="7662"/>
                      <a:pt x="8350" y="7632"/>
                    </a:cubicBezTo>
                    <a:cubicBezTo>
                      <a:pt x="8350" y="7662"/>
                      <a:pt x="8350" y="7677"/>
                      <a:pt x="8350" y="7692"/>
                    </a:cubicBezTo>
                    <a:lnTo>
                      <a:pt x="8335" y="7692"/>
                    </a:lnTo>
                    <a:cubicBezTo>
                      <a:pt x="8260" y="7737"/>
                      <a:pt x="8260" y="7797"/>
                      <a:pt x="8320" y="7856"/>
                    </a:cubicBezTo>
                    <a:cubicBezTo>
                      <a:pt x="8380" y="7901"/>
                      <a:pt x="8410" y="7946"/>
                      <a:pt x="8425" y="8006"/>
                    </a:cubicBezTo>
                    <a:lnTo>
                      <a:pt x="8230" y="8006"/>
                    </a:lnTo>
                    <a:cubicBezTo>
                      <a:pt x="8216" y="8006"/>
                      <a:pt x="8216" y="7991"/>
                      <a:pt x="8201" y="7991"/>
                    </a:cubicBezTo>
                    <a:cubicBezTo>
                      <a:pt x="8186" y="7991"/>
                      <a:pt x="8171" y="7991"/>
                      <a:pt x="8156" y="8006"/>
                    </a:cubicBezTo>
                    <a:lnTo>
                      <a:pt x="8156" y="7991"/>
                    </a:lnTo>
                    <a:cubicBezTo>
                      <a:pt x="8126" y="7976"/>
                      <a:pt x="8096" y="7976"/>
                      <a:pt x="8066" y="7976"/>
                    </a:cubicBezTo>
                    <a:cubicBezTo>
                      <a:pt x="8066" y="7961"/>
                      <a:pt x="8066" y="7946"/>
                      <a:pt x="8051" y="7931"/>
                    </a:cubicBezTo>
                    <a:cubicBezTo>
                      <a:pt x="8051" y="7946"/>
                      <a:pt x="8021" y="7961"/>
                      <a:pt x="8021" y="7976"/>
                    </a:cubicBezTo>
                    <a:cubicBezTo>
                      <a:pt x="8021" y="7991"/>
                      <a:pt x="8021" y="7991"/>
                      <a:pt x="8006" y="7991"/>
                    </a:cubicBezTo>
                    <a:cubicBezTo>
                      <a:pt x="7991" y="7976"/>
                      <a:pt x="7973" y="7968"/>
                      <a:pt x="7952" y="7968"/>
                    </a:cubicBezTo>
                    <a:cubicBezTo>
                      <a:pt x="7932" y="7968"/>
                      <a:pt x="7909" y="7976"/>
                      <a:pt x="7887" y="7991"/>
                    </a:cubicBezTo>
                    <a:cubicBezTo>
                      <a:pt x="7872" y="7991"/>
                      <a:pt x="7872" y="7976"/>
                      <a:pt x="7857" y="7976"/>
                    </a:cubicBezTo>
                    <a:cubicBezTo>
                      <a:pt x="7857" y="7946"/>
                      <a:pt x="7842" y="7901"/>
                      <a:pt x="7842" y="7871"/>
                    </a:cubicBezTo>
                    <a:cubicBezTo>
                      <a:pt x="7812" y="7871"/>
                      <a:pt x="7782" y="7886"/>
                      <a:pt x="7738" y="7901"/>
                    </a:cubicBezTo>
                    <a:cubicBezTo>
                      <a:pt x="7738" y="7886"/>
                      <a:pt x="7738" y="7886"/>
                      <a:pt x="7738" y="7871"/>
                    </a:cubicBezTo>
                    <a:cubicBezTo>
                      <a:pt x="7618" y="7797"/>
                      <a:pt x="7484" y="7782"/>
                      <a:pt x="7334" y="7782"/>
                    </a:cubicBezTo>
                    <a:cubicBezTo>
                      <a:pt x="7327" y="7789"/>
                      <a:pt x="7319" y="7800"/>
                      <a:pt x="7312" y="7812"/>
                    </a:cubicBezTo>
                    <a:lnTo>
                      <a:pt x="7312" y="7812"/>
                    </a:lnTo>
                    <a:cubicBezTo>
                      <a:pt x="7226" y="7812"/>
                      <a:pt x="7153" y="7827"/>
                      <a:pt x="7080" y="7827"/>
                    </a:cubicBezTo>
                    <a:cubicBezTo>
                      <a:pt x="7051" y="7827"/>
                      <a:pt x="7036" y="7827"/>
                      <a:pt x="7006" y="7812"/>
                    </a:cubicBezTo>
                    <a:cubicBezTo>
                      <a:pt x="7051" y="7758"/>
                      <a:pt x="7031" y="7747"/>
                      <a:pt x="7001" y="7747"/>
                    </a:cubicBezTo>
                    <a:cubicBezTo>
                      <a:pt x="6982" y="7747"/>
                      <a:pt x="6958" y="7752"/>
                      <a:pt x="6946" y="7752"/>
                    </a:cubicBezTo>
                    <a:cubicBezTo>
                      <a:pt x="6752" y="7707"/>
                      <a:pt x="6573" y="7662"/>
                      <a:pt x="6378" y="7632"/>
                    </a:cubicBezTo>
                    <a:cubicBezTo>
                      <a:pt x="6289" y="7617"/>
                      <a:pt x="6199" y="7602"/>
                      <a:pt x="6095" y="7588"/>
                    </a:cubicBezTo>
                    <a:cubicBezTo>
                      <a:pt x="6095" y="7573"/>
                      <a:pt x="6080" y="7573"/>
                      <a:pt x="6080" y="7558"/>
                    </a:cubicBezTo>
                    <a:cubicBezTo>
                      <a:pt x="6080" y="7543"/>
                      <a:pt x="6050" y="7543"/>
                      <a:pt x="6035" y="7528"/>
                    </a:cubicBezTo>
                    <a:cubicBezTo>
                      <a:pt x="5960" y="7513"/>
                      <a:pt x="5886" y="7498"/>
                      <a:pt x="5811" y="7498"/>
                    </a:cubicBezTo>
                    <a:cubicBezTo>
                      <a:pt x="5796" y="7498"/>
                      <a:pt x="5781" y="7513"/>
                      <a:pt x="5766" y="7513"/>
                    </a:cubicBezTo>
                    <a:lnTo>
                      <a:pt x="5617" y="7483"/>
                    </a:lnTo>
                    <a:cubicBezTo>
                      <a:pt x="5599" y="7466"/>
                      <a:pt x="5582" y="7458"/>
                      <a:pt x="5564" y="7458"/>
                    </a:cubicBezTo>
                    <a:cubicBezTo>
                      <a:pt x="5552" y="7458"/>
                      <a:pt x="5539" y="7462"/>
                      <a:pt x="5527" y="7468"/>
                    </a:cubicBezTo>
                    <a:cubicBezTo>
                      <a:pt x="5512" y="7468"/>
                      <a:pt x="5512" y="7468"/>
                      <a:pt x="5512" y="7483"/>
                    </a:cubicBezTo>
                    <a:lnTo>
                      <a:pt x="5363" y="7408"/>
                    </a:lnTo>
                    <a:cubicBezTo>
                      <a:pt x="5306" y="7363"/>
                      <a:pt x="5250" y="7318"/>
                      <a:pt x="5187" y="7318"/>
                    </a:cubicBezTo>
                    <a:cubicBezTo>
                      <a:pt x="5167" y="7318"/>
                      <a:pt x="5146" y="7323"/>
                      <a:pt x="5124" y="7334"/>
                    </a:cubicBezTo>
                    <a:lnTo>
                      <a:pt x="5109" y="7334"/>
                    </a:lnTo>
                    <a:cubicBezTo>
                      <a:pt x="5099" y="7330"/>
                      <a:pt x="5089" y="7329"/>
                      <a:pt x="5081" y="7329"/>
                    </a:cubicBezTo>
                    <a:cubicBezTo>
                      <a:pt x="5065" y="7329"/>
                      <a:pt x="5051" y="7333"/>
                      <a:pt x="5038" y="7333"/>
                    </a:cubicBezTo>
                    <a:cubicBezTo>
                      <a:pt x="5026" y="7333"/>
                      <a:pt x="5015" y="7330"/>
                      <a:pt x="5004" y="7319"/>
                    </a:cubicBezTo>
                    <a:cubicBezTo>
                      <a:pt x="4989" y="7319"/>
                      <a:pt x="4974" y="7319"/>
                      <a:pt x="4960" y="7334"/>
                    </a:cubicBezTo>
                    <a:lnTo>
                      <a:pt x="4780" y="7274"/>
                    </a:lnTo>
                    <a:cubicBezTo>
                      <a:pt x="4750" y="7244"/>
                      <a:pt x="4661" y="7259"/>
                      <a:pt x="4631" y="7199"/>
                    </a:cubicBezTo>
                    <a:cubicBezTo>
                      <a:pt x="4482" y="7154"/>
                      <a:pt x="4317" y="7139"/>
                      <a:pt x="4153" y="7080"/>
                    </a:cubicBezTo>
                    <a:cubicBezTo>
                      <a:pt x="3944" y="7020"/>
                      <a:pt x="3720" y="7050"/>
                      <a:pt x="3496" y="7005"/>
                    </a:cubicBezTo>
                    <a:cubicBezTo>
                      <a:pt x="3369" y="6984"/>
                      <a:pt x="3235" y="6963"/>
                      <a:pt x="3104" y="6963"/>
                    </a:cubicBezTo>
                    <a:cubicBezTo>
                      <a:pt x="3049" y="6963"/>
                      <a:pt x="2996" y="6966"/>
                      <a:pt x="2943" y="6975"/>
                    </a:cubicBezTo>
                    <a:lnTo>
                      <a:pt x="2898" y="6975"/>
                    </a:lnTo>
                    <a:cubicBezTo>
                      <a:pt x="2868" y="6975"/>
                      <a:pt x="2854" y="6960"/>
                      <a:pt x="2824" y="6960"/>
                    </a:cubicBezTo>
                    <a:cubicBezTo>
                      <a:pt x="2510" y="6915"/>
                      <a:pt x="2211" y="6886"/>
                      <a:pt x="1898" y="6856"/>
                    </a:cubicBezTo>
                    <a:cubicBezTo>
                      <a:pt x="1778" y="6841"/>
                      <a:pt x="1674" y="6811"/>
                      <a:pt x="1554" y="6796"/>
                    </a:cubicBezTo>
                    <a:cubicBezTo>
                      <a:pt x="1345" y="6781"/>
                      <a:pt x="1121" y="6766"/>
                      <a:pt x="912" y="6736"/>
                    </a:cubicBezTo>
                    <a:lnTo>
                      <a:pt x="882" y="6647"/>
                    </a:lnTo>
                    <a:cubicBezTo>
                      <a:pt x="957" y="6602"/>
                      <a:pt x="1002" y="6557"/>
                      <a:pt x="1031" y="6482"/>
                    </a:cubicBezTo>
                    <a:cubicBezTo>
                      <a:pt x="1061" y="6423"/>
                      <a:pt x="1091" y="6363"/>
                      <a:pt x="1091" y="6303"/>
                    </a:cubicBezTo>
                    <a:cubicBezTo>
                      <a:pt x="1091" y="6273"/>
                      <a:pt x="1061" y="6243"/>
                      <a:pt x="1016" y="6213"/>
                    </a:cubicBezTo>
                    <a:lnTo>
                      <a:pt x="1016" y="6199"/>
                    </a:lnTo>
                    <a:cubicBezTo>
                      <a:pt x="1016" y="6184"/>
                      <a:pt x="1016" y="6184"/>
                      <a:pt x="1016" y="6169"/>
                    </a:cubicBezTo>
                    <a:lnTo>
                      <a:pt x="1091" y="6124"/>
                    </a:lnTo>
                    <a:lnTo>
                      <a:pt x="1151" y="6124"/>
                    </a:lnTo>
                    <a:cubicBezTo>
                      <a:pt x="1226" y="6064"/>
                      <a:pt x="1285" y="5989"/>
                      <a:pt x="1345" y="5900"/>
                    </a:cubicBezTo>
                    <a:cubicBezTo>
                      <a:pt x="1405" y="5795"/>
                      <a:pt x="1494" y="5721"/>
                      <a:pt x="1509" y="5586"/>
                    </a:cubicBezTo>
                    <a:cubicBezTo>
                      <a:pt x="1584" y="5571"/>
                      <a:pt x="1614" y="5526"/>
                      <a:pt x="1614" y="5452"/>
                    </a:cubicBezTo>
                    <a:cubicBezTo>
                      <a:pt x="1614" y="5452"/>
                      <a:pt x="1614" y="5452"/>
                      <a:pt x="1614" y="5437"/>
                    </a:cubicBezTo>
                    <a:cubicBezTo>
                      <a:pt x="1733" y="5287"/>
                      <a:pt x="1868" y="5138"/>
                      <a:pt x="1987" y="5004"/>
                    </a:cubicBezTo>
                    <a:cubicBezTo>
                      <a:pt x="2152" y="4929"/>
                      <a:pt x="2226" y="4765"/>
                      <a:pt x="2361" y="4645"/>
                    </a:cubicBezTo>
                    <a:cubicBezTo>
                      <a:pt x="2361" y="4645"/>
                      <a:pt x="2361" y="4630"/>
                      <a:pt x="2361" y="4630"/>
                    </a:cubicBezTo>
                    <a:cubicBezTo>
                      <a:pt x="2376" y="4645"/>
                      <a:pt x="2391" y="4645"/>
                      <a:pt x="2391" y="4645"/>
                    </a:cubicBezTo>
                    <a:cubicBezTo>
                      <a:pt x="2435" y="4645"/>
                      <a:pt x="2480" y="4630"/>
                      <a:pt x="2510" y="4615"/>
                    </a:cubicBezTo>
                    <a:cubicBezTo>
                      <a:pt x="2510" y="4585"/>
                      <a:pt x="2495" y="4556"/>
                      <a:pt x="2480" y="4541"/>
                    </a:cubicBezTo>
                    <a:cubicBezTo>
                      <a:pt x="2465" y="4526"/>
                      <a:pt x="2450" y="4511"/>
                      <a:pt x="2435" y="4511"/>
                    </a:cubicBezTo>
                    <a:cubicBezTo>
                      <a:pt x="2435" y="4511"/>
                      <a:pt x="2435" y="4511"/>
                      <a:pt x="2435" y="4496"/>
                    </a:cubicBezTo>
                    <a:cubicBezTo>
                      <a:pt x="2585" y="4376"/>
                      <a:pt x="2674" y="4212"/>
                      <a:pt x="2764" y="4033"/>
                    </a:cubicBezTo>
                    <a:cubicBezTo>
                      <a:pt x="2883" y="3839"/>
                      <a:pt x="2988" y="3630"/>
                      <a:pt x="3122" y="3450"/>
                    </a:cubicBezTo>
                    <a:cubicBezTo>
                      <a:pt x="3182" y="3376"/>
                      <a:pt x="3242" y="3301"/>
                      <a:pt x="3257" y="3211"/>
                    </a:cubicBezTo>
                    <a:lnTo>
                      <a:pt x="3257" y="3196"/>
                    </a:lnTo>
                    <a:lnTo>
                      <a:pt x="3331" y="3077"/>
                    </a:lnTo>
                    <a:lnTo>
                      <a:pt x="3346" y="3077"/>
                    </a:lnTo>
                    <a:cubicBezTo>
                      <a:pt x="3376" y="3062"/>
                      <a:pt x="3391" y="3062"/>
                      <a:pt x="3406" y="3047"/>
                    </a:cubicBezTo>
                    <a:cubicBezTo>
                      <a:pt x="3645" y="2748"/>
                      <a:pt x="3884" y="2435"/>
                      <a:pt x="4108" y="2136"/>
                    </a:cubicBezTo>
                    <a:cubicBezTo>
                      <a:pt x="4123" y="2106"/>
                      <a:pt x="4153" y="2091"/>
                      <a:pt x="4138" y="2061"/>
                    </a:cubicBezTo>
                    <a:cubicBezTo>
                      <a:pt x="4243" y="1987"/>
                      <a:pt x="4317" y="1897"/>
                      <a:pt x="4377" y="1807"/>
                    </a:cubicBezTo>
                    <a:cubicBezTo>
                      <a:pt x="4377" y="1792"/>
                      <a:pt x="4392" y="1778"/>
                      <a:pt x="4377" y="1763"/>
                    </a:cubicBezTo>
                    <a:lnTo>
                      <a:pt x="4467" y="1658"/>
                    </a:lnTo>
                    <a:cubicBezTo>
                      <a:pt x="4467" y="1628"/>
                      <a:pt x="4467" y="1598"/>
                      <a:pt x="4452" y="1583"/>
                    </a:cubicBezTo>
                    <a:lnTo>
                      <a:pt x="4452" y="1583"/>
                    </a:lnTo>
                    <a:cubicBezTo>
                      <a:pt x="4471" y="1590"/>
                      <a:pt x="4487" y="1592"/>
                      <a:pt x="4501" y="1592"/>
                    </a:cubicBezTo>
                    <a:cubicBezTo>
                      <a:pt x="4587" y="1592"/>
                      <a:pt x="4595" y="1490"/>
                      <a:pt x="4646" y="1464"/>
                    </a:cubicBezTo>
                    <a:cubicBezTo>
                      <a:pt x="4691" y="1404"/>
                      <a:pt x="4735" y="1359"/>
                      <a:pt x="4795" y="1315"/>
                    </a:cubicBezTo>
                    <a:cubicBezTo>
                      <a:pt x="4825" y="1270"/>
                      <a:pt x="4855" y="1240"/>
                      <a:pt x="4885" y="1210"/>
                    </a:cubicBezTo>
                    <a:lnTo>
                      <a:pt x="4930" y="1210"/>
                    </a:lnTo>
                    <a:cubicBezTo>
                      <a:pt x="4989" y="1150"/>
                      <a:pt x="5049" y="1105"/>
                      <a:pt x="5064" y="1016"/>
                    </a:cubicBezTo>
                    <a:lnTo>
                      <a:pt x="5124" y="971"/>
                    </a:lnTo>
                    <a:cubicBezTo>
                      <a:pt x="5228" y="866"/>
                      <a:pt x="5318" y="762"/>
                      <a:pt x="5423" y="642"/>
                    </a:cubicBezTo>
                    <a:cubicBezTo>
                      <a:pt x="5452" y="613"/>
                      <a:pt x="5482" y="568"/>
                      <a:pt x="5512" y="538"/>
                    </a:cubicBezTo>
                    <a:close/>
                    <a:moveTo>
                      <a:pt x="5647" y="0"/>
                    </a:moveTo>
                    <a:cubicBezTo>
                      <a:pt x="5497" y="0"/>
                      <a:pt x="5363" y="120"/>
                      <a:pt x="5363" y="209"/>
                    </a:cubicBezTo>
                    <a:cubicBezTo>
                      <a:pt x="5348" y="239"/>
                      <a:pt x="5318" y="254"/>
                      <a:pt x="5303" y="269"/>
                    </a:cubicBezTo>
                    <a:cubicBezTo>
                      <a:pt x="5258" y="299"/>
                      <a:pt x="5213" y="314"/>
                      <a:pt x="5169" y="329"/>
                    </a:cubicBezTo>
                    <a:cubicBezTo>
                      <a:pt x="5109" y="374"/>
                      <a:pt x="5049" y="403"/>
                      <a:pt x="5004" y="448"/>
                    </a:cubicBezTo>
                    <a:cubicBezTo>
                      <a:pt x="4870" y="598"/>
                      <a:pt x="4721" y="732"/>
                      <a:pt x="4586" y="881"/>
                    </a:cubicBezTo>
                    <a:cubicBezTo>
                      <a:pt x="4511" y="1016"/>
                      <a:pt x="4317" y="1046"/>
                      <a:pt x="4272" y="1225"/>
                    </a:cubicBezTo>
                    <a:cubicBezTo>
                      <a:pt x="4287" y="1210"/>
                      <a:pt x="4302" y="1195"/>
                      <a:pt x="4317" y="1180"/>
                    </a:cubicBezTo>
                    <a:lnTo>
                      <a:pt x="4317" y="1180"/>
                    </a:lnTo>
                    <a:cubicBezTo>
                      <a:pt x="4317" y="1195"/>
                      <a:pt x="4302" y="1195"/>
                      <a:pt x="4302" y="1210"/>
                    </a:cubicBezTo>
                    <a:cubicBezTo>
                      <a:pt x="4302" y="1210"/>
                      <a:pt x="4287" y="1210"/>
                      <a:pt x="4272" y="1225"/>
                    </a:cubicBezTo>
                    <a:cubicBezTo>
                      <a:pt x="4243" y="1255"/>
                      <a:pt x="4213" y="1285"/>
                      <a:pt x="4183" y="1315"/>
                    </a:cubicBezTo>
                    <a:cubicBezTo>
                      <a:pt x="4165" y="1307"/>
                      <a:pt x="4150" y="1304"/>
                      <a:pt x="4137" y="1304"/>
                    </a:cubicBezTo>
                    <a:cubicBezTo>
                      <a:pt x="4072" y="1304"/>
                      <a:pt x="4056" y="1384"/>
                      <a:pt x="4019" y="1434"/>
                    </a:cubicBezTo>
                    <a:cubicBezTo>
                      <a:pt x="3974" y="1479"/>
                      <a:pt x="3929" y="1524"/>
                      <a:pt x="3899" y="1568"/>
                    </a:cubicBezTo>
                    <a:lnTo>
                      <a:pt x="3884" y="1568"/>
                    </a:lnTo>
                    <a:lnTo>
                      <a:pt x="3660" y="1852"/>
                    </a:lnTo>
                    <a:cubicBezTo>
                      <a:pt x="3630" y="1897"/>
                      <a:pt x="3570" y="1942"/>
                      <a:pt x="3541" y="1987"/>
                    </a:cubicBezTo>
                    <a:cubicBezTo>
                      <a:pt x="3481" y="2076"/>
                      <a:pt x="3361" y="2121"/>
                      <a:pt x="3406" y="2255"/>
                    </a:cubicBezTo>
                    <a:lnTo>
                      <a:pt x="3376" y="2300"/>
                    </a:lnTo>
                    <a:lnTo>
                      <a:pt x="3376" y="2315"/>
                    </a:lnTo>
                    <a:cubicBezTo>
                      <a:pt x="3331" y="2315"/>
                      <a:pt x="3302" y="2330"/>
                      <a:pt x="3272" y="2345"/>
                    </a:cubicBezTo>
                    <a:lnTo>
                      <a:pt x="3257" y="2345"/>
                    </a:lnTo>
                    <a:cubicBezTo>
                      <a:pt x="3227" y="2420"/>
                      <a:pt x="3182" y="2479"/>
                      <a:pt x="3152" y="2539"/>
                    </a:cubicBezTo>
                    <a:cubicBezTo>
                      <a:pt x="3107" y="2599"/>
                      <a:pt x="3078" y="2644"/>
                      <a:pt x="3033" y="2689"/>
                    </a:cubicBezTo>
                    <a:cubicBezTo>
                      <a:pt x="3033" y="2689"/>
                      <a:pt x="3018" y="2704"/>
                      <a:pt x="3018" y="2704"/>
                    </a:cubicBezTo>
                    <a:cubicBezTo>
                      <a:pt x="2988" y="2733"/>
                      <a:pt x="2943" y="2763"/>
                      <a:pt x="2913" y="2808"/>
                    </a:cubicBezTo>
                    <a:cubicBezTo>
                      <a:pt x="2809" y="2957"/>
                      <a:pt x="2704" y="3107"/>
                      <a:pt x="2615" y="3256"/>
                    </a:cubicBezTo>
                    <a:cubicBezTo>
                      <a:pt x="2510" y="3406"/>
                      <a:pt x="2405" y="3555"/>
                      <a:pt x="2301" y="3704"/>
                    </a:cubicBezTo>
                    <a:cubicBezTo>
                      <a:pt x="2167" y="3913"/>
                      <a:pt x="2032" y="4108"/>
                      <a:pt x="1898" y="4302"/>
                    </a:cubicBezTo>
                    <a:cubicBezTo>
                      <a:pt x="1838" y="4332"/>
                      <a:pt x="1808" y="4361"/>
                      <a:pt x="1808" y="4421"/>
                    </a:cubicBezTo>
                    <a:cubicBezTo>
                      <a:pt x="1689" y="4571"/>
                      <a:pt x="1569" y="4735"/>
                      <a:pt x="1465" y="4884"/>
                    </a:cubicBezTo>
                    <a:cubicBezTo>
                      <a:pt x="1435" y="4944"/>
                      <a:pt x="1435" y="5019"/>
                      <a:pt x="1390" y="5063"/>
                    </a:cubicBezTo>
                    <a:cubicBezTo>
                      <a:pt x="1315" y="5153"/>
                      <a:pt x="1226" y="5213"/>
                      <a:pt x="1151" y="5287"/>
                    </a:cubicBezTo>
                    <a:cubicBezTo>
                      <a:pt x="1136" y="5302"/>
                      <a:pt x="1136" y="5347"/>
                      <a:pt x="1121" y="5362"/>
                    </a:cubicBezTo>
                    <a:cubicBezTo>
                      <a:pt x="1121" y="5392"/>
                      <a:pt x="1121" y="5407"/>
                      <a:pt x="1106" y="5422"/>
                    </a:cubicBezTo>
                    <a:cubicBezTo>
                      <a:pt x="1046" y="5497"/>
                      <a:pt x="987" y="5571"/>
                      <a:pt x="927" y="5646"/>
                    </a:cubicBezTo>
                    <a:cubicBezTo>
                      <a:pt x="912" y="5676"/>
                      <a:pt x="882" y="5706"/>
                      <a:pt x="867" y="5736"/>
                    </a:cubicBezTo>
                    <a:lnTo>
                      <a:pt x="852" y="5736"/>
                    </a:lnTo>
                    <a:cubicBezTo>
                      <a:pt x="777" y="5870"/>
                      <a:pt x="718" y="6004"/>
                      <a:pt x="643" y="6139"/>
                    </a:cubicBezTo>
                    <a:cubicBezTo>
                      <a:pt x="598" y="6184"/>
                      <a:pt x="553" y="6228"/>
                      <a:pt x="509" y="6288"/>
                    </a:cubicBezTo>
                    <a:lnTo>
                      <a:pt x="389" y="6333"/>
                    </a:lnTo>
                    <a:cubicBezTo>
                      <a:pt x="374" y="6348"/>
                      <a:pt x="374" y="6363"/>
                      <a:pt x="359" y="6363"/>
                    </a:cubicBezTo>
                    <a:cubicBezTo>
                      <a:pt x="329" y="6408"/>
                      <a:pt x="314" y="6438"/>
                      <a:pt x="285" y="6467"/>
                    </a:cubicBezTo>
                    <a:cubicBezTo>
                      <a:pt x="285" y="6467"/>
                      <a:pt x="270" y="6482"/>
                      <a:pt x="270" y="6482"/>
                    </a:cubicBezTo>
                    <a:lnTo>
                      <a:pt x="240" y="6482"/>
                    </a:lnTo>
                    <a:cubicBezTo>
                      <a:pt x="195" y="6542"/>
                      <a:pt x="150" y="6602"/>
                      <a:pt x="90" y="6647"/>
                    </a:cubicBezTo>
                    <a:cubicBezTo>
                      <a:pt x="1" y="6721"/>
                      <a:pt x="1" y="6796"/>
                      <a:pt x="105" y="6856"/>
                    </a:cubicBezTo>
                    <a:cubicBezTo>
                      <a:pt x="150" y="6886"/>
                      <a:pt x="180" y="6915"/>
                      <a:pt x="225" y="6945"/>
                    </a:cubicBezTo>
                    <a:cubicBezTo>
                      <a:pt x="225" y="6945"/>
                      <a:pt x="240" y="6960"/>
                      <a:pt x="255" y="6960"/>
                    </a:cubicBezTo>
                    <a:cubicBezTo>
                      <a:pt x="270" y="6975"/>
                      <a:pt x="285" y="6990"/>
                      <a:pt x="300" y="7005"/>
                    </a:cubicBezTo>
                    <a:cubicBezTo>
                      <a:pt x="300" y="7005"/>
                      <a:pt x="314" y="7020"/>
                      <a:pt x="314" y="7020"/>
                    </a:cubicBezTo>
                    <a:cubicBezTo>
                      <a:pt x="344" y="7035"/>
                      <a:pt x="389" y="7065"/>
                      <a:pt x="419" y="7095"/>
                    </a:cubicBezTo>
                    <a:cubicBezTo>
                      <a:pt x="434" y="7095"/>
                      <a:pt x="449" y="7110"/>
                      <a:pt x="479" y="7125"/>
                    </a:cubicBezTo>
                    <a:cubicBezTo>
                      <a:pt x="539" y="7139"/>
                      <a:pt x="583" y="7154"/>
                      <a:pt x="643" y="7184"/>
                    </a:cubicBezTo>
                    <a:cubicBezTo>
                      <a:pt x="673" y="7184"/>
                      <a:pt x="688" y="7199"/>
                      <a:pt x="703" y="7199"/>
                    </a:cubicBezTo>
                    <a:lnTo>
                      <a:pt x="972" y="7289"/>
                    </a:lnTo>
                    <a:cubicBezTo>
                      <a:pt x="1061" y="7289"/>
                      <a:pt x="1151" y="7304"/>
                      <a:pt x="1240" y="7304"/>
                    </a:cubicBezTo>
                    <a:cubicBezTo>
                      <a:pt x="1268" y="7322"/>
                      <a:pt x="1290" y="7335"/>
                      <a:pt x="1317" y="7335"/>
                    </a:cubicBezTo>
                    <a:cubicBezTo>
                      <a:pt x="1334" y="7335"/>
                      <a:pt x="1352" y="7330"/>
                      <a:pt x="1375" y="7319"/>
                    </a:cubicBezTo>
                    <a:cubicBezTo>
                      <a:pt x="1599" y="7364"/>
                      <a:pt x="1823" y="7393"/>
                      <a:pt x="2062" y="7438"/>
                    </a:cubicBezTo>
                    <a:lnTo>
                      <a:pt x="2107" y="7438"/>
                    </a:lnTo>
                    <a:cubicBezTo>
                      <a:pt x="2152" y="7438"/>
                      <a:pt x="2196" y="7453"/>
                      <a:pt x="2226" y="7453"/>
                    </a:cubicBezTo>
                    <a:cubicBezTo>
                      <a:pt x="2331" y="7468"/>
                      <a:pt x="2420" y="7468"/>
                      <a:pt x="2525" y="7483"/>
                    </a:cubicBezTo>
                    <a:cubicBezTo>
                      <a:pt x="2883" y="7528"/>
                      <a:pt x="3257" y="7573"/>
                      <a:pt x="3615" y="7617"/>
                    </a:cubicBezTo>
                    <a:cubicBezTo>
                      <a:pt x="3780" y="7632"/>
                      <a:pt x="3959" y="7647"/>
                      <a:pt x="4123" y="7662"/>
                    </a:cubicBezTo>
                    <a:cubicBezTo>
                      <a:pt x="4138" y="7677"/>
                      <a:pt x="4138" y="7677"/>
                      <a:pt x="4153" y="7677"/>
                    </a:cubicBezTo>
                    <a:cubicBezTo>
                      <a:pt x="4228" y="7692"/>
                      <a:pt x="4302" y="7692"/>
                      <a:pt x="4377" y="7707"/>
                    </a:cubicBezTo>
                    <a:cubicBezTo>
                      <a:pt x="4526" y="7737"/>
                      <a:pt x="4691" y="7767"/>
                      <a:pt x="4840" y="7812"/>
                    </a:cubicBezTo>
                    <a:cubicBezTo>
                      <a:pt x="4885" y="7812"/>
                      <a:pt x="4915" y="7827"/>
                      <a:pt x="4960" y="7841"/>
                    </a:cubicBezTo>
                    <a:lnTo>
                      <a:pt x="5079" y="7856"/>
                    </a:lnTo>
                    <a:lnTo>
                      <a:pt x="5363" y="7901"/>
                    </a:lnTo>
                    <a:cubicBezTo>
                      <a:pt x="5418" y="7920"/>
                      <a:pt x="5479" y="7955"/>
                      <a:pt x="5538" y="7955"/>
                    </a:cubicBezTo>
                    <a:cubicBezTo>
                      <a:pt x="5576" y="7955"/>
                      <a:pt x="5612" y="7941"/>
                      <a:pt x="5647" y="7901"/>
                    </a:cubicBezTo>
                    <a:lnTo>
                      <a:pt x="5676" y="7901"/>
                    </a:lnTo>
                    <a:cubicBezTo>
                      <a:pt x="5691" y="7931"/>
                      <a:pt x="5721" y="7961"/>
                      <a:pt x="5736" y="7976"/>
                    </a:cubicBezTo>
                    <a:cubicBezTo>
                      <a:pt x="5945" y="8021"/>
                      <a:pt x="6154" y="8066"/>
                      <a:pt x="6349" y="8095"/>
                    </a:cubicBezTo>
                    <a:cubicBezTo>
                      <a:pt x="6378" y="8095"/>
                      <a:pt x="6423" y="8080"/>
                      <a:pt x="6453" y="8066"/>
                    </a:cubicBezTo>
                    <a:cubicBezTo>
                      <a:pt x="6522" y="8111"/>
                      <a:pt x="6599" y="8175"/>
                      <a:pt x="6686" y="8175"/>
                    </a:cubicBezTo>
                    <a:cubicBezTo>
                      <a:pt x="6712" y="8175"/>
                      <a:pt x="6739" y="8169"/>
                      <a:pt x="6767" y="8155"/>
                    </a:cubicBezTo>
                    <a:cubicBezTo>
                      <a:pt x="6871" y="8170"/>
                      <a:pt x="6976" y="8200"/>
                      <a:pt x="7080" y="8215"/>
                    </a:cubicBezTo>
                    <a:cubicBezTo>
                      <a:pt x="7155" y="8215"/>
                      <a:pt x="7245" y="8230"/>
                      <a:pt x="7319" y="8245"/>
                    </a:cubicBezTo>
                    <a:cubicBezTo>
                      <a:pt x="7343" y="8263"/>
                      <a:pt x="7364" y="8270"/>
                      <a:pt x="7385" y="8270"/>
                    </a:cubicBezTo>
                    <a:cubicBezTo>
                      <a:pt x="7431" y="8270"/>
                      <a:pt x="7472" y="8235"/>
                      <a:pt x="7514" y="8215"/>
                    </a:cubicBezTo>
                    <a:cubicBezTo>
                      <a:pt x="7543" y="8230"/>
                      <a:pt x="7573" y="8230"/>
                      <a:pt x="7588" y="8245"/>
                    </a:cubicBezTo>
                    <a:cubicBezTo>
                      <a:pt x="7614" y="8285"/>
                      <a:pt x="7630" y="8300"/>
                      <a:pt x="7643" y="8300"/>
                    </a:cubicBezTo>
                    <a:cubicBezTo>
                      <a:pt x="7666" y="8300"/>
                      <a:pt x="7673" y="8244"/>
                      <a:pt x="7693" y="8215"/>
                    </a:cubicBezTo>
                    <a:lnTo>
                      <a:pt x="7857" y="8200"/>
                    </a:lnTo>
                    <a:cubicBezTo>
                      <a:pt x="7887" y="8230"/>
                      <a:pt x="7917" y="8245"/>
                      <a:pt x="7947" y="8260"/>
                    </a:cubicBezTo>
                    <a:cubicBezTo>
                      <a:pt x="7947" y="8290"/>
                      <a:pt x="7932" y="8334"/>
                      <a:pt x="7932" y="8334"/>
                    </a:cubicBezTo>
                    <a:cubicBezTo>
                      <a:pt x="7977" y="8334"/>
                      <a:pt x="8021" y="8334"/>
                      <a:pt x="8066" y="8349"/>
                    </a:cubicBezTo>
                    <a:cubicBezTo>
                      <a:pt x="8081" y="8349"/>
                      <a:pt x="8096" y="8379"/>
                      <a:pt x="8126" y="8394"/>
                    </a:cubicBezTo>
                    <a:cubicBezTo>
                      <a:pt x="8126" y="8364"/>
                      <a:pt x="8141" y="8319"/>
                      <a:pt x="8156" y="8290"/>
                    </a:cubicBezTo>
                    <a:lnTo>
                      <a:pt x="8201" y="8304"/>
                    </a:lnTo>
                    <a:cubicBezTo>
                      <a:pt x="8245" y="8304"/>
                      <a:pt x="8275" y="8290"/>
                      <a:pt x="8320" y="8290"/>
                    </a:cubicBezTo>
                    <a:cubicBezTo>
                      <a:pt x="8320" y="8290"/>
                      <a:pt x="8320" y="8275"/>
                      <a:pt x="8320" y="8275"/>
                    </a:cubicBezTo>
                    <a:cubicBezTo>
                      <a:pt x="8350" y="8275"/>
                      <a:pt x="8365" y="8290"/>
                      <a:pt x="8380" y="8290"/>
                    </a:cubicBezTo>
                    <a:lnTo>
                      <a:pt x="8395" y="8290"/>
                    </a:lnTo>
                    <a:cubicBezTo>
                      <a:pt x="8420" y="8302"/>
                      <a:pt x="8468" y="8337"/>
                      <a:pt x="8500" y="8337"/>
                    </a:cubicBezTo>
                    <a:cubicBezTo>
                      <a:pt x="8505" y="8337"/>
                      <a:pt x="8510" y="8336"/>
                      <a:pt x="8514" y="8334"/>
                    </a:cubicBezTo>
                    <a:cubicBezTo>
                      <a:pt x="8589" y="8319"/>
                      <a:pt x="8634" y="8260"/>
                      <a:pt x="8693" y="8215"/>
                    </a:cubicBezTo>
                    <a:cubicBezTo>
                      <a:pt x="8708" y="8200"/>
                      <a:pt x="8723" y="8185"/>
                      <a:pt x="8738" y="8185"/>
                    </a:cubicBezTo>
                    <a:lnTo>
                      <a:pt x="8693" y="8215"/>
                    </a:lnTo>
                    <a:cubicBezTo>
                      <a:pt x="8732" y="8215"/>
                      <a:pt x="8781" y="8248"/>
                      <a:pt x="8813" y="8248"/>
                    </a:cubicBezTo>
                    <a:cubicBezTo>
                      <a:pt x="8819" y="8248"/>
                      <a:pt x="8824" y="8247"/>
                      <a:pt x="8828" y="8245"/>
                    </a:cubicBezTo>
                    <a:cubicBezTo>
                      <a:pt x="8873" y="8215"/>
                      <a:pt x="8947" y="8170"/>
                      <a:pt x="8873" y="8095"/>
                    </a:cubicBezTo>
                    <a:cubicBezTo>
                      <a:pt x="8873" y="8080"/>
                      <a:pt x="8873" y="8066"/>
                      <a:pt x="8873" y="8036"/>
                    </a:cubicBezTo>
                    <a:lnTo>
                      <a:pt x="8858" y="8036"/>
                    </a:lnTo>
                    <a:cubicBezTo>
                      <a:pt x="8843" y="8006"/>
                      <a:pt x="8813" y="7976"/>
                      <a:pt x="8783" y="7961"/>
                    </a:cubicBezTo>
                    <a:lnTo>
                      <a:pt x="8783" y="7946"/>
                    </a:lnTo>
                    <a:cubicBezTo>
                      <a:pt x="8796" y="7893"/>
                      <a:pt x="8832" y="7806"/>
                      <a:pt x="8739" y="7806"/>
                    </a:cubicBezTo>
                    <a:cubicBezTo>
                      <a:pt x="8727" y="7806"/>
                      <a:pt x="8711" y="7808"/>
                      <a:pt x="8693" y="7812"/>
                    </a:cubicBezTo>
                    <a:lnTo>
                      <a:pt x="8708" y="7722"/>
                    </a:lnTo>
                    <a:lnTo>
                      <a:pt x="8708" y="7722"/>
                    </a:lnTo>
                    <a:cubicBezTo>
                      <a:pt x="8664" y="7737"/>
                      <a:pt x="8634" y="7752"/>
                      <a:pt x="8589" y="7782"/>
                    </a:cubicBezTo>
                    <a:cubicBezTo>
                      <a:pt x="8589" y="7752"/>
                      <a:pt x="8604" y="7722"/>
                      <a:pt x="8619" y="7692"/>
                    </a:cubicBezTo>
                    <a:lnTo>
                      <a:pt x="8664" y="7602"/>
                    </a:lnTo>
                    <a:cubicBezTo>
                      <a:pt x="8664" y="7573"/>
                      <a:pt x="8649" y="7543"/>
                      <a:pt x="8634" y="7513"/>
                    </a:cubicBezTo>
                    <a:lnTo>
                      <a:pt x="8574" y="7378"/>
                    </a:lnTo>
                    <a:cubicBezTo>
                      <a:pt x="8559" y="7334"/>
                      <a:pt x="8544" y="7304"/>
                      <a:pt x="8514" y="7259"/>
                    </a:cubicBezTo>
                    <a:lnTo>
                      <a:pt x="8440" y="7259"/>
                    </a:lnTo>
                    <a:cubicBezTo>
                      <a:pt x="8469" y="7229"/>
                      <a:pt x="8499" y="7199"/>
                      <a:pt x="8514" y="7169"/>
                    </a:cubicBezTo>
                    <a:cubicBezTo>
                      <a:pt x="8514" y="7169"/>
                      <a:pt x="8499" y="7154"/>
                      <a:pt x="8499" y="7139"/>
                    </a:cubicBezTo>
                    <a:lnTo>
                      <a:pt x="8440" y="7065"/>
                    </a:lnTo>
                    <a:lnTo>
                      <a:pt x="8410" y="7065"/>
                    </a:lnTo>
                    <a:cubicBezTo>
                      <a:pt x="8425" y="7035"/>
                      <a:pt x="8454" y="7005"/>
                      <a:pt x="8440" y="6990"/>
                    </a:cubicBezTo>
                    <a:cubicBezTo>
                      <a:pt x="8410" y="6886"/>
                      <a:pt x="8365" y="6766"/>
                      <a:pt x="8320" y="6662"/>
                    </a:cubicBezTo>
                    <a:cubicBezTo>
                      <a:pt x="8260" y="6632"/>
                      <a:pt x="8201" y="6617"/>
                      <a:pt x="8156" y="6602"/>
                    </a:cubicBezTo>
                    <a:lnTo>
                      <a:pt x="8126" y="6602"/>
                    </a:lnTo>
                    <a:cubicBezTo>
                      <a:pt x="8111" y="6572"/>
                      <a:pt x="8111" y="6557"/>
                      <a:pt x="8096" y="6542"/>
                    </a:cubicBezTo>
                    <a:cubicBezTo>
                      <a:pt x="8111" y="6527"/>
                      <a:pt x="8111" y="6512"/>
                      <a:pt x="8111" y="6497"/>
                    </a:cubicBezTo>
                    <a:cubicBezTo>
                      <a:pt x="8111" y="6482"/>
                      <a:pt x="8111" y="6467"/>
                      <a:pt x="8126" y="6452"/>
                    </a:cubicBezTo>
                    <a:lnTo>
                      <a:pt x="8126" y="6452"/>
                    </a:lnTo>
                    <a:lnTo>
                      <a:pt x="8126" y="6452"/>
                    </a:lnTo>
                    <a:lnTo>
                      <a:pt x="8141" y="6452"/>
                    </a:lnTo>
                    <a:cubicBezTo>
                      <a:pt x="8171" y="6452"/>
                      <a:pt x="8201" y="6438"/>
                      <a:pt x="8230" y="6438"/>
                    </a:cubicBezTo>
                    <a:cubicBezTo>
                      <a:pt x="8230" y="6423"/>
                      <a:pt x="8230" y="6408"/>
                      <a:pt x="8216" y="6393"/>
                    </a:cubicBezTo>
                    <a:cubicBezTo>
                      <a:pt x="8201" y="6408"/>
                      <a:pt x="8171" y="6423"/>
                      <a:pt x="8141" y="6438"/>
                    </a:cubicBezTo>
                    <a:cubicBezTo>
                      <a:pt x="8141" y="6423"/>
                      <a:pt x="8126" y="6408"/>
                      <a:pt x="8126" y="6393"/>
                    </a:cubicBezTo>
                    <a:cubicBezTo>
                      <a:pt x="8111" y="6363"/>
                      <a:pt x="8096" y="6348"/>
                      <a:pt x="8096" y="6318"/>
                    </a:cubicBezTo>
                    <a:cubicBezTo>
                      <a:pt x="8096" y="6288"/>
                      <a:pt x="8096" y="6273"/>
                      <a:pt x="8096" y="6258"/>
                    </a:cubicBezTo>
                    <a:cubicBezTo>
                      <a:pt x="8111" y="6199"/>
                      <a:pt x="8260" y="6154"/>
                      <a:pt x="8081" y="6094"/>
                    </a:cubicBezTo>
                    <a:cubicBezTo>
                      <a:pt x="8066" y="6094"/>
                      <a:pt x="8066" y="6034"/>
                      <a:pt x="8066" y="5989"/>
                    </a:cubicBezTo>
                    <a:cubicBezTo>
                      <a:pt x="8066" y="5989"/>
                      <a:pt x="8066" y="5974"/>
                      <a:pt x="8066" y="5974"/>
                    </a:cubicBezTo>
                    <a:cubicBezTo>
                      <a:pt x="8066" y="5930"/>
                      <a:pt x="8081" y="5900"/>
                      <a:pt x="8081" y="5855"/>
                    </a:cubicBezTo>
                    <a:lnTo>
                      <a:pt x="8081" y="5855"/>
                    </a:lnTo>
                    <a:cubicBezTo>
                      <a:pt x="8066" y="5870"/>
                      <a:pt x="8051" y="5900"/>
                      <a:pt x="8021" y="5915"/>
                    </a:cubicBezTo>
                    <a:cubicBezTo>
                      <a:pt x="8008" y="5915"/>
                      <a:pt x="7994" y="5927"/>
                      <a:pt x="7981" y="5940"/>
                    </a:cubicBezTo>
                    <a:lnTo>
                      <a:pt x="7981" y="5940"/>
                    </a:lnTo>
                    <a:cubicBezTo>
                      <a:pt x="7978" y="5938"/>
                      <a:pt x="7977" y="5935"/>
                      <a:pt x="7977" y="5930"/>
                    </a:cubicBezTo>
                    <a:cubicBezTo>
                      <a:pt x="7977" y="5915"/>
                      <a:pt x="7977" y="5900"/>
                      <a:pt x="7977" y="5885"/>
                    </a:cubicBezTo>
                    <a:cubicBezTo>
                      <a:pt x="8036" y="5706"/>
                      <a:pt x="7902" y="5706"/>
                      <a:pt x="7782" y="5661"/>
                    </a:cubicBezTo>
                    <a:cubicBezTo>
                      <a:pt x="7827" y="5646"/>
                      <a:pt x="7872" y="5646"/>
                      <a:pt x="7872" y="5646"/>
                    </a:cubicBezTo>
                    <a:cubicBezTo>
                      <a:pt x="7842" y="5601"/>
                      <a:pt x="7797" y="5571"/>
                      <a:pt x="7782" y="5526"/>
                    </a:cubicBezTo>
                    <a:cubicBezTo>
                      <a:pt x="7767" y="5437"/>
                      <a:pt x="7767" y="5362"/>
                      <a:pt x="7752" y="5287"/>
                    </a:cubicBezTo>
                    <a:cubicBezTo>
                      <a:pt x="7767" y="5273"/>
                      <a:pt x="7767" y="5258"/>
                      <a:pt x="7782" y="5243"/>
                    </a:cubicBezTo>
                    <a:cubicBezTo>
                      <a:pt x="7782" y="5168"/>
                      <a:pt x="7782" y="5078"/>
                      <a:pt x="7782" y="4989"/>
                    </a:cubicBezTo>
                    <a:cubicBezTo>
                      <a:pt x="7752" y="4959"/>
                      <a:pt x="7738" y="4914"/>
                      <a:pt x="7723" y="4884"/>
                    </a:cubicBezTo>
                    <a:lnTo>
                      <a:pt x="7723" y="4869"/>
                    </a:lnTo>
                    <a:cubicBezTo>
                      <a:pt x="7711" y="4821"/>
                      <a:pt x="7747" y="4733"/>
                      <a:pt x="7683" y="4733"/>
                    </a:cubicBezTo>
                    <a:cubicBezTo>
                      <a:pt x="7667" y="4733"/>
                      <a:pt x="7647" y="4738"/>
                      <a:pt x="7618" y="4750"/>
                    </a:cubicBezTo>
                    <a:cubicBezTo>
                      <a:pt x="7603" y="4750"/>
                      <a:pt x="7588" y="4720"/>
                      <a:pt x="7573" y="4705"/>
                    </a:cubicBezTo>
                    <a:lnTo>
                      <a:pt x="7588" y="4675"/>
                    </a:lnTo>
                    <a:cubicBezTo>
                      <a:pt x="7618" y="4660"/>
                      <a:pt x="7648" y="4630"/>
                      <a:pt x="7633" y="4585"/>
                    </a:cubicBezTo>
                    <a:cubicBezTo>
                      <a:pt x="7543" y="4571"/>
                      <a:pt x="7528" y="4511"/>
                      <a:pt x="7543" y="4436"/>
                    </a:cubicBezTo>
                    <a:cubicBezTo>
                      <a:pt x="7558" y="4406"/>
                      <a:pt x="7558" y="4361"/>
                      <a:pt x="7558" y="4361"/>
                    </a:cubicBezTo>
                    <a:cubicBezTo>
                      <a:pt x="7454" y="4346"/>
                      <a:pt x="7528" y="4287"/>
                      <a:pt x="7514" y="4242"/>
                    </a:cubicBezTo>
                    <a:cubicBezTo>
                      <a:pt x="7514" y="4197"/>
                      <a:pt x="7514" y="4167"/>
                      <a:pt x="7514" y="4122"/>
                    </a:cubicBezTo>
                    <a:cubicBezTo>
                      <a:pt x="7469" y="4033"/>
                      <a:pt x="7424" y="3928"/>
                      <a:pt x="7379" y="3824"/>
                    </a:cubicBezTo>
                    <a:cubicBezTo>
                      <a:pt x="7379" y="3824"/>
                      <a:pt x="7379" y="3824"/>
                      <a:pt x="7379" y="3809"/>
                    </a:cubicBezTo>
                    <a:cubicBezTo>
                      <a:pt x="7349" y="3659"/>
                      <a:pt x="7334" y="3644"/>
                      <a:pt x="7230" y="3615"/>
                    </a:cubicBezTo>
                    <a:cubicBezTo>
                      <a:pt x="7215" y="3615"/>
                      <a:pt x="7215" y="3600"/>
                      <a:pt x="7215" y="3585"/>
                    </a:cubicBezTo>
                    <a:cubicBezTo>
                      <a:pt x="7230" y="3525"/>
                      <a:pt x="7215" y="3510"/>
                      <a:pt x="7191" y="3510"/>
                    </a:cubicBezTo>
                    <a:cubicBezTo>
                      <a:pt x="7166" y="3510"/>
                      <a:pt x="7133" y="3525"/>
                      <a:pt x="7110" y="3525"/>
                    </a:cubicBezTo>
                    <a:cubicBezTo>
                      <a:pt x="7140" y="3450"/>
                      <a:pt x="7155" y="3391"/>
                      <a:pt x="7170" y="3316"/>
                    </a:cubicBezTo>
                    <a:cubicBezTo>
                      <a:pt x="7185" y="3301"/>
                      <a:pt x="7155" y="3271"/>
                      <a:pt x="7140" y="3241"/>
                    </a:cubicBezTo>
                    <a:cubicBezTo>
                      <a:pt x="7140" y="3271"/>
                      <a:pt x="7125" y="3286"/>
                      <a:pt x="7110" y="3316"/>
                    </a:cubicBezTo>
                    <a:cubicBezTo>
                      <a:pt x="7110" y="3331"/>
                      <a:pt x="7095" y="3361"/>
                      <a:pt x="7080" y="3420"/>
                    </a:cubicBezTo>
                    <a:cubicBezTo>
                      <a:pt x="7065" y="3361"/>
                      <a:pt x="7065" y="3331"/>
                      <a:pt x="7051" y="3286"/>
                    </a:cubicBezTo>
                    <a:cubicBezTo>
                      <a:pt x="7021" y="3271"/>
                      <a:pt x="6991" y="3241"/>
                      <a:pt x="6961" y="3211"/>
                    </a:cubicBezTo>
                    <a:cubicBezTo>
                      <a:pt x="7021" y="3167"/>
                      <a:pt x="7036" y="3122"/>
                      <a:pt x="6991" y="3077"/>
                    </a:cubicBezTo>
                    <a:cubicBezTo>
                      <a:pt x="6961" y="3047"/>
                      <a:pt x="6961" y="3002"/>
                      <a:pt x="6946" y="2972"/>
                    </a:cubicBezTo>
                    <a:cubicBezTo>
                      <a:pt x="6916" y="2913"/>
                      <a:pt x="6901" y="2853"/>
                      <a:pt x="6886" y="2778"/>
                    </a:cubicBezTo>
                    <a:cubicBezTo>
                      <a:pt x="6886" y="2704"/>
                      <a:pt x="6886" y="2644"/>
                      <a:pt x="6886" y="2569"/>
                    </a:cubicBezTo>
                    <a:cubicBezTo>
                      <a:pt x="6841" y="2479"/>
                      <a:pt x="6797" y="2390"/>
                      <a:pt x="6767" y="2330"/>
                    </a:cubicBezTo>
                    <a:cubicBezTo>
                      <a:pt x="6767" y="2330"/>
                      <a:pt x="6737" y="2375"/>
                      <a:pt x="6707" y="2405"/>
                    </a:cubicBezTo>
                    <a:cubicBezTo>
                      <a:pt x="6632" y="2315"/>
                      <a:pt x="6752" y="2270"/>
                      <a:pt x="6767" y="2211"/>
                    </a:cubicBezTo>
                    <a:lnTo>
                      <a:pt x="6767" y="2196"/>
                    </a:lnTo>
                    <a:lnTo>
                      <a:pt x="6662" y="1972"/>
                    </a:lnTo>
                    <a:cubicBezTo>
                      <a:pt x="6632" y="1942"/>
                      <a:pt x="6617" y="1927"/>
                      <a:pt x="6602" y="1912"/>
                    </a:cubicBezTo>
                    <a:cubicBezTo>
                      <a:pt x="6602" y="1867"/>
                      <a:pt x="6602" y="1807"/>
                      <a:pt x="6602" y="1763"/>
                    </a:cubicBezTo>
                    <a:cubicBezTo>
                      <a:pt x="6588" y="1733"/>
                      <a:pt x="6588" y="1703"/>
                      <a:pt x="6573" y="1688"/>
                    </a:cubicBezTo>
                    <a:cubicBezTo>
                      <a:pt x="6558" y="1658"/>
                      <a:pt x="6528" y="1643"/>
                      <a:pt x="6513" y="1628"/>
                    </a:cubicBezTo>
                    <a:lnTo>
                      <a:pt x="6423" y="1374"/>
                    </a:lnTo>
                    <a:cubicBezTo>
                      <a:pt x="6393" y="1315"/>
                      <a:pt x="6363" y="1255"/>
                      <a:pt x="6334" y="1195"/>
                    </a:cubicBezTo>
                    <a:cubicBezTo>
                      <a:pt x="6304" y="1150"/>
                      <a:pt x="6289" y="1120"/>
                      <a:pt x="6259" y="1076"/>
                    </a:cubicBezTo>
                    <a:cubicBezTo>
                      <a:pt x="6199" y="941"/>
                      <a:pt x="6154" y="792"/>
                      <a:pt x="6110" y="657"/>
                    </a:cubicBezTo>
                    <a:cubicBezTo>
                      <a:pt x="6095" y="642"/>
                      <a:pt x="6095" y="627"/>
                      <a:pt x="6080" y="627"/>
                    </a:cubicBezTo>
                    <a:lnTo>
                      <a:pt x="6080" y="613"/>
                    </a:lnTo>
                    <a:cubicBezTo>
                      <a:pt x="6065" y="583"/>
                      <a:pt x="6065" y="553"/>
                      <a:pt x="6050" y="508"/>
                    </a:cubicBezTo>
                    <a:cubicBezTo>
                      <a:pt x="6050" y="478"/>
                      <a:pt x="6035" y="463"/>
                      <a:pt x="6020" y="448"/>
                    </a:cubicBezTo>
                    <a:cubicBezTo>
                      <a:pt x="6005" y="403"/>
                      <a:pt x="5990" y="359"/>
                      <a:pt x="5960" y="314"/>
                    </a:cubicBezTo>
                    <a:lnTo>
                      <a:pt x="5960" y="299"/>
                    </a:lnTo>
                    <a:cubicBezTo>
                      <a:pt x="5960" y="284"/>
                      <a:pt x="5945" y="254"/>
                      <a:pt x="5930" y="224"/>
                    </a:cubicBezTo>
                    <a:cubicBezTo>
                      <a:pt x="5915" y="224"/>
                      <a:pt x="5900" y="224"/>
                      <a:pt x="5886" y="209"/>
                    </a:cubicBezTo>
                    <a:lnTo>
                      <a:pt x="5886" y="209"/>
                    </a:lnTo>
                    <a:lnTo>
                      <a:pt x="5930" y="224"/>
                    </a:lnTo>
                    <a:cubicBezTo>
                      <a:pt x="5871" y="194"/>
                      <a:pt x="5826" y="164"/>
                      <a:pt x="5766" y="135"/>
                    </a:cubicBezTo>
                    <a:cubicBezTo>
                      <a:pt x="5721" y="90"/>
                      <a:pt x="5676" y="0"/>
                      <a:pt x="56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9" name="Google Shape;479;p51"/>
            <p:cNvSpPr/>
            <p:nvPr/>
          </p:nvSpPr>
          <p:spPr>
            <a:xfrm rot="-330609">
              <a:off x="911186" y="2951994"/>
              <a:ext cx="3332327" cy="3602892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1"/>
            <p:cNvSpPr/>
            <p:nvPr/>
          </p:nvSpPr>
          <p:spPr>
            <a:xfrm rot="1384334">
              <a:off x="-168058" y="207152"/>
              <a:ext cx="1601282" cy="2666001"/>
            </a:xfrm>
            <a:custGeom>
              <a:avLst/>
              <a:gdLst/>
              <a:ahLst/>
              <a:cxnLst/>
              <a:rect l="l" t="t" r="r" b="b"/>
              <a:pathLst>
                <a:path w="11457" h="19074" extrusionOk="0">
                  <a:moveTo>
                    <a:pt x="7319" y="5900"/>
                  </a:moveTo>
                  <a:lnTo>
                    <a:pt x="7319" y="5900"/>
                  </a:lnTo>
                  <a:cubicBezTo>
                    <a:pt x="7289" y="5915"/>
                    <a:pt x="7244" y="5930"/>
                    <a:pt x="7199" y="5959"/>
                  </a:cubicBezTo>
                  <a:cubicBezTo>
                    <a:pt x="7229" y="5974"/>
                    <a:pt x="7259" y="6004"/>
                    <a:pt x="7289" y="6034"/>
                  </a:cubicBezTo>
                  <a:cubicBezTo>
                    <a:pt x="7304" y="5989"/>
                    <a:pt x="7319" y="5945"/>
                    <a:pt x="7319" y="5900"/>
                  </a:cubicBezTo>
                  <a:close/>
                  <a:moveTo>
                    <a:pt x="11172" y="6348"/>
                  </a:moveTo>
                  <a:lnTo>
                    <a:pt x="11202" y="6393"/>
                  </a:lnTo>
                  <a:lnTo>
                    <a:pt x="11157" y="6393"/>
                  </a:lnTo>
                  <a:lnTo>
                    <a:pt x="11172" y="6348"/>
                  </a:lnTo>
                  <a:close/>
                  <a:moveTo>
                    <a:pt x="3719" y="8857"/>
                  </a:moveTo>
                  <a:cubicBezTo>
                    <a:pt x="3719" y="8917"/>
                    <a:pt x="3719" y="8991"/>
                    <a:pt x="3704" y="9066"/>
                  </a:cubicBezTo>
                  <a:lnTo>
                    <a:pt x="3719" y="8857"/>
                  </a:lnTo>
                  <a:close/>
                  <a:moveTo>
                    <a:pt x="3839" y="9753"/>
                  </a:moveTo>
                  <a:cubicBezTo>
                    <a:pt x="3854" y="9783"/>
                    <a:pt x="3839" y="9798"/>
                    <a:pt x="3824" y="9828"/>
                  </a:cubicBezTo>
                  <a:cubicBezTo>
                    <a:pt x="3824" y="9813"/>
                    <a:pt x="3824" y="9798"/>
                    <a:pt x="3824" y="9768"/>
                  </a:cubicBezTo>
                  <a:cubicBezTo>
                    <a:pt x="3839" y="9768"/>
                    <a:pt x="3839" y="9768"/>
                    <a:pt x="3839" y="9753"/>
                  </a:cubicBezTo>
                  <a:close/>
                  <a:moveTo>
                    <a:pt x="5527" y="10156"/>
                  </a:moveTo>
                  <a:cubicBezTo>
                    <a:pt x="5541" y="10186"/>
                    <a:pt x="5541" y="10231"/>
                    <a:pt x="5541" y="10261"/>
                  </a:cubicBezTo>
                  <a:lnTo>
                    <a:pt x="5527" y="10156"/>
                  </a:lnTo>
                  <a:close/>
                  <a:moveTo>
                    <a:pt x="11411" y="10649"/>
                  </a:moveTo>
                  <a:lnTo>
                    <a:pt x="11411" y="10649"/>
                  </a:lnTo>
                  <a:cubicBezTo>
                    <a:pt x="11396" y="10724"/>
                    <a:pt x="11381" y="10799"/>
                    <a:pt x="11381" y="10873"/>
                  </a:cubicBezTo>
                  <a:cubicBezTo>
                    <a:pt x="11381" y="10799"/>
                    <a:pt x="11381" y="10724"/>
                    <a:pt x="11411" y="10649"/>
                  </a:cubicBezTo>
                  <a:close/>
                  <a:moveTo>
                    <a:pt x="7169" y="11650"/>
                  </a:moveTo>
                  <a:lnTo>
                    <a:pt x="7169" y="11650"/>
                  </a:lnTo>
                  <a:cubicBezTo>
                    <a:pt x="7169" y="11650"/>
                    <a:pt x="7184" y="11665"/>
                    <a:pt x="7184" y="11680"/>
                  </a:cubicBezTo>
                  <a:lnTo>
                    <a:pt x="7184" y="11740"/>
                  </a:lnTo>
                  <a:cubicBezTo>
                    <a:pt x="7184" y="11710"/>
                    <a:pt x="7169" y="11680"/>
                    <a:pt x="7169" y="11650"/>
                  </a:cubicBezTo>
                  <a:close/>
                  <a:moveTo>
                    <a:pt x="463" y="12053"/>
                  </a:moveTo>
                  <a:lnTo>
                    <a:pt x="433" y="12173"/>
                  </a:lnTo>
                  <a:cubicBezTo>
                    <a:pt x="433" y="12128"/>
                    <a:pt x="433" y="12083"/>
                    <a:pt x="463" y="12053"/>
                  </a:cubicBezTo>
                  <a:close/>
                  <a:moveTo>
                    <a:pt x="7095" y="12322"/>
                  </a:moveTo>
                  <a:lnTo>
                    <a:pt x="7095" y="12322"/>
                  </a:lnTo>
                  <a:cubicBezTo>
                    <a:pt x="7125" y="12397"/>
                    <a:pt x="7125" y="12471"/>
                    <a:pt x="7125" y="12561"/>
                  </a:cubicBezTo>
                  <a:lnTo>
                    <a:pt x="7095" y="12322"/>
                  </a:lnTo>
                  <a:close/>
                  <a:moveTo>
                    <a:pt x="299" y="0"/>
                  </a:moveTo>
                  <a:cubicBezTo>
                    <a:pt x="284" y="0"/>
                    <a:pt x="269" y="0"/>
                    <a:pt x="254" y="15"/>
                  </a:cubicBezTo>
                  <a:cubicBezTo>
                    <a:pt x="239" y="314"/>
                    <a:pt x="224" y="627"/>
                    <a:pt x="194" y="941"/>
                  </a:cubicBezTo>
                  <a:cubicBezTo>
                    <a:pt x="150" y="1090"/>
                    <a:pt x="90" y="1225"/>
                    <a:pt x="75" y="1374"/>
                  </a:cubicBezTo>
                  <a:cubicBezTo>
                    <a:pt x="45" y="2464"/>
                    <a:pt x="60" y="3570"/>
                    <a:pt x="30" y="4660"/>
                  </a:cubicBezTo>
                  <a:cubicBezTo>
                    <a:pt x="30" y="4705"/>
                    <a:pt x="45" y="4750"/>
                    <a:pt x="60" y="4794"/>
                  </a:cubicBezTo>
                  <a:cubicBezTo>
                    <a:pt x="45" y="4839"/>
                    <a:pt x="30" y="4884"/>
                    <a:pt x="45" y="4929"/>
                  </a:cubicBezTo>
                  <a:cubicBezTo>
                    <a:pt x="45" y="4959"/>
                    <a:pt x="45" y="4974"/>
                    <a:pt x="45" y="4989"/>
                  </a:cubicBezTo>
                  <a:cubicBezTo>
                    <a:pt x="30" y="5138"/>
                    <a:pt x="0" y="5302"/>
                    <a:pt x="30" y="5452"/>
                  </a:cubicBezTo>
                  <a:cubicBezTo>
                    <a:pt x="45" y="5482"/>
                    <a:pt x="60" y="5496"/>
                    <a:pt x="90" y="5526"/>
                  </a:cubicBezTo>
                  <a:cubicBezTo>
                    <a:pt x="75" y="5915"/>
                    <a:pt x="60" y="6303"/>
                    <a:pt x="60" y="6691"/>
                  </a:cubicBezTo>
                  <a:cubicBezTo>
                    <a:pt x="60" y="7602"/>
                    <a:pt x="75" y="8528"/>
                    <a:pt x="75" y="9454"/>
                  </a:cubicBezTo>
                  <a:cubicBezTo>
                    <a:pt x="90" y="10007"/>
                    <a:pt x="90" y="10575"/>
                    <a:pt x="90" y="11127"/>
                  </a:cubicBezTo>
                  <a:lnTo>
                    <a:pt x="120" y="11471"/>
                  </a:lnTo>
                  <a:lnTo>
                    <a:pt x="105" y="11501"/>
                  </a:lnTo>
                  <a:cubicBezTo>
                    <a:pt x="105" y="11560"/>
                    <a:pt x="120" y="11620"/>
                    <a:pt x="135" y="11680"/>
                  </a:cubicBezTo>
                  <a:lnTo>
                    <a:pt x="165" y="12023"/>
                  </a:lnTo>
                  <a:cubicBezTo>
                    <a:pt x="150" y="12113"/>
                    <a:pt x="165" y="12188"/>
                    <a:pt x="194" y="12277"/>
                  </a:cubicBezTo>
                  <a:lnTo>
                    <a:pt x="254" y="12860"/>
                  </a:lnTo>
                  <a:cubicBezTo>
                    <a:pt x="254" y="12934"/>
                    <a:pt x="254" y="13009"/>
                    <a:pt x="254" y="13099"/>
                  </a:cubicBezTo>
                  <a:lnTo>
                    <a:pt x="329" y="13099"/>
                  </a:lnTo>
                  <a:cubicBezTo>
                    <a:pt x="344" y="13009"/>
                    <a:pt x="344" y="12934"/>
                    <a:pt x="359" y="12860"/>
                  </a:cubicBezTo>
                  <a:lnTo>
                    <a:pt x="418" y="12442"/>
                  </a:lnTo>
                  <a:cubicBezTo>
                    <a:pt x="433" y="12397"/>
                    <a:pt x="433" y="12337"/>
                    <a:pt x="433" y="12277"/>
                  </a:cubicBezTo>
                  <a:cubicBezTo>
                    <a:pt x="433" y="12262"/>
                    <a:pt x="433" y="12262"/>
                    <a:pt x="433" y="12247"/>
                  </a:cubicBezTo>
                  <a:lnTo>
                    <a:pt x="463" y="12053"/>
                  </a:lnTo>
                  <a:cubicBezTo>
                    <a:pt x="478" y="11979"/>
                    <a:pt x="508" y="11919"/>
                    <a:pt x="508" y="11844"/>
                  </a:cubicBezTo>
                  <a:cubicBezTo>
                    <a:pt x="538" y="10963"/>
                    <a:pt x="553" y="10082"/>
                    <a:pt x="568" y="9201"/>
                  </a:cubicBezTo>
                  <a:cubicBezTo>
                    <a:pt x="568" y="8976"/>
                    <a:pt x="538" y="8767"/>
                    <a:pt x="523" y="8543"/>
                  </a:cubicBezTo>
                  <a:cubicBezTo>
                    <a:pt x="478" y="8484"/>
                    <a:pt x="478" y="8424"/>
                    <a:pt x="493" y="8364"/>
                  </a:cubicBezTo>
                  <a:lnTo>
                    <a:pt x="493" y="8364"/>
                  </a:lnTo>
                  <a:cubicBezTo>
                    <a:pt x="493" y="8424"/>
                    <a:pt x="508" y="8484"/>
                    <a:pt x="523" y="8543"/>
                  </a:cubicBezTo>
                  <a:cubicBezTo>
                    <a:pt x="523" y="7961"/>
                    <a:pt x="523" y="7378"/>
                    <a:pt x="523" y="6796"/>
                  </a:cubicBezTo>
                  <a:cubicBezTo>
                    <a:pt x="523" y="6512"/>
                    <a:pt x="553" y="6228"/>
                    <a:pt x="568" y="5945"/>
                  </a:cubicBezTo>
                  <a:cubicBezTo>
                    <a:pt x="553" y="5661"/>
                    <a:pt x="523" y="5362"/>
                    <a:pt x="508" y="5063"/>
                  </a:cubicBezTo>
                  <a:cubicBezTo>
                    <a:pt x="493" y="4570"/>
                    <a:pt x="478" y="4078"/>
                    <a:pt x="463" y="3585"/>
                  </a:cubicBezTo>
                  <a:lnTo>
                    <a:pt x="463" y="3465"/>
                  </a:lnTo>
                  <a:cubicBezTo>
                    <a:pt x="508" y="3405"/>
                    <a:pt x="493" y="3331"/>
                    <a:pt x="463" y="3256"/>
                  </a:cubicBezTo>
                  <a:lnTo>
                    <a:pt x="463" y="2987"/>
                  </a:lnTo>
                  <a:cubicBezTo>
                    <a:pt x="463" y="3047"/>
                    <a:pt x="448" y="3107"/>
                    <a:pt x="448" y="3166"/>
                  </a:cubicBezTo>
                  <a:cubicBezTo>
                    <a:pt x="433" y="3107"/>
                    <a:pt x="418" y="3047"/>
                    <a:pt x="463" y="2987"/>
                  </a:cubicBezTo>
                  <a:lnTo>
                    <a:pt x="463" y="2987"/>
                  </a:lnTo>
                  <a:lnTo>
                    <a:pt x="463" y="2987"/>
                  </a:lnTo>
                  <a:cubicBezTo>
                    <a:pt x="463" y="2644"/>
                    <a:pt x="463" y="2300"/>
                    <a:pt x="463" y="1957"/>
                  </a:cubicBezTo>
                  <a:cubicBezTo>
                    <a:pt x="463" y="1882"/>
                    <a:pt x="463" y="1822"/>
                    <a:pt x="463" y="1748"/>
                  </a:cubicBezTo>
                  <a:cubicBezTo>
                    <a:pt x="404" y="1165"/>
                    <a:pt x="359" y="583"/>
                    <a:pt x="299" y="0"/>
                  </a:cubicBezTo>
                  <a:close/>
                  <a:moveTo>
                    <a:pt x="5915" y="13009"/>
                  </a:moveTo>
                  <a:cubicBezTo>
                    <a:pt x="5900" y="13099"/>
                    <a:pt x="5900" y="13173"/>
                    <a:pt x="5885" y="13263"/>
                  </a:cubicBezTo>
                  <a:cubicBezTo>
                    <a:pt x="5870" y="13173"/>
                    <a:pt x="5870" y="13099"/>
                    <a:pt x="5915" y="13009"/>
                  </a:cubicBezTo>
                  <a:close/>
                  <a:moveTo>
                    <a:pt x="9171" y="1912"/>
                  </a:moveTo>
                  <a:cubicBezTo>
                    <a:pt x="9141" y="1912"/>
                    <a:pt x="9111" y="1927"/>
                    <a:pt x="9081" y="1927"/>
                  </a:cubicBezTo>
                  <a:lnTo>
                    <a:pt x="9081" y="2554"/>
                  </a:lnTo>
                  <a:lnTo>
                    <a:pt x="9096" y="2554"/>
                  </a:lnTo>
                  <a:cubicBezTo>
                    <a:pt x="9066" y="2629"/>
                    <a:pt x="9066" y="2703"/>
                    <a:pt x="9066" y="2778"/>
                  </a:cubicBezTo>
                  <a:cubicBezTo>
                    <a:pt x="9081" y="2883"/>
                    <a:pt x="9081" y="2987"/>
                    <a:pt x="9036" y="3092"/>
                  </a:cubicBezTo>
                  <a:cubicBezTo>
                    <a:pt x="9022" y="3465"/>
                    <a:pt x="9007" y="3854"/>
                    <a:pt x="8992" y="4227"/>
                  </a:cubicBezTo>
                  <a:cubicBezTo>
                    <a:pt x="8962" y="4287"/>
                    <a:pt x="8932" y="4346"/>
                    <a:pt x="8932" y="4406"/>
                  </a:cubicBezTo>
                  <a:cubicBezTo>
                    <a:pt x="8947" y="4809"/>
                    <a:pt x="8962" y="5213"/>
                    <a:pt x="8977" y="5616"/>
                  </a:cubicBezTo>
                  <a:cubicBezTo>
                    <a:pt x="8962" y="5661"/>
                    <a:pt x="8932" y="5720"/>
                    <a:pt x="8932" y="5765"/>
                  </a:cubicBezTo>
                  <a:cubicBezTo>
                    <a:pt x="8932" y="6482"/>
                    <a:pt x="8932" y="7184"/>
                    <a:pt x="8932" y="7886"/>
                  </a:cubicBezTo>
                  <a:cubicBezTo>
                    <a:pt x="8857" y="7976"/>
                    <a:pt x="8842" y="8080"/>
                    <a:pt x="8932" y="8155"/>
                  </a:cubicBezTo>
                  <a:cubicBezTo>
                    <a:pt x="8932" y="8215"/>
                    <a:pt x="8932" y="8275"/>
                    <a:pt x="8932" y="8319"/>
                  </a:cubicBezTo>
                  <a:cubicBezTo>
                    <a:pt x="8947" y="8708"/>
                    <a:pt x="8962" y="9081"/>
                    <a:pt x="8977" y="9454"/>
                  </a:cubicBezTo>
                  <a:cubicBezTo>
                    <a:pt x="8977" y="9783"/>
                    <a:pt x="8947" y="10112"/>
                    <a:pt x="8947" y="10440"/>
                  </a:cubicBezTo>
                  <a:cubicBezTo>
                    <a:pt x="8947" y="10903"/>
                    <a:pt x="8962" y="11351"/>
                    <a:pt x="8977" y="11814"/>
                  </a:cubicBezTo>
                  <a:cubicBezTo>
                    <a:pt x="8962" y="12053"/>
                    <a:pt x="8947" y="12307"/>
                    <a:pt x="8962" y="12546"/>
                  </a:cubicBezTo>
                  <a:cubicBezTo>
                    <a:pt x="8977" y="12964"/>
                    <a:pt x="9007" y="13383"/>
                    <a:pt x="9036" y="13816"/>
                  </a:cubicBezTo>
                  <a:cubicBezTo>
                    <a:pt x="9066" y="13890"/>
                    <a:pt x="9096" y="13965"/>
                    <a:pt x="9111" y="14055"/>
                  </a:cubicBezTo>
                  <a:cubicBezTo>
                    <a:pt x="9171" y="13950"/>
                    <a:pt x="9201" y="13890"/>
                    <a:pt x="9231" y="13816"/>
                  </a:cubicBezTo>
                  <a:cubicBezTo>
                    <a:pt x="9246" y="13741"/>
                    <a:pt x="9246" y="13681"/>
                    <a:pt x="9260" y="13607"/>
                  </a:cubicBezTo>
                  <a:cubicBezTo>
                    <a:pt x="9260" y="13502"/>
                    <a:pt x="9260" y="13398"/>
                    <a:pt x="9260" y="13293"/>
                  </a:cubicBezTo>
                  <a:cubicBezTo>
                    <a:pt x="9290" y="12770"/>
                    <a:pt x="9335" y="12262"/>
                    <a:pt x="9350" y="11740"/>
                  </a:cubicBezTo>
                  <a:cubicBezTo>
                    <a:pt x="9365" y="11157"/>
                    <a:pt x="9365" y="10575"/>
                    <a:pt x="9365" y="9992"/>
                  </a:cubicBezTo>
                  <a:cubicBezTo>
                    <a:pt x="9470" y="9858"/>
                    <a:pt x="9410" y="9753"/>
                    <a:pt x="9320" y="9634"/>
                  </a:cubicBezTo>
                  <a:lnTo>
                    <a:pt x="9320" y="9619"/>
                  </a:lnTo>
                  <a:cubicBezTo>
                    <a:pt x="9320" y="9626"/>
                    <a:pt x="9324" y="9630"/>
                    <a:pt x="9330" y="9630"/>
                  </a:cubicBezTo>
                  <a:cubicBezTo>
                    <a:pt x="9335" y="9630"/>
                    <a:pt x="9343" y="9626"/>
                    <a:pt x="9350" y="9619"/>
                  </a:cubicBezTo>
                  <a:cubicBezTo>
                    <a:pt x="9365" y="9380"/>
                    <a:pt x="9365" y="9156"/>
                    <a:pt x="9365" y="8917"/>
                  </a:cubicBezTo>
                  <a:cubicBezTo>
                    <a:pt x="9350" y="8887"/>
                    <a:pt x="9350" y="8857"/>
                    <a:pt x="9350" y="8827"/>
                  </a:cubicBezTo>
                  <a:lnTo>
                    <a:pt x="9380" y="8827"/>
                  </a:lnTo>
                  <a:cubicBezTo>
                    <a:pt x="9365" y="8513"/>
                    <a:pt x="9335" y="8200"/>
                    <a:pt x="9335" y="7886"/>
                  </a:cubicBezTo>
                  <a:cubicBezTo>
                    <a:pt x="9335" y="7513"/>
                    <a:pt x="9365" y="7154"/>
                    <a:pt x="9365" y="6781"/>
                  </a:cubicBezTo>
                  <a:cubicBezTo>
                    <a:pt x="9365" y="6333"/>
                    <a:pt x="9350" y="5900"/>
                    <a:pt x="9335" y="5452"/>
                  </a:cubicBezTo>
                  <a:cubicBezTo>
                    <a:pt x="9335" y="5317"/>
                    <a:pt x="9320" y="5168"/>
                    <a:pt x="9305" y="5033"/>
                  </a:cubicBezTo>
                  <a:cubicBezTo>
                    <a:pt x="9275" y="4959"/>
                    <a:pt x="9275" y="4869"/>
                    <a:pt x="9275" y="4780"/>
                  </a:cubicBezTo>
                  <a:lnTo>
                    <a:pt x="9275" y="4780"/>
                  </a:lnTo>
                  <a:lnTo>
                    <a:pt x="9305" y="5033"/>
                  </a:lnTo>
                  <a:cubicBezTo>
                    <a:pt x="9305" y="4750"/>
                    <a:pt x="9305" y="4466"/>
                    <a:pt x="9305" y="4167"/>
                  </a:cubicBezTo>
                  <a:cubicBezTo>
                    <a:pt x="9290" y="4003"/>
                    <a:pt x="9275" y="3854"/>
                    <a:pt x="9260" y="3689"/>
                  </a:cubicBezTo>
                  <a:lnTo>
                    <a:pt x="9246" y="3704"/>
                  </a:lnTo>
                  <a:cubicBezTo>
                    <a:pt x="9246" y="3689"/>
                    <a:pt x="9246" y="3689"/>
                    <a:pt x="9260" y="3689"/>
                  </a:cubicBezTo>
                  <a:cubicBezTo>
                    <a:pt x="9246" y="3286"/>
                    <a:pt x="9216" y="2898"/>
                    <a:pt x="9201" y="2509"/>
                  </a:cubicBezTo>
                  <a:cubicBezTo>
                    <a:pt x="9186" y="2300"/>
                    <a:pt x="9186" y="2106"/>
                    <a:pt x="9171" y="1912"/>
                  </a:cubicBezTo>
                  <a:close/>
                  <a:moveTo>
                    <a:pt x="3854" y="3734"/>
                  </a:moveTo>
                  <a:cubicBezTo>
                    <a:pt x="3839" y="3764"/>
                    <a:pt x="3809" y="3779"/>
                    <a:pt x="3809" y="3809"/>
                  </a:cubicBezTo>
                  <a:cubicBezTo>
                    <a:pt x="3794" y="4585"/>
                    <a:pt x="3764" y="5377"/>
                    <a:pt x="3749" y="6169"/>
                  </a:cubicBezTo>
                  <a:cubicBezTo>
                    <a:pt x="3764" y="6034"/>
                    <a:pt x="3764" y="5900"/>
                    <a:pt x="3779" y="5780"/>
                  </a:cubicBezTo>
                  <a:lnTo>
                    <a:pt x="3779" y="5780"/>
                  </a:lnTo>
                  <a:cubicBezTo>
                    <a:pt x="3779" y="5900"/>
                    <a:pt x="3779" y="6034"/>
                    <a:pt x="3749" y="6169"/>
                  </a:cubicBezTo>
                  <a:cubicBezTo>
                    <a:pt x="3734" y="6721"/>
                    <a:pt x="3704" y="7274"/>
                    <a:pt x="3704" y="7826"/>
                  </a:cubicBezTo>
                  <a:cubicBezTo>
                    <a:pt x="3689" y="8245"/>
                    <a:pt x="3704" y="8663"/>
                    <a:pt x="3704" y="9081"/>
                  </a:cubicBezTo>
                  <a:lnTo>
                    <a:pt x="3689" y="9081"/>
                  </a:lnTo>
                  <a:cubicBezTo>
                    <a:pt x="3675" y="9380"/>
                    <a:pt x="3645" y="9664"/>
                    <a:pt x="3645" y="9962"/>
                  </a:cubicBezTo>
                  <a:cubicBezTo>
                    <a:pt x="3645" y="11082"/>
                    <a:pt x="3630" y="12203"/>
                    <a:pt x="3645" y="13323"/>
                  </a:cubicBezTo>
                  <a:cubicBezTo>
                    <a:pt x="3645" y="13935"/>
                    <a:pt x="3689" y="14563"/>
                    <a:pt x="3719" y="15175"/>
                  </a:cubicBezTo>
                  <a:cubicBezTo>
                    <a:pt x="3719" y="15294"/>
                    <a:pt x="3779" y="15414"/>
                    <a:pt x="3809" y="15533"/>
                  </a:cubicBezTo>
                  <a:cubicBezTo>
                    <a:pt x="3839" y="15533"/>
                    <a:pt x="3869" y="15533"/>
                    <a:pt x="3899" y="15518"/>
                  </a:cubicBezTo>
                  <a:cubicBezTo>
                    <a:pt x="3928" y="15384"/>
                    <a:pt x="3943" y="15250"/>
                    <a:pt x="3973" y="15115"/>
                  </a:cubicBezTo>
                  <a:cubicBezTo>
                    <a:pt x="3988" y="15055"/>
                    <a:pt x="4033" y="15011"/>
                    <a:pt x="4033" y="14951"/>
                  </a:cubicBezTo>
                  <a:cubicBezTo>
                    <a:pt x="4048" y="14533"/>
                    <a:pt x="4063" y="14114"/>
                    <a:pt x="4078" y="13696"/>
                  </a:cubicBezTo>
                  <a:cubicBezTo>
                    <a:pt x="4093" y="13084"/>
                    <a:pt x="4078" y="12471"/>
                    <a:pt x="4093" y="11874"/>
                  </a:cubicBezTo>
                  <a:lnTo>
                    <a:pt x="4078" y="11874"/>
                  </a:lnTo>
                  <a:cubicBezTo>
                    <a:pt x="4078" y="11605"/>
                    <a:pt x="4078" y="11336"/>
                    <a:pt x="4078" y="11082"/>
                  </a:cubicBezTo>
                  <a:cubicBezTo>
                    <a:pt x="4078" y="11077"/>
                    <a:pt x="4078" y="11072"/>
                    <a:pt x="4078" y="11068"/>
                  </a:cubicBezTo>
                  <a:cubicBezTo>
                    <a:pt x="4033" y="10963"/>
                    <a:pt x="4033" y="10858"/>
                    <a:pt x="4078" y="10754"/>
                  </a:cubicBezTo>
                  <a:cubicBezTo>
                    <a:pt x="4078" y="10739"/>
                    <a:pt x="4078" y="10709"/>
                    <a:pt x="4078" y="10694"/>
                  </a:cubicBezTo>
                  <a:cubicBezTo>
                    <a:pt x="4063" y="10425"/>
                    <a:pt x="4033" y="10171"/>
                    <a:pt x="4018" y="9903"/>
                  </a:cubicBezTo>
                  <a:lnTo>
                    <a:pt x="4018" y="9888"/>
                  </a:lnTo>
                  <a:cubicBezTo>
                    <a:pt x="4018" y="9858"/>
                    <a:pt x="4018" y="9828"/>
                    <a:pt x="4033" y="9798"/>
                  </a:cubicBezTo>
                  <a:cubicBezTo>
                    <a:pt x="4063" y="9693"/>
                    <a:pt x="4063" y="9589"/>
                    <a:pt x="4048" y="9484"/>
                  </a:cubicBezTo>
                  <a:lnTo>
                    <a:pt x="4078" y="9245"/>
                  </a:lnTo>
                  <a:cubicBezTo>
                    <a:pt x="4108" y="9215"/>
                    <a:pt x="4108" y="9171"/>
                    <a:pt x="4078" y="9141"/>
                  </a:cubicBezTo>
                  <a:cubicBezTo>
                    <a:pt x="4063" y="8872"/>
                    <a:pt x="4048" y="8588"/>
                    <a:pt x="4018" y="8319"/>
                  </a:cubicBezTo>
                  <a:cubicBezTo>
                    <a:pt x="4003" y="7662"/>
                    <a:pt x="3988" y="7005"/>
                    <a:pt x="3958" y="6348"/>
                  </a:cubicBezTo>
                  <a:cubicBezTo>
                    <a:pt x="3958" y="5974"/>
                    <a:pt x="3928" y="5616"/>
                    <a:pt x="3913" y="5257"/>
                  </a:cubicBezTo>
                  <a:cubicBezTo>
                    <a:pt x="3928" y="5168"/>
                    <a:pt x="3943" y="5093"/>
                    <a:pt x="3943" y="5004"/>
                  </a:cubicBezTo>
                  <a:cubicBezTo>
                    <a:pt x="3943" y="4615"/>
                    <a:pt x="3928" y="4242"/>
                    <a:pt x="3913" y="3854"/>
                  </a:cubicBezTo>
                  <a:cubicBezTo>
                    <a:pt x="3943" y="3794"/>
                    <a:pt x="3899" y="3764"/>
                    <a:pt x="3854" y="3734"/>
                  </a:cubicBezTo>
                  <a:close/>
                  <a:moveTo>
                    <a:pt x="2166" y="1046"/>
                  </a:moveTo>
                  <a:cubicBezTo>
                    <a:pt x="2151" y="1046"/>
                    <a:pt x="2136" y="1046"/>
                    <a:pt x="2121" y="1060"/>
                  </a:cubicBezTo>
                  <a:cubicBezTo>
                    <a:pt x="2061" y="1255"/>
                    <a:pt x="2017" y="1449"/>
                    <a:pt x="1972" y="1643"/>
                  </a:cubicBezTo>
                  <a:cubicBezTo>
                    <a:pt x="1972" y="1777"/>
                    <a:pt x="1972" y="1927"/>
                    <a:pt x="1972" y="2076"/>
                  </a:cubicBezTo>
                  <a:cubicBezTo>
                    <a:pt x="1972" y="2091"/>
                    <a:pt x="1972" y="2106"/>
                    <a:pt x="1987" y="2121"/>
                  </a:cubicBezTo>
                  <a:cubicBezTo>
                    <a:pt x="1957" y="2196"/>
                    <a:pt x="1927" y="2285"/>
                    <a:pt x="1927" y="2360"/>
                  </a:cubicBezTo>
                  <a:cubicBezTo>
                    <a:pt x="1912" y="2957"/>
                    <a:pt x="1897" y="3570"/>
                    <a:pt x="1882" y="4182"/>
                  </a:cubicBezTo>
                  <a:cubicBezTo>
                    <a:pt x="1882" y="4302"/>
                    <a:pt x="1897" y="4436"/>
                    <a:pt x="1912" y="4555"/>
                  </a:cubicBezTo>
                  <a:lnTo>
                    <a:pt x="1912" y="4914"/>
                  </a:lnTo>
                  <a:cubicBezTo>
                    <a:pt x="1897" y="4959"/>
                    <a:pt x="1897" y="5018"/>
                    <a:pt x="1912" y="5063"/>
                  </a:cubicBezTo>
                  <a:lnTo>
                    <a:pt x="1912" y="6004"/>
                  </a:lnTo>
                  <a:cubicBezTo>
                    <a:pt x="1897" y="6094"/>
                    <a:pt x="1882" y="6183"/>
                    <a:pt x="1882" y="6288"/>
                  </a:cubicBezTo>
                  <a:cubicBezTo>
                    <a:pt x="1882" y="7602"/>
                    <a:pt x="1882" y="8932"/>
                    <a:pt x="1867" y="10246"/>
                  </a:cubicBezTo>
                  <a:cubicBezTo>
                    <a:pt x="1867" y="10545"/>
                    <a:pt x="1837" y="10829"/>
                    <a:pt x="1808" y="11127"/>
                  </a:cubicBezTo>
                  <a:cubicBezTo>
                    <a:pt x="1808" y="11187"/>
                    <a:pt x="1793" y="11247"/>
                    <a:pt x="1793" y="11306"/>
                  </a:cubicBezTo>
                  <a:cubicBezTo>
                    <a:pt x="1837" y="11575"/>
                    <a:pt x="1912" y="11844"/>
                    <a:pt x="1912" y="12113"/>
                  </a:cubicBezTo>
                  <a:cubicBezTo>
                    <a:pt x="1912" y="12740"/>
                    <a:pt x="1882" y="13368"/>
                    <a:pt x="1867" y="13980"/>
                  </a:cubicBezTo>
                  <a:cubicBezTo>
                    <a:pt x="1867" y="13980"/>
                    <a:pt x="1867" y="13980"/>
                    <a:pt x="1867" y="13980"/>
                  </a:cubicBezTo>
                  <a:lnTo>
                    <a:pt x="1867" y="13980"/>
                  </a:lnTo>
                  <a:cubicBezTo>
                    <a:pt x="1882" y="14010"/>
                    <a:pt x="1882" y="14025"/>
                    <a:pt x="1882" y="14040"/>
                  </a:cubicBezTo>
                  <a:lnTo>
                    <a:pt x="1867" y="13980"/>
                  </a:lnTo>
                  <a:lnTo>
                    <a:pt x="1867" y="13980"/>
                  </a:lnTo>
                  <a:cubicBezTo>
                    <a:pt x="1882" y="14085"/>
                    <a:pt x="1897" y="14189"/>
                    <a:pt x="1912" y="14294"/>
                  </a:cubicBezTo>
                  <a:cubicBezTo>
                    <a:pt x="1763" y="14503"/>
                    <a:pt x="1852" y="14697"/>
                    <a:pt x="1912" y="14891"/>
                  </a:cubicBezTo>
                  <a:lnTo>
                    <a:pt x="1942" y="14787"/>
                  </a:lnTo>
                  <a:lnTo>
                    <a:pt x="1942" y="14787"/>
                  </a:lnTo>
                  <a:cubicBezTo>
                    <a:pt x="1942" y="14831"/>
                    <a:pt x="1957" y="14876"/>
                    <a:pt x="1912" y="14891"/>
                  </a:cubicBezTo>
                  <a:cubicBezTo>
                    <a:pt x="1897" y="14951"/>
                    <a:pt x="1882" y="14996"/>
                    <a:pt x="1882" y="15040"/>
                  </a:cubicBezTo>
                  <a:cubicBezTo>
                    <a:pt x="1912" y="15339"/>
                    <a:pt x="1942" y="15638"/>
                    <a:pt x="1972" y="15922"/>
                  </a:cubicBezTo>
                  <a:cubicBezTo>
                    <a:pt x="1957" y="15996"/>
                    <a:pt x="1927" y="16056"/>
                    <a:pt x="1942" y="16116"/>
                  </a:cubicBezTo>
                  <a:cubicBezTo>
                    <a:pt x="2032" y="16519"/>
                    <a:pt x="2091" y="16922"/>
                    <a:pt x="2032" y="17326"/>
                  </a:cubicBezTo>
                  <a:cubicBezTo>
                    <a:pt x="2032" y="17356"/>
                    <a:pt x="2046" y="17385"/>
                    <a:pt x="2061" y="17415"/>
                  </a:cubicBezTo>
                  <a:cubicBezTo>
                    <a:pt x="2076" y="17415"/>
                    <a:pt x="2106" y="17400"/>
                    <a:pt x="2121" y="17400"/>
                  </a:cubicBezTo>
                  <a:cubicBezTo>
                    <a:pt x="2136" y="17102"/>
                    <a:pt x="2166" y="16818"/>
                    <a:pt x="2181" y="16519"/>
                  </a:cubicBezTo>
                  <a:cubicBezTo>
                    <a:pt x="2211" y="16370"/>
                    <a:pt x="2226" y="16235"/>
                    <a:pt x="2241" y="16086"/>
                  </a:cubicBezTo>
                  <a:lnTo>
                    <a:pt x="2360" y="14637"/>
                  </a:lnTo>
                  <a:cubicBezTo>
                    <a:pt x="2375" y="14219"/>
                    <a:pt x="2405" y="13816"/>
                    <a:pt x="2420" y="13398"/>
                  </a:cubicBezTo>
                  <a:cubicBezTo>
                    <a:pt x="2420" y="13278"/>
                    <a:pt x="2405" y="13173"/>
                    <a:pt x="2405" y="13069"/>
                  </a:cubicBezTo>
                  <a:cubicBezTo>
                    <a:pt x="2405" y="12979"/>
                    <a:pt x="2405" y="12890"/>
                    <a:pt x="2405" y="12800"/>
                  </a:cubicBezTo>
                  <a:cubicBezTo>
                    <a:pt x="2390" y="12740"/>
                    <a:pt x="2360" y="12696"/>
                    <a:pt x="2345" y="12636"/>
                  </a:cubicBezTo>
                  <a:cubicBezTo>
                    <a:pt x="2375" y="12546"/>
                    <a:pt x="2435" y="12442"/>
                    <a:pt x="2435" y="12352"/>
                  </a:cubicBezTo>
                  <a:cubicBezTo>
                    <a:pt x="2435" y="11784"/>
                    <a:pt x="2420" y="11202"/>
                    <a:pt x="2420" y="10634"/>
                  </a:cubicBezTo>
                  <a:cubicBezTo>
                    <a:pt x="2405" y="10052"/>
                    <a:pt x="2405" y="9454"/>
                    <a:pt x="2405" y="8872"/>
                  </a:cubicBezTo>
                  <a:cubicBezTo>
                    <a:pt x="2450" y="8738"/>
                    <a:pt x="2420" y="8603"/>
                    <a:pt x="2405" y="8469"/>
                  </a:cubicBezTo>
                  <a:cubicBezTo>
                    <a:pt x="2420" y="8454"/>
                    <a:pt x="2420" y="8439"/>
                    <a:pt x="2405" y="8424"/>
                  </a:cubicBezTo>
                  <a:cubicBezTo>
                    <a:pt x="2405" y="8319"/>
                    <a:pt x="2405" y="8215"/>
                    <a:pt x="2405" y="8110"/>
                  </a:cubicBezTo>
                  <a:cubicBezTo>
                    <a:pt x="2420" y="8050"/>
                    <a:pt x="2435" y="7991"/>
                    <a:pt x="2450" y="7931"/>
                  </a:cubicBezTo>
                  <a:lnTo>
                    <a:pt x="2450" y="7946"/>
                  </a:lnTo>
                  <a:cubicBezTo>
                    <a:pt x="2465" y="7976"/>
                    <a:pt x="2465" y="8021"/>
                    <a:pt x="2480" y="8065"/>
                  </a:cubicBezTo>
                  <a:cubicBezTo>
                    <a:pt x="2510" y="8050"/>
                    <a:pt x="2524" y="8021"/>
                    <a:pt x="2554" y="8006"/>
                  </a:cubicBezTo>
                  <a:cubicBezTo>
                    <a:pt x="2524" y="7976"/>
                    <a:pt x="2495" y="7946"/>
                    <a:pt x="2465" y="7901"/>
                  </a:cubicBezTo>
                  <a:cubicBezTo>
                    <a:pt x="2465" y="7901"/>
                    <a:pt x="2465" y="7901"/>
                    <a:pt x="2450" y="7886"/>
                  </a:cubicBezTo>
                  <a:cubicBezTo>
                    <a:pt x="2435" y="7617"/>
                    <a:pt x="2420" y="7348"/>
                    <a:pt x="2405" y="7080"/>
                  </a:cubicBezTo>
                  <a:cubicBezTo>
                    <a:pt x="2405" y="6333"/>
                    <a:pt x="2405" y="5571"/>
                    <a:pt x="2405" y="4824"/>
                  </a:cubicBezTo>
                  <a:lnTo>
                    <a:pt x="2375" y="4511"/>
                  </a:lnTo>
                  <a:cubicBezTo>
                    <a:pt x="2375" y="4481"/>
                    <a:pt x="2375" y="4421"/>
                    <a:pt x="2360" y="4376"/>
                  </a:cubicBezTo>
                  <a:lnTo>
                    <a:pt x="2345" y="3256"/>
                  </a:lnTo>
                  <a:cubicBezTo>
                    <a:pt x="2315" y="3226"/>
                    <a:pt x="2315" y="3181"/>
                    <a:pt x="2315" y="3152"/>
                  </a:cubicBezTo>
                  <a:lnTo>
                    <a:pt x="2315" y="3152"/>
                  </a:lnTo>
                  <a:lnTo>
                    <a:pt x="2345" y="3256"/>
                  </a:lnTo>
                  <a:lnTo>
                    <a:pt x="2315" y="3002"/>
                  </a:lnTo>
                  <a:cubicBezTo>
                    <a:pt x="2330" y="2972"/>
                    <a:pt x="2315" y="2942"/>
                    <a:pt x="2300" y="2913"/>
                  </a:cubicBezTo>
                  <a:lnTo>
                    <a:pt x="2300" y="2883"/>
                  </a:lnTo>
                  <a:cubicBezTo>
                    <a:pt x="2315" y="2763"/>
                    <a:pt x="2345" y="2659"/>
                    <a:pt x="2360" y="2554"/>
                  </a:cubicBezTo>
                  <a:cubicBezTo>
                    <a:pt x="2345" y="2479"/>
                    <a:pt x="2315" y="2405"/>
                    <a:pt x="2300" y="2345"/>
                  </a:cubicBezTo>
                  <a:cubicBezTo>
                    <a:pt x="2315" y="2330"/>
                    <a:pt x="2330" y="2315"/>
                    <a:pt x="2345" y="2285"/>
                  </a:cubicBezTo>
                  <a:cubicBezTo>
                    <a:pt x="2390" y="2181"/>
                    <a:pt x="2330" y="2061"/>
                    <a:pt x="2300" y="1957"/>
                  </a:cubicBezTo>
                  <a:cubicBezTo>
                    <a:pt x="2285" y="1897"/>
                    <a:pt x="2256" y="1822"/>
                    <a:pt x="2241" y="1748"/>
                  </a:cubicBezTo>
                  <a:cubicBezTo>
                    <a:pt x="2226" y="1733"/>
                    <a:pt x="2226" y="1733"/>
                    <a:pt x="2226" y="1718"/>
                  </a:cubicBezTo>
                  <a:lnTo>
                    <a:pt x="2226" y="1718"/>
                  </a:lnTo>
                  <a:lnTo>
                    <a:pt x="2241" y="1748"/>
                  </a:lnTo>
                  <a:cubicBezTo>
                    <a:pt x="2211" y="1509"/>
                    <a:pt x="2181" y="1270"/>
                    <a:pt x="2166" y="1046"/>
                  </a:cubicBezTo>
                  <a:close/>
                  <a:moveTo>
                    <a:pt x="5594" y="17505"/>
                  </a:moveTo>
                  <a:cubicBezTo>
                    <a:pt x="5597" y="17509"/>
                    <a:pt x="5601" y="17512"/>
                    <a:pt x="5601" y="17520"/>
                  </a:cubicBezTo>
                  <a:lnTo>
                    <a:pt x="5594" y="17505"/>
                  </a:lnTo>
                  <a:close/>
                  <a:moveTo>
                    <a:pt x="5729" y="4719"/>
                  </a:moveTo>
                  <a:cubicBezTo>
                    <a:pt x="5523" y="4719"/>
                    <a:pt x="5687" y="4931"/>
                    <a:pt x="5586" y="4989"/>
                  </a:cubicBezTo>
                  <a:cubicBezTo>
                    <a:pt x="5571" y="5228"/>
                    <a:pt x="5571" y="5482"/>
                    <a:pt x="5571" y="5720"/>
                  </a:cubicBezTo>
                  <a:cubicBezTo>
                    <a:pt x="5556" y="6303"/>
                    <a:pt x="5541" y="6885"/>
                    <a:pt x="5527" y="7453"/>
                  </a:cubicBezTo>
                  <a:cubicBezTo>
                    <a:pt x="5527" y="7871"/>
                    <a:pt x="5497" y="8275"/>
                    <a:pt x="5497" y="8678"/>
                  </a:cubicBezTo>
                  <a:cubicBezTo>
                    <a:pt x="5497" y="9141"/>
                    <a:pt x="5512" y="9604"/>
                    <a:pt x="5527" y="10067"/>
                  </a:cubicBezTo>
                  <a:cubicBezTo>
                    <a:pt x="5527" y="10097"/>
                    <a:pt x="5527" y="10127"/>
                    <a:pt x="5527" y="10156"/>
                  </a:cubicBezTo>
                  <a:cubicBezTo>
                    <a:pt x="5512" y="10321"/>
                    <a:pt x="5482" y="10500"/>
                    <a:pt x="5482" y="10664"/>
                  </a:cubicBezTo>
                  <a:cubicBezTo>
                    <a:pt x="5482" y="11456"/>
                    <a:pt x="5497" y="12247"/>
                    <a:pt x="5497" y="13039"/>
                  </a:cubicBezTo>
                  <a:cubicBezTo>
                    <a:pt x="5512" y="14294"/>
                    <a:pt x="5527" y="15533"/>
                    <a:pt x="5527" y="16788"/>
                  </a:cubicBezTo>
                  <a:cubicBezTo>
                    <a:pt x="5497" y="16848"/>
                    <a:pt x="5482" y="16907"/>
                    <a:pt x="5541" y="16967"/>
                  </a:cubicBezTo>
                  <a:lnTo>
                    <a:pt x="5556" y="17161"/>
                  </a:lnTo>
                  <a:cubicBezTo>
                    <a:pt x="5556" y="17191"/>
                    <a:pt x="5556" y="17221"/>
                    <a:pt x="5571" y="17236"/>
                  </a:cubicBezTo>
                  <a:lnTo>
                    <a:pt x="5586" y="17490"/>
                  </a:lnTo>
                  <a:cubicBezTo>
                    <a:pt x="5586" y="17490"/>
                    <a:pt x="5586" y="17490"/>
                    <a:pt x="5586" y="17490"/>
                  </a:cubicBezTo>
                  <a:lnTo>
                    <a:pt x="5586" y="17490"/>
                  </a:lnTo>
                  <a:cubicBezTo>
                    <a:pt x="5586" y="17491"/>
                    <a:pt x="5586" y="17492"/>
                    <a:pt x="5587" y="17493"/>
                  </a:cubicBezTo>
                  <a:lnTo>
                    <a:pt x="5587" y="17493"/>
                  </a:lnTo>
                  <a:cubicBezTo>
                    <a:pt x="5601" y="17686"/>
                    <a:pt x="5616" y="17864"/>
                    <a:pt x="5631" y="18043"/>
                  </a:cubicBezTo>
                  <a:cubicBezTo>
                    <a:pt x="5646" y="18057"/>
                    <a:pt x="5676" y="18057"/>
                    <a:pt x="5706" y="18057"/>
                  </a:cubicBezTo>
                  <a:cubicBezTo>
                    <a:pt x="5721" y="17938"/>
                    <a:pt x="5736" y="17819"/>
                    <a:pt x="5751" y="17699"/>
                  </a:cubicBezTo>
                  <a:cubicBezTo>
                    <a:pt x="5766" y="17565"/>
                    <a:pt x="5780" y="17415"/>
                    <a:pt x="5810" y="17281"/>
                  </a:cubicBezTo>
                  <a:cubicBezTo>
                    <a:pt x="5825" y="17176"/>
                    <a:pt x="5840" y="17087"/>
                    <a:pt x="5855" y="16982"/>
                  </a:cubicBezTo>
                  <a:cubicBezTo>
                    <a:pt x="5870" y="16489"/>
                    <a:pt x="5885" y="15996"/>
                    <a:pt x="5900" y="15503"/>
                  </a:cubicBezTo>
                  <a:cubicBezTo>
                    <a:pt x="5900" y="15040"/>
                    <a:pt x="5885" y="14592"/>
                    <a:pt x="5870" y="14144"/>
                  </a:cubicBezTo>
                  <a:cubicBezTo>
                    <a:pt x="5870" y="14129"/>
                    <a:pt x="5870" y="14114"/>
                    <a:pt x="5855" y="14099"/>
                  </a:cubicBezTo>
                  <a:cubicBezTo>
                    <a:pt x="5885" y="14010"/>
                    <a:pt x="5915" y="13920"/>
                    <a:pt x="5915" y="13846"/>
                  </a:cubicBezTo>
                  <a:cubicBezTo>
                    <a:pt x="5930" y="13562"/>
                    <a:pt x="5915" y="13293"/>
                    <a:pt x="5915" y="13009"/>
                  </a:cubicBezTo>
                  <a:cubicBezTo>
                    <a:pt x="5915" y="12800"/>
                    <a:pt x="5915" y="12606"/>
                    <a:pt x="5915" y="12397"/>
                  </a:cubicBezTo>
                  <a:cubicBezTo>
                    <a:pt x="5915" y="12083"/>
                    <a:pt x="5915" y="11770"/>
                    <a:pt x="5900" y="11456"/>
                  </a:cubicBezTo>
                  <a:cubicBezTo>
                    <a:pt x="5900" y="11277"/>
                    <a:pt x="5900" y="11097"/>
                    <a:pt x="5900" y="10918"/>
                  </a:cubicBezTo>
                  <a:cubicBezTo>
                    <a:pt x="5915" y="10888"/>
                    <a:pt x="5915" y="10873"/>
                    <a:pt x="5915" y="10858"/>
                  </a:cubicBezTo>
                  <a:cubicBezTo>
                    <a:pt x="5870" y="10754"/>
                    <a:pt x="5870" y="10649"/>
                    <a:pt x="5915" y="10530"/>
                  </a:cubicBezTo>
                  <a:cubicBezTo>
                    <a:pt x="5915" y="10097"/>
                    <a:pt x="5915" y="9649"/>
                    <a:pt x="5900" y="9215"/>
                  </a:cubicBezTo>
                  <a:cubicBezTo>
                    <a:pt x="5900" y="8991"/>
                    <a:pt x="5870" y="8752"/>
                    <a:pt x="5855" y="8528"/>
                  </a:cubicBezTo>
                  <a:cubicBezTo>
                    <a:pt x="5870" y="8499"/>
                    <a:pt x="5900" y="8469"/>
                    <a:pt x="5900" y="8439"/>
                  </a:cubicBezTo>
                  <a:cubicBezTo>
                    <a:pt x="5885" y="7826"/>
                    <a:pt x="5870" y="7214"/>
                    <a:pt x="5855" y="6602"/>
                  </a:cubicBezTo>
                  <a:cubicBezTo>
                    <a:pt x="5840" y="6243"/>
                    <a:pt x="5825" y="5885"/>
                    <a:pt x="5795" y="5526"/>
                  </a:cubicBezTo>
                  <a:lnTo>
                    <a:pt x="5810" y="5526"/>
                  </a:lnTo>
                  <a:cubicBezTo>
                    <a:pt x="5810" y="5467"/>
                    <a:pt x="5810" y="5407"/>
                    <a:pt x="5810" y="5362"/>
                  </a:cubicBezTo>
                  <a:cubicBezTo>
                    <a:pt x="5915" y="5198"/>
                    <a:pt x="5855" y="5033"/>
                    <a:pt x="5795" y="4869"/>
                  </a:cubicBezTo>
                  <a:cubicBezTo>
                    <a:pt x="5780" y="4824"/>
                    <a:pt x="5766" y="4765"/>
                    <a:pt x="5751" y="4720"/>
                  </a:cubicBezTo>
                  <a:cubicBezTo>
                    <a:pt x="5743" y="4719"/>
                    <a:pt x="5736" y="4719"/>
                    <a:pt x="5729" y="4719"/>
                  </a:cubicBezTo>
                  <a:close/>
                  <a:moveTo>
                    <a:pt x="7263" y="6223"/>
                  </a:moveTo>
                  <a:cubicBezTo>
                    <a:pt x="7207" y="6223"/>
                    <a:pt x="7199" y="6304"/>
                    <a:pt x="7199" y="6378"/>
                  </a:cubicBezTo>
                  <a:cubicBezTo>
                    <a:pt x="7184" y="6676"/>
                    <a:pt x="7169" y="6960"/>
                    <a:pt x="7155" y="7244"/>
                  </a:cubicBezTo>
                  <a:cubicBezTo>
                    <a:pt x="7140" y="7632"/>
                    <a:pt x="7125" y="8021"/>
                    <a:pt x="7110" y="8409"/>
                  </a:cubicBezTo>
                  <a:cubicBezTo>
                    <a:pt x="7095" y="8603"/>
                    <a:pt x="7095" y="8812"/>
                    <a:pt x="7095" y="9006"/>
                  </a:cubicBezTo>
                  <a:cubicBezTo>
                    <a:pt x="7080" y="9245"/>
                    <a:pt x="7080" y="9499"/>
                    <a:pt x="7080" y="9738"/>
                  </a:cubicBezTo>
                  <a:cubicBezTo>
                    <a:pt x="7095" y="9917"/>
                    <a:pt x="7095" y="10097"/>
                    <a:pt x="7095" y="10276"/>
                  </a:cubicBezTo>
                  <a:cubicBezTo>
                    <a:pt x="7095" y="10933"/>
                    <a:pt x="7095" y="11605"/>
                    <a:pt x="7095" y="12277"/>
                  </a:cubicBezTo>
                  <a:cubicBezTo>
                    <a:pt x="7095" y="12292"/>
                    <a:pt x="7095" y="12307"/>
                    <a:pt x="7095" y="12322"/>
                  </a:cubicBezTo>
                  <a:lnTo>
                    <a:pt x="7095" y="13069"/>
                  </a:lnTo>
                  <a:cubicBezTo>
                    <a:pt x="7095" y="13084"/>
                    <a:pt x="7095" y="13099"/>
                    <a:pt x="7095" y="13114"/>
                  </a:cubicBezTo>
                  <a:cubicBezTo>
                    <a:pt x="7065" y="13159"/>
                    <a:pt x="7020" y="13218"/>
                    <a:pt x="7020" y="13263"/>
                  </a:cubicBezTo>
                  <a:cubicBezTo>
                    <a:pt x="7035" y="13771"/>
                    <a:pt x="7065" y="14279"/>
                    <a:pt x="7095" y="14787"/>
                  </a:cubicBezTo>
                  <a:cubicBezTo>
                    <a:pt x="7110" y="15459"/>
                    <a:pt x="7140" y="16116"/>
                    <a:pt x="7155" y="16788"/>
                  </a:cubicBezTo>
                  <a:lnTo>
                    <a:pt x="7155" y="16803"/>
                  </a:lnTo>
                  <a:cubicBezTo>
                    <a:pt x="7155" y="16878"/>
                    <a:pt x="7155" y="16937"/>
                    <a:pt x="7169" y="17012"/>
                  </a:cubicBezTo>
                  <a:cubicBezTo>
                    <a:pt x="7184" y="17535"/>
                    <a:pt x="7214" y="18057"/>
                    <a:pt x="7229" y="18580"/>
                  </a:cubicBezTo>
                  <a:lnTo>
                    <a:pt x="7334" y="18580"/>
                  </a:lnTo>
                  <a:cubicBezTo>
                    <a:pt x="7334" y="18356"/>
                    <a:pt x="7349" y="18147"/>
                    <a:pt x="7364" y="17923"/>
                  </a:cubicBezTo>
                  <a:cubicBezTo>
                    <a:pt x="7379" y="17609"/>
                    <a:pt x="7408" y="17311"/>
                    <a:pt x="7423" y="17012"/>
                  </a:cubicBezTo>
                  <a:cubicBezTo>
                    <a:pt x="7423" y="16907"/>
                    <a:pt x="7423" y="16803"/>
                    <a:pt x="7423" y="16698"/>
                  </a:cubicBezTo>
                  <a:cubicBezTo>
                    <a:pt x="7453" y="16654"/>
                    <a:pt x="7453" y="16594"/>
                    <a:pt x="7438" y="16549"/>
                  </a:cubicBezTo>
                  <a:lnTo>
                    <a:pt x="7468" y="16355"/>
                  </a:lnTo>
                  <a:cubicBezTo>
                    <a:pt x="7468" y="16086"/>
                    <a:pt x="7483" y="15817"/>
                    <a:pt x="7483" y="15548"/>
                  </a:cubicBezTo>
                  <a:cubicBezTo>
                    <a:pt x="7468" y="15474"/>
                    <a:pt x="7468" y="15414"/>
                    <a:pt x="7468" y="15339"/>
                  </a:cubicBezTo>
                  <a:cubicBezTo>
                    <a:pt x="7468" y="14891"/>
                    <a:pt x="7468" y="14443"/>
                    <a:pt x="7483" y="13995"/>
                  </a:cubicBezTo>
                  <a:lnTo>
                    <a:pt x="7483" y="13980"/>
                  </a:lnTo>
                  <a:cubicBezTo>
                    <a:pt x="7498" y="13622"/>
                    <a:pt x="7513" y="13263"/>
                    <a:pt x="7528" y="12905"/>
                  </a:cubicBezTo>
                  <a:cubicBezTo>
                    <a:pt x="7513" y="12770"/>
                    <a:pt x="7498" y="12636"/>
                    <a:pt x="7483" y="12501"/>
                  </a:cubicBezTo>
                  <a:cubicBezTo>
                    <a:pt x="7483" y="12486"/>
                    <a:pt x="7483" y="12486"/>
                    <a:pt x="7483" y="12471"/>
                  </a:cubicBezTo>
                  <a:cubicBezTo>
                    <a:pt x="7483" y="12457"/>
                    <a:pt x="7483" y="12442"/>
                    <a:pt x="7483" y="12427"/>
                  </a:cubicBezTo>
                  <a:cubicBezTo>
                    <a:pt x="7498" y="12337"/>
                    <a:pt x="7528" y="12247"/>
                    <a:pt x="7528" y="12143"/>
                  </a:cubicBezTo>
                  <a:cubicBezTo>
                    <a:pt x="7528" y="11635"/>
                    <a:pt x="7528" y="11127"/>
                    <a:pt x="7528" y="10634"/>
                  </a:cubicBezTo>
                  <a:cubicBezTo>
                    <a:pt x="7513" y="10306"/>
                    <a:pt x="7498" y="9977"/>
                    <a:pt x="7483" y="9649"/>
                  </a:cubicBezTo>
                  <a:cubicBezTo>
                    <a:pt x="7483" y="9410"/>
                    <a:pt x="7498" y="9171"/>
                    <a:pt x="7498" y="8932"/>
                  </a:cubicBezTo>
                  <a:cubicBezTo>
                    <a:pt x="7498" y="8723"/>
                    <a:pt x="7483" y="8499"/>
                    <a:pt x="7483" y="8289"/>
                  </a:cubicBezTo>
                  <a:lnTo>
                    <a:pt x="7483" y="8275"/>
                  </a:lnTo>
                  <a:cubicBezTo>
                    <a:pt x="7483" y="8260"/>
                    <a:pt x="7483" y="8245"/>
                    <a:pt x="7483" y="8245"/>
                  </a:cubicBezTo>
                  <a:lnTo>
                    <a:pt x="7483" y="8006"/>
                  </a:lnTo>
                  <a:cubicBezTo>
                    <a:pt x="7483" y="7856"/>
                    <a:pt x="7468" y="7722"/>
                    <a:pt x="7468" y="7573"/>
                  </a:cubicBezTo>
                  <a:cubicBezTo>
                    <a:pt x="7453" y="7319"/>
                    <a:pt x="7438" y="7065"/>
                    <a:pt x="7423" y="6811"/>
                  </a:cubicBezTo>
                  <a:cubicBezTo>
                    <a:pt x="7423" y="6781"/>
                    <a:pt x="7423" y="6736"/>
                    <a:pt x="7423" y="6706"/>
                  </a:cubicBezTo>
                  <a:cubicBezTo>
                    <a:pt x="7408" y="6587"/>
                    <a:pt x="7394" y="6452"/>
                    <a:pt x="7379" y="6333"/>
                  </a:cubicBezTo>
                  <a:cubicBezTo>
                    <a:pt x="7364" y="6318"/>
                    <a:pt x="7364" y="6303"/>
                    <a:pt x="7364" y="6273"/>
                  </a:cubicBezTo>
                  <a:cubicBezTo>
                    <a:pt x="7319" y="6238"/>
                    <a:pt x="7287" y="6223"/>
                    <a:pt x="7263" y="6223"/>
                  </a:cubicBezTo>
                  <a:close/>
                  <a:moveTo>
                    <a:pt x="5661" y="18446"/>
                  </a:moveTo>
                  <a:cubicBezTo>
                    <a:pt x="5646" y="18476"/>
                    <a:pt x="5601" y="18506"/>
                    <a:pt x="5586" y="18535"/>
                  </a:cubicBezTo>
                  <a:cubicBezTo>
                    <a:pt x="5586" y="18550"/>
                    <a:pt x="5631" y="18610"/>
                    <a:pt x="5646" y="18610"/>
                  </a:cubicBezTo>
                  <a:cubicBezTo>
                    <a:pt x="5676" y="18610"/>
                    <a:pt x="5706" y="18565"/>
                    <a:pt x="5736" y="18535"/>
                  </a:cubicBezTo>
                  <a:cubicBezTo>
                    <a:pt x="5706" y="18506"/>
                    <a:pt x="5691" y="18476"/>
                    <a:pt x="5661" y="18446"/>
                  </a:cubicBezTo>
                  <a:close/>
                  <a:moveTo>
                    <a:pt x="11157" y="4675"/>
                  </a:moveTo>
                  <a:cubicBezTo>
                    <a:pt x="11142" y="4705"/>
                    <a:pt x="11098" y="4735"/>
                    <a:pt x="11098" y="4765"/>
                  </a:cubicBezTo>
                  <a:cubicBezTo>
                    <a:pt x="11098" y="5093"/>
                    <a:pt x="11098" y="5422"/>
                    <a:pt x="11098" y="5735"/>
                  </a:cubicBezTo>
                  <a:lnTo>
                    <a:pt x="11113" y="5571"/>
                  </a:lnTo>
                  <a:lnTo>
                    <a:pt x="11113" y="5571"/>
                  </a:lnTo>
                  <a:cubicBezTo>
                    <a:pt x="11113" y="5631"/>
                    <a:pt x="11113" y="5691"/>
                    <a:pt x="11098" y="5735"/>
                  </a:cubicBezTo>
                  <a:lnTo>
                    <a:pt x="11098" y="5750"/>
                  </a:lnTo>
                  <a:cubicBezTo>
                    <a:pt x="11053" y="7050"/>
                    <a:pt x="11008" y="8364"/>
                    <a:pt x="10978" y="9678"/>
                  </a:cubicBezTo>
                  <a:lnTo>
                    <a:pt x="10993" y="9619"/>
                  </a:lnTo>
                  <a:lnTo>
                    <a:pt x="10993" y="9619"/>
                  </a:lnTo>
                  <a:cubicBezTo>
                    <a:pt x="10993" y="9634"/>
                    <a:pt x="10993" y="9649"/>
                    <a:pt x="10978" y="9678"/>
                  </a:cubicBezTo>
                  <a:cubicBezTo>
                    <a:pt x="10978" y="9708"/>
                    <a:pt x="10993" y="9738"/>
                    <a:pt x="10993" y="9783"/>
                  </a:cubicBezTo>
                  <a:cubicBezTo>
                    <a:pt x="10978" y="10022"/>
                    <a:pt x="10978" y="10246"/>
                    <a:pt x="10978" y="10485"/>
                  </a:cubicBezTo>
                  <a:cubicBezTo>
                    <a:pt x="10963" y="11217"/>
                    <a:pt x="10948" y="11964"/>
                    <a:pt x="10933" y="12696"/>
                  </a:cubicBezTo>
                  <a:cubicBezTo>
                    <a:pt x="10918" y="13517"/>
                    <a:pt x="10918" y="14324"/>
                    <a:pt x="10933" y="15145"/>
                  </a:cubicBezTo>
                  <a:cubicBezTo>
                    <a:pt x="10933" y="15354"/>
                    <a:pt x="10963" y="15563"/>
                    <a:pt x="10978" y="15772"/>
                  </a:cubicBezTo>
                  <a:cubicBezTo>
                    <a:pt x="10993" y="16489"/>
                    <a:pt x="11008" y="17206"/>
                    <a:pt x="11023" y="17923"/>
                  </a:cubicBezTo>
                  <a:cubicBezTo>
                    <a:pt x="11053" y="18296"/>
                    <a:pt x="11083" y="18670"/>
                    <a:pt x="11098" y="19028"/>
                  </a:cubicBezTo>
                  <a:lnTo>
                    <a:pt x="11187" y="19028"/>
                  </a:lnTo>
                  <a:cubicBezTo>
                    <a:pt x="11202" y="18894"/>
                    <a:pt x="11232" y="18759"/>
                    <a:pt x="11247" y="18625"/>
                  </a:cubicBezTo>
                  <a:cubicBezTo>
                    <a:pt x="11262" y="18491"/>
                    <a:pt x="11292" y="18371"/>
                    <a:pt x="11307" y="18252"/>
                  </a:cubicBezTo>
                  <a:cubicBezTo>
                    <a:pt x="11337" y="18162"/>
                    <a:pt x="11337" y="18087"/>
                    <a:pt x="11337" y="17998"/>
                  </a:cubicBezTo>
                  <a:cubicBezTo>
                    <a:pt x="11322" y="17893"/>
                    <a:pt x="11322" y="17804"/>
                    <a:pt x="11366" y="17714"/>
                  </a:cubicBezTo>
                  <a:lnTo>
                    <a:pt x="11366" y="17714"/>
                  </a:lnTo>
                  <a:lnTo>
                    <a:pt x="11366" y="17714"/>
                  </a:lnTo>
                  <a:lnTo>
                    <a:pt x="11411" y="15937"/>
                  </a:lnTo>
                  <a:lnTo>
                    <a:pt x="11411" y="15922"/>
                  </a:lnTo>
                  <a:cubicBezTo>
                    <a:pt x="11411" y="15787"/>
                    <a:pt x="11411" y="15638"/>
                    <a:pt x="11411" y="15503"/>
                  </a:cubicBezTo>
                  <a:cubicBezTo>
                    <a:pt x="11426" y="15220"/>
                    <a:pt x="11426" y="14936"/>
                    <a:pt x="11426" y="14652"/>
                  </a:cubicBezTo>
                  <a:cubicBezTo>
                    <a:pt x="11426" y="14279"/>
                    <a:pt x="11411" y="13920"/>
                    <a:pt x="11411" y="13562"/>
                  </a:cubicBezTo>
                  <a:lnTo>
                    <a:pt x="11411" y="13547"/>
                  </a:lnTo>
                  <a:lnTo>
                    <a:pt x="11426" y="12486"/>
                  </a:lnTo>
                  <a:cubicBezTo>
                    <a:pt x="11426" y="12412"/>
                    <a:pt x="11441" y="12337"/>
                    <a:pt x="11456" y="12262"/>
                  </a:cubicBezTo>
                  <a:cubicBezTo>
                    <a:pt x="11441" y="12038"/>
                    <a:pt x="11426" y="11829"/>
                    <a:pt x="11411" y="11620"/>
                  </a:cubicBezTo>
                  <a:cubicBezTo>
                    <a:pt x="11411" y="11292"/>
                    <a:pt x="11411" y="10963"/>
                    <a:pt x="11411" y="10649"/>
                  </a:cubicBezTo>
                  <a:cubicBezTo>
                    <a:pt x="11411" y="10216"/>
                    <a:pt x="11411" y="9783"/>
                    <a:pt x="11411" y="9365"/>
                  </a:cubicBezTo>
                  <a:cubicBezTo>
                    <a:pt x="11396" y="9036"/>
                    <a:pt x="11381" y="8708"/>
                    <a:pt x="11366" y="8379"/>
                  </a:cubicBezTo>
                  <a:cubicBezTo>
                    <a:pt x="11366" y="8334"/>
                    <a:pt x="11366" y="8304"/>
                    <a:pt x="11366" y="8275"/>
                  </a:cubicBezTo>
                  <a:cubicBezTo>
                    <a:pt x="11366" y="8230"/>
                    <a:pt x="11366" y="8200"/>
                    <a:pt x="11366" y="8170"/>
                  </a:cubicBezTo>
                  <a:cubicBezTo>
                    <a:pt x="11351" y="7617"/>
                    <a:pt x="11322" y="7080"/>
                    <a:pt x="11307" y="6542"/>
                  </a:cubicBezTo>
                  <a:cubicBezTo>
                    <a:pt x="11292" y="6542"/>
                    <a:pt x="11292" y="6527"/>
                    <a:pt x="11277" y="6512"/>
                  </a:cubicBezTo>
                  <a:lnTo>
                    <a:pt x="11277" y="6512"/>
                  </a:lnTo>
                  <a:lnTo>
                    <a:pt x="11307" y="6542"/>
                  </a:lnTo>
                  <a:lnTo>
                    <a:pt x="11307" y="6542"/>
                  </a:lnTo>
                  <a:lnTo>
                    <a:pt x="11247" y="5422"/>
                  </a:lnTo>
                  <a:cubicBezTo>
                    <a:pt x="11232" y="5407"/>
                    <a:pt x="11232" y="5392"/>
                    <a:pt x="11217" y="5362"/>
                  </a:cubicBezTo>
                  <a:lnTo>
                    <a:pt x="11217" y="5362"/>
                  </a:lnTo>
                  <a:lnTo>
                    <a:pt x="11247" y="5422"/>
                  </a:lnTo>
                  <a:cubicBezTo>
                    <a:pt x="11247" y="5198"/>
                    <a:pt x="11247" y="4989"/>
                    <a:pt x="11247" y="4780"/>
                  </a:cubicBezTo>
                  <a:cubicBezTo>
                    <a:pt x="11247" y="4750"/>
                    <a:pt x="11187" y="4705"/>
                    <a:pt x="11157" y="4675"/>
                  </a:cubicBezTo>
                  <a:close/>
                  <a:moveTo>
                    <a:pt x="7214" y="18819"/>
                  </a:moveTo>
                  <a:cubicBezTo>
                    <a:pt x="7214" y="18894"/>
                    <a:pt x="7214" y="18984"/>
                    <a:pt x="7199" y="19058"/>
                  </a:cubicBezTo>
                  <a:cubicBezTo>
                    <a:pt x="7229" y="19058"/>
                    <a:pt x="7259" y="19058"/>
                    <a:pt x="7274" y="19073"/>
                  </a:cubicBezTo>
                  <a:cubicBezTo>
                    <a:pt x="7289" y="18984"/>
                    <a:pt x="7289" y="18909"/>
                    <a:pt x="7304" y="188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1"/>
            <p:cNvSpPr/>
            <p:nvPr/>
          </p:nvSpPr>
          <p:spPr>
            <a:xfrm>
              <a:off x="8049283" y="-244462"/>
              <a:ext cx="1170796" cy="1483637"/>
            </a:xfrm>
            <a:custGeom>
              <a:avLst/>
              <a:gdLst/>
              <a:ahLst/>
              <a:cxnLst/>
              <a:rect l="l" t="t" r="r" b="b"/>
              <a:pathLst>
                <a:path w="11039" h="13988" extrusionOk="0">
                  <a:moveTo>
                    <a:pt x="5557" y="878"/>
                  </a:moveTo>
                  <a:cubicBezTo>
                    <a:pt x="5557" y="878"/>
                    <a:pt x="5572" y="878"/>
                    <a:pt x="5572" y="893"/>
                  </a:cubicBezTo>
                  <a:lnTo>
                    <a:pt x="5557" y="878"/>
                  </a:lnTo>
                  <a:close/>
                  <a:moveTo>
                    <a:pt x="852" y="863"/>
                  </a:moveTo>
                  <a:cubicBezTo>
                    <a:pt x="897" y="897"/>
                    <a:pt x="942" y="913"/>
                    <a:pt x="986" y="913"/>
                  </a:cubicBezTo>
                  <a:cubicBezTo>
                    <a:pt x="1001" y="913"/>
                    <a:pt x="1016" y="912"/>
                    <a:pt x="1031" y="908"/>
                  </a:cubicBezTo>
                  <a:lnTo>
                    <a:pt x="1121" y="908"/>
                  </a:lnTo>
                  <a:cubicBezTo>
                    <a:pt x="1136" y="923"/>
                    <a:pt x="1151" y="938"/>
                    <a:pt x="1151" y="953"/>
                  </a:cubicBezTo>
                  <a:cubicBezTo>
                    <a:pt x="1151" y="983"/>
                    <a:pt x="1166" y="1027"/>
                    <a:pt x="1196" y="1057"/>
                  </a:cubicBezTo>
                  <a:cubicBezTo>
                    <a:pt x="1225" y="1132"/>
                    <a:pt x="1240" y="1207"/>
                    <a:pt x="1240" y="1281"/>
                  </a:cubicBezTo>
                  <a:cubicBezTo>
                    <a:pt x="1230" y="1410"/>
                    <a:pt x="1173" y="1477"/>
                    <a:pt x="1086" y="1477"/>
                  </a:cubicBezTo>
                  <a:cubicBezTo>
                    <a:pt x="1052" y="1477"/>
                    <a:pt x="1014" y="1467"/>
                    <a:pt x="972" y="1446"/>
                  </a:cubicBezTo>
                  <a:cubicBezTo>
                    <a:pt x="837" y="1356"/>
                    <a:pt x="762" y="1236"/>
                    <a:pt x="747" y="1072"/>
                  </a:cubicBezTo>
                  <a:cubicBezTo>
                    <a:pt x="747" y="1027"/>
                    <a:pt x="762" y="968"/>
                    <a:pt x="733" y="923"/>
                  </a:cubicBezTo>
                  <a:lnTo>
                    <a:pt x="733" y="923"/>
                  </a:lnTo>
                  <a:cubicBezTo>
                    <a:pt x="761" y="942"/>
                    <a:pt x="784" y="950"/>
                    <a:pt x="802" y="950"/>
                  </a:cubicBezTo>
                  <a:cubicBezTo>
                    <a:pt x="838" y="950"/>
                    <a:pt x="852" y="914"/>
                    <a:pt x="852" y="863"/>
                  </a:cubicBezTo>
                  <a:close/>
                  <a:moveTo>
                    <a:pt x="598" y="1744"/>
                  </a:moveTo>
                  <a:cubicBezTo>
                    <a:pt x="617" y="1774"/>
                    <a:pt x="635" y="1804"/>
                    <a:pt x="658" y="1834"/>
                  </a:cubicBezTo>
                  <a:lnTo>
                    <a:pt x="598" y="1744"/>
                  </a:lnTo>
                  <a:close/>
                  <a:moveTo>
                    <a:pt x="4362" y="2058"/>
                  </a:moveTo>
                  <a:lnTo>
                    <a:pt x="4362" y="2073"/>
                  </a:lnTo>
                  <a:lnTo>
                    <a:pt x="4347" y="2058"/>
                  </a:lnTo>
                  <a:close/>
                  <a:moveTo>
                    <a:pt x="4739" y="995"/>
                  </a:moveTo>
                  <a:cubicBezTo>
                    <a:pt x="4799" y="995"/>
                    <a:pt x="4854" y="1026"/>
                    <a:pt x="4944" y="1117"/>
                  </a:cubicBezTo>
                  <a:cubicBezTo>
                    <a:pt x="4989" y="1177"/>
                    <a:pt x="5034" y="1222"/>
                    <a:pt x="5094" y="1251"/>
                  </a:cubicBezTo>
                  <a:cubicBezTo>
                    <a:pt x="5109" y="1266"/>
                    <a:pt x="5124" y="1266"/>
                    <a:pt x="5139" y="1281"/>
                  </a:cubicBezTo>
                  <a:cubicBezTo>
                    <a:pt x="5213" y="1446"/>
                    <a:pt x="5288" y="1610"/>
                    <a:pt x="5363" y="1774"/>
                  </a:cubicBezTo>
                  <a:cubicBezTo>
                    <a:pt x="5363" y="1789"/>
                    <a:pt x="5363" y="1789"/>
                    <a:pt x="5363" y="1789"/>
                  </a:cubicBezTo>
                  <a:cubicBezTo>
                    <a:pt x="5318" y="1864"/>
                    <a:pt x="5333" y="1938"/>
                    <a:pt x="5318" y="2013"/>
                  </a:cubicBezTo>
                  <a:cubicBezTo>
                    <a:pt x="5258" y="2043"/>
                    <a:pt x="5168" y="2013"/>
                    <a:pt x="5124" y="2103"/>
                  </a:cubicBezTo>
                  <a:cubicBezTo>
                    <a:pt x="5109" y="2103"/>
                    <a:pt x="5109" y="2118"/>
                    <a:pt x="5094" y="2118"/>
                  </a:cubicBezTo>
                  <a:cubicBezTo>
                    <a:pt x="4944" y="2118"/>
                    <a:pt x="4795" y="2103"/>
                    <a:pt x="4691" y="1953"/>
                  </a:cubicBezTo>
                  <a:cubicBezTo>
                    <a:pt x="4601" y="1819"/>
                    <a:pt x="4526" y="1685"/>
                    <a:pt x="4437" y="1535"/>
                  </a:cubicBezTo>
                  <a:cubicBezTo>
                    <a:pt x="4466" y="1461"/>
                    <a:pt x="4452" y="1401"/>
                    <a:pt x="4437" y="1326"/>
                  </a:cubicBezTo>
                  <a:cubicBezTo>
                    <a:pt x="4392" y="1207"/>
                    <a:pt x="4437" y="1087"/>
                    <a:pt x="4556" y="1042"/>
                  </a:cubicBezTo>
                  <a:cubicBezTo>
                    <a:pt x="4636" y="1016"/>
                    <a:pt x="4690" y="995"/>
                    <a:pt x="4739" y="995"/>
                  </a:cubicBezTo>
                  <a:close/>
                  <a:moveTo>
                    <a:pt x="615" y="1"/>
                  </a:moveTo>
                  <a:cubicBezTo>
                    <a:pt x="598" y="1"/>
                    <a:pt x="583" y="4"/>
                    <a:pt x="568" y="12"/>
                  </a:cubicBezTo>
                  <a:cubicBezTo>
                    <a:pt x="464" y="42"/>
                    <a:pt x="389" y="116"/>
                    <a:pt x="314" y="176"/>
                  </a:cubicBezTo>
                  <a:lnTo>
                    <a:pt x="299" y="176"/>
                  </a:lnTo>
                  <a:cubicBezTo>
                    <a:pt x="225" y="251"/>
                    <a:pt x="135" y="325"/>
                    <a:pt x="60" y="400"/>
                  </a:cubicBezTo>
                  <a:cubicBezTo>
                    <a:pt x="45" y="430"/>
                    <a:pt x="31" y="460"/>
                    <a:pt x="31" y="475"/>
                  </a:cubicBezTo>
                  <a:cubicBezTo>
                    <a:pt x="16" y="520"/>
                    <a:pt x="1" y="564"/>
                    <a:pt x="16" y="594"/>
                  </a:cubicBezTo>
                  <a:cubicBezTo>
                    <a:pt x="90" y="773"/>
                    <a:pt x="180" y="968"/>
                    <a:pt x="270" y="1147"/>
                  </a:cubicBezTo>
                  <a:cubicBezTo>
                    <a:pt x="344" y="1311"/>
                    <a:pt x="449" y="1475"/>
                    <a:pt x="538" y="1655"/>
                  </a:cubicBezTo>
                  <a:lnTo>
                    <a:pt x="598" y="1744"/>
                  </a:lnTo>
                  <a:lnTo>
                    <a:pt x="598" y="1744"/>
                  </a:lnTo>
                  <a:cubicBezTo>
                    <a:pt x="579" y="1714"/>
                    <a:pt x="561" y="1685"/>
                    <a:pt x="538" y="1655"/>
                  </a:cubicBezTo>
                  <a:lnTo>
                    <a:pt x="538" y="1655"/>
                  </a:lnTo>
                  <a:cubicBezTo>
                    <a:pt x="583" y="1714"/>
                    <a:pt x="628" y="1774"/>
                    <a:pt x="658" y="1834"/>
                  </a:cubicBezTo>
                  <a:cubicBezTo>
                    <a:pt x="762" y="1924"/>
                    <a:pt x="852" y="2028"/>
                    <a:pt x="957" y="2088"/>
                  </a:cubicBezTo>
                  <a:cubicBezTo>
                    <a:pt x="986" y="2103"/>
                    <a:pt x="1031" y="2118"/>
                    <a:pt x="1076" y="2133"/>
                  </a:cubicBezTo>
                  <a:cubicBezTo>
                    <a:pt x="1136" y="2162"/>
                    <a:pt x="1196" y="2162"/>
                    <a:pt x="1270" y="2162"/>
                  </a:cubicBezTo>
                  <a:cubicBezTo>
                    <a:pt x="1494" y="2073"/>
                    <a:pt x="1733" y="2013"/>
                    <a:pt x="1942" y="1909"/>
                  </a:cubicBezTo>
                  <a:cubicBezTo>
                    <a:pt x="2122" y="1819"/>
                    <a:pt x="2151" y="1699"/>
                    <a:pt x="2047" y="1520"/>
                  </a:cubicBezTo>
                  <a:cubicBezTo>
                    <a:pt x="1823" y="1147"/>
                    <a:pt x="1599" y="788"/>
                    <a:pt x="1360" y="430"/>
                  </a:cubicBezTo>
                  <a:cubicBezTo>
                    <a:pt x="1330" y="385"/>
                    <a:pt x="1255" y="340"/>
                    <a:pt x="1210" y="310"/>
                  </a:cubicBezTo>
                  <a:cubicBezTo>
                    <a:pt x="1196" y="296"/>
                    <a:pt x="1196" y="281"/>
                    <a:pt x="1181" y="281"/>
                  </a:cubicBezTo>
                  <a:cubicBezTo>
                    <a:pt x="1088" y="162"/>
                    <a:pt x="1019" y="19"/>
                    <a:pt x="859" y="19"/>
                  </a:cubicBezTo>
                  <a:cubicBezTo>
                    <a:pt x="838" y="19"/>
                    <a:pt x="816" y="22"/>
                    <a:pt x="792" y="27"/>
                  </a:cubicBezTo>
                  <a:cubicBezTo>
                    <a:pt x="761" y="16"/>
                    <a:pt x="729" y="6"/>
                    <a:pt x="703" y="6"/>
                  </a:cubicBezTo>
                  <a:cubicBezTo>
                    <a:pt x="692" y="6"/>
                    <a:pt x="682" y="7"/>
                    <a:pt x="673" y="12"/>
                  </a:cubicBezTo>
                  <a:cubicBezTo>
                    <a:pt x="650" y="4"/>
                    <a:pt x="632" y="1"/>
                    <a:pt x="615" y="1"/>
                  </a:cubicBezTo>
                  <a:close/>
                  <a:moveTo>
                    <a:pt x="4783" y="203"/>
                  </a:moveTo>
                  <a:cubicBezTo>
                    <a:pt x="4699" y="203"/>
                    <a:pt x="4617" y="224"/>
                    <a:pt x="4541" y="281"/>
                  </a:cubicBezTo>
                  <a:cubicBezTo>
                    <a:pt x="4437" y="340"/>
                    <a:pt x="4332" y="385"/>
                    <a:pt x="4228" y="445"/>
                  </a:cubicBezTo>
                  <a:cubicBezTo>
                    <a:pt x="4168" y="475"/>
                    <a:pt x="4123" y="505"/>
                    <a:pt x="4063" y="534"/>
                  </a:cubicBezTo>
                  <a:cubicBezTo>
                    <a:pt x="4048" y="549"/>
                    <a:pt x="4018" y="549"/>
                    <a:pt x="4003" y="564"/>
                  </a:cubicBezTo>
                  <a:cubicBezTo>
                    <a:pt x="3974" y="579"/>
                    <a:pt x="3944" y="609"/>
                    <a:pt x="3914" y="624"/>
                  </a:cubicBezTo>
                  <a:cubicBezTo>
                    <a:pt x="3869" y="654"/>
                    <a:pt x="3824" y="669"/>
                    <a:pt x="3779" y="699"/>
                  </a:cubicBezTo>
                  <a:cubicBezTo>
                    <a:pt x="3765" y="714"/>
                    <a:pt x="3765" y="729"/>
                    <a:pt x="3750" y="759"/>
                  </a:cubicBezTo>
                  <a:cubicBezTo>
                    <a:pt x="3705" y="803"/>
                    <a:pt x="3660" y="848"/>
                    <a:pt x="3630" y="893"/>
                  </a:cubicBezTo>
                  <a:cubicBezTo>
                    <a:pt x="3600" y="983"/>
                    <a:pt x="3585" y="1057"/>
                    <a:pt x="3555" y="1147"/>
                  </a:cubicBezTo>
                  <a:lnTo>
                    <a:pt x="3555" y="1371"/>
                  </a:lnTo>
                  <a:cubicBezTo>
                    <a:pt x="3600" y="1490"/>
                    <a:pt x="3645" y="1625"/>
                    <a:pt x="3690" y="1744"/>
                  </a:cubicBezTo>
                  <a:cubicBezTo>
                    <a:pt x="3779" y="1864"/>
                    <a:pt x="3869" y="1983"/>
                    <a:pt x="3959" y="2103"/>
                  </a:cubicBezTo>
                  <a:cubicBezTo>
                    <a:pt x="4063" y="2237"/>
                    <a:pt x="4168" y="2372"/>
                    <a:pt x="4272" y="2506"/>
                  </a:cubicBezTo>
                  <a:cubicBezTo>
                    <a:pt x="4377" y="2611"/>
                    <a:pt x="4496" y="2715"/>
                    <a:pt x="4616" y="2820"/>
                  </a:cubicBezTo>
                  <a:cubicBezTo>
                    <a:pt x="4633" y="2837"/>
                    <a:pt x="4646" y="2844"/>
                    <a:pt x="4659" y="2844"/>
                  </a:cubicBezTo>
                  <a:cubicBezTo>
                    <a:pt x="4668" y="2844"/>
                    <a:pt x="4678" y="2841"/>
                    <a:pt x="4691" y="2835"/>
                  </a:cubicBezTo>
                  <a:lnTo>
                    <a:pt x="4691" y="2850"/>
                  </a:lnTo>
                  <a:cubicBezTo>
                    <a:pt x="4780" y="2939"/>
                    <a:pt x="4855" y="3029"/>
                    <a:pt x="4974" y="3059"/>
                  </a:cubicBezTo>
                  <a:cubicBezTo>
                    <a:pt x="4986" y="3061"/>
                    <a:pt x="4997" y="3063"/>
                    <a:pt x="5009" y="3063"/>
                  </a:cubicBezTo>
                  <a:cubicBezTo>
                    <a:pt x="5057" y="3063"/>
                    <a:pt x="5105" y="3041"/>
                    <a:pt x="5154" y="3029"/>
                  </a:cubicBezTo>
                  <a:cubicBezTo>
                    <a:pt x="5183" y="2999"/>
                    <a:pt x="5243" y="3014"/>
                    <a:pt x="5273" y="2984"/>
                  </a:cubicBezTo>
                  <a:cubicBezTo>
                    <a:pt x="5318" y="2969"/>
                    <a:pt x="5348" y="2969"/>
                    <a:pt x="5378" y="2954"/>
                  </a:cubicBezTo>
                  <a:cubicBezTo>
                    <a:pt x="5467" y="2939"/>
                    <a:pt x="5572" y="2954"/>
                    <a:pt x="5617" y="2850"/>
                  </a:cubicBezTo>
                  <a:lnTo>
                    <a:pt x="5856" y="2730"/>
                  </a:lnTo>
                  <a:cubicBezTo>
                    <a:pt x="5990" y="2685"/>
                    <a:pt x="6109" y="2625"/>
                    <a:pt x="6244" y="2581"/>
                  </a:cubicBezTo>
                  <a:cubicBezTo>
                    <a:pt x="6259" y="2566"/>
                    <a:pt x="6274" y="2551"/>
                    <a:pt x="6274" y="2536"/>
                  </a:cubicBezTo>
                  <a:cubicBezTo>
                    <a:pt x="6319" y="2506"/>
                    <a:pt x="6363" y="2461"/>
                    <a:pt x="6363" y="2431"/>
                  </a:cubicBezTo>
                  <a:cubicBezTo>
                    <a:pt x="6393" y="2297"/>
                    <a:pt x="6378" y="2162"/>
                    <a:pt x="6393" y="2028"/>
                  </a:cubicBezTo>
                  <a:cubicBezTo>
                    <a:pt x="6348" y="1909"/>
                    <a:pt x="6304" y="1774"/>
                    <a:pt x="6259" y="1655"/>
                  </a:cubicBezTo>
                  <a:lnTo>
                    <a:pt x="6229" y="1565"/>
                  </a:lnTo>
                  <a:lnTo>
                    <a:pt x="6109" y="1401"/>
                  </a:lnTo>
                  <a:lnTo>
                    <a:pt x="5661" y="729"/>
                  </a:lnTo>
                  <a:cubicBezTo>
                    <a:pt x="5572" y="639"/>
                    <a:pt x="5467" y="564"/>
                    <a:pt x="5378" y="475"/>
                  </a:cubicBezTo>
                  <a:cubicBezTo>
                    <a:pt x="5288" y="400"/>
                    <a:pt x="5183" y="340"/>
                    <a:pt x="5094" y="281"/>
                  </a:cubicBezTo>
                  <a:cubicBezTo>
                    <a:pt x="5034" y="266"/>
                    <a:pt x="4989" y="236"/>
                    <a:pt x="4930" y="221"/>
                  </a:cubicBezTo>
                  <a:cubicBezTo>
                    <a:pt x="4880" y="210"/>
                    <a:pt x="4831" y="203"/>
                    <a:pt x="4783" y="203"/>
                  </a:cubicBezTo>
                  <a:close/>
                  <a:moveTo>
                    <a:pt x="4242" y="3925"/>
                  </a:moveTo>
                  <a:cubicBezTo>
                    <a:pt x="4242" y="3940"/>
                    <a:pt x="4228" y="3970"/>
                    <a:pt x="4213" y="3970"/>
                  </a:cubicBezTo>
                  <a:lnTo>
                    <a:pt x="4242" y="3925"/>
                  </a:lnTo>
                  <a:close/>
                  <a:moveTo>
                    <a:pt x="3940" y="3495"/>
                  </a:moveTo>
                  <a:cubicBezTo>
                    <a:pt x="3838" y="3495"/>
                    <a:pt x="3737" y="3523"/>
                    <a:pt x="3645" y="3552"/>
                  </a:cubicBezTo>
                  <a:cubicBezTo>
                    <a:pt x="3391" y="3641"/>
                    <a:pt x="3152" y="3820"/>
                    <a:pt x="2913" y="3970"/>
                  </a:cubicBezTo>
                  <a:cubicBezTo>
                    <a:pt x="2779" y="4074"/>
                    <a:pt x="2600" y="4149"/>
                    <a:pt x="2570" y="4358"/>
                  </a:cubicBezTo>
                  <a:cubicBezTo>
                    <a:pt x="2555" y="4388"/>
                    <a:pt x="2525" y="4418"/>
                    <a:pt x="2510" y="4448"/>
                  </a:cubicBezTo>
                  <a:cubicBezTo>
                    <a:pt x="2465" y="4537"/>
                    <a:pt x="2510" y="4627"/>
                    <a:pt x="2495" y="4702"/>
                  </a:cubicBezTo>
                  <a:cubicBezTo>
                    <a:pt x="2555" y="4941"/>
                    <a:pt x="2659" y="5165"/>
                    <a:pt x="2838" y="5344"/>
                  </a:cubicBezTo>
                  <a:lnTo>
                    <a:pt x="2824" y="5344"/>
                  </a:lnTo>
                  <a:cubicBezTo>
                    <a:pt x="2943" y="5583"/>
                    <a:pt x="3122" y="5762"/>
                    <a:pt x="3316" y="5941"/>
                  </a:cubicBezTo>
                  <a:cubicBezTo>
                    <a:pt x="3451" y="6076"/>
                    <a:pt x="3600" y="6210"/>
                    <a:pt x="3750" y="6345"/>
                  </a:cubicBezTo>
                  <a:cubicBezTo>
                    <a:pt x="3794" y="6389"/>
                    <a:pt x="3839" y="6434"/>
                    <a:pt x="3884" y="6464"/>
                  </a:cubicBezTo>
                  <a:cubicBezTo>
                    <a:pt x="4108" y="6643"/>
                    <a:pt x="4272" y="6882"/>
                    <a:pt x="4556" y="6957"/>
                  </a:cubicBezTo>
                  <a:cubicBezTo>
                    <a:pt x="4571" y="6957"/>
                    <a:pt x="4586" y="6987"/>
                    <a:pt x="4601" y="7002"/>
                  </a:cubicBezTo>
                  <a:cubicBezTo>
                    <a:pt x="4691" y="7047"/>
                    <a:pt x="4780" y="7091"/>
                    <a:pt x="4870" y="7121"/>
                  </a:cubicBezTo>
                  <a:cubicBezTo>
                    <a:pt x="4915" y="7211"/>
                    <a:pt x="5004" y="7181"/>
                    <a:pt x="5079" y="7196"/>
                  </a:cubicBezTo>
                  <a:cubicBezTo>
                    <a:pt x="5094" y="7196"/>
                    <a:pt x="5124" y="7211"/>
                    <a:pt x="5154" y="7211"/>
                  </a:cubicBezTo>
                  <a:cubicBezTo>
                    <a:pt x="5213" y="7196"/>
                    <a:pt x="5303" y="7226"/>
                    <a:pt x="5348" y="7136"/>
                  </a:cubicBezTo>
                  <a:lnTo>
                    <a:pt x="5512" y="7106"/>
                  </a:lnTo>
                  <a:cubicBezTo>
                    <a:pt x="5518" y="7112"/>
                    <a:pt x="5524" y="7116"/>
                    <a:pt x="5531" y="7116"/>
                  </a:cubicBezTo>
                  <a:cubicBezTo>
                    <a:pt x="5539" y="7116"/>
                    <a:pt x="5548" y="7109"/>
                    <a:pt x="5557" y="7091"/>
                  </a:cubicBezTo>
                  <a:cubicBezTo>
                    <a:pt x="5587" y="7076"/>
                    <a:pt x="5631" y="7061"/>
                    <a:pt x="5661" y="7047"/>
                  </a:cubicBezTo>
                  <a:cubicBezTo>
                    <a:pt x="5679" y="7053"/>
                    <a:pt x="5695" y="7056"/>
                    <a:pt x="5711" y="7056"/>
                  </a:cubicBezTo>
                  <a:cubicBezTo>
                    <a:pt x="5763" y="7056"/>
                    <a:pt x="5806" y="7025"/>
                    <a:pt x="5841" y="7002"/>
                  </a:cubicBezTo>
                  <a:cubicBezTo>
                    <a:pt x="5856" y="6987"/>
                    <a:pt x="5870" y="6972"/>
                    <a:pt x="5885" y="6957"/>
                  </a:cubicBezTo>
                  <a:cubicBezTo>
                    <a:pt x="6005" y="6808"/>
                    <a:pt x="5960" y="6643"/>
                    <a:pt x="5930" y="6494"/>
                  </a:cubicBezTo>
                  <a:lnTo>
                    <a:pt x="5826" y="6270"/>
                  </a:lnTo>
                  <a:cubicBezTo>
                    <a:pt x="5826" y="6255"/>
                    <a:pt x="5826" y="6240"/>
                    <a:pt x="5826" y="6240"/>
                  </a:cubicBezTo>
                  <a:cubicBezTo>
                    <a:pt x="5841" y="5926"/>
                    <a:pt x="5811" y="5643"/>
                    <a:pt x="5631" y="5374"/>
                  </a:cubicBezTo>
                  <a:cubicBezTo>
                    <a:pt x="5572" y="5224"/>
                    <a:pt x="5497" y="5075"/>
                    <a:pt x="5437" y="4941"/>
                  </a:cubicBezTo>
                  <a:lnTo>
                    <a:pt x="5437" y="4926"/>
                  </a:lnTo>
                  <a:cubicBezTo>
                    <a:pt x="5407" y="4896"/>
                    <a:pt x="5378" y="4851"/>
                    <a:pt x="5348" y="4821"/>
                  </a:cubicBezTo>
                  <a:cubicBezTo>
                    <a:pt x="5348" y="4806"/>
                    <a:pt x="5348" y="4806"/>
                    <a:pt x="5348" y="4806"/>
                  </a:cubicBezTo>
                  <a:cubicBezTo>
                    <a:pt x="5303" y="4731"/>
                    <a:pt x="5258" y="4672"/>
                    <a:pt x="5213" y="4612"/>
                  </a:cubicBezTo>
                  <a:cubicBezTo>
                    <a:pt x="5168" y="4522"/>
                    <a:pt x="5109" y="4448"/>
                    <a:pt x="5049" y="4358"/>
                  </a:cubicBezTo>
                  <a:lnTo>
                    <a:pt x="4959" y="4298"/>
                  </a:lnTo>
                  <a:cubicBezTo>
                    <a:pt x="4930" y="4254"/>
                    <a:pt x="4915" y="4224"/>
                    <a:pt x="4885" y="4194"/>
                  </a:cubicBezTo>
                  <a:cubicBezTo>
                    <a:pt x="4840" y="4149"/>
                    <a:pt x="4810" y="4104"/>
                    <a:pt x="4765" y="4074"/>
                  </a:cubicBezTo>
                  <a:cubicBezTo>
                    <a:pt x="4750" y="4044"/>
                    <a:pt x="4735" y="4029"/>
                    <a:pt x="4705" y="4015"/>
                  </a:cubicBezTo>
                  <a:cubicBezTo>
                    <a:pt x="4676" y="3985"/>
                    <a:pt x="4661" y="3970"/>
                    <a:pt x="4631" y="3940"/>
                  </a:cubicBezTo>
                  <a:lnTo>
                    <a:pt x="4616" y="3940"/>
                  </a:lnTo>
                  <a:cubicBezTo>
                    <a:pt x="4631" y="3895"/>
                    <a:pt x="4631" y="3865"/>
                    <a:pt x="4571" y="3865"/>
                  </a:cubicBezTo>
                  <a:cubicBezTo>
                    <a:pt x="4466" y="3790"/>
                    <a:pt x="4347" y="3731"/>
                    <a:pt x="4272" y="3641"/>
                  </a:cubicBezTo>
                  <a:cubicBezTo>
                    <a:pt x="4170" y="3531"/>
                    <a:pt x="4055" y="3495"/>
                    <a:pt x="3940" y="3495"/>
                  </a:cubicBezTo>
                  <a:close/>
                  <a:moveTo>
                    <a:pt x="8280" y="6114"/>
                  </a:moveTo>
                  <a:cubicBezTo>
                    <a:pt x="8147" y="6114"/>
                    <a:pt x="8017" y="6150"/>
                    <a:pt x="7887" y="6240"/>
                  </a:cubicBezTo>
                  <a:cubicBezTo>
                    <a:pt x="7797" y="6270"/>
                    <a:pt x="7693" y="6315"/>
                    <a:pt x="7603" y="6359"/>
                  </a:cubicBezTo>
                  <a:cubicBezTo>
                    <a:pt x="7558" y="6389"/>
                    <a:pt x="7513" y="6404"/>
                    <a:pt x="7469" y="6434"/>
                  </a:cubicBezTo>
                  <a:cubicBezTo>
                    <a:pt x="7274" y="6554"/>
                    <a:pt x="7215" y="6703"/>
                    <a:pt x="7304" y="6912"/>
                  </a:cubicBezTo>
                  <a:cubicBezTo>
                    <a:pt x="7424" y="7121"/>
                    <a:pt x="7543" y="7345"/>
                    <a:pt x="7663" y="7569"/>
                  </a:cubicBezTo>
                  <a:cubicBezTo>
                    <a:pt x="7842" y="7778"/>
                    <a:pt x="8021" y="7973"/>
                    <a:pt x="8200" y="8182"/>
                  </a:cubicBezTo>
                  <a:lnTo>
                    <a:pt x="8215" y="8182"/>
                  </a:lnTo>
                  <a:lnTo>
                    <a:pt x="8410" y="8436"/>
                  </a:lnTo>
                  <a:cubicBezTo>
                    <a:pt x="8454" y="8495"/>
                    <a:pt x="8499" y="8540"/>
                    <a:pt x="8529" y="8585"/>
                  </a:cubicBezTo>
                  <a:lnTo>
                    <a:pt x="8559" y="8630"/>
                  </a:lnTo>
                  <a:lnTo>
                    <a:pt x="8559" y="8615"/>
                  </a:lnTo>
                  <a:cubicBezTo>
                    <a:pt x="8708" y="8764"/>
                    <a:pt x="8858" y="8899"/>
                    <a:pt x="9007" y="9048"/>
                  </a:cubicBezTo>
                  <a:cubicBezTo>
                    <a:pt x="9125" y="9156"/>
                    <a:pt x="9250" y="9213"/>
                    <a:pt x="9386" y="9213"/>
                  </a:cubicBezTo>
                  <a:cubicBezTo>
                    <a:pt x="9456" y="9213"/>
                    <a:pt x="9528" y="9198"/>
                    <a:pt x="9604" y="9167"/>
                  </a:cubicBezTo>
                  <a:lnTo>
                    <a:pt x="9619" y="9167"/>
                  </a:lnTo>
                  <a:cubicBezTo>
                    <a:pt x="9724" y="9138"/>
                    <a:pt x="9843" y="9108"/>
                    <a:pt x="9963" y="9078"/>
                  </a:cubicBezTo>
                  <a:cubicBezTo>
                    <a:pt x="10172" y="9048"/>
                    <a:pt x="10247" y="8943"/>
                    <a:pt x="10232" y="8749"/>
                  </a:cubicBezTo>
                  <a:cubicBezTo>
                    <a:pt x="10217" y="8615"/>
                    <a:pt x="10187" y="8495"/>
                    <a:pt x="10202" y="8376"/>
                  </a:cubicBezTo>
                  <a:cubicBezTo>
                    <a:pt x="10217" y="8167"/>
                    <a:pt x="10187" y="7958"/>
                    <a:pt x="10052" y="7778"/>
                  </a:cubicBezTo>
                  <a:lnTo>
                    <a:pt x="10023" y="7704"/>
                  </a:lnTo>
                  <a:cubicBezTo>
                    <a:pt x="9963" y="7510"/>
                    <a:pt x="9888" y="7315"/>
                    <a:pt x="9709" y="7196"/>
                  </a:cubicBezTo>
                  <a:cubicBezTo>
                    <a:pt x="9694" y="7166"/>
                    <a:pt x="9664" y="7151"/>
                    <a:pt x="9649" y="7121"/>
                  </a:cubicBezTo>
                  <a:cubicBezTo>
                    <a:pt x="9619" y="7091"/>
                    <a:pt x="9589" y="7061"/>
                    <a:pt x="9560" y="7032"/>
                  </a:cubicBezTo>
                  <a:lnTo>
                    <a:pt x="9545" y="7032"/>
                  </a:lnTo>
                  <a:cubicBezTo>
                    <a:pt x="9485" y="6987"/>
                    <a:pt x="9425" y="6927"/>
                    <a:pt x="9365" y="6882"/>
                  </a:cubicBezTo>
                  <a:cubicBezTo>
                    <a:pt x="9231" y="6598"/>
                    <a:pt x="8962" y="6479"/>
                    <a:pt x="8753" y="6270"/>
                  </a:cubicBezTo>
                  <a:cubicBezTo>
                    <a:pt x="8723" y="6240"/>
                    <a:pt x="8663" y="6195"/>
                    <a:pt x="8619" y="6180"/>
                  </a:cubicBezTo>
                  <a:cubicBezTo>
                    <a:pt x="8503" y="6139"/>
                    <a:pt x="8391" y="6114"/>
                    <a:pt x="8280" y="6114"/>
                  </a:cubicBezTo>
                  <a:close/>
                  <a:moveTo>
                    <a:pt x="7170" y="10646"/>
                  </a:moveTo>
                  <a:cubicBezTo>
                    <a:pt x="7170" y="10661"/>
                    <a:pt x="7170" y="10676"/>
                    <a:pt x="7170" y="10691"/>
                  </a:cubicBezTo>
                  <a:cubicBezTo>
                    <a:pt x="7170" y="10676"/>
                    <a:pt x="7155" y="10661"/>
                    <a:pt x="7170" y="10646"/>
                  </a:cubicBezTo>
                  <a:close/>
                  <a:moveTo>
                    <a:pt x="8177" y="8940"/>
                  </a:moveTo>
                  <a:cubicBezTo>
                    <a:pt x="8093" y="8940"/>
                    <a:pt x="8009" y="8955"/>
                    <a:pt x="7932" y="8973"/>
                  </a:cubicBezTo>
                  <a:cubicBezTo>
                    <a:pt x="7708" y="9018"/>
                    <a:pt x="7498" y="9182"/>
                    <a:pt x="7289" y="9287"/>
                  </a:cubicBezTo>
                  <a:cubicBezTo>
                    <a:pt x="7215" y="9317"/>
                    <a:pt x="7155" y="9347"/>
                    <a:pt x="7095" y="9391"/>
                  </a:cubicBezTo>
                  <a:cubicBezTo>
                    <a:pt x="7050" y="9406"/>
                    <a:pt x="7006" y="9436"/>
                    <a:pt x="6961" y="9451"/>
                  </a:cubicBezTo>
                  <a:cubicBezTo>
                    <a:pt x="6886" y="9496"/>
                    <a:pt x="6826" y="9541"/>
                    <a:pt x="6752" y="9586"/>
                  </a:cubicBezTo>
                  <a:cubicBezTo>
                    <a:pt x="6737" y="9615"/>
                    <a:pt x="6722" y="9660"/>
                    <a:pt x="6707" y="9705"/>
                  </a:cubicBezTo>
                  <a:cubicBezTo>
                    <a:pt x="6692" y="9735"/>
                    <a:pt x="6662" y="9750"/>
                    <a:pt x="6662" y="9780"/>
                  </a:cubicBezTo>
                  <a:cubicBezTo>
                    <a:pt x="6662" y="9929"/>
                    <a:pt x="6647" y="10078"/>
                    <a:pt x="6677" y="10228"/>
                  </a:cubicBezTo>
                  <a:cubicBezTo>
                    <a:pt x="6722" y="10512"/>
                    <a:pt x="6811" y="10795"/>
                    <a:pt x="6856" y="11079"/>
                  </a:cubicBezTo>
                  <a:cubicBezTo>
                    <a:pt x="6916" y="11363"/>
                    <a:pt x="7125" y="11572"/>
                    <a:pt x="7245" y="11811"/>
                  </a:cubicBezTo>
                  <a:cubicBezTo>
                    <a:pt x="7319" y="12050"/>
                    <a:pt x="7484" y="12184"/>
                    <a:pt x="7663" y="12319"/>
                  </a:cubicBezTo>
                  <a:cubicBezTo>
                    <a:pt x="7663" y="12364"/>
                    <a:pt x="7663" y="12408"/>
                    <a:pt x="7663" y="12438"/>
                  </a:cubicBezTo>
                  <a:cubicBezTo>
                    <a:pt x="7678" y="12513"/>
                    <a:pt x="7693" y="12603"/>
                    <a:pt x="7693" y="12677"/>
                  </a:cubicBezTo>
                  <a:cubicBezTo>
                    <a:pt x="7663" y="12812"/>
                    <a:pt x="7767" y="12842"/>
                    <a:pt x="7857" y="12886"/>
                  </a:cubicBezTo>
                  <a:cubicBezTo>
                    <a:pt x="7932" y="12916"/>
                    <a:pt x="7991" y="12946"/>
                    <a:pt x="8066" y="12961"/>
                  </a:cubicBezTo>
                  <a:lnTo>
                    <a:pt x="8081" y="12961"/>
                  </a:lnTo>
                  <a:cubicBezTo>
                    <a:pt x="8115" y="12970"/>
                    <a:pt x="8150" y="12978"/>
                    <a:pt x="8187" y="12978"/>
                  </a:cubicBezTo>
                  <a:cubicBezTo>
                    <a:pt x="8215" y="12978"/>
                    <a:pt x="8244" y="12974"/>
                    <a:pt x="8275" y="12961"/>
                  </a:cubicBezTo>
                  <a:cubicBezTo>
                    <a:pt x="8305" y="13155"/>
                    <a:pt x="8499" y="13335"/>
                    <a:pt x="8693" y="13335"/>
                  </a:cubicBezTo>
                  <a:cubicBezTo>
                    <a:pt x="8738" y="13364"/>
                    <a:pt x="8783" y="13409"/>
                    <a:pt x="8813" y="13439"/>
                  </a:cubicBezTo>
                  <a:cubicBezTo>
                    <a:pt x="8753" y="13573"/>
                    <a:pt x="8873" y="13588"/>
                    <a:pt x="8932" y="13633"/>
                  </a:cubicBezTo>
                  <a:cubicBezTo>
                    <a:pt x="9221" y="13884"/>
                    <a:pt x="9541" y="13988"/>
                    <a:pt x="9893" y="13988"/>
                  </a:cubicBezTo>
                  <a:cubicBezTo>
                    <a:pt x="9960" y="13988"/>
                    <a:pt x="10028" y="13984"/>
                    <a:pt x="10097" y="13977"/>
                  </a:cubicBezTo>
                  <a:lnTo>
                    <a:pt x="10381" y="13917"/>
                  </a:lnTo>
                  <a:lnTo>
                    <a:pt x="10426" y="13917"/>
                  </a:lnTo>
                  <a:cubicBezTo>
                    <a:pt x="10515" y="13902"/>
                    <a:pt x="10620" y="13887"/>
                    <a:pt x="10725" y="13872"/>
                  </a:cubicBezTo>
                  <a:cubicBezTo>
                    <a:pt x="10964" y="13812"/>
                    <a:pt x="11038" y="13678"/>
                    <a:pt x="10978" y="13439"/>
                  </a:cubicBezTo>
                  <a:cubicBezTo>
                    <a:pt x="10964" y="13335"/>
                    <a:pt x="10904" y="13230"/>
                    <a:pt x="10949" y="13155"/>
                  </a:cubicBezTo>
                  <a:cubicBezTo>
                    <a:pt x="11008" y="12991"/>
                    <a:pt x="10993" y="12857"/>
                    <a:pt x="10978" y="12707"/>
                  </a:cubicBezTo>
                  <a:cubicBezTo>
                    <a:pt x="11008" y="12528"/>
                    <a:pt x="10949" y="12364"/>
                    <a:pt x="10904" y="12184"/>
                  </a:cubicBezTo>
                  <a:cubicBezTo>
                    <a:pt x="10799" y="11856"/>
                    <a:pt x="10665" y="11572"/>
                    <a:pt x="10486" y="11303"/>
                  </a:cubicBezTo>
                  <a:cubicBezTo>
                    <a:pt x="10441" y="11034"/>
                    <a:pt x="10262" y="10870"/>
                    <a:pt x="10127" y="10661"/>
                  </a:cubicBezTo>
                  <a:cubicBezTo>
                    <a:pt x="10100" y="10592"/>
                    <a:pt x="10110" y="10510"/>
                    <a:pt x="10017" y="10510"/>
                  </a:cubicBezTo>
                  <a:cubicBezTo>
                    <a:pt x="10010" y="10510"/>
                    <a:pt x="10002" y="10511"/>
                    <a:pt x="9993" y="10512"/>
                  </a:cubicBezTo>
                  <a:lnTo>
                    <a:pt x="9903" y="10377"/>
                  </a:lnTo>
                  <a:cubicBezTo>
                    <a:pt x="9799" y="10258"/>
                    <a:pt x="9694" y="10138"/>
                    <a:pt x="9589" y="10019"/>
                  </a:cubicBezTo>
                  <a:lnTo>
                    <a:pt x="9575" y="10004"/>
                  </a:lnTo>
                  <a:cubicBezTo>
                    <a:pt x="9530" y="9974"/>
                    <a:pt x="9500" y="9929"/>
                    <a:pt x="9455" y="9899"/>
                  </a:cubicBezTo>
                  <a:cubicBezTo>
                    <a:pt x="9410" y="9869"/>
                    <a:pt x="9365" y="9840"/>
                    <a:pt x="9336" y="9795"/>
                  </a:cubicBezTo>
                  <a:lnTo>
                    <a:pt x="9336" y="9795"/>
                  </a:lnTo>
                  <a:lnTo>
                    <a:pt x="9455" y="9899"/>
                  </a:lnTo>
                  <a:lnTo>
                    <a:pt x="9231" y="9675"/>
                  </a:lnTo>
                  <a:cubicBezTo>
                    <a:pt x="9141" y="9526"/>
                    <a:pt x="9022" y="9421"/>
                    <a:pt x="8858" y="9377"/>
                  </a:cubicBezTo>
                  <a:cubicBezTo>
                    <a:pt x="8783" y="9302"/>
                    <a:pt x="8723" y="9242"/>
                    <a:pt x="8663" y="9167"/>
                  </a:cubicBezTo>
                  <a:cubicBezTo>
                    <a:pt x="8619" y="9138"/>
                    <a:pt x="8559" y="9138"/>
                    <a:pt x="8529" y="9093"/>
                  </a:cubicBezTo>
                  <a:cubicBezTo>
                    <a:pt x="8430" y="8976"/>
                    <a:pt x="8304" y="8940"/>
                    <a:pt x="8177" y="89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1"/>
            <p:cNvSpPr/>
            <p:nvPr/>
          </p:nvSpPr>
          <p:spPr>
            <a:xfrm>
              <a:off x="8117374" y="-156110"/>
              <a:ext cx="991767" cy="1261431"/>
            </a:xfrm>
            <a:custGeom>
              <a:avLst/>
              <a:gdLst/>
              <a:ahLst/>
              <a:cxnLst/>
              <a:rect l="l" t="t" r="r" b="b"/>
              <a:pathLst>
                <a:path w="9351" h="11893" extrusionOk="0">
                  <a:moveTo>
                    <a:pt x="225" y="0"/>
                  </a:moveTo>
                  <a:cubicBezTo>
                    <a:pt x="180" y="30"/>
                    <a:pt x="135" y="45"/>
                    <a:pt x="91" y="60"/>
                  </a:cubicBezTo>
                  <a:cubicBezTo>
                    <a:pt x="1" y="239"/>
                    <a:pt x="76" y="403"/>
                    <a:pt x="195" y="523"/>
                  </a:cubicBezTo>
                  <a:cubicBezTo>
                    <a:pt x="264" y="592"/>
                    <a:pt x="384" y="674"/>
                    <a:pt x="461" y="674"/>
                  </a:cubicBezTo>
                  <a:cubicBezTo>
                    <a:pt x="467" y="674"/>
                    <a:pt x="473" y="673"/>
                    <a:pt x="479" y="672"/>
                  </a:cubicBezTo>
                  <a:cubicBezTo>
                    <a:pt x="554" y="642"/>
                    <a:pt x="643" y="493"/>
                    <a:pt x="643" y="389"/>
                  </a:cubicBezTo>
                  <a:cubicBezTo>
                    <a:pt x="658" y="284"/>
                    <a:pt x="568" y="179"/>
                    <a:pt x="539" y="60"/>
                  </a:cubicBezTo>
                  <a:cubicBezTo>
                    <a:pt x="523" y="44"/>
                    <a:pt x="507" y="39"/>
                    <a:pt x="491" y="39"/>
                  </a:cubicBezTo>
                  <a:cubicBezTo>
                    <a:pt x="469" y="39"/>
                    <a:pt x="447" y="48"/>
                    <a:pt x="425" y="48"/>
                  </a:cubicBezTo>
                  <a:cubicBezTo>
                    <a:pt x="418" y="48"/>
                    <a:pt x="411" y="47"/>
                    <a:pt x="404" y="45"/>
                  </a:cubicBezTo>
                  <a:cubicBezTo>
                    <a:pt x="344" y="30"/>
                    <a:pt x="285" y="15"/>
                    <a:pt x="225" y="0"/>
                  </a:cubicBezTo>
                  <a:close/>
                  <a:moveTo>
                    <a:pt x="4100" y="105"/>
                  </a:moveTo>
                  <a:cubicBezTo>
                    <a:pt x="4058" y="105"/>
                    <a:pt x="4011" y="115"/>
                    <a:pt x="3959" y="135"/>
                  </a:cubicBezTo>
                  <a:cubicBezTo>
                    <a:pt x="3795" y="194"/>
                    <a:pt x="3690" y="329"/>
                    <a:pt x="3750" y="478"/>
                  </a:cubicBezTo>
                  <a:cubicBezTo>
                    <a:pt x="3765" y="538"/>
                    <a:pt x="3780" y="598"/>
                    <a:pt x="3795" y="657"/>
                  </a:cubicBezTo>
                  <a:cubicBezTo>
                    <a:pt x="3824" y="896"/>
                    <a:pt x="3974" y="1076"/>
                    <a:pt x="4138" y="1225"/>
                  </a:cubicBezTo>
                  <a:cubicBezTo>
                    <a:pt x="4194" y="1280"/>
                    <a:pt x="4272" y="1319"/>
                    <a:pt x="4355" y="1319"/>
                  </a:cubicBezTo>
                  <a:cubicBezTo>
                    <a:pt x="4407" y="1319"/>
                    <a:pt x="4460" y="1304"/>
                    <a:pt x="4512" y="1270"/>
                  </a:cubicBezTo>
                  <a:cubicBezTo>
                    <a:pt x="4586" y="1225"/>
                    <a:pt x="4646" y="1180"/>
                    <a:pt x="4706" y="1150"/>
                  </a:cubicBezTo>
                  <a:cubicBezTo>
                    <a:pt x="4721" y="1076"/>
                    <a:pt x="4736" y="1016"/>
                    <a:pt x="4751" y="956"/>
                  </a:cubicBezTo>
                  <a:cubicBezTo>
                    <a:pt x="4736" y="732"/>
                    <a:pt x="4661" y="538"/>
                    <a:pt x="4482" y="389"/>
                  </a:cubicBezTo>
                  <a:cubicBezTo>
                    <a:pt x="4452" y="359"/>
                    <a:pt x="4407" y="329"/>
                    <a:pt x="4377" y="284"/>
                  </a:cubicBezTo>
                  <a:cubicBezTo>
                    <a:pt x="4301" y="175"/>
                    <a:pt x="4216" y="105"/>
                    <a:pt x="4100" y="105"/>
                  </a:cubicBezTo>
                  <a:close/>
                  <a:moveTo>
                    <a:pt x="3272" y="3709"/>
                  </a:moveTo>
                  <a:cubicBezTo>
                    <a:pt x="3224" y="3709"/>
                    <a:pt x="3173" y="3725"/>
                    <a:pt x="3123" y="3764"/>
                  </a:cubicBezTo>
                  <a:cubicBezTo>
                    <a:pt x="3018" y="3839"/>
                    <a:pt x="2898" y="3958"/>
                    <a:pt x="2958" y="4108"/>
                  </a:cubicBezTo>
                  <a:cubicBezTo>
                    <a:pt x="3048" y="4347"/>
                    <a:pt x="3167" y="4586"/>
                    <a:pt x="3287" y="4810"/>
                  </a:cubicBezTo>
                  <a:cubicBezTo>
                    <a:pt x="3376" y="4989"/>
                    <a:pt x="3541" y="5093"/>
                    <a:pt x="3810" y="5108"/>
                  </a:cubicBezTo>
                  <a:cubicBezTo>
                    <a:pt x="3884" y="5093"/>
                    <a:pt x="4004" y="5049"/>
                    <a:pt x="4019" y="4899"/>
                  </a:cubicBezTo>
                  <a:cubicBezTo>
                    <a:pt x="4019" y="4735"/>
                    <a:pt x="4019" y="4541"/>
                    <a:pt x="3944" y="4391"/>
                  </a:cubicBezTo>
                  <a:cubicBezTo>
                    <a:pt x="3824" y="4182"/>
                    <a:pt x="3660" y="3988"/>
                    <a:pt x="3481" y="3809"/>
                  </a:cubicBezTo>
                  <a:cubicBezTo>
                    <a:pt x="3425" y="3753"/>
                    <a:pt x="3352" y="3709"/>
                    <a:pt x="3272" y="3709"/>
                  </a:cubicBezTo>
                  <a:close/>
                  <a:moveTo>
                    <a:pt x="7804" y="5873"/>
                  </a:moveTo>
                  <a:cubicBezTo>
                    <a:pt x="7751" y="5873"/>
                    <a:pt x="7702" y="5909"/>
                    <a:pt x="7648" y="5945"/>
                  </a:cubicBezTo>
                  <a:cubicBezTo>
                    <a:pt x="7544" y="6019"/>
                    <a:pt x="7454" y="6124"/>
                    <a:pt x="7558" y="6258"/>
                  </a:cubicBezTo>
                  <a:cubicBezTo>
                    <a:pt x="7708" y="6497"/>
                    <a:pt x="7842" y="6721"/>
                    <a:pt x="7992" y="6960"/>
                  </a:cubicBezTo>
                  <a:cubicBezTo>
                    <a:pt x="8068" y="7062"/>
                    <a:pt x="8166" y="7131"/>
                    <a:pt x="8294" y="7131"/>
                  </a:cubicBezTo>
                  <a:cubicBezTo>
                    <a:pt x="8317" y="7131"/>
                    <a:pt x="8340" y="7129"/>
                    <a:pt x="8365" y="7125"/>
                  </a:cubicBezTo>
                  <a:cubicBezTo>
                    <a:pt x="8529" y="7095"/>
                    <a:pt x="8514" y="6960"/>
                    <a:pt x="8544" y="6811"/>
                  </a:cubicBezTo>
                  <a:lnTo>
                    <a:pt x="8559" y="6811"/>
                  </a:lnTo>
                  <a:cubicBezTo>
                    <a:pt x="8484" y="6662"/>
                    <a:pt x="8440" y="6482"/>
                    <a:pt x="8335" y="6348"/>
                  </a:cubicBezTo>
                  <a:cubicBezTo>
                    <a:pt x="8231" y="6199"/>
                    <a:pt x="8051" y="6079"/>
                    <a:pt x="7917" y="5930"/>
                  </a:cubicBezTo>
                  <a:cubicBezTo>
                    <a:pt x="7875" y="5888"/>
                    <a:pt x="7839" y="5873"/>
                    <a:pt x="7804" y="5873"/>
                  </a:cubicBezTo>
                  <a:close/>
                  <a:moveTo>
                    <a:pt x="7611" y="9342"/>
                  </a:moveTo>
                  <a:cubicBezTo>
                    <a:pt x="7489" y="9342"/>
                    <a:pt x="7370" y="9441"/>
                    <a:pt x="7334" y="9559"/>
                  </a:cubicBezTo>
                  <a:cubicBezTo>
                    <a:pt x="7305" y="9708"/>
                    <a:pt x="7305" y="9843"/>
                    <a:pt x="7379" y="9992"/>
                  </a:cubicBezTo>
                  <a:cubicBezTo>
                    <a:pt x="7439" y="10097"/>
                    <a:pt x="7469" y="10231"/>
                    <a:pt x="7529" y="10351"/>
                  </a:cubicBezTo>
                  <a:cubicBezTo>
                    <a:pt x="7693" y="10605"/>
                    <a:pt x="7812" y="10903"/>
                    <a:pt x="8021" y="11127"/>
                  </a:cubicBezTo>
                  <a:cubicBezTo>
                    <a:pt x="8245" y="11396"/>
                    <a:pt x="8484" y="11665"/>
                    <a:pt x="8798" y="11844"/>
                  </a:cubicBezTo>
                  <a:cubicBezTo>
                    <a:pt x="8850" y="11877"/>
                    <a:pt x="8913" y="11892"/>
                    <a:pt x="8977" y="11892"/>
                  </a:cubicBezTo>
                  <a:cubicBezTo>
                    <a:pt x="9061" y="11892"/>
                    <a:pt x="9148" y="11865"/>
                    <a:pt x="9216" y="11814"/>
                  </a:cubicBezTo>
                  <a:cubicBezTo>
                    <a:pt x="9351" y="11725"/>
                    <a:pt x="9306" y="11620"/>
                    <a:pt x="9276" y="11501"/>
                  </a:cubicBezTo>
                  <a:cubicBezTo>
                    <a:pt x="9291" y="11471"/>
                    <a:pt x="9276" y="11441"/>
                    <a:pt x="9261" y="11396"/>
                  </a:cubicBezTo>
                  <a:cubicBezTo>
                    <a:pt x="9261" y="11396"/>
                    <a:pt x="9261" y="11381"/>
                    <a:pt x="9261" y="11366"/>
                  </a:cubicBezTo>
                  <a:cubicBezTo>
                    <a:pt x="9276" y="11337"/>
                    <a:pt x="9276" y="11307"/>
                    <a:pt x="9261" y="11277"/>
                  </a:cubicBezTo>
                  <a:cubicBezTo>
                    <a:pt x="9186" y="11112"/>
                    <a:pt x="9097" y="10933"/>
                    <a:pt x="9007" y="10784"/>
                  </a:cubicBezTo>
                  <a:cubicBezTo>
                    <a:pt x="8858" y="10575"/>
                    <a:pt x="8694" y="10366"/>
                    <a:pt x="8574" y="10142"/>
                  </a:cubicBezTo>
                  <a:cubicBezTo>
                    <a:pt x="8380" y="9783"/>
                    <a:pt x="8081" y="9529"/>
                    <a:pt x="7708" y="9365"/>
                  </a:cubicBezTo>
                  <a:cubicBezTo>
                    <a:pt x="7676" y="9349"/>
                    <a:pt x="7643" y="9342"/>
                    <a:pt x="7611" y="93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51"/>
          <p:cNvSpPr txBox="1">
            <a:spLocks noGrp="1"/>
          </p:cNvSpPr>
          <p:nvPr>
            <p:ph type="title"/>
          </p:nvPr>
        </p:nvSpPr>
        <p:spPr>
          <a:xfrm>
            <a:off x="5906725" y="727025"/>
            <a:ext cx="2397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51"/>
          <p:cNvSpPr txBox="1">
            <a:spLocks noGrp="1"/>
          </p:cNvSpPr>
          <p:nvPr>
            <p:ph type="subTitle" idx="1"/>
          </p:nvPr>
        </p:nvSpPr>
        <p:spPr>
          <a:xfrm>
            <a:off x="5906725" y="1422375"/>
            <a:ext cx="23979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51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7090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6" name="Google Shape;486;p51"/>
          <p:cNvSpPr>
            <a:spLocks noGrp="1"/>
          </p:cNvSpPr>
          <p:nvPr>
            <p:ph type="pic" idx="3"/>
          </p:nvPr>
        </p:nvSpPr>
        <p:spPr>
          <a:xfrm>
            <a:off x="3569475" y="2670975"/>
            <a:ext cx="4861200" cy="1932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7" name="Google Shape;487;p51"/>
          <p:cNvSpPr>
            <a:spLocks noGrp="1"/>
          </p:cNvSpPr>
          <p:nvPr>
            <p:ph type="pic" idx="4"/>
          </p:nvPr>
        </p:nvSpPr>
        <p:spPr>
          <a:xfrm>
            <a:off x="3569478" y="539500"/>
            <a:ext cx="2001300" cy="2001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52"/>
          <p:cNvGrpSpPr/>
          <p:nvPr/>
        </p:nvGrpSpPr>
        <p:grpSpPr>
          <a:xfrm>
            <a:off x="-1329709" y="-1077642"/>
            <a:ext cx="11289424" cy="6814749"/>
            <a:chOff x="-1329709" y="-1077642"/>
            <a:chExt cx="11289424" cy="6814749"/>
          </a:xfrm>
        </p:grpSpPr>
        <p:sp>
          <p:nvSpPr>
            <p:cNvPr id="490" name="Google Shape;490;p52"/>
            <p:cNvSpPr/>
            <p:nvPr/>
          </p:nvSpPr>
          <p:spPr>
            <a:xfrm rot="10800000">
              <a:off x="6723293" y="3532561"/>
              <a:ext cx="2866200" cy="2204546"/>
            </a:xfrm>
            <a:custGeom>
              <a:avLst/>
              <a:gdLst/>
              <a:ahLst/>
              <a:cxnLst/>
              <a:rect l="l" t="t" r="r" b="b"/>
              <a:pathLst>
                <a:path w="8036" h="6181" extrusionOk="0">
                  <a:moveTo>
                    <a:pt x="7289" y="1136"/>
                  </a:moveTo>
                  <a:lnTo>
                    <a:pt x="7289" y="1136"/>
                  </a:lnTo>
                  <a:cubicBezTo>
                    <a:pt x="7304" y="1136"/>
                    <a:pt x="7319" y="1151"/>
                    <a:pt x="7319" y="1166"/>
                  </a:cubicBezTo>
                  <a:cubicBezTo>
                    <a:pt x="7304" y="1151"/>
                    <a:pt x="7304" y="1136"/>
                    <a:pt x="7289" y="1136"/>
                  </a:cubicBezTo>
                  <a:close/>
                  <a:moveTo>
                    <a:pt x="7364" y="1255"/>
                  </a:moveTo>
                  <a:cubicBezTo>
                    <a:pt x="7364" y="1315"/>
                    <a:pt x="7379" y="1375"/>
                    <a:pt x="7379" y="1434"/>
                  </a:cubicBezTo>
                  <a:cubicBezTo>
                    <a:pt x="7365" y="1381"/>
                    <a:pt x="7328" y="1327"/>
                    <a:pt x="7256" y="1327"/>
                  </a:cubicBezTo>
                  <a:cubicBezTo>
                    <a:pt x="7248" y="1327"/>
                    <a:pt x="7239" y="1328"/>
                    <a:pt x="7229" y="1330"/>
                  </a:cubicBezTo>
                  <a:cubicBezTo>
                    <a:pt x="7229" y="1330"/>
                    <a:pt x="7214" y="1315"/>
                    <a:pt x="7214" y="1300"/>
                  </a:cubicBezTo>
                  <a:lnTo>
                    <a:pt x="7214" y="1300"/>
                  </a:lnTo>
                  <a:cubicBezTo>
                    <a:pt x="7236" y="1311"/>
                    <a:pt x="7255" y="1315"/>
                    <a:pt x="7272" y="1315"/>
                  </a:cubicBezTo>
                  <a:cubicBezTo>
                    <a:pt x="7304" y="1315"/>
                    <a:pt x="7330" y="1299"/>
                    <a:pt x="7349" y="1270"/>
                  </a:cubicBezTo>
                  <a:cubicBezTo>
                    <a:pt x="7349" y="1270"/>
                    <a:pt x="7349" y="1255"/>
                    <a:pt x="7364" y="1255"/>
                  </a:cubicBezTo>
                  <a:close/>
                  <a:moveTo>
                    <a:pt x="7394" y="1449"/>
                  </a:moveTo>
                  <a:cubicBezTo>
                    <a:pt x="7394" y="1475"/>
                    <a:pt x="7404" y="1489"/>
                    <a:pt x="7408" y="1512"/>
                  </a:cubicBezTo>
                  <a:lnTo>
                    <a:pt x="7408" y="1512"/>
                  </a:lnTo>
                  <a:cubicBezTo>
                    <a:pt x="7406" y="1507"/>
                    <a:pt x="7403" y="1503"/>
                    <a:pt x="7394" y="1494"/>
                  </a:cubicBezTo>
                  <a:cubicBezTo>
                    <a:pt x="7394" y="1479"/>
                    <a:pt x="7394" y="1464"/>
                    <a:pt x="7394" y="1449"/>
                  </a:cubicBezTo>
                  <a:close/>
                  <a:moveTo>
                    <a:pt x="7423" y="1569"/>
                  </a:moveTo>
                  <a:cubicBezTo>
                    <a:pt x="7438" y="1584"/>
                    <a:pt x="7438" y="1614"/>
                    <a:pt x="7423" y="1643"/>
                  </a:cubicBezTo>
                  <a:lnTo>
                    <a:pt x="7423" y="1629"/>
                  </a:lnTo>
                  <a:cubicBezTo>
                    <a:pt x="7423" y="1614"/>
                    <a:pt x="7423" y="1584"/>
                    <a:pt x="7423" y="1569"/>
                  </a:cubicBezTo>
                  <a:close/>
                  <a:moveTo>
                    <a:pt x="6034" y="4138"/>
                  </a:moveTo>
                  <a:cubicBezTo>
                    <a:pt x="6049" y="4183"/>
                    <a:pt x="6094" y="4168"/>
                    <a:pt x="6124" y="4197"/>
                  </a:cubicBezTo>
                  <a:lnTo>
                    <a:pt x="6124" y="4212"/>
                  </a:lnTo>
                  <a:cubicBezTo>
                    <a:pt x="6079" y="4212"/>
                    <a:pt x="6049" y="4183"/>
                    <a:pt x="6034" y="4138"/>
                  </a:cubicBezTo>
                  <a:close/>
                  <a:moveTo>
                    <a:pt x="5829" y="4867"/>
                  </a:moveTo>
                  <a:cubicBezTo>
                    <a:pt x="5759" y="4867"/>
                    <a:pt x="5733" y="4921"/>
                    <a:pt x="5706" y="4974"/>
                  </a:cubicBezTo>
                  <a:cubicBezTo>
                    <a:pt x="5676" y="5079"/>
                    <a:pt x="5616" y="5153"/>
                    <a:pt x="5542" y="5213"/>
                  </a:cubicBezTo>
                  <a:cubicBezTo>
                    <a:pt x="5527" y="5243"/>
                    <a:pt x="5497" y="5273"/>
                    <a:pt x="5482" y="5303"/>
                  </a:cubicBezTo>
                  <a:cubicBezTo>
                    <a:pt x="5467" y="5333"/>
                    <a:pt x="5452" y="5362"/>
                    <a:pt x="5437" y="5392"/>
                  </a:cubicBezTo>
                  <a:cubicBezTo>
                    <a:pt x="5437" y="5392"/>
                    <a:pt x="5437" y="5407"/>
                    <a:pt x="5437" y="5422"/>
                  </a:cubicBezTo>
                  <a:cubicBezTo>
                    <a:pt x="5437" y="5452"/>
                    <a:pt x="5407" y="5482"/>
                    <a:pt x="5407" y="5527"/>
                  </a:cubicBezTo>
                  <a:cubicBezTo>
                    <a:pt x="5422" y="5542"/>
                    <a:pt x="5422" y="5542"/>
                    <a:pt x="5437" y="5557"/>
                  </a:cubicBezTo>
                  <a:cubicBezTo>
                    <a:pt x="5448" y="5564"/>
                    <a:pt x="5459" y="5567"/>
                    <a:pt x="5470" y="5567"/>
                  </a:cubicBezTo>
                  <a:cubicBezTo>
                    <a:pt x="5504" y="5567"/>
                    <a:pt x="5541" y="5538"/>
                    <a:pt x="5586" y="5527"/>
                  </a:cubicBezTo>
                  <a:cubicBezTo>
                    <a:pt x="5586" y="5512"/>
                    <a:pt x="5601" y="5512"/>
                    <a:pt x="5601" y="5497"/>
                  </a:cubicBezTo>
                  <a:cubicBezTo>
                    <a:pt x="5661" y="5422"/>
                    <a:pt x="5661" y="5318"/>
                    <a:pt x="5736" y="5258"/>
                  </a:cubicBezTo>
                  <a:cubicBezTo>
                    <a:pt x="5736" y="5243"/>
                    <a:pt x="5736" y="5228"/>
                    <a:pt x="5736" y="5213"/>
                  </a:cubicBezTo>
                  <a:cubicBezTo>
                    <a:pt x="5766" y="5198"/>
                    <a:pt x="5810" y="5198"/>
                    <a:pt x="5825" y="5168"/>
                  </a:cubicBezTo>
                  <a:cubicBezTo>
                    <a:pt x="5840" y="5153"/>
                    <a:pt x="5840" y="5153"/>
                    <a:pt x="5855" y="5138"/>
                  </a:cubicBezTo>
                  <a:cubicBezTo>
                    <a:pt x="5870" y="5138"/>
                    <a:pt x="5810" y="5109"/>
                    <a:pt x="5870" y="5094"/>
                  </a:cubicBezTo>
                  <a:cubicBezTo>
                    <a:pt x="5945" y="5079"/>
                    <a:pt x="5870" y="4974"/>
                    <a:pt x="5945" y="4944"/>
                  </a:cubicBezTo>
                  <a:cubicBezTo>
                    <a:pt x="5956" y="4877"/>
                    <a:pt x="5925" y="4869"/>
                    <a:pt x="5890" y="4869"/>
                  </a:cubicBezTo>
                  <a:cubicBezTo>
                    <a:pt x="5879" y="4869"/>
                    <a:pt x="5866" y="4870"/>
                    <a:pt x="5855" y="4870"/>
                  </a:cubicBezTo>
                  <a:cubicBezTo>
                    <a:pt x="5846" y="4868"/>
                    <a:pt x="5837" y="4867"/>
                    <a:pt x="5829" y="4867"/>
                  </a:cubicBezTo>
                  <a:close/>
                  <a:moveTo>
                    <a:pt x="5049" y="5676"/>
                  </a:moveTo>
                  <a:cubicBezTo>
                    <a:pt x="5064" y="5691"/>
                    <a:pt x="5064" y="5706"/>
                    <a:pt x="5064" y="5721"/>
                  </a:cubicBezTo>
                  <a:cubicBezTo>
                    <a:pt x="5049" y="5721"/>
                    <a:pt x="5034" y="5721"/>
                    <a:pt x="5019" y="5736"/>
                  </a:cubicBezTo>
                  <a:cubicBezTo>
                    <a:pt x="5019" y="5721"/>
                    <a:pt x="5034" y="5706"/>
                    <a:pt x="5034" y="5691"/>
                  </a:cubicBezTo>
                  <a:cubicBezTo>
                    <a:pt x="5049" y="5691"/>
                    <a:pt x="5049" y="5676"/>
                    <a:pt x="5049" y="5676"/>
                  </a:cubicBezTo>
                  <a:close/>
                  <a:moveTo>
                    <a:pt x="30" y="1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0" y="30"/>
                    <a:pt x="15" y="60"/>
                    <a:pt x="30" y="75"/>
                  </a:cubicBezTo>
                  <a:cubicBezTo>
                    <a:pt x="45" y="105"/>
                    <a:pt x="30" y="135"/>
                    <a:pt x="60" y="165"/>
                  </a:cubicBezTo>
                  <a:cubicBezTo>
                    <a:pt x="60" y="195"/>
                    <a:pt x="75" y="210"/>
                    <a:pt x="105" y="225"/>
                  </a:cubicBezTo>
                  <a:cubicBezTo>
                    <a:pt x="135" y="254"/>
                    <a:pt x="150" y="284"/>
                    <a:pt x="180" y="314"/>
                  </a:cubicBezTo>
                  <a:cubicBezTo>
                    <a:pt x="180" y="329"/>
                    <a:pt x="195" y="344"/>
                    <a:pt x="180" y="374"/>
                  </a:cubicBezTo>
                  <a:cubicBezTo>
                    <a:pt x="180" y="389"/>
                    <a:pt x="180" y="389"/>
                    <a:pt x="180" y="404"/>
                  </a:cubicBezTo>
                  <a:cubicBezTo>
                    <a:pt x="254" y="449"/>
                    <a:pt x="314" y="493"/>
                    <a:pt x="374" y="538"/>
                  </a:cubicBezTo>
                  <a:cubicBezTo>
                    <a:pt x="374" y="568"/>
                    <a:pt x="374" y="583"/>
                    <a:pt x="389" y="598"/>
                  </a:cubicBezTo>
                  <a:cubicBezTo>
                    <a:pt x="434" y="643"/>
                    <a:pt x="463" y="703"/>
                    <a:pt x="508" y="747"/>
                  </a:cubicBezTo>
                  <a:cubicBezTo>
                    <a:pt x="508" y="792"/>
                    <a:pt x="538" y="822"/>
                    <a:pt x="568" y="837"/>
                  </a:cubicBezTo>
                  <a:cubicBezTo>
                    <a:pt x="598" y="867"/>
                    <a:pt x="628" y="882"/>
                    <a:pt x="658" y="912"/>
                  </a:cubicBezTo>
                  <a:cubicBezTo>
                    <a:pt x="687" y="941"/>
                    <a:pt x="672" y="1001"/>
                    <a:pt x="717" y="1031"/>
                  </a:cubicBezTo>
                  <a:cubicBezTo>
                    <a:pt x="777" y="1076"/>
                    <a:pt x="807" y="1136"/>
                    <a:pt x="867" y="1166"/>
                  </a:cubicBezTo>
                  <a:cubicBezTo>
                    <a:pt x="882" y="1180"/>
                    <a:pt x="897" y="1210"/>
                    <a:pt x="911" y="1225"/>
                  </a:cubicBezTo>
                  <a:cubicBezTo>
                    <a:pt x="1106" y="1449"/>
                    <a:pt x="1315" y="1658"/>
                    <a:pt x="1524" y="1868"/>
                  </a:cubicBezTo>
                  <a:cubicBezTo>
                    <a:pt x="1643" y="2002"/>
                    <a:pt x="1778" y="2121"/>
                    <a:pt x="1882" y="2256"/>
                  </a:cubicBezTo>
                  <a:cubicBezTo>
                    <a:pt x="1912" y="2271"/>
                    <a:pt x="1927" y="2301"/>
                    <a:pt x="1972" y="2301"/>
                  </a:cubicBezTo>
                  <a:cubicBezTo>
                    <a:pt x="2300" y="2689"/>
                    <a:pt x="2644" y="3062"/>
                    <a:pt x="2973" y="3451"/>
                  </a:cubicBezTo>
                  <a:cubicBezTo>
                    <a:pt x="3197" y="3705"/>
                    <a:pt x="3406" y="3959"/>
                    <a:pt x="3615" y="4227"/>
                  </a:cubicBezTo>
                  <a:cubicBezTo>
                    <a:pt x="3869" y="4541"/>
                    <a:pt x="4108" y="4870"/>
                    <a:pt x="4347" y="5183"/>
                  </a:cubicBezTo>
                  <a:cubicBezTo>
                    <a:pt x="4496" y="5377"/>
                    <a:pt x="4645" y="5542"/>
                    <a:pt x="4780" y="5721"/>
                  </a:cubicBezTo>
                  <a:cubicBezTo>
                    <a:pt x="4797" y="5710"/>
                    <a:pt x="4808" y="5705"/>
                    <a:pt x="4814" y="5705"/>
                  </a:cubicBezTo>
                  <a:cubicBezTo>
                    <a:pt x="4825" y="5705"/>
                    <a:pt x="4825" y="5717"/>
                    <a:pt x="4825" y="5736"/>
                  </a:cubicBezTo>
                  <a:cubicBezTo>
                    <a:pt x="4825" y="5751"/>
                    <a:pt x="4825" y="5766"/>
                    <a:pt x="4840" y="5781"/>
                  </a:cubicBezTo>
                  <a:cubicBezTo>
                    <a:pt x="4855" y="5811"/>
                    <a:pt x="4884" y="5840"/>
                    <a:pt x="4899" y="5870"/>
                  </a:cubicBezTo>
                  <a:lnTo>
                    <a:pt x="4914" y="5870"/>
                  </a:lnTo>
                  <a:lnTo>
                    <a:pt x="4974" y="5945"/>
                  </a:lnTo>
                  <a:cubicBezTo>
                    <a:pt x="5034" y="6020"/>
                    <a:pt x="5093" y="6094"/>
                    <a:pt x="5153" y="6169"/>
                  </a:cubicBezTo>
                  <a:cubicBezTo>
                    <a:pt x="5161" y="6177"/>
                    <a:pt x="5172" y="6180"/>
                    <a:pt x="5185" y="6180"/>
                  </a:cubicBezTo>
                  <a:cubicBezTo>
                    <a:pt x="5198" y="6180"/>
                    <a:pt x="5213" y="6177"/>
                    <a:pt x="5228" y="6169"/>
                  </a:cubicBezTo>
                  <a:cubicBezTo>
                    <a:pt x="5213" y="6139"/>
                    <a:pt x="5183" y="6094"/>
                    <a:pt x="5198" y="6094"/>
                  </a:cubicBezTo>
                  <a:cubicBezTo>
                    <a:pt x="5273" y="6005"/>
                    <a:pt x="5347" y="5930"/>
                    <a:pt x="5407" y="5885"/>
                  </a:cubicBezTo>
                  <a:cubicBezTo>
                    <a:pt x="5407" y="5840"/>
                    <a:pt x="5422" y="5826"/>
                    <a:pt x="5422" y="5811"/>
                  </a:cubicBezTo>
                  <a:cubicBezTo>
                    <a:pt x="5452" y="5766"/>
                    <a:pt x="5482" y="5721"/>
                    <a:pt x="5482" y="5676"/>
                  </a:cubicBezTo>
                  <a:cubicBezTo>
                    <a:pt x="5482" y="5661"/>
                    <a:pt x="5482" y="5646"/>
                    <a:pt x="5482" y="5646"/>
                  </a:cubicBezTo>
                  <a:cubicBezTo>
                    <a:pt x="5452" y="5572"/>
                    <a:pt x="5392" y="5527"/>
                    <a:pt x="5318" y="5527"/>
                  </a:cubicBezTo>
                  <a:cubicBezTo>
                    <a:pt x="5303" y="5527"/>
                    <a:pt x="5303" y="5512"/>
                    <a:pt x="5303" y="5512"/>
                  </a:cubicBezTo>
                  <a:cubicBezTo>
                    <a:pt x="5303" y="5482"/>
                    <a:pt x="5288" y="5437"/>
                    <a:pt x="5273" y="5407"/>
                  </a:cubicBezTo>
                  <a:cubicBezTo>
                    <a:pt x="5273" y="5407"/>
                    <a:pt x="5273" y="5392"/>
                    <a:pt x="5273" y="5392"/>
                  </a:cubicBezTo>
                  <a:cubicBezTo>
                    <a:pt x="5273" y="5318"/>
                    <a:pt x="5303" y="5258"/>
                    <a:pt x="5288" y="5183"/>
                  </a:cubicBezTo>
                  <a:cubicBezTo>
                    <a:pt x="5288" y="5004"/>
                    <a:pt x="5392" y="4914"/>
                    <a:pt x="5542" y="4855"/>
                  </a:cubicBezTo>
                  <a:cubicBezTo>
                    <a:pt x="5556" y="4840"/>
                    <a:pt x="5586" y="4840"/>
                    <a:pt x="5601" y="4825"/>
                  </a:cubicBezTo>
                  <a:cubicBezTo>
                    <a:pt x="5646" y="4825"/>
                    <a:pt x="5691" y="4810"/>
                    <a:pt x="5721" y="4810"/>
                  </a:cubicBezTo>
                  <a:cubicBezTo>
                    <a:pt x="5766" y="4810"/>
                    <a:pt x="5810" y="4810"/>
                    <a:pt x="5840" y="4750"/>
                  </a:cubicBezTo>
                  <a:cubicBezTo>
                    <a:pt x="5825" y="4720"/>
                    <a:pt x="5825" y="4690"/>
                    <a:pt x="5840" y="4661"/>
                  </a:cubicBezTo>
                  <a:lnTo>
                    <a:pt x="5840" y="4661"/>
                  </a:lnTo>
                  <a:cubicBezTo>
                    <a:pt x="5840" y="4690"/>
                    <a:pt x="5825" y="4705"/>
                    <a:pt x="5855" y="4735"/>
                  </a:cubicBezTo>
                  <a:cubicBezTo>
                    <a:pt x="5870" y="4750"/>
                    <a:pt x="5870" y="4750"/>
                    <a:pt x="5885" y="4765"/>
                  </a:cubicBezTo>
                  <a:cubicBezTo>
                    <a:pt x="5885" y="4780"/>
                    <a:pt x="5885" y="4780"/>
                    <a:pt x="5900" y="4795"/>
                  </a:cubicBezTo>
                  <a:cubicBezTo>
                    <a:pt x="5914" y="4799"/>
                    <a:pt x="5928" y="4801"/>
                    <a:pt x="5940" y="4801"/>
                  </a:cubicBezTo>
                  <a:cubicBezTo>
                    <a:pt x="6017" y="4801"/>
                    <a:pt x="6058" y="4729"/>
                    <a:pt x="6109" y="4690"/>
                  </a:cubicBezTo>
                  <a:cubicBezTo>
                    <a:pt x="6139" y="4661"/>
                    <a:pt x="6154" y="4646"/>
                    <a:pt x="6154" y="4601"/>
                  </a:cubicBezTo>
                  <a:cubicBezTo>
                    <a:pt x="6109" y="4556"/>
                    <a:pt x="6169" y="4541"/>
                    <a:pt x="6184" y="4496"/>
                  </a:cubicBezTo>
                  <a:cubicBezTo>
                    <a:pt x="6199" y="4481"/>
                    <a:pt x="6214" y="4451"/>
                    <a:pt x="6229" y="4422"/>
                  </a:cubicBezTo>
                  <a:cubicBezTo>
                    <a:pt x="6244" y="4377"/>
                    <a:pt x="6244" y="4317"/>
                    <a:pt x="6258" y="4272"/>
                  </a:cubicBezTo>
                  <a:cubicBezTo>
                    <a:pt x="6258" y="4257"/>
                    <a:pt x="6258" y="4257"/>
                    <a:pt x="6258" y="4242"/>
                  </a:cubicBezTo>
                  <a:cubicBezTo>
                    <a:pt x="6258" y="4242"/>
                    <a:pt x="6258" y="4242"/>
                    <a:pt x="6258" y="4227"/>
                  </a:cubicBezTo>
                  <a:lnTo>
                    <a:pt x="6348" y="4003"/>
                  </a:lnTo>
                  <a:lnTo>
                    <a:pt x="6378" y="3959"/>
                  </a:lnTo>
                  <a:cubicBezTo>
                    <a:pt x="6393" y="3959"/>
                    <a:pt x="6408" y="3899"/>
                    <a:pt x="6438" y="3899"/>
                  </a:cubicBezTo>
                  <a:cubicBezTo>
                    <a:pt x="6512" y="3794"/>
                    <a:pt x="6542" y="3675"/>
                    <a:pt x="6587" y="3555"/>
                  </a:cubicBezTo>
                  <a:cubicBezTo>
                    <a:pt x="6602" y="3510"/>
                    <a:pt x="6557" y="3436"/>
                    <a:pt x="6647" y="3436"/>
                  </a:cubicBezTo>
                  <a:cubicBezTo>
                    <a:pt x="6707" y="3406"/>
                    <a:pt x="6692" y="3331"/>
                    <a:pt x="6736" y="3286"/>
                  </a:cubicBezTo>
                  <a:cubicBezTo>
                    <a:pt x="6751" y="3271"/>
                    <a:pt x="6766" y="3257"/>
                    <a:pt x="6766" y="3242"/>
                  </a:cubicBezTo>
                  <a:cubicBezTo>
                    <a:pt x="6781" y="3212"/>
                    <a:pt x="6826" y="3197"/>
                    <a:pt x="6841" y="3182"/>
                  </a:cubicBezTo>
                  <a:cubicBezTo>
                    <a:pt x="6856" y="3182"/>
                    <a:pt x="6856" y="3167"/>
                    <a:pt x="6856" y="3167"/>
                  </a:cubicBezTo>
                  <a:cubicBezTo>
                    <a:pt x="6901" y="3122"/>
                    <a:pt x="6856" y="3092"/>
                    <a:pt x="6856" y="3047"/>
                  </a:cubicBezTo>
                  <a:cubicBezTo>
                    <a:pt x="6856" y="3003"/>
                    <a:pt x="6901" y="2988"/>
                    <a:pt x="6916" y="2958"/>
                  </a:cubicBezTo>
                  <a:cubicBezTo>
                    <a:pt x="6960" y="2943"/>
                    <a:pt x="6990" y="2898"/>
                    <a:pt x="7005" y="2868"/>
                  </a:cubicBezTo>
                  <a:cubicBezTo>
                    <a:pt x="7020" y="2808"/>
                    <a:pt x="7050" y="2764"/>
                    <a:pt x="7095" y="2734"/>
                  </a:cubicBezTo>
                  <a:cubicBezTo>
                    <a:pt x="7110" y="2719"/>
                    <a:pt x="7125" y="2689"/>
                    <a:pt x="7110" y="2674"/>
                  </a:cubicBezTo>
                  <a:cubicBezTo>
                    <a:pt x="7110" y="2674"/>
                    <a:pt x="7095" y="2674"/>
                    <a:pt x="7095" y="2659"/>
                  </a:cubicBezTo>
                  <a:cubicBezTo>
                    <a:pt x="7065" y="2644"/>
                    <a:pt x="7080" y="2614"/>
                    <a:pt x="7095" y="2599"/>
                  </a:cubicBezTo>
                  <a:cubicBezTo>
                    <a:pt x="7170" y="2555"/>
                    <a:pt x="7185" y="2480"/>
                    <a:pt x="7229" y="2420"/>
                  </a:cubicBezTo>
                  <a:cubicBezTo>
                    <a:pt x="7244" y="2375"/>
                    <a:pt x="7259" y="2331"/>
                    <a:pt x="7274" y="2271"/>
                  </a:cubicBezTo>
                  <a:cubicBezTo>
                    <a:pt x="7289" y="2271"/>
                    <a:pt x="7289" y="2271"/>
                    <a:pt x="7304" y="2256"/>
                  </a:cubicBezTo>
                  <a:cubicBezTo>
                    <a:pt x="7304" y="2256"/>
                    <a:pt x="7304" y="2241"/>
                    <a:pt x="7304" y="2241"/>
                  </a:cubicBezTo>
                  <a:cubicBezTo>
                    <a:pt x="7334" y="2196"/>
                    <a:pt x="7379" y="2166"/>
                    <a:pt x="7409" y="2121"/>
                  </a:cubicBezTo>
                  <a:cubicBezTo>
                    <a:pt x="7423" y="2121"/>
                    <a:pt x="7438" y="2106"/>
                    <a:pt x="7453" y="2106"/>
                  </a:cubicBezTo>
                  <a:cubicBezTo>
                    <a:pt x="7468" y="2121"/>
                    <a:pt x="7498" y="2136"/>
                    <a:pt x="7528" y="2151"/>
                  </a:cubicBezTo>
                  <a:cubicBezTo>
                    <a:pt x="7528" y="2092"/>
                    <a:pt x="7453" y="2047"/>
                    <a:pt x="7528" y="1987"/>
                  </a:cubicBezTo>
                  <a:cubicBezTo>
                    <a:pt x="7558" y="1957"/>
                    <a:pt x="7543" y="1912"/>
                    <a:pt x="7513" y="1882"/>
                  </a:cubicBezTo>
                  <a:lnTo>
                    <a:pt x="7513" y="1882"/>
                  </a:lnTo>
                  <a:cubicBezTo>
                    <a:pt x="7529" y="1899"/>
                    <a:pt x="7541" y="1905"/>
                    <a:pt x="7550" y="1905"/>
                  </a:cubicBezTo>
                  <a:cubicBezTo>
                    <a:pt x="7574" y="1905"/>
                    <a:pt x="7577" y="1859"/>
                    <a:pt x="7588" y="1838"/>
                  </a:cubicBezTo>
                  <a:cubicBezTo>
                    <a:pt x="7633" y="1808"/>
                    <a:pt x="7722" y="1853"/>
                    <a:pt x="7722" y="1763"/>
                  </a:cubicBezTo>
                  <a:cubicBezTo>
                    <a:pt x="7752" y="1718"/>
                    <a:pt x="7677" y="1718"/>
                    <a:pt x="7692" y="1673"/>
                  </a:cubicBezTo>
                  <a:lnTo>
                    <a:pt x="7707" y="1673"/>
                  </a:lnTo>
                  <a:cubicBezTo>
                    <a:pt x="7722" y="1658"/>
                    <a:pt x="7737" y="1629"/>
                    <a:pt x="7737" y="1614"/>
                  </a:cubicBezTo>
                  <a:cubicBezTo>
                    <a:pt x="7737" y="1554"/>
                    <a:pt x="7722" y="1509"/>
                    <a:pt x="7797" y="1494"/>
                  </a:cubicBezTo>
                  <a:cubicBezTo>
                    <a:pt x="7857" y="1449"/>
                    <a:pt x="7916" y="1390"/>
                    <a:pt x="7931" y="1315"/>
                  </a:cubicBezTo>
                  <a:cubicBezTo>
                    <a:pt x="7946" y="1195"/>
                    <a:pt x="8036" y="1106"/>
                    <a:pt x="8036" y="971"/>
                  </a:cubicBezTo>
                  <a:cubicBezTo>
                    <a:pt x="7916" y="941"/>
                    <a:pt x="7797" y="912"/>
                    <a:pt x="7677" y="882"/>
                  </a:cubicBezTo>
                  <a:cubicBezTo>
                    <a:pt x="7670" y="874"/>
                    <a:pt x="7659" y="871"/>
                    <a:pt x="7648" y="871"/>
                  </a:cubicBezTo>
                  <a:cubicBezTo>
                    <a:pt x="7636" y="871"/>
                    <a:pt x="7625" y="874"/>
                    <a:pt x="7618" y="882"/>
                  </a:cubicBezTo>
                  <a:cubicBezTo>
                    <a:pt x="7528" y="822"/>
                    <a:pt x="7513" y="747"/>
                    <a:pt x="7498" y="658"/>
                  </a:cubicBezTo>
                  <a:cubicBezTo>
                    <a:pt x="7379" y="688"/>
                    <a:pt x="7334" y="747"/>
                    <a:pt x="7394" y="837"/>
                  </a:cubicBezTo>
                  <a:cubicBezTo>
                    <a:pt x="7274" y="837"/>
                    <a:pt x="7155" y="790"/>
                    <a:pt x="7025" y="790"/>
                  </a:cubicBezTo>
                  <a:cubicBezTo>
                    <a:pt x="7008" y="790"/>
                    <a:pt x="6992" y="790"/>
                    <a:pt x="6975" y="792"/>
                  </a:cubicBezTo>
                  <a:cubicBezTo>
                    <a:pt x="6964" y="804"/>
                    <a:pt x="6961" y="825"/>
                    <a:pt x="6968" y="833"/>
                  </a:cubicBezTo>
                  <a:lnTo>
                    <a:pt x="6968" y="833"/>
                  </a:lnTo>
                  <a:cubicBezTo>
                    <a:pt x="6940" y="819"/>
                    <a:pt x="6913" y="806"/>
                    <a:pt x="6886" y="792"/>
                  </a:cubicBezTo>
                  <a:cubicBezTo>
                    <a:pt x="6841" y="777"/>
                    <a:pt x="6796" y="747"/>
                    <a:pt x="6751" y="732"/>
                  </a:cubicBezTo>
                  <a:cubicBezTo>
                    <a:pt x="6751" y="717"/>
                    <a:pt x="6751" y="703"/>
                    <a:pt x="6751" y="673"/>
                  </a:cubicBezTo>
                  <a:lnTo>
                    <a:pt x="6766" y="673"/>
                  </a:lnTo>
                  <a:cubicBezTo>
                    <a:pt x="6758" y="655"/>
                    <a:pt x="6749" y="648"/>
                    <a:pt x="6737" y="648"/>
                  </a:cubicBezTo>
                  <a:cubicBezTo>
                    <a:pt x="6729" y="648"/>
                    <a:pt x="6719" y="652"/>
                    <a:pt x="6707" y="658"/>
                  </a:cubicBezTo>
                  <a:cubicBezTo>
                    <a:pt x="6666" y="642"/>
                    <a:pt x="6627" y="636"/>
                    <a:pt x="6589" y="636"/>
                  </a:cubicBezTo>
                  <a:cubicBezTo>
                    <a:pt x="6515" y="636"/>
                    <a:pt x="6443" y="656"/>
                    <a:pt x="6368" y="656"/>
                  </a:cubicBezTo>
                  <a:cubicBezTo>
                    <a:pt x="6337" y="656"/>
                    <a:pt x="6306" y="652"/>
                    <a:pt x="6273" y="643"/>
                  </a:cubicBezTo>
                  <a:cubicBezTo>
                    <a:pt x="6252" y="632"/>
                    <a:pt x="6231" y="622"/>
                    <a:pt x="6210" y="622"/>
                  </a:cubicBezTo>
                  <a:cubicBezTo>
                    <a:pt x="6201" y="622"/>
                    <a:pt x="6193" y="623"/>
                    <a:pt x="6184" y="628"/>
                  </a:cubicBezTo>
                  <a:cubicBezTo>
                    <a:pt x="6165" y="675"/>
                    <a:pt x="6135" y="698"/>
                    <a:pt x="6100" y="698"/>
                  </a:cubicBezTo>
                  <a:cubicBezTo>
                    <a:pt x="6079" y="698"/>
                    <a:pt x="6057" y="689"/>
                    <a:pt x="6034" y="673"/>
                  </a:cubicBezTo>
                  <a:cubicBezTo>
                    <a:pt x="6028" y="670"/>
                    <a:pt x="6022" y="668"/>
                    <a:pt x="6016" y="668"/>
                  </a:cubicBezTo>
                  <a:cubicBezTo>
                    <a:pt x="5992" y="668"/>
                    <a:pt x="5966" y="688"/>
                    <a:pt x="5930" y="688"/>
                  </a:cubicBezTo>
                  <a:cubicBezTo>
                    <a:pt x="5900" y="688"/>
                    <a:pt x="5885" y="673"/>
                    <a:pt x="5855" y="673"/>
                  </a:cubicBezTo>
                  <a:lnTo>
                    <a:pt x="5840" y="673"/>
                  </a:lnTo>
                  <a:cubicBezTo>
                    <a:pt x="5840" y="658"/>
                    <a:pt x="5840" y="658"/>
                    <a:pt x="5840" y="643"/>
                  </a:cubicBezTo>
                  <a:lnTo>
                    <a:pt x="5855" y="643"/>
                  </a:lnTo>
                  <a:cubicBezTo>
                    <a:pt x="5810" y="628"/>
                    <a:pt x="5781" y="613"/>
                    <a:pt x="5736" y="598"/>
                  </a:cubicBezTo>
                  <a:cubicBezTo>
                    <a:pt x="5691" y="688"/>
                    <a:pt x="5691" y="688"/>
                    <a:pt x="5512" y="688"/>
                  </a:cubicBezTo>
                  <a:cubicBezTo>
                    <a:pt x="5467" y="688"/>
                    <a:pt x="5407" y="658"/>
                    <a:pt x="5347" y="643"/>
                  </a:cubicBezTo>
                  <a:cubicBezTo>
                    <a:pt x="5273" y="628"/>
                    <a:pt x="5198" y="628"/>
                    <a:pt x="5123" y="613"/>
                  </a:cubicBezTo>
                  <a:cubicBezTo>
                    <a:pt x="5093" y="613"/>
                    <a:pt x="5079" y="613"/>
                    <a:pt x="5064" y="598"/>
                  </a:cubicBezTo>
                  <a:lnTo>
                    <a:pt x="5004" y="598"/>
                  </a:lnTo>
                  <a:cubicBezTo>
                    <a:pt x="5019" y="583"/>
                    <a:pt x="5019" y="568"/>
                    <a:pt x="5034" y="553"/>
                  </a:cubicBezTo>
                  <a:cubicBezTo>
                    <a:pt x="4989" y="553"/>
                    <a:pt x="4929" y="568"/>
                    <a:pt x="4884" y="568"/>
                  </a:cubicBezTo>
                  <a:cubicBezTo>
                    <a:pt x="4884" y="563"/>
                    <a:pt x="4876" y="563"/>
                    <a:pt x="4867" y="563"/>
                  </a:cubicBezTo>
                  <a:lnTo>
                    <a:pt x="4867" y="563"/>
                  </a:lnTo>
                  <a:cubicBezTo>
                    <a:pt x="4848" y="563"/>
                    <a:pt x="4825" y="563"/>
                    <a:pt x="4855" y="523"/>
                  </a:cubicBezTo>
                  <a:cubicBezTo>
                    <a:pt x="4879" y="499"/>
                    <a:pt x="4834" y="455"/>
                    <a:pt x="4793" y="455"/>
                  </a:cubicBezTo>
                  <a:cubicBezTo>
                    <a:pt x="4783" y="455"/>
                    <a:pt x="4773" y="458"/>
                    <a:pt x="4765" y="464"/>
                  </a:cubicBezTo>
                  <a:cubicBezTo>
                    <a:pt x="4735" y="493"/>
                    <a:pt x="4705" y="508"/>
                    <a:pt x="4675" y="538"/>
                  </a:cubicBezTo>
                  <a:cubicBezTo>
                    <a:pt x="4586" y="523"/>
                    <a:pt x="4511" y="493"/>
                    <a:pt x="4421" y="478"/>
                  </a:cubicBezTo>
                  <a:cubicBezTo>
                    <a:pt x="4377" y="464"/>
                    <a:pt x="4317" y="464"/>
                    <a:pt x="4272" y="449"/>
                  </a:cubicBezTo>
                  <a:cubicBezTo>
                    <a:pt x="4227" y="434"/>
                    <a:pt x="4167" y="434"/>
                    <a:pt x="4123" y="434"/>
                  </a:cubicBezTo>
                  <a:cubicBezTo>
                    <a:pt x="4078" y="421"/>
                    <a:pt x="4037" y="416"/>
                    <a:pt x="3997" y="416"/>
                  </a:cubicBezTo>
                  <a:cubicBezTo>
                    <a:pt x="3942" y="416"/>
                    <a:pt x="3891" y="425"/>
                    <a:pt x="3839" y="434"/>
                  </a:cubicBezTo>
                  <a:cubicBezTo>
                    <a:pt x="3821" y="438"/>
                    <a:pt x="3804" y="440"/>
                    <a:pt x="3787" y="440"/>
                  </a:cubicBezTo>
                  <a:cubicBezTo>
                    <a:pt x="3745" y="440"/>
                    <a:pt x="3706" y="429"/>
                    <a:pt x="3675" y="419"/>
                  </a:cubicBezTo>
                  <a:cubicBezTo>
                    <a:pt x="3660" y="404"/>
                    <a:pt x="3645" y="404"/>
                    <a:pt x="3615" y="404"/>
                  </a:cubicBezTo>
                  <a:lnTo>
                    <a:pt x="3376" y="404"/>
                  </a:lnTo>
                  <a:cubicBezTo>
                    <a:pt x="3361" y="404"/>
                    <a:pt x="3361" y="404"/>
                    <a:pt x="3346" y="419"/>
                  </a:cubicBezTo>
                  <a:lnTo>
                    <a:pt x="3122" y="419"/>
                  </a:lnTo>
                  <a:cubicBezTo>
                    <a:pt x="3073" y="389"/>
                    <a:pt x="3024" y="360"/>
                    <a:pt x="2971" y="360"/>
                  </a:cubicBezTo>
                  <a:cubicBezTo>
                    <a:pt x="2943" y="360"/>
                    <a:pt x="2914" y="368"/>
                    <a:pt x="2883" y="389"/>
                  </a:cubicBezTo>
                  <a:cubicBezTo>
                    <a:pt x="2876" y="396"/>
                    <a:pt x="2868" y="400"/>
                    <a:pt x="2859" y="400"/>
                  </a:cubicBezTo>
                  <a:cubicBezTo>
                    <a:pt x="2849" y="400"/>
                    <a:pt x="2838" y="396"/>
                    <a:pt x="2823" y="389"/>
                  </a:cubicBezTo>
                  <a:lnTo>
                    <a:pt x="2734" y="389"/>
                  </a:lnTo>
                  <a:cubicBezTo>
                    <a:pt x="2654" y="349"/>
                    <a:pt x="2574" y="342"/>
                    <a:pt x="2495" y="342"/>
                  </a:cubicBezTo>
                  <a:cubicBezTo>
                    <a:pt x="2455" y="342"/>
                    <a:pt x="2415" y="344"/>
                    <a:pt x="2375" y="344"/>
                  </a:cubicBezTo>
                  <a:cubicBezTo>
                    <a:pt x="2241" y="344"/>
                    <a:pt x="2106" y="329"/>
                    <a:pt x="1972" y="314"/>
                  </a:cubicBezTo>
                  <a:cubicBezTo>
                    <a:pt x="1942" y="299"/>
                    <a:pt x="1912" y="284"/>
                    <a:pt x="1882" y="284"/>
                  </a:cubicBezTo>
                  <a:cubicBezTo>
                    <a:pt x="1867" y="269"/>
                    <a:pt x="1837" y="269"/>
                    <a:pt x="1823" y="269"/>
                  </a:cubicBezTo>
                  <a:cubicBezTo>
                    <a:pt x="1793" y="269"/>
                    <a:pt x="1756" y="263"/>
                    <a:pt x="1722" y="263"/>
                  </a:cubicBezTo>
                  <a:cubicBezTo>
                    <a:pt x="1705" y="263"/>
                    <a:pt x="1688" y="264"/>
                    <a:pt x="1673" y="269"/>
                  </a:cubicBezTo>
                  <a:cubicBezTo>
                    <a:pt x="1643" y="284"/>
                    <a:pt x="1613" y="284"/>
                    <a:pt x="1584" y="299"/>
                  </a:cubicBezTo>
                  <a:cubicBezTo>
                    <a:pt x="1547" y="275"/>
                    <a:pt x="1520" y="250"/>
                    <a:pt x="1479" y="250"/>
                  </a:cubicBezTo>
                  <a:cubicBezTo>
                    <a:pt x="1470" y="250"/>
                    <a:pt x="1460" y="252"/>
                    <a:pt x="1449" y="254"/>
                  </a:cubicBezTo>
                  <a:lnTo>
                    <a:pt x="1404" y="254"/>
                  </a:lnTo>
                  <a:cubicBezTo>
                    <a:pt x="1330" y="254"/>
                    <a:pt x="1270" y="239"/>
                    <a:pt x="1195" y="239"/>
                  </a:cubicBezTo>
                  <a:cubicBezTo>
                    <a:pt x="1150" y="239"/>
                    <a:pt x="1136" y="195"/>
                    <a:pt x="1091" y="195"/>
                  </a:cubicBezTo>
                  <a:cubicBezTo>
                    <a:pt x="1076" y="195"/>
                    <a:pt x="1076" y="180"/>
                    <a:pt x="1061" y="180"/>
                  </a:cubicBezTo>
                  <a:cubicBezTo>
                    <a:pt x="1031" y="180"/>
                    <a:pt x="1001" y="180"/>
                    <a:pt x="986" y="165"/>
                  </a:cubicBezTo>
                  <a:cubicBezTo>
                    <a:pt x="941" y="135"/>
                    <a:pt x="897" y="150"/>
                    <a:pt x="867" y="105"/>
                  </a:cubicBezTo>
                  <a:cubicBezTo>
                    <a:pt x="852" y="105"/>
                    <a:pt x="852" y="105"/>
                    <a:pt x="837" y="90"/>
                  </a:cubicBezTo>
                  <a:lnTo>
                    <a:pt x="822" y="90"/>
                  </a:lnTo>
                  <a:cubicBezTo>
                    <a:pt x="792" y="90"/>
                    <a:pt x="762" y="105"/>
                    <a:pt x="732" y="105"/>
                  </a:cubicBezTo>
                  <a:lnTo>
                    <a:pt x="687" y="105"/>
                  </a:lnTo>
                  <a:cubicBezTo>
                    <a:pt x="678" y="102"/>
                    <a:pt x="668" y="101"/>
                    <a:pt x="657" y="101"/>
                  </a:cubicBezTo>
                  <a:cubicBezTo>
                    <a:pt x="628" y="101"/>
                    <a:pt x="595" y="109"/>
                    <a:pt x="561" y="109"/>
                  </a:cubicBezTo>
                  <a:cubicBezTo>
                    <a:pt x="548" y="109"/>
                    <a:pt x="536" y="108"/>
                    <a:pt x="523" y="105"/>
                  </a:cubicBezTo>
                  <a:cubicBezTo>
                    <a:pt x="493" y="90"/>
                    <a:pt x="478" y="75"/>
                    <a:pt x="463" y="60"/>
                  </a:cubicBezTo>
                  <a:cubicBezTo>
                    <a:pt x="463" y="45"/>
                    <a:pt x="463" y="45"/>
                    <a:pt x="448" y="45"/>
                  </a:cubicBezTo>
                  <a:cubicBezTo>
                    <a:pt x="419" y="30"/>
                    <a:pt x="389" y="15"/>
                    <a:pt x="359" y="1"/>
                  </a:cubicBezTo>
                  <a:cubicBezTo>
                    <a:pt x="353" y="31"/>
                    <a:pt x="342" y="39"/>
                    <a:pt x="329" y="39"/>
                  </a:cubicBezTo>
                  <a:cubicBezTo>
                    <a:pt x="314" y="39"/>
                    <a:pt x="296" y="28"/>
                    <a:pt x="281" y="28"/>
                  </a:cubicBezTo>
                  <a:cubicBezTo>
                    <a:pt x="277" y="28"/>
                    <a:pt x="273" y="29"/>
                    <a:pt x="269" y="30"/>
                  </a:cubicBezTo>
                  <a:cubicBezTo>
                    <a:pt x="239" y="68"/>
                    <a:pt x="206" y="79"/>
                    <a:pt x="170" y="79"/>
                  </a:cubicBezTo>
                  <a:cubicBezTo>
                    <a:pt x="135" y="79"/>
                    <a:pt x="97" y="68"/>
                    <a:pt x="60" y="60"/>
                  </a:cubicBezTo>
                  <a:cubicBezTo>
                    <a:pt x="45" y="30"/>
                    <a:pt x="45" y="15"/>
                    <a:pt x="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2"/>
            <p:cNvSpPr/>
            <p:nvPr/>
          </p:nvSpPr>
          <p:spPr>
            <a:xfrm flipH="1">
              <a:off x="6891356" y="-747859"/>
              <a:ext cx="2210743" cy="2281201"/>
            </a:xfrm>
            <a:custGeom>
              <a:avLst/>
              <a:gdLst/>
              <a:ahLst/>
              <a:cxnLst/>
              <a:rect l="l" t="t" r="r" b="b"/>
              <a:pathLst>
                <a:path w="7499" h="7738" extrusionOk="0">
                  <a:moveTo>
                    <a:pt x="4451" y="6139"/>
                  </a:moveTo>
                  <a:cubicBezTo>
                    <a:pt x="4451" y="6154"/>
                    <a:pt x="4436" y="6154"/>
                    <a:pt x="4436" y="6169"/>
                  </a:cubicBezTo>
                  <a:cubicBezTo>
                    <a:pt x="4436" y="6169"/>
                    <a:pt x="4436" y="6169"/>
                    <a:pt x="4436" y="6171"/>
                  </a:cubicBezTo>
                  <a:lnTo>
                    <a:pt x="4436" y="6171"/>
                  </a:lnTo>
                  <a:cubicBezTo>
                    <a:pt x="4432" y="6169"/>
                    <a:pt x="4429" y="6169"/>
                    <a:pt x="4421" y="6169"/>
                  </a:cubicBezTo>
                  <a:cubicBezTo>
                    <a:pt x="4421" y="6154"/>
                    <a:pt x="4451" y="6154"/>
                    <a:pt x="4451" y="6139"/>
                  </a:cubicBezTo>
                  <a:close/>
                  <a:moveTo>
                    <a:pt x="4440" y="6195"/>
                  </a:moveTo>
                  <a:cubicBezTo>
                    <a:pt x="4438" y="6197"/>
                    <a:pt x="4436" y="6199"/>
                    <a:pt x="4436" y="6199"/>
                  </a:cubicBezTo>
                  <a:cubicBezTo>
                    <a:pt x="4430" y="6199"/>
                    <a:pt x="4424" y="6199"/>
                    <a:pt x="4420" y="6200"/>
                  </a:cubicBezTo>
                  <a:lnTo>
                    <a:pt x="4420" y="6200"/>
                  </a:lnTo>
                  <a:cubicBezTo>
                    <a:pt x="4421" y="6199"/>
                    <a:pt x="4421" y="6199"/>
                    <a:pt x="4421" y="6199"/>
                  </a:cubicBezTo>
                  <a:cubicBezTo>
                    <a:pt x="4431" y="6199"/>
                    <a:pt x="4434" y="6199"/>
                    <a:pt x="4440" y="6195"/>
                  </a:cubicBezTo>
                  <a:close/>
                  <a:moveTo>
                    <a:pt x="4416" y="6207"/>
                  </a:moveTo>
                  <a:lnTo>
                    <a:pt x="4416" y="6207"/>
                  </a:lnTo>
                  <a:cubicBezTo>
                    <a:pt x="4416" y="6209"/>
                    <a:pt x="4418" y="6211"/>
                    <a:pt x="4421" y="6214"/>
                  </a:cubicBezTo>
                  <a:cubicBezTo>
                    <a:pt x="4414" y="6214"/>
                    <a:pt x="4414" y="6210"/>
                    <a:pt x="4416" y="6207"/>
                  </a:cubicBezTo>
                  <a:close/>
                  <a:moveTo>
                    <a:pt x="4571" y="1"/>
                  </a:moveTo>
                  <a:cubicBezTo>
                    <a:pt x="3854" y="46"/>
                    <a:pt x="3346" y="464"/>
                    <a:pt x="2898" y="822"/>
                  </a:cubicBezTo>
                  <a:cubicBezTo>
                    <a:pt x="2584" y="1091"/>
                    <a:pt x="2375" y="1405"/>
                    <a:pt x="2211" y="1703"/>
                  </a:cubicBezTo>
                  <a:cubicBezTo>
                    <a:pt x="2200" y="1693"/>
                    <a:pt x="2197" y="1682"/>
                    <a:pt x="2191" y="1682"/>
                  </a:cubicBezTo>
                  <a:cubicBezTo>
                    <a:pt x="2188" y="1682"/>
                    <a:pt x="2185" y="1684"/>
                    <a:pt x="2181" y="1688"/>
                  </a:cubicBezTo>
                  <a:lnTo>
                    <a:pt x="2166" y="1688"/>
                  </a:lnTo>
                  <a:cubicBezTo>
                    <a:pt x="2166" y="1688"/>
                    <a:pt x="2181" y="1674"/>
                    <a:pt x="2181" y="1659"/>
                  </a:cubicBezTo>
                  <a:cubicBezTo>
                    <a:pt x="2196" y="1629"/>
                    <a:pt x="2166" y="1629"/>
                    <a:pt x="2151" y="1629"/>
                  </a:cubicBezTo>
                  <a:cubicBezTo>
                    <a:pt x="2121" y="1629"/>
                    <a:pt x="2136" y="1644"/>
                    <a:pt x="2136" y="1659"/>
                  </a:cubicBezTo>
                  <a:cubicBezTo>
                    <a:pt x="2136" y="1659"/>
                    <a:pt x="2136" y="1674"/>
                    <a:pt x="2136" y="1674"/>
                  </a:cubicBezTo>
                  <a:lnTo>
                    <a:pt x="2121" y="1688"/>
                  </a:lnTo>
                  <a:cubicBezTo>
                    <a:pt x="2121" y="1688"/>
                    <a:pt x="2114" y="1685"/>
                    <a:pt x="2106" y="1685"/>
                  </a:cubicBezTo>
                  <a:cubicBezTo>
                    <a:pt x="2099" y="1685"/>
                    <a:pt x="2091" y="1688"/>
                    <a:pt x="2091" y="1703"/>
                  </a:cubicBezTo>
                  <a:cubicBezTo>
                    <a:pt x="2091" y="1718"/>
                    <a:pt x="2091" y="1718"/>
                    <a:pt x="2091" y="1733"/>
                  </a:cubicBezTo>
                  <a:cubicBezTo>
                    <a:pt x="2076" y="1733"/>
                    <a:pt x="2076" y="1733"/>
                    <a:pt x="2061" y="1748"/>
                  </a:cubicBezTo>
                  <a:cubicBezTo>
                    <a:pt x="2032" y="1763"/>
                    <a:pt x="2017" y="1793"/>
                    <a:pt x="1987" y="1823"/>
                  </a:cubicBezTo>
                  <a:cubicBezTo>
                    <a:pt x="1957" y="1853"/>
                    <a:pt x="1912" y="1898"/>
                    <a:pt x="1897" y="1942"/>
                  </a:cubicBezTo>
                  <a:cubicBezTo>
                    <a:pt x="1912" y="1972"/>
                    <a:pt x="1882" y="1972"/>
                    <a:pt x="1867" y="1972"/>
                  </a:cubicBezTo>
                  <a:cubicBezTo>
                    <a:pt x="1837" y="2002"/>
                    <a:pt x="1808" y="2017"/>
                    <a:pt x="1793" y="2047"/>
                  </a:cubicBezTo>
                  <a:cubicBezTo>
                    <a:pt x="1763" y="2107"/>
                    <a:pt x="1733" y="2151"/>
                    <a:pt x="1703" y="2211"/>
                  </a:cubicBezTo>
                  <a:cubicBezTo>
                    <a:pt x="1643" y="2301"/>
                    <a:pt x="1569" y="2390"/>
                    <a:pt x="1524" y="2480"/>
                  </a:cubicBezTo>
                  <a:cubicBezTo>
                    <a:pt x="1524" y="2495"/>
                    <a:pt x="1524" y="2495"/>
                    <a:pt x="1524" y="2495"/>
                  </a:cubicBezTo>
                  <a:cubicBezTo>
                    <a:pt x="1494" y="2525"/>
                    <a:pt x="1464" y="2570"/>
                    <a:pt x="1449" y="2614"/>
                  </a:cubicBezTo>
                  <a:cubicBezTo>
                    <a:pt x="1449" y="2641"/>
                    <a:pt x="951" y="3759"/>
                    <a:pt x="853" y="4023"/>
                  </a:cubicBezTo>
                  <a:lnTo>
                    <a:pt x="853" y="4023"/>
                  </a:lnTo>
                  <a:cubicBezTo>
                    <a:pt x="848" y="4029"/>
                    <a:pt x="842" y="4037"/>
                    <a:pt x="837" y="4048"/>
                  </a:cubicBezTo>
                  <a:cubicBezTo>
                    <a:pt x="822" y="4078"/>
                    <a:pt x="807" y="4108"/>
                    <a:pt x="792" y="4138"/>
                  </a:cubicBezTo>
                  <a:cubicBezTo>
                    <a:pt x="777" y="4168"/>
                    <a:pt x="762" y="4198"/>
                    <a:pt x="777" y="4242"/>
                  </a:cubicBezTo>
                  <a:cubicBezTo>
                    <a:pt x="792" y="4257"/>
                    <a:pt x="792" y="4257"/>
                    <a:pt x="792" y="4272"/>
                  </a:cubicBezTo>
                  <a:cubicBezTo>
                    <a:pt x="792" y="4287"/>
                    <a:pt x="792" y="4302"/>
                    <a:pt x="777" y="4317"/>
                  </a:cubicBezTo>
                  <a:cubicBezTo>
                    <a:pt x="777" y="4317"/>
                    <a:pt x="762" y="4332"/>
                    <a:pt x="762" y="4332"/>
                  </a:cubicBezTo>
                  <a:lnTo>
                    <a:pt x="732" y="4332"/>
                  </a:lnTo>
                  <a:cubicBezTo>
                    <a:pt x="717" y="4422"/>
                    <a:pt x="687" y="4496"/>
                    <a:pt x="672" y="4571"/>
                  </a:cubicBezTo>
                  <a:cubicBezTo>
                    <a:pt x="672" y="4616"/>
                    <a:pt x="657" y="4646"/>
                    <a:pt x="657" y="4676"/>
                  </a:cubicBezTo>
                  <a:cubicBezTo>
                    <a:pt x="657" y="4691"/>
                    <a:pt x="657" y="4691"/>
                    <a:pt x="643" y="4691"/>
                  </a:cubicBezTo>
                  <a:cubicBezTo>
                    <a:pt x="643" y="4705"/>
                    <a:pt x="643" y="4705"/>
                    <a:pt x="643" y="4720"/>
                  </a:cubicBezTo>
                  <a:cubicBezTo>
                    <a:pt x="657" y="4750"/>
                    <a:pt x="702" y="4750"/>
                    <a:pt x="717" y="4765"/>
                  </a:cubicBezTo>
                  <a:cubicBezTo>
                    <a:pt x="732" y="4780"/>
                    <a:pt x="747" y="4795"/>
                    <a:pt x="762" y="4810"/>
                  </a:cubicBezTo>
                  <a:cubicBezTo>
                    <a:pt x="762" y="4825"/>
                    <a:pt x="777" y="4840"/>
                    <a:pt x="777" y="4855"/>
                  </a:cubicBezTo>
                  <a:cubicBezTo>
                    <a:pt x="732" y="4825"/>
                    <a:pt x="702" y="4810"/>
                    <a:pt x="672" y="4780"/>
                  </a:cubicBezTo>
                  <a:cubicBezTo>
                    <a:pt x="657" y="4765"/>
                    <a:pt x="643" y="4765"/>
                    <a:pt x="628" y="4765"/>
                  </a:cubicBezTo>
                  <a:cubicBezTo>
                    <a:pt x="628" y="4780"/>
                    <a:pt x="613" y="4795"/>
                    <a:pt x="613" y="4810"/>
                  </a:cubicBezTo>
                  <a:cubicBezTo>
                    <a:pt x="598" y="4885"/>
                    <a:pt x="583" y="4974"/>
                    <a:pt x="568" y="5064"/>
                  </a:cubicBezTo>
                  <a:cubicBezTo>
                    <a:pt x="568" y="5094"/>
                    <a:pt x="568" y="5124"/>
                    <a:pt x="553" y="5139"/>
                  </a:cubicBezTo>
                  <a:cubicBezTo>
                    <a:pt x="568" y="5169"/>
                    <a:pt x="538" y="5198"/>
                    <a:pt x="553" y="5228"/>
                  </a:cubicBezTo>
                  <a:cubicBezTo>
                    <a:pt x="568" y="5258"/>
                    <a:pt x="613" y="5258"/>
                    <a:pt x="643" y="5288"/>
                  </a:cubicBezTo>
                  <a:cubicBezTo>
                    <a:pt x="643" y="5288"/>
                    <a:pt x="643" y="5303"/>
                    <a:pt x="643" y="5303"/>
                  </a:cubicBezTo>
                  <a:cubicBezTo>
                    <a:pt x="643" y="5308"/>
                    <a:pt x="643" y="5310"/>
                    <a:pt x="642" y="5310"/>
                  </a:cubicBezTo>
                  <a:cubicBezTo>
                    <a:pt x="641" y="5310"/>
                    <a:pt x="638" y="5303"/>
                    <a:pt x="628" y="5303"/>
                  </a:cubicBezTo>
                  <a:cubicBezTo>
                    <a:pt x="613" y="5303"/>
                    <a:pt x="613" y="5303"/>
                    <a:pt x="598" y="5288"/>
                  </a:cubicBezTo>
                  <a:cubicBezTo>
                    <a:pt x="587" y="5284"/>
                    <a:pt x="577" y="5282"/>
                    <a:pt x="569" y="5282"/>
                  </a:cubicBezTo>
                  <a:cubicBezTo>
                    <a:pt x="545" y="5282"/>
                    <a:pt x="534" y="5299"/>
                    <a:pt x="523" y="5333"/>
                  </a:cubicBezTo>
                  <a:cubicBezTo>
                    <a:pt x="523" y="5422"/>
                    <a:pt x="478" y="5497"/>
                    <a:pt x="463" y="5572"/>
                  </a:cubicBezTo>
                  <a:cubicBezTo>
                    <a:pt x="448" y="5691"/>
                    <a:pt x="433" y="5796"/>
                    <a:pt x="433" y="5915"/>
                  </a:cubicBezTo>
                  <a:cubicBezTo>
                    <a:pt x="418" y="6005"/>
                    <a:pt x="418" y="6109"/>
                    <a:pt x="404" y="6199"/>
                  </a:cubicBezTo>
                  <a:cubicBezTo>
                    <a:pt x="404" y="6259"/>
                    <a:pt x="418" y="6319"/>
                    <a:pt x="404" y="6378"/>
                  </a:cubicBezTo>
                  <a:cubicBezTo>
                    <a:pt x="404" y="6393"/>
                    <a:pt x="389" y="6438"/>
                    <a:pt x="404" y="6453"/>
                  </a:cubicBezTo>
                  <a:cubicBezTo>
                    <a:pt x="418" y="6528"/>
                    <a:pt x="359" y="6543"/>
                    <a:pt x="209" y="6767"/>
                  </a:cubicBezTo>
                  <a:cubicBezTo>
                    <a:pt x="194" y="6782"/>
                    <a:pt x="194" y="6797"/>
                    <a:pt x="180" y="6811"/>
                  </a:cubicBezTo>
                  <a:cubicBezTo>
                    <a:pt x="165" y="6856"/>
                    <a:pt x="135" y="6901"/>
                    <a:pt x="120" y="6946"/>
                  </a:cubicBezTo>
                  <a:cubicBezTo>
                    <a:pt x="105" y="6991"/>
                    <a:pt x="90" y="7050"/>
                    <a:pt x="60" y="7095"/>
                  </a:cubicBezTo>
                  <a:cubicBezTo>
                    <a:pt x="67" y="7103"/>
                    <a:pt x="75" y="7103"/>
                    <a:pt x="81" y="7103"/>
                  </a:cubicBezTo>
                  <a:cubicBezTo>
                    <a:pt x="86" y="7103"/>
                    <a:pt x="90" y="7103"/>
                    <a:pt x="90" y="7110"/>
                  </a:cubicBezTo>
                  <a:cubicBezTo>
                    <a:pt x="90" y="7121"/>
                    <a:pt x="88" y="7124"/>
                    <a:pt x="85" y="7124"/>
                  </a:cubicBezTo>
                  <a:cubicBezTo>
                    <a:pt x="81" y="7124"/>
                    <a:pt x="76" y="7121"/>
                    <a:pt x="70" y="7121"/>
                  </a:cubicBezTo>
                  <a:cubicBezTo>
                    <a:pt x="67" y="7121"/>
                    <a:pt x="63" y="7122"/>
                    <a:pt x="60" y="7125"/>
                  </a:cubicBezTo>
                  <a:cubicBezTo>
                    <a:pt x="45" y="7140"/>
                    <a:pt x="45" y="7155"/>
                    <a:pt x="30" y="7170"/>
                  </a:cubicBezTo>
                  <a:cubicBezTo>
                    <a:pt x="0" y="7260"/>
                    <a:pt x="30" y="7334"/>
                    <a:pt x="75" y="7409"/>
                  </a:cubicBezTo>
                  <a:cubicBezTo>
                    <a:pt x="75" y="7424"/>
                    <a:pt x="90" y="7424"/>
                    <a:pt x="105" y="7439"/>
                  </a:cubicBezTo>
                  <a:cubicBezTo>
                    <a:pt x="120" y="7439"/>
                    <a:pt x="120" y="7424"/>
                    <a:pt x="120" y="7424"/>
                  </a:cubicBezTo>
                  <a:cubicBezTo>
                    <a:pt x="145" y="7419"/>
                    <a:pt x="165" y="7416"/>
                    <a:pt x="181" y="7416"/>
                  </a:cubicBezTo>
                  <a:cubicBezTo>
                    <a:pt x="214" y="7416"/>
                    <a:pt x="234" y="7429"/>
                    <a:pt x="254" y="7469"/>
                  </a:cubicBezTo>
                  <a:cubicBezTo>
                    <a:pt x="269" y="7484"/>
                    <a:pt x="269" y="7498"/>
                    <a:pt x="284" y="7498"/>
                  </a:cubicBezTo>
                  <a:cubicBezTo>
                    <a:pt x="284" y="7513"/>
                    <a:pt x="299" y="7513"/>
                    <a:pt x="299" y="7513"/>
                  </a:cubicBezTo>
                  <a:cubicBezTo>
                    <a:pt x="344" y="7528"/>
                    <a:pt x="374" y="7558"/>
                    <a:pt x="404" y="7573"/>
                  </a:cubicBezTo>
                  <a:cubicBezTo>
                    <a:pt x="493" y="7618"/>
                    <a:pt x="598" y="7648"/>
                    <a:pt x="702" y="7648"/>
                  </a:cubicBezTo>
                  <a:cubicBezTo>
                    <a:pt x="725" y="7655"/>
                    <a:pt x="743" y="7655"/>
                    <a:pt x="760" y="7655"/>
                  </a:cubicBezTo>
                  <a:cubicBezTo>
                    <a:pt x="777" y="7655"/>
                    <a:pt x="792" y="7655"/>
                    <a:pt x="807" y="7663"/>
                  </a:cubicBezTo>
                  <a:cubicBezTo>
                    <a:pt x="956" y="7663"/>
                    <a:pt x="1091" y="7678"/>
                    <a:pt x="1225" y="7693"/>
                  </a:cubicBezTo>
                  <a:cubicBezTo>
                    <a:pt x="1315" y="7693"/>
                    <a:pt x="1389" y="7708"/>
                    <a:pt x="1464" y="7708"/>
                  </a:cubicBezTo>
                  <a:cubicBezTo>
                    <a:pt x="1569" y="7708"/>
                    <a:pt x="1673" y="7723"/>
                    <a:pt x="1763" y="7723"/>
                  </a:cubicBezTo>
                  <a:cubicBezTo>
                    <a:pt x="1808" y="7737"/>
                    <a:pt x="1837" y="7737"/>
                    <a:pt x="1882" y="7737"/>
                  </a:cubicBezTo>
                  <a:cubicBezTo>
                    <a:pt x="1927" y="7723"/>
                    <a:pt x="1957" y="7723"/>
                    <a:pt x="2002" y="7723"/>
                  </a:cubicBezTo>
                  <a:lnTo>
                    <a:pt x="2106" y="7723"/>
                  </a:lnTo>
                  <a:cubicBezTo>
                    <a:pt x="2256" y="7708"/>
                    <a:pt x="2390" y="7693"/>
                    <a:pt x="2524" y="7678"/>
                  </a:cubicBezTo>
                  <a:cubicBezTo>
                    <a:pt x="2659" y="7663"/>
                    <a:pt x="2778" y="7603"/>
                    <a:pt x="2913" y="7543"/>
                  </a:cubicBezTo>
                  <a:cubicBezTo>
                    <a:pt x="2943" y="7528"/>
                    <a:pt x="2958" y="7513"/>
                    <a:pt x="2987" y="7513"/>
                  </a:cubicBezTo>
                  <a:cubicBezTo>
                    <a:pt x="3002" y="7484"/>
                    <a:pt x="3032" y="7469"/>
                    <a:pt x="3062" y="7454"/>
                  </a:cubicBezTo>
                  <a:cubicBezTo>
                    <a:pt x="3107" y="7424"/>
                    <a:pt x="3152" y="7379"/>
                    <a:pt x="3197" y="7349"/>
                  </a:cubicBezTo>
                  <a:cubicBezTo>
                    <a:pt x="3211" y="7334"/>
                    <a:pt x="3226" y="7319"/>
                    <a:pt x="3241" y="7319"/>
                  </a:cubicBezTo>
                  <a:cubicBezTo>
                    <a:pt x="3256" y="7304"/>
                    <a:pt x="3271" y="7304"/>
                    <a:pt x="3286" y="7289"/>
                  </a:cubicBezTo>
                  <a:cubicBezTo>
                    <a:pt x="3346" y="7230"/>
                    <a:pt x="3421" y="7185"/>
                    <a:pt x="3495" y="7125"/>
                  </a:cubicBezTo>
                  <a:cubicBezTo>
                    <a:pt x="3525" y="7095"/>
                    <a:pt x="3540" y="7080"/>
                    <a:pt x="3570" y="7050"/>
                  </a:cubicBezTo>
                  <a:cubicBezTo>
                    <a:pt x="3600" y="7021"/>
                    <a:pt x="3645" y="7006"/>
                    <a:pt x="3674" y="6976"/>
                  </a:cubicBezTo>
                  <a:cubicBezTo>
                    <a:pt x="3689" y="6961"/>
                    <a:pt x="3689" y="6946"/>
                    <a:pt x="3689" y="6946"/>
                  </a:cubicBezTo>
                  <a:cubicBezTo>
                    <a:pt x="3734" y="6931"/>
                    <a:pt x="3749" y="6886"/>
                    <a:pt x="3794" y="6871"/>
                  </a:cubicBezTo>
                  <a:cubicBezTo>
                    <a:pt x="3839" y="6826"/>
                    <a:pt x="3884" y="6782"/>
                    <a:pt x="3943" y="6737"/>
                  </a:cubicBezTo>
                  <a:lnTo>
                    <a:pt x="3958" y="6737"/>
                  </a:lnTo>
                  <a:cubicBezTo>
                    <a:pt x="3958" y="6737"/>
                    <a:pt x="3958" y="6722"/>
                    <a:pt x="3958" y="6722"/>
                  </a:cubicBezTo>
                  <a:cubicBezTo>
                    <a:pt x="3988" y="6692"/>
                    <a:pt x="3973" y="6692"/>
                    <a:pt x="3943" y="6677"/>
                  </a:cubicBezTo>
                  <a:cubicBezTo>
                    <a:pt x="3938" y="6666"/>
                    <a:pt x="3932" y="6663"/>
                    <a:pt x="3927" y="6663"/>
                  </a:cubicBezTo>
                  <a:cubicBezTo>
                    <a:pt x="3921" y="6663"/>
                    <a:pt x="3915" y="6667"/>
                    <a:pt x="3909" y="6667"/>
                  </a:cubicBezTo>
                  <a:cubicBezTo>
                    <a:pt x="3905" y="6667"/>
                    <a:pt x="3902" y="6665"/>
                    <a:pt x="3899" y="6662"/>
                  </a:cubicBezTo>
                  <a:cubicBezTo>
                    <a:pt x="3595" y="6607"/>
                    <a:pt x="3750" y="6373"/>
                    <a:pt x="3917" y="6373"/>
                  </a:cubicBezTo>
                  <a:cubicBezTo>
                    <a:pt x="3931" y="6373"/>
                    <a:pt x="3945" y="6375"/>
                    <a:pt x="3958" y="6378"/>
                  </a:cubicBezTo>
                  <a:cubicBezTo>
                    <a:pt x="3973" y="6378"/>
                    <a:pt x="3973" y="6393"/>
                    <a:pt x="3973" y="6393"/>
                  </a:cubicBezTo>
                  <a:cubicBezTo>
                    <a:pt x="3988" y="6393"/>
                    <a:pt x="3988" y="6393"/>
                    <a:pt x="3988" y="6408"/>
                  </a:cubicBezTo>
                  <a:lnTo>
                    <a:pt x="4003" y="6408"/>
                  </a:lnTo>
                  <a:cubicBezTo>
                    <a:pt x="4018" y="6408"/>
                    <a:pt x="4018" y="6393"/>
                    <a:pt x="4018" y="6393"/>
                  </a:cubicBezTo>
                  <a:cubicBezTo>
                    <a:pt x="4018" y="6378"/>
                    <a:pt x="4018" y="6378"/>
                    <a:pt x="4033" y="6378"/>
                  </a:cubicBezTo>
                  <a:cubicBezTo>
                    <a:pt x="4063" y="6378"/>
                    <a:pt x="4048" y="6393"/>
                    <a:pt x="4048" y="6408"/>
                  </a:cubicBezTo>
                  <a:lnTo>
                    <a:pt x="4152" y="6408"/>
                  </a:lnTo>
                  <a:cubicBezTo>
                    <a:pt x="4160" y="6401"/>
                    <a:pt x="4167" y="6401"/>
                    <a:pt x="4175" y="6401"/>
                  </a:cubicBezTo>
                  <a:cubicBezTo>
                    <a:pt x="4182" y="6401"/>
                    <a:pt x="4190" y="6401"/>
                    <a:pt x="4197" y="6393"/>
                  </a:cubicBezTo>
                  <a:cubicBezTo>
                    <a:pt x="4202" y="6389"/>
                    <a:pt x="4206" y="6387"/>
                    <a:pt x="4210" y="6387"/>
                  </a:cubicBezTo>
                  <a:cubicBezTo>
                    <a:pt x="4221" y="6387"/>
                    <a:pt x="4231" y="6398"/>
                    <a:pt x="4242" y="6408"/>
                  </a:cubicBezTo>
                  <a:lnTo>
                    <a:pt x="4257" y="6408"/>
                  </a:lnTo>
                  <a:cubicBezTo>
                    <a:pt x="4272" y="6408"/>
                    <a:pt x="4272" y="6378"/>
                    <a:pt x="4287" y="6378"/>
                  </a:cubicBezTo>
                  <a:cubicBezTo>
                    <a:pt x="4302" y="6393"/>
                    <a:pt x="4302" y="6393"/>
                    <a:pt x="4302" y="6393"/>
                  </a:cubicBezTo>
                  <a:lnTo>
                    <a:pt x="4317" y="6393"/>
                  </a:lnTo>
                  <a:cubicBezTo>
                    <a:pt x="4332" y="6393"/>
                    <a:pt x="4332" y="6378"/>
                    <a:pt x="4332" y="6363"/>
                  </a:cubicBezTo>
                  <a:cubicBezTo>
                    <a:pt x="4347" y="6363"/>
                    <a:pt x="4347" y="6363"/>
                    <a:pt x="4347" y="6348"/>
                  </a:cubicBezTo>
                  <a:cubicBezTo>
                    <a:pt x="4357" y="6309"/>
                    <a:pt x="4360" y="6295"/>
                    <a:pt x="4374" y="6295"/>
                  </a:cubicBezTo>
                  <a:cubicBezTo>
                    <a:pt x="4381" y="6295"/>
                    <a:pt x="4391" y="6299"/>
                    <a:pt x="4406" y="6304"/>
                  </a:cubicBezTo>
                  <a:cubicBezTo>
                    <a:pt x="4406" y="6304"/>
                    <a:pt x="4406" y="6289"/>
                    <a:pt x="4421" y="6289"/>
                  </a:cubicBezTo>
                  <a:cubicBezTo>
                    <a:pt x="4421" y="6276"/>
                    <a:pt x="4442" y="6253"/>
                    <a:pt x="4431" y="6228"/>
                  </a:cubicBezTo>
                  <a:lnTo>
                    <a:pt x="4431" y="6228"/>
                  </a:lnTo>
                  <a:cubicBezTo>
                    <a:pt x="4434" y="6229"/>
                    <a:pt x="4436" y="6229"/>
                    <a:pt x="4436" y="6229"/>
                  </a:cubicBezTo>
                  <a:cubicBezTo>
                    <a:pt x="4451" y="6229"/>
                    <a:pt x="4451" y="6229"/>
                    <a:pt x="4451" y="6214"/>
                  </a:cubicBezTo>
                  <a:cubicBezTo>
                    <a:pt x="4481" y="6199"/>
                    <a:pt x="4466" y="6169"/>
                    <a:pt x="4481" y="6139"/>
                  </a:cubicBezTo>
                  <a:cubicBezTo>
                    <a:pt x="4481" y="6124"/>
                    <a:pt x="4481" y="6109"/>
                    <a:pt x="4496" y="6095"/>
                  </a:cubicBezTo>
                  <a:lnTo>
                    <a:pt x="4511" y="6095"/>
                  </a:lnTo>
                  <a:cubicBezTo>
                    <a:pt x="4529" y="6077"/>
                    <a:pt x="4525" y="6064"/>
                    <a:pt x="4516" y="6054"/>
                  </a:cubicBezTo>
                  <a:lnTo>
                    <a:pt x="4516" y="6054"/>
                  </a:lnTo>
                  <a:cubicBezTo>
                    <a:pt x="4525" y="6060"/>
                    <a:pt x="4533" y="6065"/>
                    <a:pt x="4541" y="6065"/>
                  </a:cubicBezTo>
                  <a:cubicBezTo>
                    <a:pt x="4556" y="6065"/>
                    <a:pt x="4556" y="6050"/>
                    <a:pt x="4556" y="6050"/>
                  </a:cubicBezTo>
                  <a:cubicBezTo>
                    <a:pt x="4571" y="6035"/>
                    <a:pt x="4556" y="6005"/>
                    <a:pt x="4571" y="6005"/>
                  </a:cubicBezTo>
                  <a:cubicBezTo>
                    <a:pt x="4571" y="6005"/>
                    <a:pt x="4586" y="6005"/>
                    <a:pt x="4586" y="5990"/>
                  </a:cubicBezTo>
                  <a:cubicBezTo>
                    <a:pt x="4590" y="5986"/>
                    <a:pt x="4594" y="5984"/>
                    <a:pt x="4599" y="5984"/>
                  </a:cubicBezTo>
                  <a:cubicBezTo>
                    <a:pt x="4609" y="5984"/>
                    <a:pt x="4620" y="5994"/>
                    <a:pt x="4630" y="6005"/>
                  </a:cubicBezTo>
                  <a:cubicBezTo>
                    <a:pt x="4690" y="6005"/>
                    <a:pt x="4645" y="5975"/>
                    <a:pt x="4660" y="5960"/>
                  </a:cubicBezTo>
                  <a:lnTo>
                    <a:pt x="4660" y="5960"/>
                  </a:lnTo>
                  <a:cubicBezTo>
                    <a:pt x="4660" y="5960"/>
                    <a:pt x="4660" y="5975"/>
                    <a:pt x="4660" y="5975"/>
                  </a:cubicBezTo>
                  <a:cubicBezTo>
                    <a:pt x="4665" y="5980"/>
                    <a:pt x="4669" y="5982"/>
                    <a:pt x="4671" y="5982"/>
                  </a:cubicBezTo>
                  <a:cubicBezTo>
                    <a:pt x="4677" y="5982"/>
                    <a:pt x="4680" y="5975"/>
                    <a:pt x="4690" y="5975"/>
                  </a:cubicBezTo>
                  <a:cubicBezTo>
                    <a:pt x="4705" y="5960"/>
                    <a:pt x="4705" y="5945"/>
                    <a:pt x="4705" y="5915"/>
                  </a:cubicBezTo>
                  <a:cubicBezTo>
                    <a:pt x="4713" y="5919"/>
                    <a:pt x="4719" y="5921"/>
                    <a:pt x="4725" y="5921"/>
                  </a:cubicBezTo>
                  <a:cubicBezTo>
                    <a:pt x="4741" y="5921"/>
                    <a:pt x="4750" y="5904"/>
                    <a:pt x="4750" y="5870"/>
                  </a:cubicBezTo>
                  <a:cubicBezTo>
                    <a:pt x="4750" y="5870"/>
                    <a:pt x="4750" y="5856"/>
                    <a:pt x="4735" y="5856"/>
                  </a:cubicBezTo>
                  <a:cubicBezTo>
                    <a:pt x="4720" y="5856"/>
                    <a:pt x="4735" y="5841"/>
                    <a:pt x="4735" y="5841"/>
                  </a:cubicBezTo>
                  <a:cubicBezTo>
                    <a:pt x="4750" y="5826"/>
                    <a:pt x="4765" y="5826"/>
                    <a:pt x="4765" y="5826"/>
                  </a:cubicBezTo>
                  <a:cubicBezTo>
                    <a:pt x="4780" y="5811"/>
                    <a:pt x="4795" y="5811"/>
                    <a:pt x="4795" y="5796"/>
                  </a:cubicBezTo>
                  <a:cubicBezTo>
                    <a:pt x="4795" y="5796"/>
                    <a:pt x="4795" y="5781"/>
                    <a:pt x="4780" y="5781"/>
                  </a:cubicBezTo>
                  <a:cubicBezTo>
                    <a:pt x="4810" y="5781"/>
                    <a:pt x="4810" y="5766"/>
                    <a:pt x="4810" y="5751"/>
                  </a:cubicBezTo>
                  <a:cubicBezTo>
                    <a:pt x="4810" y="5751"/>
                    <a:pt x="4810" y="5736"/>
                    <a:pt x="4810" y="5736"/>
                  </a:cubicBezTo>
                  <a:cubicBezTo>
                    <a:pt x="4810" y="5736"/>
                    <a:pt x="4825" y="5736"/>
                    <a:pt x="4825" y="5721"/>
                  </a:cubicBezTo>
                  <a:cubicBezTo>
                    <a:pt x="4825" y="5721"/>
                    <a:pt x="4825" y="5706"/>
                    <a:pt x="4825" y="5706"/>
                  </a:cubicBezTo>
                  <a:lnTo>
                    <a:pt x="4854" y="5706"/>
                  </a:lnTo>
                  <a:cubicBezTo>
                    <a:pt x="4854" y="5691"/>
                    <a:pt x="4854" y="5691"/>
                    <a:pt x="4854" y="5691"/>
                  </a:cubicBezTo>
                  <a:cubicBezTo>
                    <a:pt x="4869" y="5661"/>
                    <a:pt x="4884" y="5646"/>
                    <a:pt x="4899" y="5617"/>
                  </a:cubicBezTo>
                  <a:cubicBezTo>
                    <a:pt x="4899" y="5602"/>
                    <a:pt x="4884" y="5602"/>
                    <a:pt x="4884" y="5602"/>
                  </a:cubicBezTo>
                  <a:cubicBezTo>
                    <a:pt x="4884" y="5587"/>
                    <a:pt x="4884" y="5572"/>
                    <a:pt x="4869" y="5557"/>
                  </a:cubicBezTo>
                  <a:cubicBezTo>
                    <a:pt x="4854" y="5557"/>
                    <a:pt x="4839" y="5572"/>
                    <a:pt x="4839" y="5587"/>
                  </a:cubicBezTo>
                  <a:cubicBezTo>
                    <a:pt x="4825" y="5587"/>
                    <a:pt x="4825" y="5587"/>
                    <a:pt x="4825" y="5602"/>
                  </a:cubicBezTo>
                  <a:cubicBezTo>
                    <a:pt x="4825" y="5602"/>
                    <a:pt x="4825" y="5602"/>
                    <a:pt x="4825" y="5617"/>
                  </a:cubicBezTo>
                  <a:cubicBezTo>
                    <a:pt x="4810" y="5602"/>
                    <a:pt x="4795" y="5587"/>
                    <a:pt x="4780" y="5572"/>
                  </a:cubicBezTo>
                  <a:lnTo>
                    <a:pt x="4750" y="5572"/>
                  </a:lnTo>
                  <a:cubicBezTo>
                    <a:pt x="4765" y="5572"/>
                    <a:pt x="4765" y="5572"/>
                    <a:pt x="4750" y="5557"/>
                  </a:cubicBezTo>
                  <a:cubicBezTo>
                    <a:pt x="4750" y="5557"/>
                    <a:pt x="4750" y="5557"/>
                    <a:pt x="4750" y="5542"/>
                  </a:cubicBezTo>
                  <a:cubicBezTo>
                    <a:pt x="4765" y="5527"/>
                    <a:pt x="4780" y="5512"/>
                    <a:pt x="4810" y="5512"/>
                  </a:cubicBezTo>
                  <a:lnTo>
                    <a:pt x="4825" y="5512"/>
                  </a:lnTo>
                  <a:cubicBezTo>
                    <a:pt x="4839" y="5497"/>
                    <a:pt x="4854" y="5482"/>
                    <a:pt x="4869" y="5467"/>
                  </a:cubicBezTo>
                  <a:lnTo>
                    <a:pt x="4884" y="5467"/>
                  </a:lnTo>
                  <a:cubicBezTo>
                    <a:pt x="4899" y="5452"/>
                    <a:pt x="4914" y="5437"/>
                    <a:pt x="4899" y="5422"/>
                  </a:cubicBezTo>
                  <a:cubicBezTo>
                    <a:pt x="4899" y="5422"/>
                    <a:pt x="4899" y="5422"/>
                    <a:pt x="4914" y="5407"/>
                  </a:cubicBezTo>
                  <a:cubicBezTo>
                    <a:pt x="4929" y="5393"/>
                    <a:pt x="4944" y="5363"/>
                    <a:pt x="4959" y="5363"/>
                  </a:cubicBezTo>
                  <a:cubicBezTo>
                    <a:pt x="5004" y="5348"/>
                    <a:pt x="5004" y="5318"/>
                    <a:pt x="5004" y="5288"/>
                  </a:cubicBezTo>
                  <a:cubicBezTo>
                    <a:pt x="5019" y="5273"/>
                    <a:pt x="5004" y="5258"/>
                    <a:pt x="5019" y="5258"/>
                  </a:cubicBezTo>
                  <a:cubicBezTo>
                    <a:pt x="5019" y="5273"/>
                    <a:pt x="5019" y="5273"/>
                    <a:pt x="5019" y="5288"/>
                  </a:cubicBezTo>
                  <a:cubicBezTo>
                    <a:pt x="5034" y="5288"/>
                    <a:pt x="5049" y="5303"/>
                    <a:pt x="5064" y="5303"/>
                  </a:cubicBezTo>
                  <a:cubicBezTo>
                    <a:pt x="5078" y="5303"/>
                    <a:pt x="5078" y="5288"/>
                    <a:pt x="5078" y="5273"/>
                  </a:cubicBezTo>
                  <a:cubicBezTo>
                    <a:pt x="5078" y="5258"/>
                    <a:pt x="5064" y="5258"/>
                    <a:pt x="5064" y="5243"/>
                  </a:cubicBezTo>
                  <a:lnTo>
                    <a:pt x="5064" y="5243"/>
                  </a:lnTo>
                  <a:cubicBezTo>
                    <a:pt x="5078" y="5258"/>
                    <a:pt x="5078" y="5258"/>
                    <a:pt x="5078" y="5258"/>
                  </a:cubicBezTo>
                  <a:cubicBezTo>
                    <a:pt x="5093" y="5258"/>
                    <a:pt x="5093" y="5258"/>
                    <a:pt x="5093" y="5243"/>
                  </a:cubicBezTo>
                  <a:cubicBezTo>
                    <a:pt x="5093" y="5243"/>
                    <a:pt x="5093" y="5228"/>
                    <a:pt x="5093" y="5228"/>
                  </a:cubicBezTo>
                  <a:cubicBezTo>
                    <a:pt x="5108" y="5228"/>
                    <a:pt x="5108" y="5228"/>
                    <a:pt x="5108" y="5213"/>
                  </a:cubicBezTo>
                  <a:lnTo>
                    <a:pt x="5123" y="5213"/>
                  </a:lnTo>
                  <a:cubicBezTo>
                    <a:pt x="5123" y="5198"/>
                    <a:pt x="5123" y="5198"/>
                    <a:pt x="5123" y="5198"/>
                  </a:cubicBezTo>
                  <a:cubicBezTo>
                    <a:pt x="5123" y="5193"/>
                    <a:pt x="5123" y="5192"/>
                    <a:pt x="5124" y="5192"/>
                  </a:cubicBezTo>
                  <a:cubicBezTo>
                    <a:pt x="5125" y="5192"/>
                    <a:pt x="5128" y="5198"/>
                    <a:pt x="5138" y="5198"/>
                  </a:cubicBezTo>
                  <a:cubicBezTo>
                    <a:pt x="5138" y="5213"/>
                    <a:pt x="5138" y="5213"/>
                    <a:pt x="5153" y="5213"/>
                  </a:cubicBezTo>
                  <a:cubicBezTo>
                    <a:pt x="5153" y="5228"/>
                    <a:pt x="5168" y="5228"/>
                    <a:pt x="5168" y="5228"/>
                  </a:cubicBezTo>
                  <a:cubicBezTo>
                    <a:pt x="5183" y="5228"/>
                    <a:pt x="5183" y="5213"/>
                    <a:pt x="5183" y="5213"/>
                  </a:cubicBezTo>
                  <a:cubicBezTo>
                    <a:pt x="5183" y="5198"/>
                    <a:pt x="5183" y="5183"/>
                    <a:pt x="5183" y="5169"/>
                  </a:cubicBezTo>
                  <a:lnTo>
                    <a:pt x="5168" y="5169"/>
                  </a:lnTo>
                  <a:cubicBezTo>
                    <a:pt x="5168" y="5169"/>
                    <a:pt x="5168" y="5169"/>
                    <a:pt x="5168" y="5154"/>
                  </a:cubicBezTo>
                  <a:cubicBezTo>
                    <a:pt x="5168" y="5139"/>
                    <a:pt x="5183" y="5124"/>
                    <a:pt x="5183" y="5109"/>
                  </a:cubicBezTo>
                  <a:cubicBezTo>
                    <a:pt x="5168" y="5094"/>
                    <a:pt x="5183" y="5079"/>
                    <a:pt x="5183" y="5079"/>
                  </a:cubicBezTo>
                  <a:cubicBezTo>
                    <a:pt x="5198" y="5064"/>
                    <a:pt x="5213" y="5049"/>
                    <a:pt x="5228" y="5034"/>
                  </a:cubicBezTo>
                  <a:cubicBezTo>
                    <a:pt x="5228" y="5034"/>
                    <a:pt x="5243" y="5019"/>
                    <a:pt x="5243" y="5019"/>
                  </a:cubicBezTo>
                  <a:cubicBezTo>
                    <a:pt x="5243" y="5004"/>
                    <a:pt x="5243" y="4989"/>
                    <a:pt x="5258" y="4974"/>
                  </a:cubicBezTo>
                  <a:cubicBezTo>
                    <a:pt x="5258" y="4959"/>
                    <a:pt x="5258" y="4944"/>
                    <a:pt x="5243" y="4944"/>
                  </a:cubicBezTo>
                  <a:lnTo>
                    <a:pt x="5258" y="4944"/>
                  </a:lnTo>
                  <a:cubicBezTo>
                    <a:pt x="5268" y="4955"/>
                    <a:pt x="5271" y="4966"/>
                    <a:pt x="5278" y="4966"/>
                  </a:cubicBezTo>
                  <a:cubicBezTo>
                    <a:pt x="5280" y="4966"/>
                    <a:pt x="5283" y="4964"/>
                    <a:pt x="5288" y="4959"/>
                  </a:cubicBezTo>
                  <a:cubicBezTo>
                    <a:pt x="5302" y="4959"/>
                    <a:pt x="5302" y="4944"/>
                    <a:pt x="5288" y="4930"/>
                  </a:cubicBezTo>
                  <a:cubicBezTo>
                    <a:pt x="5288" y="4930"/>
                    <a:pt x="5288" y="4915"/>
                    <a:pt x="5288" y="4915"/>
                  </a:cubicBezTo>
                  <a:cubicBezTo>
                    <a:pt x="5288" y="4900"/>
                    <a:pt x="5280" y="4896"/>
                    <a:pt x="5271" y="4896"/>
                  </a:cubicBezTo>
                  <a:cubicBezTo>
                    <a:pt x="5261" y="4896"/>
                    <a:pt x="5250" y="4900"/>
                    <a:pt x="5243" y="4900"/>
                  </a:cubicBezTo>
                  <a:cubicBezTo>
                    <a:pt x="5253" y="4900"/>
                    <a:pt x="5263" y="4893"/>
                    <a:pt x="5273" y="4893"/>
                  </a:cubicBezTo>
                  <a:cubicBezTo>
                    <a:pt x="5278" y="4893"/>
                    <a:pt x="5283" y="4895"/>
                    <a:pt x="5288" y="4900"/>
                  </a:cubicBezTo>
                  <a:cubicBezTo>
                    <a:pt x="5302" y="4915"/>
                    <a:pt x="5302" y="4915"/>
                    <a:pt x="5302" y="4930"/>
                  </a:cubicBezTo>
                  <a:cubicBezTo>
                    <a:pt x="5312" y="4930"/>
                    <a:pt x="5322" y="4936"/>
                    <a:pt x="5332" y="4936"/>
                  </a:cubicBezTo>
                  <a:cubicBezTo>
                    <a:pt x="5337" y="4936"/>
                    <a:pt x="5342" y="4935"/>
                    <a:pt x="5347" y="4930"/>
                  </a:cubicBezTo>
                  <a:cubicBezTo>
                    <a:pt x="5362" y="4915"/>
                    <a:pt x="5347" y="4900"/>
                    <a:pt x="5332" y="4900"/>
                  </a:cubicBezTo>
                  <a:cubicBezTo>
                    <a:pt x="5317" y="4900"/>
                    <a:pt x="5317" y="4885"/>
                    <a:pt x="5317" y="4885"/>
                  </a:cubicBezTo>
                  <a:cubicBezTo>
                    <a:pt x="5302" y="4855"/>
                    <a:pt x="5273" y="4840"/>
                    <a:pt x="5258" y="4825"/>
                  </a:cubicBezTo>
                  <a:lnTo>
                    <a:pt x="5243" y="4810"/>
                  </a:lnTo>
                  <a:lnTo>
                    <a:pt x="5288" y="4765"/>
                  </a:lnTo>
                  <a:cubicBezTo>
                    <a:pt x="5302" y="4765"/>
                    <a:pt x="5317" y="4765"/>
                    <a:pt x="5332" y="4750"/>
                  </a:cubicBezTo>
                  <a:cubicBezTo>
                    <a:pt x="5332" y="4735"/>
                    <a:pt x="5332" y="4735"/>
                    <a:pt x="5332" y="4735"/>
                  </a:cubicBezTo>
                  <a:cubicBezTo>
                    <a:pt x="5332" y="4720"/>
                    <a:pt x="5317" y="4720"/>
                    <a:pt x="5317" y="4705"/>
                  </a:cubicBezTo>
                  <a:lnTo>
                    <a:pt x="5332" y="4691"/>
                  </a:lnTo>
                  <a:cubicBezTo>
                    <a:pt x="5347" y="4705"/>
                    <a:pt x="5347" y="4720"/>
                    <a:pt x="5362" y="4750"/>
                  </a:cubicBezTo>
                  <a:cubicBezTo>
                    <a:pt x="5377" y="4765"/>
                    <a:pt x="5392" y="4795"/>
                    <a:pt x="5407" y="4810"/>
                  </a:cubicBezTo>
                  <a:cubicBezTo>
                    <a:pt x="5437" y="4810"/>
                    <a:pt x="5452" y="4795"/>
                    <a:pt x="5467" y="4780"/>
                  </a:cubicBezTo>
                  <a:cubicBezTo>
                    <a:pt x="5467" y="4780"/>
                    <a:pt x="5467" y="4765"/>
                    <a:pt x="5482" y="4765"/>
                  </a:cubicBezTo>
                  <a:cubicBezTo>
                    <a:pt x="5482" y="4765"/>
                    <a:pt x="5482" y="4772"/>
                    <a:pt x="5486" y="4772"/>
                  </a:cubicBezTo>
                  <a:cubicBezTo>
                    <a:pt x="5488" y="4772"/>
                    <a:pt x="5492" y="4770"/>
                    <a:pt x="5497" y="4765"/>
                  </a:cubicBezTo>
                  <a:cubicBezTo>
                    <a:pt x="5500" y="4765"/>
                    <a:pt x="5503" y="4765"/>
                    <a:pt x="5505" y="4763"/>
                  </a:cubicBezTo>
                  <a:lnTo>
                    <a:pt x="5505" y="4763"/>
                  </a:lnTo>
                  <a:cubicBezTo>
                    <a:pt x="5505" y="4769"/>
                    <a:pt x="5507" y="4776"/>
                    <a:pt x="5512" y="4780"/>
                  </a:cubicBezTo>
                  <a:cubicBezTo>
                    <a:pt x="5527" y="4765"/>
                    <a:pt x="5527" y="4765"/>
                    <a:pt x="5527" y="4765"/>
                  </a:cubicBezTo>
                  <a:cubicBezTo>
                    <a:pt x="5527" y="4750"/>
                    <a:pt x="5527" y="4735"/>
                    <a:pt x="5527" y="4720"/>
                  </a:cubicBezTo>
                  <a:cubicBezTo>
                    <a:pt x="5527" y="4720"/>
                    <a:pt x="5527" y="4720"/>
                    <a:pt x="5527" y="4705"/>
                  </a:cubicBezTo>
                  <a:cubicBezTo>
                    <a:pt x="5527" y="4705"/>
                    <a:pt x="5541" y="4691"/>
                    <a:pt x="5541" y="4676"/>
                  </a:cubicBezTo>
                  <a:cubicBezTo>
                    <a:pt x="5556" y="4676"/>
                    <a:pt x="5556" y="4661"/>
                    <a:pt x="5556" y="4646"/>
                  </a:cubicBezTo>
                  <a:cubicBezTo>
                    <a:pt x="5564" y="4638"/>
                    <a:pt x="5571" y="4638"/>
                    <a:pt x="5577" y="4638"/>
                  </a:cubicBezTo>
                  <a:cubicBezTo>
                    <a:pt x="5583" y="4638"/>
                    <a:pt x="5586" y="4638"/>
                    <a:pt x="5586" y="4631"/>
                  </a:cubicBezTo>
                  <a:cubicBezTo>
                    <a:pt x="5586" y="4616"/>
                    <a:pt x="5601" y="4616"/>
                    <a:pt x="5601" y="4601"/>
                  </a:cubicBezTo>
                  <a:cubicBezTo>
                    <a:pt x="5601" y="4590"/>
                    <a:pt x="5601" y="4580"/>
                    <a:pt x="5612" y="4580"/>
                  </a:cubicBezTo>
                  <a:cubicBezTo>
                    <a:pt x="5616" y="4580"/>
                    <a:pt x="5622" y="4582"/>
                    <a:pt x="5631" y="4586"/>
                  </a:cubicBezTo>
                  <a:cubicBezTo>
                    <a:pt x="5631" y="4586"/>
                    <a:pt x="5646" y="4586"/>
                    <a:pt x="5646" y="4571"/>
                  </a:cubicBezTo>
                  <a:lnTo>
                    <a:pt x="5661" y="4571"/>
                  </a:lnTo>
                  <a:cubicBezTo>
                    <a:pt x="5646" y="4541"/>
                    <a:pt x="5661" y="4541"/>
                    <a:pt x="5676" y="4526"/>
                  </a:cubicBezTo>
                  <a:cubicBezTo>
                    <a:pt x="5676" y="4526"/>
                    <a:pt x="5676" y="4526"/>
                    <a:pt x="5676" y="4511"/>
                  </a:cubicBezTo>
                  <a:cubicBezTo>
                    <a:pt x="5691" y="4496"/>
                    <a:pt x="5691" y="4496"/>
                    <a:pt x="5691" y="4496"/>
                  </a:cubicBezTo>
                  <a:cubicBezTo>
                    <a:pt x="5676" y="4481"/>
                    <a:pt x="5676" y="4467"/>
                    <a:pt x="5661" y="4452"/>
                  </a:cubicBezTo>
                  <a:cubicBezTo>
                    <a:pt x="5599" y="4402"/>
                    <a:pt x="5702" y="4218"/>
                    <a:pt x="5851" y="4218"/>
                  </a:cubicBezTo>
                  <a:cubicBezTo>
                    <a:pt x="5881" y="4218"/>
                    <a:pt x="5912" y="4225"/>
                    <a:pt x="5945" y="4242"/>
                  </a:cubicBezTo>
                  <a:cubicBezTo>
                    <a:pt x="5960" y="4242"/>
                    <a:pt x="5960" y="4242"/>
                    <a:pt x="5975" y="4228"/>
                  </a:cubicBezTo>
                  <a:cubicBezTo>
                    <a:pt x="5975" y="4228"/>
                    <a:pt x="5975" y="4213"/>
                    <a:pt x="5990" y="4213"/>
                  </a:cubicBezTo>
                  <a:lnTo>
                    <a:pt x="6004" y="4213"/>
                  </a:lnTo>
                  <a:cubicBezTo>
                    <a:pt x="6019" y="4198"/>
                    <a:pt x="6019" y="4198"/>
                    <a:pt x="6019" y="4198"/>
                  </a:cubicBezTo>
                  <a:cubicBezTo>
                    <a:pt x="6019" y="4183"/>
                    <a:pt x="6019" y="4168"/>
                    <a:pt x="6004" y="4153"/>
                  </a:cubicBezTo>
                  <a:cubicBezTo>
                    <a:pt x="6004" y="4142"/>
                    <a:pt x="6004" y="4132"/>
                    <a:pt x="5999" y="4132"/>
                  </a:cubicBezTo>
                  <a:cubicBezTo>
                    <a:pt x="5997" y="4132"/>
                    <a:pt x="5994" y="4134"/>
                    <a:pt x="5990" y="4138"/>
                  </a:cubicBezTo>
                  <a:cubicBezTo>
                    <a:pt x="6004" y="4123"/>
                    <a:pt x="6004" y="4123"/>
                    <a:pt x="5990" y="4108"/>
                  </a:cubicBezTo>
                  <a:cubicBezTo>
                    <a:pt x="6004" y="4093"/>
                    <a:pt x="6004" y="4093"/>
                    <a:pt x="6004" y="4078"/>
                  </a:cubicBezTo>
                  <a:cubicBezTo>
                    <a:pt x="5992" y="4041"/>
                    <a:pt x="6000" y="4015"/>
                    <a:pt x="6028" y="4015"/>
                  </a:cubicBezTo>
                  <a:cubicBezTo>
                    <a:pt x="6034" y="4015"/>
                    <a:pt x="6041" y="4016"/>
                    <a:pt x="6049" y="4018"/>
                  </a:cubicBezTo>
                  <a:cubicBezTo>
                    <a:pt x="6064" y="4018"/>
                    <a:pt x="6064" y="4033"/>
                    <a:pt x="6064" y="4033"/>
                  </a:cubicBezTo>
                  <a:cubicBezTo>
                    <a:pt x="6064" y="4048"/>
                    <a:pt x="6079" y="4048"/>
                    <a:pt x="6079" y="4048"/>
                  </a:cubicBezTo>
                  <a:cubicBezTo>
                    <a:pt x="6086" y="4048"/>
                    <a:pt x="6091" y="4047"/>
                    <a:pt x="6094" y="4046"/>
                  </a:cubicBezTo>
                  <a:lnTo>
                    <a:pt x="6094" y="4046"/>
                  </a:lnTo>
                  <a:cubicBezTo>
                    <a:pt x="6094" y="4048"/>
                    <a:pt x="6094" y="4048"/>
                    <a:pt x="6094" y="4048"/>
                  </a:cubicBezTo>
                  <a:cubicBezTo>
                    <a:pt x="6094" y="4063"/>
                    <a:pt x="6094" y="4063"/>
                    <a:pt x="6109" y="4063"/>
                  </a:cubicBezTo>
                  <a:lnTo>
                    <a:pt x="6124" y="4063"/>
                  </a:lnTo>
                  <a:cubicBezTo>
                    <a:pt x="6124" y="4078"/>
                    <a:pt x="6124" y="4078"/>
                    <a:pt x="6139" y="4093"/>
                  </a:cubicBezTo>
                  <a:cubicBezTo>
                    <a:pt x="6139" y="4093"/>
                    <a:pt x="6139" y="4123"/>
                    <a:pt x="6154" y="4123"/>
                  </a:cubicBezTo>
                  <a:cubicBezTo>
                    <a:pt x="6169" y="4123"/>
                    <a:pt x="6169" y="4108"/>
                    <a:pt x="6184" y="4093"/>
                  </a:cubicBezTo>
                  <a:cubicBezTo>
                    <a:pt x="6184" y="4093"/>
                    <a:pt x="6184" y="4078"/>
                    <a:pt x="6184" y="4078"/>
                  </a:cubicBezTo>
                  <a:cubicBezTo>
                    <a:pt x="6184" y="4063"/>
                    <a:pt x="6169" y="4063"/>
                    <a:pt x="6169" y="4063"/>
                  </a:cubicBezTo>
                  <a:cubicBezTo>
                    <a:pt x="6176" y="4048"/>
                    <a:pt x="6180" y="4045"/>
                    <a:pt x="6184" y="4045"/>
                  </a:cubicBezTo>
                  <a:cubicBezTo>
                    <a:pt x="6187" y="4045"/>
                    <a:pt x="6191" y="4048"/>
                    <a:pt x="6199" y="4048"/>
                  </a:cubicBezTo>
                  <a:lnTo>
                    <a:pt x="6214" y="4048"/>
                  </a:lnTo>
                  <a:cubicBezTo>
                    <a:pt x="6214" y="4018"/>
                    <a:pt x="6229" y="4004"/>
                    <a:pt x="6243" y="3974"/>
                  </a:cubicBezTo>
                  <a:cubicBezTo>
                    <a:pt x="6243" y="3959"/>
                    <a:pt x="6288" y="3944"/>
                    <a:pt x="6288" y="3929"/>
                  </a:cubicBezTo>
                  <a:cubicBezTo>
                    <a:pt x="6303" y="3914"/>
                    <a:pt x="6303" y="3914"/>
                    <a:pt x="6303" y="3899"/>
                  </a:cubicBezTo>
                  <a:cubicBezTo>
                    <a:pt x="6318" y="3899"/>
                    <a:pt x="6318" y="3899"/>
                    <a:pt x="6318" y="3884"/>
                  </a:cubicBezTo>
                  <a:cubicBezTo>
                    <a:pt x="6318" y="3884"/>
                    <a:pt x="6333" y="3869"/>
                    <a:pt x="6333" y="3869"/>
                  </a:cubicBezTo>
                  <a:lnTo>
                    <a:pt x="6318" y="3869"/>
                  </a:lnTo>
                  <a:cubicBezTo>
                    <a:pt x="6318" y="3854"/>
                    <a:pt x="6318" y="3854"/>
                    <a:pt x="6318" y="3854"/>
                  </a:cubicBezTo>
                  <a:lnTo>
                    <a:pt x="6303" y="3854"/>
                  </a:lnTo>
                  <a:cubicBezTo>
                    <a:pt x="6303" y="3839"/>
                    <a:pt x="6303" y="3824"/>
                    <a:pt x="6303" y="3824"/>
                  </a:cubicBezTo>
                  <a:cubicBezTo>
                    <a:pt x="6318" y="3809"/>
                    <a:pt x="6303" y="3809"/>
                    <a:pt x="6303" y="3809"/>
                  </a:cubicBezTo>
                  <a:cubicBezTo>
                    <a:pt x="6288" y="3794"/>
                    <a:pt x="6273" y="3779"/>
                    <a:pt x="6303" y="3765"/>
                  </a:cubicBezTo>
                  <a:cubicBezTo>
                    <a:pt x="6303" y="3750"/>
                    <a:pt x="6303" y="3735"/>
                    <a:pt x="6318" y="3720"/>
                  </a:cubicBezTo>
                  <a:cubicBezTo>
                    <a:pt x="6318" y="3690"/>
                    <a:pt x="6303" y="3660"/>
                    <a:pt x="6333" y="3645"/>
                  </a:cubicBezTo>
                  <a:cubicBezTo>
                    <a:pt x="6333" y="3645"/>
                    <a:pt x="6348" y="3645"/>
                    <a:pt x="6348" y="3630"/>
                  </a:cubicBezTo>
                  <a:cubicBezTo>
                    <a:pt x="6363" y="3615"/>
                    <a:pt x="6363" y="3600"/>
                    <a:pt x="6378" y="3585"/>
                  </a:cubicBezTo>
                  <a:cubicBezTo>
                    <a:pt x="6400" y="3552"/>
                    <a:pt x="6423" y="3535"/>
                    <a:pt x="6458" y="3535"/>
                  </a:cubicBezTo>
                  <a:cubicBezTo>
                    <a:pt x="6469" y="3535"/>
                    <a:pt x="6482" y="3537"/>
                    <a:pt x="6497" y="3540"/>
                  </a:cubicBezTo>
                  <a:cubicBezTo>
                    <a:pt x="6518" y="3551"/>
                    <a:pt x="6540" y="3562"/>
                    <a:pt x="6561" y="3562"/>
                  </a:cubicBezTo>
                  <a:cubicBezTo>
                    <a:pt x="6569" y="3562"/>
                    <a:pt x="6578" y="3560"/>
                    <a:pt x="6587" y="3555"/>
                  </a:cubicBezTo>
                  <a:cubicBezTo>
                    <a:pt x="6602" y="3555"/>
                    <a:pt x="6602" y="3540"/>
                    <a:pt x="6602" y="3540"/>
                  </a:cubicBezTo>
                  <a:cubicBezTo>
                    <a:pt x="6602" y="3526"/>
                    <a:pt x="6617" y="3511"/>
                    <a:pt x="6632" y="3496"/>
                  </a:cubicBezTo>
                  <a:cubicBezTo>
                    <a:pt x="6647" y="3496"/>
                    <a:pt x="6647" y="3496"/>
                    <a:pt x="6662" y="3481"/>
                  </a:cubicBezTo>
                  <a:cubicBezTo>
                    <a:pt x="6662" y="3481"/>
                    <a:pt x="6677" y="3466"/>
                    <a:pt x="6677" y="3466"/>
                  </a:cubicBezTo>
                  <a:cubicBezTo>
                    <a:pt x="6677" y="3451"/>
                    <a:pt x="6677" y="3451"/>
                    <a:pt x="6677" y="3451"/>
                  </a:cubicBezTo>
                  <a:lnTo>
                    <a:pt x="6692" y="3451"/>
                  </a:lnTo>
                  <a:cubicBezTo>
                    <a:pt x="6692" y="3451"/>
                    <a:pt x="6692" y="3466"/>
                    <a:pt x="6692" y="3466"/>
                  </a:cubicBezTo>
                  <a:cubicBezTo>
                    <a:pt x="6706" y="3481"/>
                    <a:pt x="6706" y="3481"/>
                    <a:pt x="6721" y="3496"/>
                  </a:cubicBezTo>
                  <a:cubicBezTo>
                    <a:pt x="6736" y="3481"/>
                    <a:pt x="6721" y="3466"/>
                    <a:pt x="6721" y="3451"/>
                  </a:cubicBezTo>
                  <a:lnTo>
                    <a:pt x="6736" y="3451"/>
                  </a:lnTo>
                  <a:cubicBezTo>
                    <a:pt x="6744" y="3443"/>
                    <a:pt x="6751" y="3443"/>
                    <a:pt x="6759" y="3443"/>
                  </a:cubicBezTo>
                  <a:cubicBezTo>
                    <a:pt x="6766" y="3443"/>
                    <a:pt x="6774" y="3443"/>
                    <a:pt x="6781" y="3436"/>
                  </a:cubicBezTo>
                  <a:cubicBezTo>
                    <a:pt x="6781" y="3421"/>
                    <a:pt x="6781" y="3406"/>
                    <a:pt x="6796" y="3406"/>
                  </a:cubicBezTo>
                  <a:cubicBezTo>
                    <a:pt x="6796" y="3391"/>
                    <a:pt x="6811" y="3391"/>
                    <a:pt x="6811" y="3391"/>
                  </a:cubicBezTo>
                  <a:cubicBezTo>
                    <a:pt x="6826" y="3376"/>
                    <a:pt x="6841" y="3361"/>
                    <a:pt x="6826" y="3346"/>
                  </a:cubicBezTo>
                  <a:cubicBezTo>
                    <a:pt x="6796" y="3346"/>
                    <a:pt x="6796" y="3331"/>
                    <a:pt x="6811" y="3316"/>
                  </a:cubicBezTo>
                  <a:cubicBezTo>
                    <a:pt x="6811" y="3316"/>
                    <a:pt x="6826" y="3302"/>
                    <a:pt x="6826" y="3302"/>
                  </a:cubicBezTo>
                  <a:lnTo>
                    <a:pt x="6841" y="3302"/>
                  </a:lnTo>
                  <a:cubicBezTo>
                    <a:pt x="6856" y="3287"/>
                    <a:pt x="6871" y="3272"/>
                    <a:pt x="6856" y="3257"/>
                  </a:cubicBezTo>
                  <a:cubicBezTo>
                    <a:pt x="6886" y="3257"/>
                    <a:pt x="6871" y="3287"/>
                    <a:pt x="6886" y="3287"/>
                  </a:cubicBezTo>
                  <a:lnTo>
                    <a:pt x="6901" y="3287"/>
                  </a:lnTo>
                  <a:cubicBezTo>
                    <a:pt x="6916" y="3287"/>
                    <a:pt x="6930" y="3272"/>
                    <a:pt x="6930" y="3272"/>
                  </a:cubicBezTo>
                  <a:cubicBezTo>
                    <a:pt x="6930" y="3261"/>
                    <a:pt x="6923" y="3251"/>
                    <a:pt x="6913" y="3251"/>
                  </a:cubicBezTo>
                  <a:cubicBezTo>
                    <a:pt x="6909" y="3251"/>
                    <a:pt x="6905" y="3252"/>
                    <a:pt x="6901" y="3257"/>
                  </a:cubicBezTo>
                  <a:cubicBezTo>
                    <a:pt x="6916" y="3242"/>
                    <a:pt x="6930" y="3227"/>
                    <a:pt x="6930" y="3212"/>
                  </a:cubicBezTo>
                  <a:cubicBezTo>
                    <a:pt x="6930" y="3197"/>
                    <a:pt x="6916" y="3182"/>
                    <a:pt x="6916" y="3152"/>
                  </a:cubicBezTo>
                  <a:cubicBezTo>
                    <a:pt x="6916" y="3137"/>
                    <a:pt x="6901" y="3122"/>
                    <a:pt x="6901" y="3107"/>
                  </a:cubicBezTo>
                  <a:cubicBezTo>
                    <a:pt x="6871" y="3077"/>
                    <a:pt x="6826" y="3048"/>
                    <a:pt x="6796" y="3003"/>
                  </a:cubicBezTo>
                  <a:cubicBezTo>
                    <a:pt x="6751" y="2958"/>
                    <a:pt x="6706" y="2898"/>
                    <a:pt x="6662" y="2839"/>
                  </a:cubicBezTo>
                  <a:cubicBezTo>
                    <a:pt x="6662" y="2794"/>
                    <a:pt x="6662" y="2749"/>
                    <a:pt x="6647" y="2704"/>
                  </a:cubicBezTo>
                  <a:cubicBezTo>
                    <a:pt x="6482" y="2316"/>
                    <a:pt x="6572" y="1778"/>
                    <a:pt x="6945" y="1539"/>
                  </a:cubicBezTo>
                  <a:cubicBezTo>
                    <a:pt x="7199" y="1405"/>
                    <a:pt x="7498" y="1360"/>
                    <a:pt x="7468" y="1270"/>
                  </a:cubicBezTo>
                  <a:cubicBezTo>
                    <a:pt x="7468" y="1270"/>
                    <a:pt x="7483" y="1270"/>
                    <a:pt x="7483" y="1255"/>
                  </a:cubicBezTo>
                  <a:cubicBezTo>
                    <a:pt x="7498" y="1225"/>
                    <a:pt x="7483" y="1225"/>
                    <a:pt x="7453" y="1211"/>
                  </a:cubicBezTo>
                  <a:lnTo>
                    <a:pt x="7438" y="1211"/>
                  </a:lnTo>
                  <a:cubicBezTo>
                    <a:pt x="7169" y="733"/>
                    <a:pt x="6587" y="538"/>
                    <a:pt x="5721" y="255"/>
                  </a:cubicBezTo>
                  <a:lnTo>
                    <a:pt x="5691" y="255"/>
                  </a:lnTo>
                  <a:cubicBezTo>
                    <a:pt x="5676" y="240"/>
                    <a:pt x="5661" y="240"/>
                    <a:pt x="5646" y="240"/>
                  </a:cubicBezTo>
                  <a:cubicBezTo>
                    <a:pt x="5616" y="210"/>
                    <a:pt x="5571" y="210"/>
                    <a:pt x="5541" y="195"/>
                  </a:cubicBezTo>
                  <a:cubicBezTo>
                    <a:pt x="5527" y="180"/>
                    <a:pt x="5527" y="180"/>
                    <a:pt x="5527" y="180"/>
                  </a:cubicBezTo>
                  <a:lnTo>
                    <a:pt x="5497" y="180"/>
                  </a:lnTo>
                  <a:cubicBezTo>
                    <a:pt x="5422" y="135"/>
                    <a:pt x="5362" y="120"/>
                    <a:pt x="5288" y="90"/>
                  </a:cubicBezTo>
                  <a:cubicBezTo>
                    <a:pt x="5198" y="75"/>
                    <a:pt x="5108" y="31"/>
                    <a:pt x="5019" y="31"/>
                  </a:cubicBezTo>
                  <a:lnTo>
                    <a:pt x="5004" y="31"/>
                  </a:lnTo>
                  <a:cubicBezTo>
                    <a:pt x="5004" y="31"/>
                    <a:pt x="4989" y="31"/>
                    <a:pt x="4989" y="16"/>
                  </a:cubicBezTo>
                  <a:lnTo>
                    <a:pt x="4944" y="16"/>
                  </a:lnTo>
                  <a:cubicBezTo>
                    <a:pt x="4939" y="21"/>
                    <a:pt x="4932" y="22"/>
                    <a:pt x="4925" y="22"/>
                  </a:cubicBezTo>
                  <a:cubicBezTo>
                    <a:pt x="4911" y="22"/>
                    <a:pt x="4894" y="16"/>
                    <a:pt x="4884" y="16"/>
                  </a:cubicBezTo>
                  <a:lnTo>
                    <a:pt x="4869" y="16"/>
                  </a:lnTo>
                  <a:cubicBezTo>
                    <a:pt x="4765" y="1"/>
                    <a:pt x="4675" y="1"/>
                    <a:pt x="45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2"/>
            <p:cNvSpPr/>
            <p:nvPr/>
          </p:nvSpPr>
          <p:spPr>
            <a:xfrm rot="2700000">
              <a:off x="8205874" y="1019832"/>
              <a:ext cx="1554051" cy="1208800"/>
            </a:xfrm>
            <a:custGeom>
              <a:avLst/>
              <a:gdLst/>
              <a:ahLst/>
              <a:cxnLst/>
              <a:rect l="l" t="t" r="r" b="b"/>
              <a:pathLst>
                <a:path w="9187" h="7146" extrusionOk="0">
                  <a:moveTo>
                    <a:pt x="1688" y="275"/>
                  </a:moveTo>
                  <a:cubicBezTo>
                    <a:pt x="1703" y="275"/>
                    <a:pt x="1703" y="290"/>
                    <a:pt x="1703" y="290"/>
                  </a:cubicBezTo>
                  <a:cubicBezTo>
                    <a:pt x="1688" y="290"/>
                    <a:pt x="1688" y="290"/>
                    <a:pt x="1673" y="275"/>
                  </a:cubicBezTo>
                  <a:close/>
                  <a:moveTo>
                    <a:pt x="4705" y="604"/>
                  </a:moveTo>
                  <a:lnTo>
                    <a:pt x="4690" y="619"/>
                  </a:lnTo>
                  <a:cubicBezTo>
                    <a:pt x="4690" y="619"/>
                    <a:pt x="4690" y="604"/>
                    <a:pt x="4690" y="604"/>
                  </a:cubicBezTo>
                  <a:close/>
                  <a:moveTo>
                    <a:pt x="6841" y="709"/>
                  </a:moveTo>
                  <a:cubicBezTo>
                    <a:pt x="6826" y="724"/>
                    <a:pt x="6826" y="724"/>
                    <a:pt x="6826" y="724"/>
                  </a:cubicBezTo>
                  <a:lnTo>
                    <a:pt x="6826" y="709"/>
                  </a:lnTo>
                  <a:close/>
                  <a:moveTo>
                    <a:pt x="6856" y="963"/>
                  </a:moveTo>
                  <a:cubicBezTo>
                    <a:pt x="6811" y="977"/>
                    <a:pt x="6752" y="992"/>
                    <a:pt x="6707" y="992"/>
                  </a:cubicBezTo>
                  <a:cubicBezTo>
                    <a:pt x="6707" y="1007"/>
                    <a:pt x="6707" y="1007"/>
                    <a:pt x="6707" y="1007"/>
                  </a:cubicBezTo>
                  <a:lnTo>
                    <a:pt x="6871" y="1007"/>
                  </a:lnTo>
                  <a:cubicBezTo>
                    <a:pt x="6856" y="992"/>
                    <a:pt x="6856" y="977"/>
                    <a:pt x="6856" y="963"/>
                  </a:cubicBezTo>
                  <a:close/>
                  <a:moveTo>
                    <a:pt x="837" y="1037"/>
                  </a:moveTo>
                  <a:lnTo>
                    <a:pt x="852" y="1067"/>
                  </a:lnTo>
                  <a:cubicBezTo>
                    <a:pt x="852" y="1067"/>
                    <a:pt x="852" y="1067"/>
                    <a:pt x="852" y="1082"/>
                  </a:cubicBezTo>
                  <a:cubicBezTo>
                    <a:pt x="837" y="1067"/>
                    <a:pt x="822" y="1067"/>
                    <a:pt x="822" y="1052"/>
                  </a:cubicBezTo>
                  <a:cubicBezTo>
                    <a:pt x="822" y="1052"/>
                    <a:pt x="822" y="1052"/>
                    <a:pt x="837" y="1037"/>
                  </a:cubicBezTo>
                  <a:close/>
                  <a:moveTo>
                    <a:pt x="882" y="1112"/>
                  </a:moveTo>
                  <a:lnTo>
                    <a:pt x="882" y="1142"/>
                  </a:lnTo>
                  <a:cubicBezTo>
                    <a:pt x="882" y="1127"/>
                    <a:pt x="867" y="1127"/>
                    <a:pt x="867" y="1112"/>
                  </a:cubicBezTo>
                  <a:close/>
                  <a:moveTo>
                    <a:pt x="927" y="1306"/>
                  </a:moveTo>
                  <a:cubicBezTo>
                    <a:pt x="942" y="1306"/>
                    <a:pt x="942" y="1306"/>
                    <a:pt x="927" y="1321"/>
                  </a:cubicBezTo>
                  <a:lnTo>
                    <a:pt x="927" y="1306"/>
                  </a:lnTo>
                  <a:close/>
                  <a:moveTo>
                    <a:pt x="1449" y="1724"/>
                  </a:moveTo>
                  <a:cubicBezTo>
                    <a:pt x="1449" y="1739"/>
                    <a:pt x="1449" y="1739"/>
                    <a:pt x="1434" y="1739"/>
                  </a:cubicBezTo>
                  <a:lnTo>
                    <a:pt x="1449" y="1724"/>
                  </a:lnTo>
                  <a:close/>
                  <a:moveTo>
                    <a:pt x="7737" y="1694"/>
                  </a:moveTo>
                  <a:cubicBezTo>
                    <a:pt x="7737" y="1694"/>
                    <a:pt x="7722" y="1709"/>
                    <a:pt x="7722" y="1709"/>
                  </a:cubicBezTo>
                  <a:cubicBezTo>
                    <a:pt x="7722" y="1724"/>
                    <a:pt x="7737" y="1724"/>
                    <a:pt x="7737" y="1739"/>
                  </a:cubicBezTo>
                  <a:cubicBezTo>
                    <a:pt x="7752" y="1739"/>
                    <a:pt x="7767" y="1724"/>
                    <a:pt x="7752" y="1724"/>
                  </a:cubicBezTo>
                  <a:cubicBezTo>
                    <a:pt x="7752" y="1709"/>
                    <a:pt x="7737" y="1709"/>
                    <a:pt x="7737" y="1694"/>
                  </a:cubicBezTo>
                  <a:close/>
                  <a:moveTo>
                    <a:pt x="8111" y="1993"/>
                  </a:moveTo>
                  <a:cubicBezTo>
                    <a:pt x="8096" y="1993"/>
                    <a:pt x="8096" y="2008"/>
                    <a:pt x="8096" y="2023"/>
                  </a:cubicBezTo>
                  <a:cubicBezTo>
                    <a:pt x="8111" y="2023"/>
                    <a:pt x="8141" y="2038"/>
                    <a:pt x="8156" y="2038"/>
                  </a:cubicBezTo>
                  <a:cubicBezTo>
                    <a:pt x="8170" y="2038"/>
                    <a:pt x="8170" y="2023"/>
                    <a:pt x="8170" y="2023"/>
                  </a:cubicBezTo>
                  <a:cubicBezTo>
                    <a:pt x="8156" y="2008"/>
                    <a:pt x="8126" y="1993"/>
                    <a:pt x="8111" y="1993"/>
                  </a:cubicBezTo>
                  <a:close/>
                  <a:moveTo>
                    <a:pt x="1898" y="2143"/>
                  </a:moveTo>
                  <a:cubicBezTo>
                    <a:pt x="1906" y="2144"/>
                    <a:pt x="1912" y="2148"/>
                    <a:pt x="1912" y="2157"/>
                  </a:cubicBezTo>
                  <a:lnTo>
                    <a:pt x="1898" y="2143"/>
                  </a:lnTo>
                  <a:close/>
                  <a:moveTo>
                    <a:pt x="2136" y="2785"/>
                  </a:moveTo>
                  <a:lnTo>
                    <a:pt x="2136" y="2785"/>
                  </a:lnTo>
                  <a:cubicBezTo>
                    <a:pt x="2144" y="2800"/>
                    <a:pt x="2155" y="2811"/>
                    <a:pt x="2166" y="2822"/>
                  </a:cubicBezTo>
                  <a:lnTo>
                    <a:pt x="2166" y="2822"/>
                  </a:lnTo>
                  <a:lnTo>
                    <a:pt x="2136" y="2785"/>
                  </a:lnTo>
                  <a:close/>
                  <a:moveTo>
                    <a:pt x="2178" y="2834"/>
                  </a:moveTo>
                  <a:lnTo>
                    <a:pt x="2178" y="2834"/>
                  </a:lnTo>
                  <a:cubicBezTo>
                    <a:pt x="2181" y="2837"/>
                    <a:pt x="2184" y="2841"/>
                    <a:pt x="2187" y="2845"/>
                  </a:cubicBezTo>
                  <a:lnTo>
                    <a:pt x="2187" y="2845"/>
                  </a:lnTo>
                  <a:lnTo>
                    <a:pt x="2178" y="2834"/>
                  </a:lnTo>
                  <a:close/>
                  <a:moveTo>
                    <a:pt x="2228" y="2893"/>
                  </a:moveTo>
                  <a:lnTo>
                    <a:pt x="2228" y="2893"/>
                  </a:lnTo>
                  <a:cubicBezTo>
                    <a:pt x="2238" y="2904"/>
                    <a:pt x="2247" y="2916"/>
                    <a:pt x="2257" y="2928"/>
                  </a:cubicBezTo>
                  <a:lnTo>
                    <a:pt x="2257" y="2928"/>
                  </a:lnTo>
                  <a:lnTo>
                    <a:pt x="2228" y="2893"/>
                  </a:lnTo>
                  <a:close/>
                  <a:moveTo>
                    <a:pt x="2297" y="2979"/>
                  </a:moveTo>
                  <a:cubicBezTo>
                    <a:pt x="2308" y="2994"/>
                    <a:pt x="2319" y="3009"/>
                    <a:pt x="2331" y="3024"/>
                  </a:cubicBezTo>
                  <a:cubicBezTo>
                    <a:pt x="2340" y="3033"/>
                    <a:pt x="2350" y="3043"/>
                    <a:pt x="2360" y="3054"/>
                  </a:cubicBezTo>
                  <a:lnTo>
                    <a:pt x="2360" y="3054"/>
                  </a:lnTo>
                  <a:lnTo>
                    <a:pt x="2297" y="2979"/>
                  </a:lnTo>
                  <a:close/>
                  <a:moveTo>
                    <a:pt x="2390" y="3086"/>
                  </a:moveTo>
                  <a:cubicBezTo>
                    <a:pt x="2470" y="3174"/>
                    <a:pt x="2545" y="3268"/>
                    <a:pt x="2629" y="3352"/>
                  </a:cubicBezTo>
                  <a:cubicBezTo>
                    <a:pt x="2671" y="3408"/>
                    <a:pt x="2713" y="3464"/>
                    <a:pt x="2755" y="3520"/>
                  </a:cubicBezTo>
                  <a:lnTo>
                    <a:pt x="2390" y="3086"/>
                  </a:lnTo>
                  <a:close/>
                  <a:moveTo>
                    <a:pt x="2755" y="3520"/>
                  </a:moveTo>
                  <a:lnTo>
                    <a:pt x="2771" y="3538"/>
                  </a:lnTo>
                  <a:lnTo>
                    <a:pt x="2771" y="3538"/>
                  </a:lnTo>
                  <a:cubicBezTo>
                    <a:pt x="2768" y="3536"/>
                    <a:pt x="2766" y="3534"/>
                    <a:pt x="2764" y="3531"/>
                  </a:cubicBezTo>
                  <a:cubicBezTo>
                    <a:pt x="2761" y="3527"/>
                    <a:pt x="2758" y="3524"/>
                    <a:pt x="2755" y="3520"/>
                  </a:cubicBezTo>
                  <a:close/>
                  <a:moveTo>
                    <a:pt x="5593" y="3632"/>
                  </a:moveTo>
                  <a:cubicBezTo>
                    <a:pt x="5589" y="3638"/>
                    <a:pt x="5587" y="3644"/>
                    <a:pt x="5587" y="3651"/>
                  </a:cubicBezTo>
                  <a:lnTo>
                    <a:pt x="5593" y="3632"/>
                  </a:lnTo>
                  <a:close/>
                  <a:moveTo>
                    <a:pt x="3869" y="1948"/>
                  </a:moveTo>
                  <a:cubicBezTo>
                    <a:pt x="3899" y="1948"/>
                    <a:pt x="3929" y="1978"/>
                    <a:pt x="3959" y="1978"/>
                  </a:cubicBezTo>
                  <a:cubicBezTo>
                    <a:pt x="3992" y="1971"/>
                    <a:pt x="4025" y="1967"/>
                    <a:pt x="4056" y="1967"/>
                  </a:cubicBezTo>
                  <a:cubicBezTo>
                    <a:pt x="4151" y="1967"/>
                    <a:pt x="4235" y="2001"/>
                    <a:pt x="4302" y="2068"/>
                  </a:cubicBezTo>
                  <a:cubicBezTo>
                    <a:pt x="4332" y="2098"/>
                    <a:pt x="4377" y="2098"/>
                    <a:pt x="4422" y="2098"/>
                  </a:cubicBezTo>
                  <a:cubicBezTo>
                    <a:pt x="4511" y="2106"/>
                    <a:pt x="4606" y="2118"/>
                    <a:pt x="4700" y="2118"/>
                  </a:cubicBezTo>
                  <a:cubicBezTo>
                    <a:pt x="4777" y="2118"/>
                    <a:pt x="4855" y="2110"/>
                    <a:pt x="4929" y="2083"/>
                  </a:cubicBezTo>
                  <a:lnTo>
                    <a:pt x="4929" y="2083"/>
                  </a:lnTo>
                  <a:lnTo>
                    <a:pt x="4900" y="2113"/>
                  </a:lnTo>
                  <a:cubicBezTo>
                    <a:pt x="4900" y="2113"/>
                    <a:pt x="4900" y="2128"/>
                    <a:pt x="4900" y="2128"/>
                  </a:cubicBezTo>
                  <a:lnTo>
                    <a:pt x="5049" y="2098"/>
                  </a:lnTo>
                  <a:lnTo>
                    <a:pt x="5064" y="2098"/>
                  </a:lnTo>
                  <a:cubicBezTo>
                    <a:pt x="5064" y="2113"/>
                    <a:pt x="5079" y="2113"/>
                    <a:pt x="5094" y="2113"/>
                  </a:cubicBezTo>
                  <a:lnTo>
                    <a:pt x="5109" y="2113"/>
                  </a:lnTo>
                  <a:lnTo>
                    <a:pt x="5168" y="2098"/>
                  </a:lnTo>
                  <a:lnTo>
                    <a:pt x="5213" y="2098"/>
                  </a:lnTo>
                  <a:lnTo>
                    <a:pt x="5243" y="2113"/>
                  </a:lnTo>
                  <a:cubicBezTo>
                    <a:pt x="5258" y="2128"/>
                    <a:pt x="5288" y="2142"/>
                    <a:pt x="5303" y="2157"/>
                  </a:cubicBezTo>
                  <a:lnTo>
                    <a:pt x="5318" y="2113"/>
                  </a:lnTo>
                  <a:cubicBezTo>
                    <a:pt x="5378" y="2139"/>
                    <a:pt x="5439" y="2155"/>
                    <a:pt x="5500" y="2155"/>
                  </a:cubicBezTo>
                  <a:cubicBezTo>
                    <a:pt x="5544" y="2155"/>
                    <a:pt x="5588" y="2146"/>
                    <a:pt x="5631" y="2128"/>
                  </a:cubicBezTo>
                  <a:cubicBezTo>
                    <a:pt x="5654" y="2120"/>
                    <a:pt x="5672" y="2116"/>
                    <a:pt x="5691" y="2116"/>
                  </a:cubicBezTo>
                  <a:cubicBezTo>
                    <a:pt x="5710" y="2116"/>
                    <a:pt x="5728" y="2120"/>
                    <a:pt x="5751" y="2128"/>
                  </a:cubicBezTo>
                  <a:cubicBezTo>
                    <a:pt x="5783" y="2149"/>
                    <a:pt x="5812" y="2159"/>
                    <a:pt x="5840" y="2159"/>
                  </a:cubicBezTo>
                  <a:cubicBezTo>
                    <a:pt x="5891" y="2159"/>
                    <a:pt x="5936" y="2126"/>
                    <a:pt x="5975" y="2068"/>
                  </a:cubicBezTo>
                  <a:cubicBezTo>
                    <a:pt x="5975" y="2068"/>
                    <a:pt x="5975" y="2053"/>
                    <a:pt x="5990" y="2053"/>
                  </a:cubicBezTo>
                  <a:lnTo>
                    <a:pt x="6005" y="2068"/>
                  </a:lnTo>
                  <a:cubicBezTo>
                    <a:pt x="6005" y="2068"/>
                    <a:pt x="5990" y="2083"/>
                    <a:pt x="5990" y="2083"/>
                  </a:cubicBezTo>
                  <a:cubicBezTo>
                    <a:pt x="6019" y="2140"/>
                    <a:pt x="6041" y="2167"/>
                    <a:pt x="6081" y="2167"/>
                  </a:cubicBezTo>
                  <a:cubicBezTo>
                    <a:pt x="6104" y="2167"/>
                    <a:pt x="6132" y="2159"/>
                    <a:pt x="6169" y="2142"/>
                  </a:cubicBezTo>
                  <a:cubicBezTo>
                    <a:pt x="6169" y="2128"/>
                    <a:pt x="6169" y="2128"/>
                    <a:pt x="6169" y="2128"/>
                  </a:cubicBezTo>
                  <a:lnTo>
                    <a:pt x="6184" y="2128"/>
                  </a:lnTo>
                  <a:cubicBezTo>
                    <a:pt x="6184" y="2142"/>
                    <a:pt x="6184" y="2142"/>
                    <a:pt x="6184" y="2142"/>
                  </a:cubicBezTo>
                  <a:cubicBezTo>
                    <a:pt x="6219" y="2200"/>
                    <a:pt x="6262" y="2222"/>
                    <a:pt x="6315" y="2222"/>
                  </a:cubicBezTo>
                  <a:cubicBezTo>
                    <a:pt x="6330" y="2222"/>
                    <a:pt x="6346" y="2220"/>
                    <a:pt x="6363" y="2217"/>
                  </a:cubicBezTo>
                  <a:cubicBezTo>
                    <a:pt x="6383" y="2212"/>
                    <a:pt x="6403" y="2209"/>
                    <a:pt x="6422" y="2209"/>
                  </a:cubicBezTo>
                  <a:cubicBezTo>
                    <a:pt x="6459" y="2209"/>
                    <a:pt x="6493" y="2222"/>
                    <a:pt x="6513" y="2262"/>
                  </a:cubicBezTo>
                  <a:cubicBezTo>
                    <a:pt x="6528" y="2292"/>
                    <a:pt x="6557" y="2292"/>
                    <a:pt x="6587" y="2307"/>
                  </a:cubicBezTo>
                  <a:cubicBezTo>
                    <a:pt x="6572" y="2337"/>
                    <a:pt x="6557" y="2352"/>
                    <a:pt x="6557" y="2366"/>
                  </a:cubicBezTo>
                  <a:cubicBezTo>
                    <a:pt x="6617" y="2396"/>
                    <a:pt x="6572" y="2426"/>
                    <a:pt x="6557" y="2456"/>
                  </a:cubicBezTo>
                  <a:lnTo>
                    <a:pt x="6528" y="2456"/>
                  </a:lnTo>
                  <a:cubicBezTo>
                    <a:pt x="6498" y="2486"/>
                    <a:pt x="6468" y="2501"/>
                    <a:pt x="6438" y="2516"/>
                  </a:cubicBezTo>
                  <a:lnTo>
                    <a:pt x="6378" y="2546"/>
                  </a:lnTo>
                  <a:cubicBezTo>
                    <a:pt x="6378" y="2546"/>
                    <a:pt x="6363" y="2531"/>
                    <a:pt x="6363" y="2531"/>
                  </a:cubicBezTo>
                  <a:cubicBezTo>
                    <a:pt x="6363" y="2531"/>
                    <a:pt x="6363" y="2546"/>
                    <a:pt x="6363" y="2546"/>
                  </a:cubicBezTo>
                  <a:cubicBezTo>
                    <a:pt x="6333" y="2591"/>
                    <a:pt x="6303" y="2635"/>
                    <a:pt x="6289" y="2680"/>
                  </a:cubicBezTo>
                  <a:cubicBezTo>
                    <a:pt x="6274" y="2710"/>
                    <a:pt x="6259" y="2740"/>
                    <a:pt x="6259" y="2770"/>
                  </a:cubicBezTo>
                  <a:lnTo>
                    <a:pt x="6259" y="2800"/>
                  </a:lnTo>
                  <a:cubicBezTo>
                    <a:pt x="6244" y="2800"/>
                    <a:pt x="6244" y="2800"/>
                    <a:pt x="6229" y="2815"/>
                  </a:cubicBezTo>
                  <a:cubicBezTo>
                    <a:pt x="6229" y="2815"/>
                    <a:pt x="6214" y="2815"/>
                    <a:pt x="6214" y="2829"/>
                  </a:cubicBezTo>
                  <a:cubicBezTo>
                    <a:pt x="6206" y="2822"/>
                    <a:pt x="6203" y="2818"/>
                    <a:pt x="6201" y="2818"/>
                  </a:cubicBezTo>
                  <a:cubicBezTo>
                    <a:pt x="6199" y="2818"/>
                    <a:pt x="6199" y="2822"/>
                    <a:pt x="6199" y="2829"/>
                  </a:cubicBezTo>
                  <a:cubicBezTo>
                    <a:pt x="6154" y="2859"/>
                    <a:pt x="6109" y="2904"/>
                    <a:pt x="6064" y="2949"/>
                  </a:cubicBezTo>
                  <a:lnTo>
                    <a:pt x="6020" y="3009"/>
                  </a:lnTo>
                  <a:lnTo>
                    <a:pt x="6005" y="3009"/>
                  </a:lnTo>
                  <a:cubicBezTo>
                    <a:pt x="5960" y="3024"/>
                    <a:pt x="5915" y="3054"/>
                    <a:pt x="5930" y="3098"/>
                  </a:cubicBezTo>
                  <a:cubicBezTo>
                    <a:pt x="5960" y="3188"/>
                    <a:pt x="5885" y="3203"/>
                    <a:pt x="5840" y="3248"/>
                  </a:cubicBezTo>
                  <a:cubicBezTo>
                    <a:pt x="5826" y="3263"/>
                    <a:pt x="5826" y="3263"/>
                    <a:pt x="5811" y="3278"/>
                  </a:cubicBezTo>
                  <a:cubicBezTo>
                    <a:pt x="5796" y="3278"/>
                    <a:pt x="5766" y="3278"/>
                    <a:pt x="5751" y="3293"/>
                  </a:cubicBezTo>
                  <a:cubicBezTo>
                    <a:pt x="5706" y="3352"/>
                    <a:pt x="5676" y="3427"/>
                    <a:pt x="5631" y="3487"/>
                  </a:cubicBezTo>
                  <a:lnTo>
                    <a:pt x="5616" y="3531"/>
                  </a:lnTo>
                  <a:cubicBezTo>
                    <a:pt x="5601" y="3546"/>
                    <a:pt x="5601" y="3576"/>
                    <a:pt x="5601" y="3606"/>
                  </a:cubicBezTo>
                  <a:lnTo>
                    <a:pt x="5593" y="3632"/>
                  </a:lnTo>
                  <a:lnTo>
                    <a:pt x="5593" y="3632"/>
                  </a:lnTo>
                  <a:cubicBezTo>
                    <a:pt x="5597" y="3626"/>
                    <a:pt x="5601" y="3621"/>
                    <a:pt x="5601" y="3621"/>
                  </a:cubicBezTo>
                  <a:lnTo>
                    <a:pt x="5601" y="3621"/>
                  </a:lnTo>
                  <a:cubicBezTo>
                    <a:pt x="5601" y="3636"/>
                    <a:pt x="5601" y="3636"/>
                    <a:pt x="5587" y="3651"/>
                  </a:cubicBezTo>
                  <a:cubicBezTo>
                    <a:pt x="5587" y="3651"/>
                    <a:pt x="5587" y="3651"/>
                    <a:pt x="5587" y="3666"/>
                  </a:cubicBezTo>
                  <a:cubicBezTo>
                    <a:pt x="5572" y="3666"/>
                    <a:pt x="5572" y="3666"/>
                    <a:pt x="5572" y="3681"/>
                  </a:cubicBezTo>
                  <a:cubicBezTo>
                    <a:pt x="5557" y="3681"/>
                    <a:pt x="5557" y="3696"/>
                    <a:pt x="5542" y="3711"/>
                  </a:cubicBezTo>
                  <a:cubicBezTo>
                    <a:pt x="5527" y="3706"/>
                    <a:pt x="5515" y="3702"/>
                    <a:pt x="5506" y="3702"/>
                  </a:cubicBezTo>
                  <a:cubicBezTo>
                    <a:pt x="5487" y="3702"/>
                    <a:pt x="5477" y="3716"/>
                    <a:pt x="5467" y="3756"/>
                  </a:cubicBezTo>
                  <a:cubicBezTo>
                    <a:pt x="5467" y="3741"/>
                    <a:pt x="5452" y="3741"/>
                    <a:pt x="5437" y="3741"/>
                  </a:cubicBezTo>
                  <a:cubicBezTo>
                    <a:pt x="5422" y="3726"/>
                    <a:pt x="5228" y="3576"/>
                    <a:pt x="5213" y="3561"/>
                  </a:cubicBezTo>
                  <a:cubicBezTo>
                    <a:pt x="5198" y="3546"/>
                    <a:pt x="5183" y="3531"/>
                    <a:pt x="5168" y="3517"/>
                  </a:cubicBezTo>
                  <a:cubicBezTo>
                    <a:pt x="5034" y="3382"/>
                    <a:pt x="4855" y="3278"/>
                    <a:pt x="4735" y="3113"/>
                  </a:cubicBezTo>
                  <a:cubicBezTo>
                    <a:pt x="4586" y="2919"/>
                    <a:pt x="4407" y="2755"/>
                    <a:pt x="4183" y="2665"/>
                  </a:cubicBezTo>
                  <a:cubicBezTo>
                    <a:pt x="4138" y="2635"/>
                    <a:pt x="4153" y="2591"/>
                    <a:pt x="4138" y="2561"/>
                  </a:cubicBezTo>
                  <a:cubicBezTo>
                    <a:pt x="4093" y="2501"/>
                    <a:pt x="4048" y="2441"/>
                    <a:pt x="3988" y="2411"/>
                  </a:cubicBezTo>
                  <a:cubicBezTo>
                    <a:pt x="3944" y="2411"/>
                    <a:pt x="3944" y="2366"/>
                    <a:pt x="3929" y="2337"/>
                  </a:cubicBezTo>
                  <a:cubicBezTo>
                    <a:pt x="3854" y="2232"/>
                    <a:pt x="3764" y="2142"/>
                    <a:pt x="3630" y="2113"/>
                  </a:cubicBezTo>
                  <a:lnTo>
                    <a:pt x="3630" y="2098"/>
                  </a:lnTo>
                  <a:cubicBezTo>
                    <a:pt x="3660" y="1993"/>
                    <a:pt x="3749" y="2008"/>
                    <a:pt x="3809" y="1978"/>
                  </a:cubicBezTo>
                  <a:lnTo>
                    <a:pt x="3824" y="1978"/>
                  </a:lnTo>
                  <a:lnTo>
                    <a:pt x="3854" y="1993"/>
                  </a:lnTo>
                  <a:lnTo>
                    <a:pt x="3854" y="1963"/>
                  </a:lnTo>
                  <a:cubicBezTo>
                    <a:pt x="3854" y="1963"/>
                    <a:pt x="3854" y="1963"/>
                    <a:pt x="3869" y="1948"/>
                  </a:cubicBezTo>
                  <a:close/>
                  <a:moveTo>
                    <a:pt x="6871" y="4084"/>
                  </a:moveTo>
                  <a:cubicBezTo>
                    <a:pt x="6856" y="4099"/>
                    <a:pt x="6856" y="4129"/>
                    <a:pt x="6856" y="4144"/>
                  </a:cubicBezTo>
                  <a:cubicBezTo>
                    <a:pt x="6856" y="4129"/>
                    <a:pt x="6871" y="4114"/>
                    <a:pt x="6886" y="4099"/>
                  </a:cubicBezTo>
                  <a:cubicBezTo>
                    <a:pt x="6886" y="4099"/>
                    <a:pt x="6871" y="4084"/>
                    <a:pt x="6871" y="4084"/>
                  </a:cubicBezTo>
                  <a:close/>
                  <a:moveTo>
                    <a:pt x="3370" y="1546"/>
                  </a:moveTo>
                  <a:cubicBezTo>
                    <a:pt x="3311" y="1546"/>
                    <a:pt x="3265" y="1594"/>
                    <a:pt x="3212" y="1605"/>
                  </a:cubicBezTo>
                  <a:lnTo>
                    <a:pt x="3167" y="1605"/>
                  </a:lnTo>
                  <a:cubicBezTo>
                    <a:pt x="3146" y="1596"/>
                    <a:pt x="3125" y="1592"/>
                    <a:pt x="3103" y="1592"/>
                  </a:cubicBezTo>
                  <a:cubicBezTo>
                    <a:pt x="3019" y="1592"/>
                    <a:pt x="2940" y="1659"/>
                    <a:pt x="2928" y="1754"/>
                  </a:cubicBezTo>
                  <a:lnTo>
                    <a:pt x="2928" y="1784"/>
                  </a:lnTo>
                  <a:cubicBezTo>
                    <a:pt x="2928" y="1799"/>
                    <a:pt x="2928" y="1814"/>
                    <a:pt x="2943" y="1829"/>
                  </a:cubicBezTo>
                  <a:lnTo>
                    <a:pt x="2943" y="1844"/>
                  </a:lnTo>
                  <a:cubicBezTo>
                    <a:pt x="2988" y="1889"/>
                    <a:pt x="3047" y="1903"/>
                    <a:pt x="3077" y="1978"/>
                  </a:cubicBezTo>
                  <a:cubicBezTo>
                    <a:pt x="3122" y="2083"/>
                    <a:pt x="3227" y="2172"/>
                    <a:pt x="3301" y="2247"/>
                  </a:cubicBezTo>
                  <a:cubicBezTo>
                    <a:pt x="3376" y="2337"/>
                    <a:pt x="3436" y="2441"/>
                    <a:pt x="3555" y="2471"/>
                  </a:cubicBezTo>
                  <a:cubicBezTo>
                    <a:pt x="3555" y="2471"/>
                    <a:pt x="3555" y="2471"/>
                    <a:pt x="3555" y="2471"/>
                  </a:cubicBezTo>
                  <a:lnTo>
                    <a:pt x="3555" y="2471"/>
                  </a:lnTo>
                  <a:cubicBezTo>
                    <a:pt x="3585" y="2486"/>
                    <a:pt x="3615" y="2501"/>
                    <a:pt x="3630" y="2531"/>
                  </a:cubicBezTo>
                  <a:cubicBezTo>
                    <a:pt x="3645" y="2576"/>
                    <a:pt x="3675" y="2620"/>
                    <a:pt x="3705" y="2665"/>
                  </a:cubicBezTo>
                  <a:cubicBezTo>
                    <a:pt x="3869" y="2844"/>
                    <a:pt x="4048" y="3024"/>
                    <a:pt x="4227" y="3188"/>
                  </a:cubicBezTo>
                  <a:cubicBezTo>
                    <a:pt x="4362" y="3322"/>
                    <a:pt x="4511" y="3457"/>
                    <a:pt x="4646" y="3591"/>
                  </a:cubicBezTo>
                  <a:cubicBezTo>
                    <a:pt x="4705" y="3666"/>
                    <a:pt x="4780" y="3726"/>
                    <a:pt x="4840" y="3800"/>
                  </a:cubicBezTo>
                  <a:cubicBezTo>
                    <a:pt x="4914" y="3920"/>
                    <a:pt x="5004" y="4039"/>
                    <a:pt x="5124" y="4114"/>
                  </a:cubicBezTo>
                  <a:cubicBezTo>
                    <a:pt x="5183" y="4159"/>
                    <a:pt x="5258" y="4219"/>
                    <a:pt x="5318" y="4248"/>
                  </a:cubicBezTo>
                  <a:cubicBezTo>
                    <a:pt x="5337" y="4257"/>
                    <a:pt x="5356" y="4261"/>
                    <a:pt x="5374" y="4261"/>
                  </a:cubicBezTo>
                  <a:cubicBezTo>
                    <a:pt x="5450" y="4261"/>
                    <a:pt x="5511" y="4192"/>
                    <a:pt x="5572" y="4144"/>
                  </a:cubicBezTo>
                  <a:lnTo>
                    <a:pt x="5646" y="4144"/>
                  </a:lnTo>
                  <a:cubicBezTo>
                    <a:pt x="5631" y="4114"/>
                    <a:pt x="5616" y="4099"/>
                    <a:pt x="5616" y="4069"/>
                  </a:cubicBezTo>
                  <a:cubicBezTo>
                    <a:pt x="5616" y="4054"/>
                    <a:pt x="5616" y="4054"/>
                    <a:pt x="5616" y="4054"/>
                  </a:cubicBezTo>
                  <a:cubicBezTo>
                    <a:pt x="5631" y="3994"/>
                    <a:pt x="5676" y="3980"/>
                    <a:pt x="5736" y="3965"/>
                  </a:cubicBezTo>
                  <a:cubicBezTo>
                    <a:pt x="5840" y="3935"/>
                    <a:pt x="5855" y="3815"/>
                    <a:pt x="5885" y="3711"/>
                  </a:cubicBezTo>
                  <a:cubicBezTo>
                    <a:pt x="5885" y="3696"/>
                    <a:pt x="5885" y="3681"/>
                    <a:pt x="5885" y="3666"/>
                  </a:cubicBezTo>
                  <a:lnTo>
                    <a:pt x="5900" y="3606"/>
                  </a:lnTo>
                  <a:cubicBezTo>
                    <a:pt x="5960" y="3591"/>
                    <a:pt x="5975" y="3561"/>
                    <a:pt x="5945" y="3502"/>
                  </a:cubicBezTo>
                  <a:cubicBezTo>
                    <a:pt x="6035" y="3487"/>
                    <a:pt x="6109" y="3457"/>
                    <a:pt x="6124" y="3352"/>
                  </a:cubicBezTo>
                  <a:cubicBezTo>
                    <a:pt x="6124" y="3367"/>
                    <a:pt x="6139" y="3367"/>
                    <a:pt x="6154" y="3367"/>
                  </a:cubicBezTo>
                  <a:cubicBezTo>
                    <a:pt x="6154" y="3352"/>
                    <a:pt x="6169" y="3337"/>
                    <a:pt x="6169" y="3307"/>
                  </a:cubicBezTo>
                  <a:cubicBezTo>
                    <a:pt x="6184" y="3307"/>
                    <a:pt x="6184" y="3293"/>
                    <a:pt x="6199" y="3278"/>
                  </a:cubicBezTo>
                  <a:lnTo>
                    <a:pt x="6244" y="3173"/>
                  </a:lnTo>
                  <a:cubicBezTo>
                    <a:pt x="6303" y="3128"/>
                    <a:pt x="6363" y="3068"/>
                    <a:pt x="6423" y="3024"/>
                  </a:cubicBezTo>
                  <a:cubicBezTo>
                    <a:pt x="6438" y="2994"/>
                    <a:pt x="6438" y="2964"/>
                    <a:pt x="6453" y="2949"/>
                  </a:cubicBezTo>
                  <a:cubicBezTo>
                    <a:pt x="6453" y="2919"/>
                    <a:pt x="6453" y="2904"/>
                    <a:pt x="6468" y="2874"/>
                  </a:cubicBezTo>
                  <a:cubicBezTo>
                    <a:pt x="6483" y="2874"/>
                    <a:pt x="6468" y="2859"/>
                    <a:pt x="6468" y="2859"/>
                  </a:cubicBezTo>
                  <a:cubicBezTo>
                    <a:pt x="6483" y="2829"/>
                    <a:pt x="6483" y="2815"/>
                    <a:pt x="6483" y="2785"/>
                  </a:cubicBezTo>
                  <a:cubicBezTo>
                    <a:pt x="6497" y="2790"/>
                    <a:pt x="6508" y="2792"/>
                    <a:pt x="6517" y="2792"/>
                  </a:cubicBezTo>
                  <a:cubicBezTo>
                    <a:pt x="6559" y="2792"/>
                    <a:pt x="6530" y="2737"/>
                    <a:pt x="6542" y="2725"/>
                  </a:cubicBezTo>
                  <a:lnTo>
                    <a:pt x="6602" y="2635"/>
                  </a:lnTo>
                  <a:cubicBezTo>
                    <a:pt x="6632" y="2635"/>
                    <a:pt x="6662" y="2635"/>
                    <a:pt x="6692" y="2620"/>
                  </a:cubicBezTo>
                  <a:cubicBezTo>
                    <a:pt x="6692" y="2620"/>
                    <a:pt x="6707" y="2605"/>
                    <a:pt x="6722" y="2605"/>
                  </a:cubicBezTo>
                  <a:cubicBezTo>
                    <a:pt x="6707" y="2591"/>
                    <a:pt x="6692" y="2591"/>
                    <a:pt x="6677" y="2591"/>
                  </a:cubicBezTo>
                  <a:cubicBezTo>
                    <a:pt x="6677" y="2576"/>
                    <a:pt x="6692" y="2561"/>
                    <a:pt x="6692" y="2546"/>
                  </a:cubicBezTo>
                  <a:cubicBezTo>
                    <a:pt x="6722" y="2501"/>
                    <a:pt x="6737" y="2471"/>
                    <a:pt x="6752" y="2426"/>
                  </a:cubicBezTo>
                  <a:cubicBezTo>
                    <a:pt x="6766" y="2411"/>
                    <a:pt x="6796" y="2381"/>
                    <a:pt x="6811" y="2366"/>
                  </a:cubicBezTo>
                  <a:cubicBezTo>
                    <a:pt x="6811" y="2337"/>
                    <a:pt x="6826" y="2307"/>
                    <a:pt x="6841" y="2307"/>
                  </a:cubicBezTo>
                  <a:cubicBezTo>
                    <a:pt x="6849" y="2308"/>
                    <a:pt x="6856" y="2308"/>
                    <a:pt x="6863" y="2308"/>
                  </a:cubicBezTo>
                  <a:cubicBezTo>
                    <a:pt x="6969" y="2308"/>
                    <a:pt x="6917" y="2200"/>
                    <a:pt x="6931" y="2157"/>
                  </a:cubicBezTo>
                  <a:cubicBezTo>
                    <a:pt x="6946" y="2142"/>
                    <a:pt x="6916" y="2113"/>
                    <a:pt x="6901" y="2083"/>
                  </a:cubicBezTo>
                  <a:cubicBezTo>
                    <a:pt x="6901" y="2073"/>
                    <a:pt x="6901" y="2063"/>
                    <a:pt x="6901" y="2053"/>
                  </a:cubicBezTo>
                  <a:lnTo>
                    <a:pt x="6946" y="2053"/>
                  </a:lnTo>
                  <a:cubicBezTo>
                    <a:pt x="6976" y="2038"/>
                    <a:pt x="7005" y="2008"/>
                    <a:pt x="7035" y="1993"/>
                  </a:cubicBezTo>
                  <a:cubicBezTo>
                    <a:pt x="7035" y="1978"/>
                    <a:pt x="7050" y="1963"/>
                    <a:pt x="7065" y="1948"/>
                  </a:cubicBezTo>
                  <a:cubicBezTo>
                    <a:pt x="7035" y="1933"/>
                    <a:pt x="7020" y="1918"/>
                    <a:pt x="6991" y="1903"/>
                  </a:cubicBezTo>
                  <a:cubicBezTo>
                    <a:pt x="6981" y="1859"/>
                    <a:pt x="6957" y="1847"/>
                    <a:pt x="6930" y="1847"/>
                  </a:cubicBezTo>
                  <a:cubicBezTo>
                    <a:pt x="6900" y="1847"/>
                    <a:pt x="6865" y="1861"/>
                    <a:pt x="6836" y="1861"/>
                  </a:cubicBezTo>
                  <a:cubicBezTo>
                    <a:pt x="6811" y="1861"/>
                    <a:pt x="6791" y="1851"/>
                    <a:pt x="6781" y="1814"/>
                  </a:cubicBezTo>
                  <a:cubicBezTo>
                    <a:pt x="6766" y="1829"/>
                    <a:pt x="6752" y="1829"/>
                    <a:pt x="6737" y="1844"/>
                  </a:cubicBezTo>
                  <a:lnTo>
                    <a:pt x="6647" y="1844"/>
                  </a:lnTo>
                  <a:cubicBezTo>
                    <a:pt x="6632" y="1844"/>
                    <a:pt x="6602" y="1814"/>
                    <a:pt x="6587" y="1814"/>
                  </a:cubicBezTo>
                  <a:cubicBezTo>
                    <a:pt x="6522" y="1830"/>
                    <a:pt x="6461" y="1855"/>
                    <a:pt x="6402" y="1855"/>
                  </a:cubicBezTo>
                  <a:cubicBezTo>
                    <a:pt x="6353" y="1855"/>
                    <a:pt x="6306" y="1838"/>
                    <a:pt x="6259" y="1784"/>
                  </a:cubicBezTo>
                  <a:cubicBezTo>
                    <a:pt x="6248" y="1773"/>
                    <a:pt x="6200" y="1763"/>
                    <a:pt x="6152" y="1763"/>
                  </a:cubicBezTo>
                  <a:cubicBezTo>
                    <a:pt x="6132" y="1763"/>
                    <a:pt x="6112" y="1765"/>
                    <a:pt x="6094" y="1769"/>
                  </a:cubicBezTo>
                  <a:cubicBezTo>
                    <a:pt x="6060" y="1774"/>
                    <a:pt x="6023" y="1776"/>
                    <a:pt x="5985" y="1776"/>
                  </a:cubicBezTo>
                  <a:cubicBezTo>
                    <a:pt x="5910" y="1776"/>
                    <a:pt x="5831" y="1769"/>
                    <a:pt x="5751" y="1769"/>
                  </a:cubicBezTo>
                  <a:lnTo>
                    <a:pt x="5601" y="1769"/>
                  </a:lnTo>
                  <a:cubicBezTo>
                    <a:pt x="5562" y="1769"/>
                    <a:pt x="5515" y="1756"/>
                    <a:pt x="5480" y="1756"/>
                  </a:cubicBezTo>
                  <a:cubicBezTo>
                    <a:pt x="5462" y="1756"/>
                    <a:pt x="5447" y="1759"/>
                    <a:pt x="5437" y="1769"/>
                  </a:cubicBezTo>
                  <a:cubicBezTo>
                    <a:pt x="5404" y="1788"/>
                    <a:pt x="5372" y="1795"/>
                    <a:pt x="5341" y="1795"/>
                  </a:cubicBezTo>
                  <a:cubicBezTo>
                    <a:pt x="5275" y="1795"/>
                    <a:pt x="5214" y="1764"/>
                    <a:pt x="5153" y="1754"/>
                  </a:cubicBezTo>
                  <a:cubicBezTo>
                    <a:pt x="5064" y="1754"/>
                    <a:pt x="4974" y="1724"/>
                    <a:pt x="4885" y="1724"/>
                  </a:cubicBezTo>
                  <a:cubicBezTo>
                    <a:pt x="4856" y="1724"/>
                    <a:pt x="4821" y="1767"/>
                    <a:pt x="4792" y="1767"/>
                  </a:cubicBezTo>
                  <a:cubicBezTo>
                    <a:pt x="4776" y="1767"/>
                    <a:pt x="4761" y="1753"/>
                    <a:pt x="4750" y="1709"/>
                  </a:cubicBezTo>
                  <a:cubicBezTo>
                    <a:pt x="4750" y="1694"/>
                    <a:pt x="4735" y="1694"/>
                    <a:pt x="4720" y="1694"/>
                  </a:cubicBezTo>
                  <a:cubicBezTo>
                    <a:pt x="4631" y="1694"/>
                    <a:pt x="4526" y="1709"/>
                    <a:pt x="4436" y="1709"/>
                  </a:cubicBezTo>
                  <a:lnTo>
                    <a:pt x="4422" y="1650"/>
                  </a:lnTo>
                  <a:lnTo>
                    <a:pt x="4377" y="1679"/>
                  </a:lnTo>
                  <a:lnTo>
                    <a:pt x="4362" y="1679"/>
                  </a:lnTo>
                  <a:cubicBezTo>
                    <a:pt x="4351" y="1690"/>
                    <a:pt x="4326" y="1701"/>
                    <a:pt x="4312" y="1701"/>
                  </a:cubicBezTo>
                  <a:cubicBezTo>
                    <a:pt x="4306" y="1701"/>
                    <a:pt x="4302" y="1699"/>
                    <a:pt x="4302" y="1694"/>
                  </a:cubicBezTo>
                  <a:cubicBezTo>
                    <a:pt x="4252" y="1655"/>
                    <a:pt x="4203" y="1648"/>
                    <a:pt x="4153" y="1648"/>
                  </a:cubicBezTo>
                  <a:cubicBezTo>
                    <a:pt x="4128" y="1648"/>
                    <a:pt x="4103" y="1650"/>
                    <a:pt x="4078" y="1650"/>
                  </a:cubicBezTo>
                  <a:cubicBezTo>
                    <a:pt x="4063" y="1635"/>
                    <a:pt x="4048" y="1635"/>
                    <a:pt x="4033" y="1620"/>
                  </a:cubicBezTo>
                  <a:cubicBezTo>
                    <a:pt x="3924" y="1596"/>
                    <a:pt x="3826" y="1552"/>
                    <a:pt x="3713" y="1552"/>
                  </a:cubicBezTo>
                  <a:cubicBezTo>
                    <a:pt x="3686" y="1552"/>
                    <a:pt x="3658" y="1554"/>
                    <a:pt x="3630" y="1560"/>
                  </a:cubicBezTo>
                  <a:cubicBezTo>
                    <a:pt x="3593" y="1578"/>
                    <a:pt x="3545" y="1591"/>
                    <a:pt x="3506" y="1591"/>
                  </a:cubicBezTo>
                  <a:cubicBezTo>
                    <a:pt x="3482" y="1591"/>
                    <a:pt x="3462" y="1586"/>
                    <a:pt x="3451" y="1575"/>
                  </a:cubicBezTo>
                  <a:cubicBezTo>
                    <a:pt x="3421" y="1553"/>
                    <a:pt x="3394" y="1546"/>
                    <a:pt x="3370" y="1546"/>
                  </a:cubicBezTo>
                  <a:close/>
                  <a:moveTo>
                    <a:pt x="6535" y="4337"/>
                  </a:moveTo>
                  <a:cubicBezTo>
                    <a:pt x="6533" y="4337"/>
                    <a:pt x="6530" y="4337"/>
                    <a:pt x="6528" y="4338"/>
                  </a:cubicBezTo>
                  <a:cubicBezTo>
                    <a:pt x="6542" y="4368"/>
                    <a:pt x="6542" y="4413"/>
                    <a:pt x="6542" y="4443"/>
                  </a:cubicBezTo>
                  <a:cubicBezTo>
                    <a:pt x="6549" y="4487"/>
                    <a:pt x="6558" y="4502"/>
                    <a:pt x="6570" y="4502"/>
                  </a:cubicBezTo>
                  <a:cubicBezTo>
                    <a:pt x="6585" y="4502"/>
                    <a:pt x="6606" y="4475"/>
                    <a:pt x="6632" y="4457"/>
                  </a:cubicBezTo>
                  <a:cubicBezTo>
                    <a:pt x="6632" y="4443"/>
                    <a:pt x="6632" y="4413"/>
                    <a:pt x="6632" y="4383"/>
                  </a:cubicBezTo>
                  <a:cubicBezTo>
                    <a:pt x="6608" y="4404"/>
                    <a:pt x="6592" y="4412"/>
                    <a:pt x="6582" y="4412"/>
                  </a:cubicBezTo>
                  <a:cubicBezTo>
                    <a:pt x="6551" y="4412"/>
                    <a:pt x="6570" y="4337"/>
                    <a:pt x="6535" y="4337"/>
                  </a:cubicBezTo>
                  <a:close/>
                  <a:moveTo>
                    <a:pt x="6468" y="4428"/>
                  </a:moveTo>
                  <a:cubicBezTo>
                    <a:pt x="6453" y="4428"/>
                    <a:pt x="6438" y="4443"/>
                    <a:pt x="6438" y="4443"/>
                  </a:cubicBezTo>
                  <a:cubicBezTo>
                    <a:pt x="6468" y="4472"/>
                    <a:pt x="6483" y="4502"/>
                    <a:pt x="6513" y="4532"/>
                  </a:cubicBezTo>
                  <a:cubicBezTo>
                    <a:pt x="6498" y="4487"/>
                    <a:pt x="6483" y="4457"/>
                    <a:pt x="6468" y="4428"/>
                  </a:cubicBezTo>
                  <a:close/>
                  <a:moveTo>
                    <a:pt x="2771" y="3538"/>
                  </a:moveTo>
                  <a:cubicBezTo>
                    <a:pt x="2812" y="3579"/>
                    <a:pt x="2840" y="3608"/>
                    <a:pt x="2868" y="3651"/>
                  </a:cubicBezTo>
                  <a:cubicBezTo>
                    <a:pt x="2898" y="3681"/>
                    <a:pt x="2928" y="3711"/>
                    <a:pt x="2958" y="3741"/>
                  </a:cubicBezTo>
                  <a:cubicBezTo>
                    <a:pt x="2988" y="3756"/>
                    <a:pt x="3003" y="3785"/>
                    <a:pt x="3018" y="3800"/>
                  </a:cubicBezTo>
                  <a:cubicBezTo>
                    <a:pt x="3033" y="3815"/>
                    <a:pt x="3047" y="3845"/>
                    <a:pt x="3047" y="3845"/>
                  </a:cubicBezTo>
                  <a:lnTo>
                    <a:pt x="3062" y="3845"/>
                  </a:lnTo>
                  <a:cubicBezTo>
                    <a:pt x="3257" y="4099"/>
                    <a:pt x="3451" y="4338"/>
                    <a:pt x="3645" y="4577"/>
                  </a:cubicBezTo>
                  <a:cubicBezTo>
                    <a:pt x="3645" y="4577"/>
                    <a:pt x="3645" y="4578"/>
                    <a:pt x="3645" y="4578"/>
                  </a:cubicBezTo>
                  <a:lnTo>
                    <a:pt x="3645" y="4578"/>
                  </a:lnTo>
                  <a:lnTo>
                    <a:pt x="2771" y="3538"/>
                  </a:lnTo>
                  <a:close/>
                  <a:moveTo>
                    <a:pt x="5975" y="4562"/>
                  </a:moveTo>
                  <a:cubicBezTo>
                    <a:pt x="5960" y="4577"/>
                    <a:pt x="5945" y="4577"/>
                    <a:pt x="5945" y="4592"/>
                  </a:cubicBezTo>
                  <a:cubicBezTo>
                    <a:pt x="5945" y="4592"/>
                    <a:pt x="5960" y="4607"/>
                    <a:pt x="5960" y="4622"/>
                  </a:cubicBezTo>
                  <a:cubicBezTo>
                    <a:pt x="5960" y="4622"/>
                    <a:pt x="5960" y="4637"/>
                    <a:pt x="5975" y="4637"/>
                  </a:cubicBezTo>
                  <a:cubicBezTo>
                    <a:pt x="5975" y="4622"/>
                    <a:pt x="5990" y="4622"/>
                    <a:pt x="5990" y="4607"/>
                  </a:cubicBezTo>
                  <a:cubicBezTo>
                    <a:pt x="5975" y="4592"/>
                    <a:pt x="5975" y="4577"/>
                    <a:pt x="5975" y="4562"/>
                  </a:cubicBezTo>
                  <a:close/>
                  <a:moveTo>
                    <a:pt x="7112" y="4827"/>
                  </a:moveTo>
                  <a:cubicBezTo>
                    <a:pt x="7111" y="4827"/>
                    <a:pt x="7110" y="4828"/>
                    <a:pt x="7110" y="4831"/>
                  </a:cubicBezTo>
                  <a:cubicBezTo>
                    <a:pt x="7095" y="4831"/>
                    <a:pt x="7080" y="4831"/>
                    <a:pt x="7080" y="4846"/>
                  </a:cubicBezTo>
                  <a:cubicBezTo>
                    <a:pt x="7080" y="4861"/>
                    <a:pt x="7080" y="4861"/>
                    <a:pt x="7095" y="4876"/>
                  </a:cubicBezTo>
                  <a:cubicBezTo>
                    <a:pt x="7110" y="4861"/>
                    <a:pt x="7110" y="4861"/>
                    <a:pt x="7125" y="4846"/>
                  </a:cubicBezTo>
                  <a:cubicBezTo>
                    <a:pt x="7125" y="4846"/>
                    <a:pt x="7115" y="4827"/>
                    <a:pt x="7112" y="4827"/>
                  </a:cubicBezTo>
                  <a:close/>
                  <a:moveTo>
                    <a:pt x="6333" y="4786"/>
                  </a:moveTo>
                  <a:cubicBezTo>
                    <a:pt x="6289" y="4801"/>
                    <a:pt x="6259" y="4831"/>
                    <a:pt x="6214" y="4861"/>
                  </a:cubicBezTo>
                  <a:cubicBezTo>
                    <a:pt x="6214" y="4861"/>
                    <a:pt x="6229" y="4876"/>
                    <a:pt x="6229" y="4891"/>
                  </a:cubicBezTo>
                  <a:cubicBezTo>
                    <a:pt x="6274" y="4861"/>
                    <a:pt x="6318" y="4846"/>
                    <a:pt x="6348" y="4816"/>
                  </a:cubicBezTo>
                  <a:cubicBezTo>
                    <a:pt x="6348" y="4801"/>
                    <a:pt x="6333" y="4786"/>
                    <a:pt x="6333" y="4786"/>
                  </a:cubicBezTo>
                  <a:close/>
                  <a:moveTo>
                    <a:pt x="5467" y="5264"/>
                  </a:moveTo>
                  <a:cubicBezTo>
                    <a:pt x="5467" y="5279"/>
                    <a:pt x="5482" y="5294"/>
                    <a:pt x="5482" y="5309"/>
                  </a:cubicBezTo>
                  <a:cubicBezTo>
                    <a:pt x="5497" y="5309"/>
                    <a:pt x="5497" y="5309"/>
                    <a:pt x="5527" y="5294"/>
                  </a:cubicBezTo>
                  <a:cubicBezTo>
                    <a:pt x="5512" y="5279"/>
                    <a:pt x="5497" y="5264"/>
                    <a:pt x="5497" y="5264"/>
                  </a:cubicBezTo>
                  <a:close/>
                  <a:moveTo>
                    <a:pt x="5168" y="5667"/>
                  </a:moveTo>
                  <a:cubicBezTo>
                    <a:pt x="5168" y="5682"/>
                    <a:pt x="5168" y="5682"/>
                    <a:pt x="5153" y="5682"/>
                  </a:cubicBezTo>
                  <a:cubicBezTo>
                    <a:pt x="5168" y="5697"/>
                    <a:pt x="5153" y="5712"/>
                    <a:pt x="5168" y="5712"/>
                  </a:cubicBezTo>
                  <a:cubicBezTo>
                    <a:pt x="5183" y="5727"/>
                    <a:pt x="5198" y="5727"/>
                    <a:pt x="5213" y="5727"/>
                  </a:cubicBezTo>
                  <a:cubicBezTo>
                    <a:pt x="5198" y="5712"/>
                    <a:pt x="5183" y="5697"/>
                    <a:pt x="5168" y="5667"/>
                  </a:cubicBezTo>
                  <a:close/>
                  <a:moveTo>
                    <a:pt x="6348" y="5159"/>
                  </a:moveTo>
                  <a:lnTo>
                    <a:pt x="6438" y="5204"/>
                  </a:lnTo>
                  <a:cubicBezTo>
                    <a:pt x="6430" y="5202"/>
                    <a:pt x="6423" y="5201"/>
                    <a:pt x="6417" y="5201"/>
                  </a:cubicBezTo>
                  <a:cubicBezTo>
                    <a:pt x="6378" y="5201"/>
                    <a:pt x="6378" y="5240"/>
                    <a:pt x="6378" y="5279"/>
                  </a:cubicBezTo>
                  <a:cubicBezTo>
                    <a:pt x="6378" y="5316"/>
                    <a:pt x="6388" y="5343"/>
                    <a:pt x="6359" y="5343"/>
                  </a:cubicBezTo>
                  <a:cubicBezTo>
                    <a:pt x="6352" y="5343"/>
                    <a:pt x="6344" y="5341"/>
                    <a:pt x="6333" y="5339"/>
                  </a:cubicBezTo>
                  <a:cubicBezTo>
                    <a:pt x="6327" y="5336"/>
                    <a:pt x="6322" y="5335"/>
                    <a:pt x="6317" y="5335"/>
                  </a:cubicBezTo>
                  <a:cubicBezTo>
                    <a:pt x="6297" y="5335"/>
                    <a:pt x="6283" y="5354"/>
                    <a:pt x="6259" y="5354"/>
                  </a:cubicBezTo>
                  <a:lnTo>
                    <a:pt x="6333" y="5398"/>
                  </a:lnTo>
                  <a:cubicBezTo>
                    <a:pt x="6333" y="5398"/>
                    <a:pt x="6318" y="5413"/>
                    <a:pt x="6318" y="5428"/>
                  </a:cubicBezTo>
                  <a:cubicBezTo>
                    <a:pt x="6303" y="5443"/>
                    <a:pt x="6289" y="5458"/>
                    <a:pt x="6274" y="5458"/>
                  </a:cubicBezTo>
                  <a:cubicBezTo>
                    <a:pt x="6259" y="5458"/>
                    <a:pt x="6244" y="5458"/>
                    <a:pt x="6229" y="5473"/>
                  </a:cubicBezTo>
                  <a:cubicBezTo>
                    <a:pt x="6229" y="5488"/>
                    <a:pt x="6214" y="5503"/>
                    <a:pt x="6214" y="5518"/>
                  </a:cubicBezTo>
                  <a:lnTo>
                    <a:pt x="6199" y="5533"/>
                  </a:lnTo>
                  <a:cubicBezTo>
                    <a:pt x="6124" y="5593"/>
                    <a:pt x="6109" y="5682"/>
                    <a:pt x="6079" y="5772"/>
                  </a:cubicBezTo>
                  <a:cubicBezTo>
                    <a:pt x="6035" y="5772"/>
                    <a:pt x="5975" y="5787"/>
                    <a:pt x="5930" y="5787"/>
                  </a:cubicBezTo>
                  <a:cubicBezTo>
                    <a:pt x="5900" y="5742"/>
                    <a:pt x="6035" y="5727"/>
                    <a:pt x="5945" y="5682"/>
                  </a:cubicBezTo>
                  <a:cubicBezTo>
                    <a:pt x="5945" y="5667"/>
                    <a:pt x="5945" y="5667"/>
                    <a:pt x="5945" y="5652"/>
                  </a:cubicBezTo>
                  <a:cubicBezTo>
                    <a:pt x="5960" y="5637"/>
                    <a:pt x="5960" y="5637"/>
                    <a:pt x="5960" y="5622"/>
                  </a:cubicBezTo>
                  <a:lnTo>
                    <a:pt x="5990" y="5563"/>
                  </a:lnTo>
                  <a:cubicBezTo>
                    <a:pt x="6020" y="5548"/>
                    <a:pt x="6035" y="5518"/>
                    <a:pt x="6064" y="5503"/>
                  </a:cubicBezTo>
                  <a:cubicBezTo>
                    <a:pt x="6124" y="5413"/>
                    <a:pt x="6184" y="5339"/>
                    <a:pt x="6244" y="5249"/>
                  </a:cubicBezTo>
                  <a:cubicBezTo>
                    <a:pt x="6274" y="5219"/>
                    <a:pt x="6318" y="5189"/>
                    <a:pt x="6348" y="5159"/>
                  </a:cubicBezTo>
                  <a:close/>
                  <a:moveTo>
                    <a:pt x="5512" y="5787"/>
                  </a:moveTo>
                  <a:cubicBezTo>
                    <a:pt x="5497" y="5787"/>
                    <a:pt x="5497" y="5802"/>
                    <a:pt x="5497" y="5817"/>
                  </a:cubicBezTo>
                  <a:cubicBezTo>
                    <a:pt x="5497" y="5817"/>
                    <a:pt x="5497" y="5832"/>
                    <a:pt x="5512" y="5847"/>
                  </a:cubicBezTo>
                  <a:cubicBezTo>
                    <a:pt x="5527" y="5832"/>
                    <a:pt x="5542" y="5817"/>
                    <a:pt x="5542" y="5802"/>
                  </a:cubicBezTo>
                  <a:cubicBezTo>
                    <a:pt x="5542" y="5802"/>
                    <a:pt x="5527" y="5787"/>
                    <a:pt x="5512" y="5787"/>
                  </a:cubicBezTo>
                  <a:close/>
                  <a:moveTo>
                    <a:pt x="5572" y="5876"/>
                  </a:moveTo>
                  <a:cubicBezTo>
                    <a:pt x="5557" y="5891"/>
                    <a:pt x="5542" y="5906"/>
                    <a:pt x="5527" y="5936"/>
                  </a:cubicBezTo>
                  <a:cubicBezTo>
                    <a:pt x="5497" y="5951"/>
                    <a:pt x="5482" y="5966"/>
                    <a:pt x="5467" y="5996"/>
                  </a:cubicBezTo>
                  <a:lnTo>
                    <a:pt x="5587" y="5996"/>
                  </a:lnTo>
                  <a:cubicBezTo>
                    <a:pt x="5587" y="5981"/>
                    <a:pt x="5587" y="5981"/>
                    <a:pt x="5587" y="5981"/>
                  </a:cubicBezTo>
                  <a:lnTo>
                    <a:pt x="5587" y="5966"/>
                  </a:lnTo>
                  <a:cubicBezTo>
                    <a:pt x="5587" y="5936"/>
                    <a:pt x="5572" y="5906"/>
                    <a:pt x="5572" y="5876"/>
                  </a:cubicBezTo>
                  <a:close/>
                  <a:moveTo>
                    <a:pt x="523" y="290"/>
                  </a:moveTo>
                  <a:cubicBezTo>
                    <a:pt x="534" y="301"/>
                    <a:pt x="544" y="312"/>
                    <a:pt x="555" y="312"/>
                  </a:cubicBezTo>
                  <a:cubicBezTo>
                    <a:pt x="559" y="312"/>
                    <a:pt x="564" y="310"/>
                    <a:pt x="568" y="305"/>
                  </a:cubicBezTo>
                  <a:cubicBezTo>
                    <a:pt x="568" y="320"/>
                    <a:pt x="568" y="320"/>
                    <a:pt x="583" y="335"/>
                  </a:cubicBezTo>
                  <a:cubicBezTo>
                    <a:pt x="618" y="356"/>
                    <a:pt x="649" y="367"/>
                    <a:pt x="680" y="367"/>
                  </a:cubicBezTo>
                  <a:cubicBezTo>
                    <a:pt x="716" y="367"/>
                    <a:pt x="752" y="352"/>
                    <a:pt x="792" y="320"/>
                  </a:cubicBezTo>
                  <a:lnTo>
                    <a:pt x="792" y="305"/>
                  </a:lnTo>
                  <a:cubicBezTo>
                    <a:pt x="807" y="320"/>
                    <a:pt x="822" y="328"/>
                    <a:pt x="835" y="328"/>
                  </a:cubicBezTo>
                  <a:cubicBezTo>
                    <a:pt x="848" y="328"/>
                    <a:pt x="859" y="320"/>
                    <a:pt x="867" y="305"/>
                  </a:cubicBezTo>
                  <a:cubicBezTo>
                    <a:pt x="873" y="323"/>
                    <a:pt x="883" y="329"/>
                    <a:pt x="896" y="329"/>
                  </a:cubicBezTo>
                  <a:cubicBezTo>
                    <a:pt x="915" y="329"/>
                    <a:pt x="938" y="314"/>
                    <a:pt x="956" y="305"/>
                  </a:cubicBezTo>
                  <a:cubicBezTo>
                    <a:pt x="956" y="320"/>
                    <a:pt x="956" y="320"/>
                    <a:pt x="956" y="335"/>
                  </a:cubicBezTo>
                  <a:cubicBezTo>
                    <a:pt x="971" y="350"/>
                    <a:pt x="986" y="365"/>
                    <a:pt x="1001" y="380"/>
                  </a:cubicBezTo>
                  <a:cubicBezTo>
                    <a:pt x="1076" y="380"/>
                    <a:pt x="1136" y="395"/>
                    <a:pt x="1210" y="395"/>
                  </a:cubicBezTo>
                  <a:lnTo>
                    <a:pt x="1255" y="395"/>
                  </a:lnTo>
                  <a:lnTo>
                    <a:pt x="1330" y="350"/>
                  </a:lnTo>
                  <a:lnTo>
                    <a:pt x="1345" y="350"/>
                  </a:lnTo>
                  <a:cubicBezTo>
                    <a:pt x="1345" y="365"/>
                    <a:pt x="1345" y="365"/>
                    <a:pt x="1345" y="365"/>
                  </a:cubicBezTo>
                  <a:cubicBezTo>
                    <a:pt x="1360" y="395"/>
                    <a:pt x="1360" y="410"/>
                    <a:pt x="1375" y="425"/>
                  </a:cubicBezTo>
                  <a:cubicBezTo>
                    <a:pt x="1405" y="425"/>
                    <a:pt x="1449" y="440"/>
                    <a:pt x="1479" y="440"/>
                  </a:cubicBezTo>
                  <a:cubicBezTo>
                    <a:pt x="1509" y="455"/>
                    <a:pt x="1539" y="455"/>
                    <a:pt x="1569" y="470"/>
                  </a:cubicBezTo>
                  <a:lnTo>
                    <a:pt x="1599" y="470"/>
                  </a:lnTo>
                  <a:cubicBezTo>
                    <a:pt x="1629" y="470"/>
                    <a:pt x="1658" y="485"/>
                    <a:pt x="1688" y="485"/>
                  </a:cubicBezTo>
                  <a:cubicBezTo>
                    <a:pt x="1688" y="499"/>
                    <a:pt x="1703" y="499"/>
                    <a:pt x="1703" y="499"/>
                  </a:cubicBezTo>
                  <a:cubicBezTo>
                    <a:pt x="1741" y="514"/>
                    <a:pt x="1774" y="518"/>
                    <a:pt x="1808" y="518"/>
                  </a:cubicBezTo>
                  <a:cubicBezTo>
                    <a:pt x="1841" y="518"/>
                    <a:pt x="1875" y="514"/>
                    <a:pt x="1912" y="514"/>
                  </a:cubicBezTo>
                  <a:lnTo>
                    <a:pt x="1927" y="529"/>
                  </a:lnTo>
                  <a:lnTo>
                    <a:pt x="2062" y="544"/>
                  </a:lnTo>
                  <a:cubicBezTo>
                    <a:pt x="2077" y="559"/>
                    <a:pt x="2077" y="559"/>
                    <a:pt x="2092" y="574"/>
                  </a:cubicBezTo>
                  <a:cubicBezTo>
                    <a:pt x="2121" y="574"/>
                    <a:pt x="2151" y="559"/>
                    <a:pt x="2181" y="544"/>
                  </a:cubicBezTo>
                  <a:cubicBezTo>
                    <a:pt x="2181" y="544"/>
                    <a:pt x="2181" y="544"/>
                    <a:pt x="2181" y="529"/>
                  </a:cubicBezTo>
                  <a:cubicBezTo>
                    <a:pt x="2241" y="544"/>
                    <a:pt x="2286" y="544"/>
                    <a:pt x="2331" y="559"/>
                  </a:cubicBezTo>
                  <a:lnTo>
                    <a:pt x="2375" y="559"/>
                  </a:lnTo>
                  <a:cubicBezTo>
                    <a:pt x="2405" y="559"/>
                    <a:pt x="2420" y="574"/>
                    <a:pt x="2450" y="574"/>
                  </a:cubicBezTo>
                  <a:cubicBezTo>
                    <a:pt x="2450" y="574"/>
                    <a:pt x="2465" y="589"/>
                    <a:pt x="2465" y="589"/>
                  </a:cubicBezTo>
                  <a:cubicBezTo>
                    <a:pt x="2569" y="610"/>
                    <a:pt x="2666" y="638"/>
                    <a:pt x="2760" y="638"/>
                  </a:cubicBezTo>
                  <a:cubicBezTo>
                    <a:pt x="2801" y="638"/>
                    <a:pt x="2842" y="633"/>
                    <a:pt x="2883" y="619"/>
                  </a:cubicBezTo>
                  <a:cubicBezTo>
                    <a:pt x="2898" y="619"/>
                    <a:pt x="2898" y="619"/>
                    <a:pt x="2898" y="604"/>
                  </a:cubicBezTo>
                  <a:lnTo>
                    <a:pt x="3212" y="649"/>
                  </a:lnTo>
                  <a:lnTo>
                    <a:pt x="3227" y="649"/>
                  </a:lnTo>
                  <a:cubicBezTo>
                    <a:pt x="3257" y="664"/>
                    <a:pt x="3301" y="664"/>
                    <a:pt x="3331" y="664"/>
                  </a:cubicBezTo>
                  <a:cubicBezTo>
                    <a:pt x="3361" y="664"/>
                    <a:pt x="3376" y="664"/>
                    <a:pt x="3391" y="649"/>
                  </a:cubicBezTo>
                  <a:lnTo>
                    <a:pt x="3615" y="664"/>
                  </a:lnTo>
                  <a:cubicBezTo>
                    <a:pt x="3615" y="679"/>
                    <a:pt x="3615" y="679"/>
                    <a:pt x="3630" y="694"/>
                  </a:cubicBezTo>
                  <a:cubicBezTo>
                    <a:pt x="3658" y="705"/>
                    <a:pt x="3685" y="710"/>
                    <a:pt x="3711" y="710"/>
                  </a:cubicBezTo>
                  <a:cubicBezTo>
                    <a:pt x="3752" y="710"/>
                    <a:pt x="3793" y="697"/>
                    <a:pt x="3839" y="679"/>
                  </a:cubicBezTo>
                  <a:lnTo>
                    <a:pt x="3854" y="679"/>
                  </a:lnTo>
                  <a:cubicBezTo>
                    <a:pt x="3854" y="679"/>
                    <a:pt x="3869" y="679"/>
                    <a:pt x="3869" y="664"/>
                  </a:cubicBezTo>
                  <a:cubicBezTo>
                    <a:pt x="3944" y="679"/>
                    <a:pt x="4018" y="679"/>
                    <a:pt x="4093" y="694"/>
                  </a:cubicBezTo>
                  <a:lnTo>
                    <a:pt x="4123" y="694"/>
                  </a:lnTo>
                  <a:lnTo>
                    <a:pt x="4093" y="679"/>
                  </a:lnTo>
                  <a:cubicBezTo>
                    <a:pt x="4093" y="664"/>
                    <a:pt x="4093" y="664"/>
                    <a:pt x="4108" y="664"/>
                  </a:cubicBezTo>
                  <a:cubicBezTo>
                    <a:pt x="4108" y="664"/>
                    <a:pt x="4108" y="679"/>
                    <a:pt x="4123" y="694"/>
                  </a:cubicBezTo>
                  <a:lnTo>
                    <a:pt x="4168" y="694"/>
                  </a:lnTo>
                  <a:cubicBezTo>
                    <a:pt x="4183" y="694"/>
                    <a:pt x="4198" y="709"/>
                    <a:pt x="4212" y="709"/>
                  </a:cubicBezTo>
                  <a:lnTo>
                    <a:pt x="4765" y="709"/>
                  </a:lnTo>
                  <a:cubicBezTo>
                    <a:pt x="4765" y="724"/>
                    <a:pt x="4765" y="724"/>
                    <a:pt x="4780" y="738"/>
                  </a:cubicBezTo>
                  <a:cubicBezTo>
                    <a:pt x="4813" y="755"/>
                    <a:pt x="4841" y="767"/>
                    <a:pt x="4867" y="767"/>
                  </a:cubicBezTo>
                  <a:cubicBezTo>
                    <a:pt x="4889" y="767"/>
                    <a:pt x="4909" y="759"/>
                    <a:pt x="4929" y="738"/>
                  </a:cubicBezTo>
                  <a:lnTo>
                    <a:pt x="4944" y="753"/>
                  </a:lnTo>
                  <a:cubicBezTo>
                    <a:pt x="5005" y="778"/>
                    <a:pt x="5065" y="821"/>
                    <a:pt x="5133" y="821"/>
                  </a:cubicBezTo>
                  <a:cubicBezTo>
                    <a:pt x="5150" y="821"/>
                    <a:pt x="5166" y="819"/>
                    <a:pt x="5183" y="813"/>
                  </a:cubicBezTo>
                  <a:lnTo>
                    <a:pt x="5198" y="798"/>
                  </a:lnTo>
                  <a:cubicBezTo>
                    <a:pt x="5213" y="783"/>
                    <a:pt x="5243" y="783"/>
                    <a:pt x="5258" y="783"/>
                  </a:cubicBezTo>
                  <a:cubicBezTo>
                    <a:pt x="5288" y="768"/>
                    <a:pt x="5303" y="753"/>
                    <a:pt x="5318" y="738"/>
                  </a:cubicBezTo>
                  <a:cubicBezTo>
                    <a:pt x="5318" y="768"/>
                    <a:pt x="5318" y="783"/>
                    <a:pt x="5333" y="813"/>
                  </a:cubicBezTo>
                  <a:cubicBezTo>
                    <a:pt x="5348" y="828"/>
                    <a:pt x="5363" y="828"/>
                    <a:pt x="5377" y="828"/>
                  </a:cubicBezTo>
                  <a:lnTo>
                    <a:pt x="5392" y="843"/>
                  </a:lnTo>
                  <a:cubicBezTo>
                    <a:pt x="5422" y="843"/>
                    <a:pt x="5452" y="843"/>
                    <a:pt x="5497" y="828"/>
                  </a:cubicBezTo>
                  <a:lnTo>
                    <a:pt x="5497" y="828"/>
                  </a:lnTo>
                  <a:cubicBezTo>
                    <a:pt x="5482" y="843"/>
                    <a:pt x="5482" y="843"/>
                    <a:pt x="5497" y="858"/>
                  </a:cubicBezTo>
                  <a:cubicBezTo>
                    <a:pt x="5497" y="888"/>
                    <a:pt x="5527" y="888"/>
                    <a:pt x="5542" y="888"/>
                  </a:cubicBezTo>
                  <a:cubicBezTo>
                    <a:pt x="5550" y="885"/>
                    <a:pt x="5559" y="884"/>
                    <a:pt x="5567" y="884"/>
                  </a:cubicBezTo>
                  <a:cubicBezTo>
                    <a:pt x="5604" y="884"/>
                    <a:pt x="5640" y="906"/>
                    <a:pt x="5676" y="918"/>
                  </a:cubicBezTo>
                  <a:cubicBezTo>
                    <a:pt x="5712" y="927"/>
                    <a:pt x="5749" y="941"/>
                    <a:pt x="5785" y="941"/>
                  </a:cubicBezTo>
                  <a:cubicBezTo>
                    <a:pt x="5809" y="941"/>
                    <a:pt x="5832" y="935"/>
                    <a:pt x="5855" y="918"/>
                  </a:cubicBezTo>
                  <a:cubicBezTo>
                    <a:pt x="5870" y="963"/>
                    <a:pt x="5915" y="963"/>
                    <a:pt x="5960" y="963"/>
                  </a:cubicBezTo>
                  <a:cubicBezTo>
                    <a:pt x="6020" y="977"/>
                    <a:pt x="6079" y="977"/>
                    <a:pt x="6139" y="977"/>
                  </a:cubicBezTo>
                  <a:cubicBezTo>
                    <a:pt x="6259" y="977"/>
                    <a:pt x="6274" y="977"/>
                    <a:pt x="6244" y="873"/>
                  </a:cubicBezTo>
                  <a:lnTo>
                    <a:pt x="6244" y="873"/>
                  </a:lnTo>
                  <a:cubicBezTo>
                    <a:pt x="6274" y="888"/>
                    <a:pt x="6318" y="888"/>
                    <a:pt x="6348" y="903"/>
                  </a:cubicBezTo>
                  <a:lnTo>
                    <a:pt x="6289" y="948"/>
                  </a:lnTo>
                  <a:cubicBezTo>
                    <a:pt x="6303" y="948"/>
                    <a:pt x="6318" y="948"/>
                    <a:pt x="6333" y="933"/>
                  </a:cubicBezTo>
                  <a:cubicBezTo>
                    <a:pt x="6378" y="948"/>
                    <a:pt x="6408" y="963"/>
                    <a:pt x="6453" y="977"/>
                  </a:cubicBezTo>
                  <a:cubicBezTo>
                    <a:pt x="6483" y="963"/>
                    <a:pt x="6513" y="948"/>
                    <a:pt x="6528" y="933"/>
                  </a:cubicBezTo>
                  <a:cubicBezTo>
                    <a:pt x="6556" y="968"/>
                    <a:pt x="6585" y="987"/>
                    <a:pt x="6611" y="987"/>
                  </a:cubicBezTo>
                  <a:cubicBezTo>
                    <a:pt x="6641" y="987"/>
                    <a:pt x="6668" y="965"/>
                    <a:pt x="6692" y="918"/>
                  </a:cubicBezTo>
                  <a:cubicBezTo>
                    <a:pt x="6722" y="903"/>
                    <a:pt x="6737" y="903"/>
                    <a:pt x="6766" y="903"/>
                  </a:cubicBezTo>
                  <a:lnTo>
                    <a:pt x="6781" y="903"/>
                  </a:lnTo>
                  <a:cubicBezTo>
                    <a:pt x="6817" y="915"/>
                    <a:pt x="6854" y="956"/>
                    <a:pt x="6890" y="956"/>
                  </a:cubicBezTo>
                  <a:cubicBezTo>
                    <a:pt x="6898" y="956"/>
                    <a:pt x="6907" y="953"/>
                    <a:pt x="6916" y="948"/>
                  </a:cubicBezTo>
                  <a:cubicBezTo>
                    <a:pt x="6946" y="948"/>
                    <a:pt x="6976" y="933"/>
                    <a:pt x="7005" y="933"/>
                  </a:cubicBezTo>
                  <a:cubicBezTo>
                    <a:pt x="7005" y="933"/>
                    <a:pt x="6991" y="933"/>
                    <a:pt x="6991" y="948"/>
                  </a:cubicBezTo>
                  <a:cubicBezTo>
                    <a:pt x="7005" y="948"/>
                    <a:pt x="7005" y="963"/>
                    <a:pt x="7020" y="963"/>
                  </a:cubicBezTo>
                  <a:cubicBezTo>
                    <a:pt x="7020" y="963"/>
                    <a:pt x="7035" y="948"/>
                    <a:pt x="7050" y="948"/>
                  </a:cubicBezTo>
                  <a:cubicBezTo>
                    <a:pt x="7035" y="933"/>
                    <a:pt x="7035" y="933"/>
                    <a:pt x="7020" y="933"/>
                  </a:cubicBezTo>
                  <a:lnTo>
                    <a:pt x="7215" y="933"/>
                  </a:lnTo>
                  <a:lnTo>
                    <a:pt x="7229" y="918"/>
                  </a:lnTo>
                  <a:lnTo>
                    <a:pt x="7229" y="933"/>
                  </a:lnTo>
                  <a:cubicBezTo>
                    <a:pt x="7215" y="963"/>
                    <a:pt x="7215" y="992"/>
                    <a:pt x="7259" y="1007"/>
                  </a:cubicBezTo>
                  <a:cubicBezTo>
                    <a:pt x="7304" y="1037"/>
                    <a:pt x="7334" y="1067"/>
                    <a:pt x="7394" y="1067"/>
                  </a:cubicBezTo>
                  <a:cubicBezTo>
                    <a:pt x="7513" y="1172"/>
                    <a:pt x="7633" y="1261"/>
                    <a:pt x="7752" y="1366"/>
                  </a:cubicBezTo>
                  <a:cubicBezTo>
                    <a:pt x="7767" y="1396"/>
                    <a:pt x="7782" y="1426"/>
                    <a:pt x="7797" y="1455"/>
                  </a:cubicBezTo>
                  <a:cubicBezTo>
                    <a:pt x="7812" y="1485"/>
                    <a:pt x="7827" y="1515"/>
                    <a:pt x="7827" y="1515"/>
                  </a:cubicBezTo>
                  <a:cubicBezTo>
                    <a:pt x="7812" y="1545"/>
                    <a:pt x="7782" y="1545"/>
                    <a:pt x="7767" y="1560"/>
                  </a:cubicBezTo>
                  <a:cubicBezTo>
                    <a:pt x="7752" y="1545"/>
                    <a:pt x="7752" y="1515"/>
                    <a:pt x="7737" y="1500"/>
                  </a:cubicBezTo>
                  <a:lnTo>
                    <a:pt x="7722" y="1500"/>
                  </a:lnTo>
                  <a:cubicBezTo>
                    <a:pt x="7707" y="1545"/>
                    <a:pt x="7707" y="1575"/>
                    <a:pt x="7693" y="1620"/>
                  </a:cubicBezTo>
                  <a:lnTo>
                    <a:pt x="7812" y="1620"/>
                  </a:lnTo>
                  <a:cubicBezTo>
                    <a:pt x="7827" y="1635"/>
                    <a:pt x="7842" y="1650"/>
                    <a:pt x="7842" y="1664"/>
                  </a:cubicBezTo>
                  <a:cubicBezTo>
                    <a:pt x="7842" y="1694"/>
                    <a:pt x="7842" y="1724"/>
                    <a:pt x="7827" y="1754"/>
                  </a:cubicBezTo>
                  <a:lnTo>
                    <a:pt x="7887" y="1754"/>
                  </a:lnTo>
                  <a:cubicBezTo>
                    <a:pt x="7887" y="1799"/>
                    <a:pt x="7887" y="1844"/>
                    <a:pt x="7887" y="1889"/>
                  </a:cubicBezTo>
                  <a:cubicBezTo>
                    <a:pt x="7902" y="1918"/>
                    <a:pt x="7917" y="1948"/>
                    <a:pt x="7931" y="1978"/>
                  </a:cubicBezTo>
                  <a:cubicBezTo>
                    <a:pt x="8006" y="1874"/>
                    <a:pt x="7946" y="1799"/>
                    <a:pt x="7917" y="1709"/>
                  </a:cubicBezTo>
                  <a:cubicBezTo>
                    <a:pt x="7872" y="1590"/>
                    <a:pt x="7917" y="1440"/>
                    <a:pt x="7782" y="1366"/>
                  </a:cubicBezTo>
                  <a:cubicBezTo>
                    <a:pt x="7693" y="1276"/>
                    <a:pt x="7603" y="1172"/>
                    <a:pt x="7513" y="1082"/>
                  </a:cubicBezTo>
                  <a:cubicBezTo>
                    <a:pt x="7618" y="1082"/>
                    <a:pt x="7722" y="1112"/>
                    <a:pt x="7827" y="1127"/>
                  </a:cubicBezTo>
                  <a:cubicBezTo>
                    <a:pt x="7846" y="1127"/>
                    <a:pt x="7860" y="1128"/>
                    <a:pt x="7870" y="1128"/>
                  </a:cubicBezTo>
                  <a:cubicBezTo>
                    <a:pt x="7901" y="1128"/>
                    <a:pt x="7898" y="1119"/>
                    <a:pt x="7887" y="1052"/>
                  </a:cubicBezTo>
                  <a:cubicBezTo>
                    <a:pt x="7887" y="1037"/>
                    <a:pt x="7872" y="992"/>
                    <a:pt x="7917" y="977"/>
                  </a:cubicBezTo>
                  <a:cubicBezTo>
                    <a:pt x="7946" y="977"/>
                    <a:pt x="7976" y="963"/>
                    <a:pt x="7991" y="933"/>
                  </a:cubicBezTo>
                  <a:lnTo>
                    <a:pt x="7991" y="933"/>
                  </a:lnTo>
                  <a:cubicBezTo>
                    <a:pt x="7976" y="1052"/>
                    <a:pt x="8021" y="1127"/>
                    <a:pt x="8111" y="1157"/>
                  </a:cubicBezTo>
                  <a:cubicBezTo>
                    <a:pt x="8111" y="1157"/>
                    <a:pt x="8126" y="1142"/>
                    <a:pt x="8126" y="1142"/>
                  </a:cubicBezTo>
                  <a:lnTo>
                    <a:pt x="8170" y="1142"/>
                  </a:lnTo>
                  <a:cubicBezTo>
                    <a:pt x="8170" y="1142"/>
                    <a:pt x="8170" y="1157"/>
                    <a:pt x="8185" y="1157"/>
                  </a:cubicBezTo>
                  <a:cubicBezTo>
                    <a:pt x="8290" y="1216"/>
                    <a:pt x="8409" y="1231"/>
                    <a:pt x="8529" y="1246"/>
                  </a:cubicBezTo>
                  <a:lnTo>
                    <a:pt x="8544" y="1246"/>
                  </a:lnTo>
                  <a:cubicBezTo>
                    <a:pt x="8514" y="1276"/>
                    <a:pt x="8499" y="1306"/>
                    <a:pt x="8484" y="1351"/>
                  </a:cubicBezTo>
                  <a:cubicBezTo>
                    <a:pt x="8469" y="1411"/>
                    <a:pt x="8454" y="1470"/>
                    <a:pt x="8439" y="1530"/>
                  </a:cubicBezTo>
                  <a:cubicBezTo>
                    <a:pt x="8424" y="1530"/>
                    <a:pt x="8424" y="1545"/>
                    <a:pt x="8409" y="1560"/>
                  </a:cubicBezTo>
                  <a:cubicBezTo>
                    <a:pt x="8380" y="1635"/>
                    <a:pt x="8335" y="1694"/>
                    <a:pt x="8275" y="1739"/>
                  </a:cubicBezTo>
                  <a:lnTo>
                    <a:pt x="8275" y="1754"/>
                  </a:lnTo>
                  <a:cubicBezTo>
                    <a:pt x="8268" y="1747"/>
                    <a:pt x="8256" y="1743"/>
                    <a:pt x="8247" y="1743"/>
                  </a:cubicBezTo>
                  <a:cubicBezTo>
                    <a:pt x="8238" y="1743"/>
                    <a:pt x="8230" y="1747"/>
                    <a:pt x="8230" y="1754"/>
                  </a:cubicBezTo>
                  <a:cubicBezTo>
                    <a:pt x="8200" y="1784"/>
                    <a:pt x="8170" y="1829"/>
                    <a:pt x="8230" y="1874"/>
                  </a:cubicBezTo>
                  <a:cubicBezTo>
                    <a:pt x="8215" y="1889"/>
                    <a:pt x="8215" y="1903"/>
                    <a:pt x="8200" y="1933"/>
                  </a:cubicBezTo>
                  <a:cubicBezTo>
                    <a:pt x="8156" y="1978"/>
                    <a:pt x="8200" y="1993"/>
                    <a:pt x="8230" y="2008"/>
                  </a:cubicBezTo>
                  <a:lnTo>
                    <a:pt x="8215" y="2008"/>
                  </a:lnTo>
                  <a:cubicBezTo>
                    <a:pt x="8185" y="2053"/>
                    <a:pt x="8126" y="2053"/>
                    <a:pt x="8081" y="2083"/>
                  </a:cubicBezTo>
                  <a:cubicBezTo>
                    <a:pt x="8081" y="2098"/>
                    <a:pt x="8081" y="2098"/>
                    <a:pt x="8081" y="2098"/>
                  </a:cubicBezTo>
                  <a:cubicBezTo>
                    <a:pt x="8051" y="2113"/>
                    <a:pt x="8036" y="2128"/>
                    <a:pt x="8006" y="2142"/>
                  </a:cubicBezTo>
                  <a:cubicBezTo>
                    <a:pt x="8006" y="2172"/>
                    <a:pt x="8021" y="2202"/>
                    <a:pt x="8021" y="2232"/>
                  </a:cubicBezTo>
                  <a:lnTo>
                    <a:pt x="8021" y="2247"/>
                  </a:lnTo>
                  <a:cubicBezTo>
                    <a:pt x="7946" y="2277"/>
                    <a:pt x="7976" y="2322"/>
                    <a:pt x="7976" y="2366"/>
                  </a:cubicBezTo>
                  <a:cubicBezTo>
                    <a:pt x="7959" y="2350"/>
                    <a:pt x="7949" y="2341"/>
                    <a:pt x="7939" y="2341"/>
                  </a:cubicBezTo>
                  <a:cubicBezTo>
                    <a:pt x="7923" y="2341"/>
                    <a:pt x="7909" y="2365"/>
                    <a:pt x="7872" y="2411"/>
                  </a:cubicBezTo>
                  <a:cubicBezTo>
                    <a:pt x="7857" y="2441"/>
                    <a:pt x="7812" y="2456"/>
                    <a:pt x="7797" y="2486"/>
                  </a:cubicBezTo>
                  <a:cubicBezTo>
                    <a:pt x="7797" y="2501"/>
                    <a:pt x="7782" y="2516"/>
                    <a:pt x="7797" y="2516"/>
                  </a:cubicBezTo>
                  <a:lnTo>
                    <a:pt x="7797" y="2531"/>
                  </a:lnTo>
                  <a:lnTo>
                    <a:pt x="7767" y="2531"/>
                  </a:lnTo>
                  <a:cubicBezTo>
                    <a:pt x="7722" y="2561"/>
                    <a:pt x="7722" y="2605"/>
                    <a:pt x="7707" y="2650"/>
                  </a:cubicBezTo>
                  <a:cubicBezTo>
                    <a:pt x="7707" y="2665"/>
                    <a:pt x="7707" y="2680"/>
                    <a:pt x="7707" y="2680"/>
                  </a:cubicBezTo>
                  <a:cubicBezTo>
                    <a:pt x="7707" y="2695"/>
                    <a:pt x="7707" y="2710"/>
                    <a:pt x="7707" y="2710"/>
                  </a:cubicBezTo>
                  <a:lnTo>
                    <a:pt x="7603" y="2844"/>
                  </a:lnTo>
                  <a:cubicBezTo>
                    <a:pt x="7603" y="2844"/>
                    <a:pt x="7588" y="2859"/>
                    <a:pt x="7588" y="2859"/>
                  </a:cubicBezTo>
                  <a:cubicBezTo>
                    <a:pt x="7588" y="2859"/>
                    <a:pt x="7588" y="2874"/>
                    <a:pt x="7573" y="2874"/>
                  </a:cubicBezTo>
                  <a:cubicBezTo>
                    <a:pt x="7573" y="2889"/>
                    <a:pt x="7558" y="2904"/>
                    <a:pt x="7543" y="2904"/>
                  </a:cubicBezTo>
                  <a:lnTo>
                    <a:pt x="7588" y="2919"/>
                  </a:lnTo>
                  <a:cubicBezTo>
                    <a:pt x="7588" y="2934"/>
                    <a:pt x="7588" y="2934"/>
                    <a:pt x="7603" y="2934"/>
                  </a:cubicBezTo>
                  <a:cubicBezTo>
                    <a:pt x="7603" y="2934"/>
                    <a:pt x="7603" y="2949"/>
                    <a:pt x="7603" y="2949"/>
                  </a:cubicBezTo>
                  <a:lnTo>
                    <a:pt x="7588" y="2964"/>
                  </a:lnTo>
                  <a:cubicBezTo>
                    <a:pt x="7483" y="3009"/>
                    <a:pt x="7468" y="3128"/>
                    <a:pt x="7424" y="3218"/>
                  </a:cubicBezTo>
                  <a:cubicBezTo>
                    <a:pt x="7409" y="3218"/>
                    <a:pt x="7409" y="3218"/>
                    <a:pt x="7409" y="3233"/>
                  </a:cubicBezTo>
                  <a:lnTo>
                    <a:pt x="7349" y="3307"/>
                  </a:lnTo>
                  <a:cubicBezTo>
                    <a:pt x="7349" y="3337"/>
                    <a:pt x="7364" y="3382"/>
                    <a:pt x="7364" y="3412"/>
                  </a:cubicBezTo>
                  <a:cubicBezTo>
                    <a:pt x="7349" y="3412"/>
                    <a:pt x="7334" y="3427"/>
                    <a:pt x="7334" y="3442"/>
                  </a:cubicBezTo>
                  <a:cubicBezTo>
                    <a:pt x="7322" y="3434"/>
                    <a:pt x="7310" y="3430"/>
                    <a:pt x="7300" y="3430"/>
                  </a:cubicBezTo>
                  <a:cubicBezTo>
                    <a:pt x="7275" y="3430"/>
                    <a:pt x="7259" y="3454"/>
                    <a:pt x="7259" y="3487"/>
                  </a:cubicBezTo>
                  <a:lnTo>
                    <a:pt x="7229" y="3531"/>
                  </a:lnTo>
                  <a:cubicBezTo>
                    <a:pt x="7200" y="3591"/>
                    <a:pt x="7170" y="3636"/>
                    <a:pt x="7140" y="3696"/>
                  </a:cubicBezTo>
                  <a:cubicBezTo>
                    <a:pt x="7110" y="3696"/>
                    <a:pt x="7065" y="3696"/>
                    <a:pt x="7065" y="3711"/>
                  </a:cubicBezTo>
                  <a:cubicBezTo>
                    <a:pt x="7050" y="3741"/>
                    <a:pt x="7065" y="3770"/>
                    <a:pt x="7080" y="3800"/>
                  </a:cubicBezTo>
                  <a:cubicBezTo>
                    <a:pt x="7020" y="3920"/>
                    <a:pt x="6976" y="4024"/>
                    <a:pt x="6916" y="4144"/>
                  </a:cubicBezTo>
                  <a:cubicBezTo>
                    <a:pt x="6901" y="4189"/>
                    <a:pt x="6856" y="4233"/>
                    <a:pt x="6826" y="4263"/>
                  </a:cubicBezTo>
                  <a:cubicBezTo>
                    <a:pt x="6796" y="4338"/>
                    <a:pt x="6722" y="4398"/>
                    <a:pt x="6752" y="4502"/>
                  </a:cubicBezTo>
                  <a:cubicBezTo>
                    <a:pt x="6752" y="4517"/>
                    <a:pt x="6737" y="4517"/>
                    <a:pt x="6737" y="4532"/>
                  </a:cubicBezTo>
                  <a:cubicBezTo>
                    <a:pt x="6737" y="4547"/>
                    <a:pt x="6737" y="4577"/>
                    <a:pt x="6737" y="4592"/>
                  </a:cubicBezTo>
                  <a:lnTo>
                    <a:pt x="6707" y="4682"/>
                  </a:lnTo>
                  <a:cubicBezTo>
                    <a:pt x="6692" y="4711"/>
                    <a:pt x="6677" y="4726"/>
                    <a:pt x="6662" y="4756"/>
                  </a:cubicBezTo>
                  <a:cubicBezTo>
                    <a:pt x="6647" y="4786"/>
                    <a:pt x="6617" y="4801"/>
                    <a:pt x="6602" y="4831"/>
                  </a:cubicBezTo>
                  <a:cubicBezTo>
                    <a:pt x="6589" y="4865"/>
                    <a:pt x="6594" y="4874"/>
                    <a:pt x="6604" y="4874"/>
                  </a:cubicBezTo>
                  <a:cubicBezTo>
                    <a:pt x="6617" y="4874"/>
                    <a:pt x="6639" y="4861"/>
                    <a:pt x="6647" y="4861"/>
                  </a:cubicBezTo>
                  <a:cubicBezTo>
                    <a:pt x="6632" y="4891"/>
                    <a:pt x="6617" y="4906"/>
                    <a:pt x="6602" y="4935"/>
                  </a:cubicBezTo>
                  <a:cubicBezTo>
                    <a:pt x="6542" y="4965"/>
                    <a:pt x="6468" y="5010"/>
                    <a:pt x="6408" y="5040"/>
                  </a:cubicBezTo>
                  <a:lnTo>
                    <a:pt x="6393" y="5040"/>
                  </a:lnTo>
                  <a:cubicBezTo>
                    <a:pt x="6393" y="5040"/>
                    <a:pt x="6393" y="5025"/>
                    <a:pt x="6393" y="5025"/>
                  </a:cubicBezTo>
                  <a:cubicBezTo>
                    <a:pt x="6393" y="5010"/>
                    <a:pt x="6378" y="4995"/>
                    <a:pt x="6348" y="4995"/>
                  </a:cubicBezTo>
                  <a:lnTo>
                    <a:pt x="6348" y="4891"/>
                  </a:lnTo>
                  <a:cubicBezTo>
                    <a:pt x="6289" y="4921"/>
                    <a:pt x="6289" y="4950"/>
                    <a:pt x="6333" y="4995"/>
                  </a:cubicBezTo>
                  <a:cubicBezTo>
                    <a:pt x="6303" y="5010"/>
                    <a:pt x="6289" y="5025"/>
                    <a:pt x="6259" y="5040"/>
                  </a:cubicBezTo>
                  <a:cubicBezTo>
                    <a:pt x="6214" y="5055"/>
                    <a:pt x="6154" y="5055"/>
                    <a:pt x="6109" y="5070"/>
                  </a:cubicBezTo>
                  <a:cubicBezTo>
                    <a:pt x="6079" y="5070"/>
                    <a:pt x="6064" y="5085"/>
                    <a:pt x="6050" y="5085"/>
                  </a:cubicBezTo>
                  <a:lnTo>
                    <a:pt x="6035" y="5085"/>
                  </a:lnTo>
                  <a:cubicBezTo>
                    <a:pt x="5781" y="5204"/>
                    <a:pt x="5676" y="5428"/>
                    <a:pt x="5766" y="5652"/>
                  </a:cubicBezTo>
                  <a:cubicBezTo>
                    <a:pt x="5766" y="5697"/>
                    <a:pt x="5751" y="5742"/>
                    <a:pt x="5796" y="5772"/>
                  </a:cubicBezTo>
                  <a:cubicBezTo>
                    <a:pt x="5796" y="5772"/>
                    <a:pt x="5811" y="5787"/>
                    <a:pt x="5811" y="5787"/>
                  </a:cubicBezTo>
                  <a:cubicBezTo>
                    <a:pt x="5870" y="5832"/>
                    <a:pt x="5915" y="5876"/>
                    <a:pt x="5960" y="5906"/>
                  </a:cubicBezTo>
                  <a:cubicBezTo>
                    <a:pt x="5975" y="5921"/>
                    <a:pt x="5975" y="5921"/>
                    <a:pt x="5975" y="5921"/>
                  </a:cubicBezTo>
                  <a:cubicBezTo>
                    <a:pt x="5960" y="5966"/>
                    <a:pt x="5945" y="5996"/>
                    <a:pt x="5930" y="6041"/>
                  </a:cubicBezTo>
                  <a:lnTo>
                    <a:pt x="5915" y="6041"/>
                  </a:lnTo>
                  <a:cubicBezTo>
                    <a:pt x="5855" y="6056"/>
                    <a:pt x="5900" y="6130"/>
                    <a:pt x="5840" y="6160"/>
                  </a:cubicBezTo>
                  <a:cubicBezTo>
                    <a:pt x="5781" y="6190"/>
                    <a:pt x="5751" y="6250"/>
                    <a:pt x="5706" y="6295"/>
                  </a:cubicBezTo>
                  <a:cubicBezTo>
                    <a:pt x="5661" y="6339"/>
                    <a:pt x="5661" y="6384"/>
                    <a:pt x="5706" y="6429"/>
                  </a:cubicBezTo>
                  <a:lnTo>
                    <a:pt x="5676" y="6429"/>
                  </a:lnTo>
                  <a:lnTo>
                    <a:pt x="5676" y="6414"/>
                  </a:lnTo>
                  <a:cubicBezTo>
                    <a:pt x="5616" y="6339"/>
                    <a:pt x="5542" y="6265"/>
                    <a:pt x="5497" y="6190"/>
                  </a:cubicBezTo>
                  <a:cubicBezTo>
                    <a:pt x="5482" y="6160"/>
                    <a:pt x="5452" y="6145"/>
                    <a:pt x="5437" y="6115"/>
                  </a:cubicBezTo>
                  <a:cubicBezTo>
                    <a:pt x="5407" y="6086"/>
                    <a:pt x="5377" y="6056"/>
                    <a:pt x="5348" y="6026"/>
                  </a:cubicBezTo>
                  <a:lnTo>
                    <a:pt x="5392" y="5891"/>
                  </a:lnTo>
                  <a:cubicBezTo>
                    <a:pt x="5392" y="5891"/>
                    <a:pt x="5392" y="5891"/>
                    <a:pt x="5377" y="5876"/>
                  </a:cubicBezTo>
                  <a:lnTo>
                    <a:pt x="5303" y="5966"/>
                  </a:lnTo>
                  <a:lnTo>
                    <a:pt x="5303" y="5951"/>
                  </a:lnTo>
                  <a:cubicBezTo>
                    <a:pt x="5094" y="5697"/>
                    <a:pt x="4870" y="5443"/>
                    <a:pt x="4661" y="5159"/>
                  </a:cubicBezTo>
                  <a:cubicBezTo>
                    <a:pt x="4302" y="4682"/>
                    <a:pt x="3929" y="4189"/>
                    <a:pt x="3540" y="3726"/>
                  </a:cubicBezTo>
                  <a:cubicBezTo>
                    <a:pt x="3316" y="3442"/>
                    <a:pt x="3077" y="3173"/>
                    <a:pt x="2838" y="2904"/>
                  </a:cubicBezTo>
                  <a:cubicBezTo>
                    <a:pt x="2734" y="2785"/>
                    <a:pt x="2614" y="2650"/>
                    <a:pt x="2480" y="2561"/>
                  </a:cubicBezTo>
                  <a:lnTo>
                    <a:pt x="2465" y="2561"/>
                  </a:lnTo>
                  <a:lnTo>
                    <a:pt x="2047" y="2113"/>
                  </a:lnTo>
                  <a:cubicBezTo>
                    <a:pt x="1838" y="1889"/>
                    <a:pt x="1644" y="1679"/>
                    <a:pt x="1434" y="1455"/>
                  </a:cubicBezTo>
                  <a:lnTo>
                    <a:pt x="1390" y="1411"/>
                  </a:lnTo>
                  <a:cubicBezTo>
                    <a:pt x="1330" y="1366"/>
                    <a:pt x="1285" y="1321"/>
                    <a:pt x="1225" y="1276"/>
                  </a:cubicBezTo>
                  <a:lnTo>
                    <a:pt x="1180" y="1187"/>
                  </a:lnTo>
                  <a:cubicBezTo>
                    <a:pt x="1180" y="1172"/>
                    <a:pt x="1180" y="1172"/>
                    <a:pt x="1180" y="1157"/>
                  </a:cubicBezTo>
                  <a:cubicBezTo>
                    <a:pt x="1168" y="1120"/>
                    <a:pt x="1146" y="1093"/>
                    <a:pt x="1105" y="1093"/>
                  </a:cubicBezTo>
                  <a:cubicBezTo>
                    <a:pt x="1096" y="1093"/>
                    <a:pt x="1087" y="1094"/>
                    <a:pt x="1076" y="1097"/>
                  </a:cubicBezTo>
                  <a:lnTo>
                    <a:pt x="1016" y="1007"/>
                  </a:lnTo>
                  <a:cubicBezTo>
                    <a:pt x="1001" y="1022"/>
                    <a:pt x="1001" y="1022"/>
                    <a:pt x="986" y="1022"/>
                  </a:cubicBezTo>
                  <a:cubicBezTo>
                    <a:pt x="1001" y="1022"/>
                    <a:pt x="1001" y="1007"/>
                    <a:pt x="1016" y="992"/>
                  </a:cubicBezTo>
                  <a:cubicBezTo>
                    <a:pt x="1001" y="918"/>
                    <a:pt x="986" y="858"/>
                    <a:pt x="897" y="828"/>
                  </a:cubicBezTo>
                  <a:cubicBezTo>
                    <a:pt x="897" y="828"/>
                    <a:pt x="897" y="843"/>
                    <a:pt x="882" y="843"/>
                  </a:cubicBezTo>
                  <a:lnTo>
                    <a:pt x="882" y="798"/>
                  </a:lnTo>
                  <a:cubicBezTo>
                    <a:pt x="867" y="709"/>
                    <a:pt x="792" y="664"/>
                    <a:pt x="717" y="649"/>
                  </a:cubicBezTo>
                  <a:cubicBezTo>
                    <a:pt x="717" y="619"/>
                    <a:pt x="717" y="589"/>
                    <a:pt x="717" y="559"/>
                  </a:cubicBezTo>
                  <a:cubicBezTo>
                    <a:pt x="688" y="529"/>
                    <a:pt x="643" y="499"/>
                    <a:pt x="613" y="470"/>
                  </a:cubicBezTo>
                  <a:cubicBezTo>
                    <a:pt x="598" y="455"/>
                    <a:pt x="598" y="440"/>
                    <a:pt x="583" y="410"/>
                  </a:cubicBezTo>
                  <a:lnTo>
                    <a:pt x="553" y="350"/>
                  </a:lnTo>
                  <a:cubicBezTo>
                    <a:pt x="553" y="335"/>
                    <a:pt x="538" y="335"/>
                    <a:pt x="538" y="320"/>
                  </a:cubicBezTo>
                  <a:cubicBezTo>
                    <a:pt x="538" y="320"/>
                    <a:pt x="538" y="305"/>
                    <a:pt x="523" y="305"/>
                  </a:cubicBezTo>
                  <a:lnTo>
                    <a:pt x="523" y="290"/>
                  </a:lnTo>
                  <a:close/>
                  <a:moveTo>
                    <a:pt x="196" y="0"/>
                  </a:moveTo>
                  <a:cubicBezTo>
                    <a:pt x="181" y="0"/>
                    <a:pt x="165" y="2"/>
                    <a:pt x="150" y="7"/>
                  </a:cubicBezTo>
                  <a:cubicBezTo>
                    <a:pt x="45" y="36"/>
                    <a:pt x="1" y="111"/>
                    <a:pt x="45" y="201"/>
                  </a:cubicBezTo>
                  <a:cubicBezTo>
                    <a:pt x="75" y="261"/>
                    <a:pt x="120" y="350"/>
                    <a:pt x="180" y="365"/>
                  </a:cubicBezTo>
                  <a:cubicBezTo>
                    <a:pt x="284" y="395"/>
                    <a:pt x="284" y="485"/>
                    <a:pt x="299" y="559"/>
                  </a:cubicBezTo>
                  <a:cubicBezTo>
                    <a:pt x="314" y="589"/>
                    <a:pt x="329" y="604"/>
                    <a:pt x="359" y="634"/>
                  </a:cubicBezTo>
                  <a:lnTo>
                    <a:pt x="419" y="709"/>
                  </a:lnTo>
                  <a:cubicBezTo>
                    <a:pt x="419" y="724"/>
                    <a:pt x="419" y="724"/>
                    <a:pt x="434" y="724"/>
                  </a:cubicBezTo>
                  <a:cubicBezTo>
                    <a:pt x="449" y="753"/>
                    <a:pt x="479" y="768"/>
                    <a:pt x="508" y="783"/>
                  </a:cubicBezTo>
                  <a:lnTo>
                    <a:pt x="523" y="783"/>
                  </a:lnTo>
                  <a:lnTo>
                    <a:pt x="538" y="798"/>
                  </a:lnTo>
                  <a:lnTo>
                    <a:pt x="538" y="813"/>
                  </a:lnTo>
                  <a:cubicBezTo>
                    <a:pt x="538" y="798"/>
                    <a:pt x="523" y="798"/>
                    <a:pt x="508" y="783"/>
                  </a:cubicBezTo>
                  <a:lnTo>
                    <a:pt x="479" y="828"/>
                  </a:lnTo>
                  <a:lnTo>
                    <a:pt x="568" y="843"/>
                  </a:lnTo>
                  <a:cubicBezTo>
                    <a:pt x="598" y="888"/>
                    <a:pt x="613" y="933"/>
                    <a:pt x="643" y="977"/>
                  </a:cubicBezTo>
                  <a:cubicBezTo>
                    <a:pt x="673" y="1007"/>
                    <a:pt x="703" y="1022"/>
                    <a:pt x="732" y="1052"/>
                  </a:cubicBezTo>
                  <a:cubicBezTo>
                    <a:pt x="732" y="1127"/>
                    <a:pt x="777" y="1157"/>
                    <a:pt x="822" y="1187"/>
                  </a:cubicBezTo>
                  <a:cubicBezTo>
                    <a:pt x="762" y="1291"/>
                    <a:pt x="867" y="1306"/>
                    <a:pt x="912" y="1351"/>
                  </a:cubicBezTo>
                  <a:cubicBezTo>
                    <a:pt x="927" y="1351"/>
                    <a:pt x="927" y="1366"/>
                    <a:pt x="942" y="1366"/>
                  </a:cubicBezTo>
                  <a:cubicBezTo>
                    <a:pt x="971" y="1411"/>
                    <a:pt x="1016" y="1440"/>
                    <a:pt x="1046" y="1485"/>
                  </a:cubicBezTo>
                  <a:lnTo>
                    <a:pt x="1046" y="1470"/>
                  </a:lnTo>
                  <a:cubicBezTo>
                    <a:pt x="1061" y="1485"/>
                    <a:pt x="1061" y="1500"/>
                    <a:pt x="1076" y="1500"/>
                  </a:cubicBezTo>
                  <a:cubicBezTo>
                    <a:pt x="1061" y="1515"/>
                    <a:pt x="1046" y="1545"/>
                    <a:pt x="1061" y="1560"/>
                  </a:cubicBezTo>
                  <a:cubicBezTo>
                    <a:pt x="1121" y="1635"/>
                    <a:pt x="1180" y="1709"/>
                    <a:pt x="1255" y="1769"/>
                  </a:cubicBezTo>
                  <a:cubicBezTo>
                    <a:pt x="1255" y="1784"/>
                    <a:pt x="1255" y="1784"/>
                    <a:pt x="1255" y="1784"/>
                  </a:cubicBezTo>
                  <a:cubicBezTo>
                    <a:pt x="1315" y="1859"/>
                    <a:pt x="1375" y="1918"/>
                    <a:pt x="1434" y="1978"/>
                  </a:cubicBezTo>
                  <a:cubicBezTo>
                    <a:pt x="1479" y="2008"/>
                    <a:pt x="1524" y="2053"/>
                    <a:pt x="1569" y="2083"/>
                  </a:cubicBezTo>
                  <a:cubicBezTo>
                    <a:pt x="1599" y="2128"/>
                    <a:pt x="1629" y="2172"/>
                    <a:pt x="1644" y="2217"/>
                  </a:cubicBezTo>
                  <a:cubicBezTo>
                    <a:pt x="1652" y="2252"/>
                    <a:pt x="1671" y="2267"/>
                    <a:pt x="1694" y="2267"/>
                  </a:cubicBezTo>
                  <a:cubicBezTo>
                    <a:pt x="1711" y="2267"/>
                    <a:pt x="1729" y="2259"/>
                    <a:pt x="1748" y="2247"/>
                  </a:cubicBezTo>
                  <a:lnTo>
                    <a:pt x="1748" y="2247"/>
                  </a:lnTo>
                  <a:cubicBezTo>
                    <a:pt x="1718" y="2366"/>
                    <a:pt x="1808" y="2411"/>
                    <a:pt x="1868" y="2471"/>
                  </a:cubicBezTo>
                  <a:cubicBezTo>
                    <a:pt x="1957" y="2576"/>
                    <a:pt x="2047" y="2680"/>
                    <a:pt x="2136" y="2785"/>
                  </a:cubicBezTo>
                  <a:lnTo>
                    <a:pt x="2178" y="2834"/>
                  </a:lnTo>
                  <a:lnTo>
                    <a:pt x="2178" y="2834"/>
                  </a:lnTo>
                  <a:cubicBezTo>
                    <a:pt x="2174" y="2830"/>
                    <a:pt x="2170" y="2826"/>
                    <a:pt x="2166" y="2822"/>
                  </a:cubicBezTo>
                  <a:lnTo>
                    <a:pt x="2166" y="2822"/>
                  </a:lnTo>
                  <a:lnTo>
                    <a:pt x="2196" y="2859"/>
                  </a:lnTo>
                  <a:cubicBezTo>
                    <a:pt x="2194" y="2854"/>
                    <a:pt x="2191" y="2850"/>
                    <a:pt x="2187" y="2845"/>
                  </a:cubicBezTo>
                  <a:lnTo>
                    <a:pt x="2187" y="2845"/>
                  </a:lnTo>
                  <a:lnTo>
                    <a:pt x="2228" y="2893"/>
                  </a:lnTo>
                  <a:lnTo>
                    <a:pt x="2228" y="2893"/>
                  </a:lnTo>
                  <a:cubicBezTo>
                    <a:pt x="2217" y="2881"/>
                    <a:pt x="2207" y="2870"/>
                    <a:pt x="2196" y="2859"/>
                  </a:cubicBezTo>
                  <a:lnTo>
                    <a:pt x="2196" y="2859"/>
                  </a:lnTo>
                  <a:lnTo>
                    <a:pt x="2297" y="2979"/>
                  </a:lnTo>
                  <a:lnTo>
                    <a:pt x="2297" y="2979"/>
                  </a:lnTo>
                  <a:cubicBezTo>
                    <a:pt x="2283" y="2961"/>
                    <a:pt x="2270" y="2944"/>
                    <a:pt x="2257" y="2928"/>
                  </a:cubicBezTo>
                  <a:lnTo>
                    <a:pt x="2257" y="2928"/>
                  </a:lnTo>
                  <a:lnTo>
                    <a:pt x="2390" y="3086"/>
                  </a:lnTo>
                  <a:lnTo>
                    <a:pt x="2390" y="3086"/>
                  </a:lnTo>
                  <a:cubicBezTo>
                    <a:pt x="2380" y="3075"/>
                    <a:pt x="2370" y="3064"/>
                    <a:pt x="2360" y="3054"/>
                  </a:cubicBezTo>
                  <a:lnTo>
                    <a:pt x="2360" y="3054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47" y="4582"/>
                    <a:pt x="3646" y="4580"/>
                    <a:pt x="3645" y="4578"/>
                  </a:cubicBezTo>
                  <a:lnTo>
                    <a:pt x="3645" y="4578"/>
                  </a:lnTo>
                  <a:lnTo>
                    <a:pt x="5228" y="6459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64" y="4611"/>
                    <a:pt x="3691" y="4639"/>
                    <a:pt x="3705" y="4667"/>
                  </a:cubicBezTo>
                  <a:cubicBezTo>
                    <a:pt x="3809" y="4801"/>
                    <a:pt x="3929" y="4935"/>
                    <a:pt x="4033" y="5070"/>
                  </a:cubicBezTo>
                  <a:cubicBezTo>
                    <a:pt x="4227" y="5309"/>
                    <a:pt x="4422" y="5563"/>
                    <a:pt x="4616" y="5802"/>
                  </a:cubicBezTo>
                  <a:cubicBezTo>
                    <a:pt x="4750" y="5981"/>
                    <a:pt x="4885" y="6145"/>
                    <a:pt x="5019" y="6310"/>
                  </a:cubicBezTo>
                  <a:cubicBezTo>
                    <a:pt x="5034" y="6354"/>
                    <a:pt x="5079" y="6354"/>
                    <a:pt x="5124" y="6384"/>
                  </a:cubicBezTo>
                  <a:cubicBezTo>
                    <a:pt x="5138" y="6384"/>
                    <a:pt x="5138" y="6399"/>
                    <a:pt x="5138" y="6399"/>
                  </a:cubicBezTo>
                  <a:lnTo>
                    <a:pt x="5124" y="6384"/>
                  </a:lnTo>
                  <a:lnTo>
                    <a:pt x="5109" y="6474"/>
                  </a:lnTo>
                  <a:lnTo>
                    <a:pt x="5138" y="6474"/>
                  </a:lnTo>
                  <a:lnTo>
                    <a:pt x="5138" y="6444"/>
                  </a:lnTo>
                  <a:cubicBezTo>
                    <a:pt x="5153" y="6459"/>
                    <a:pt x="5168" y="6474"/>
                    <a:pt x="5183" y="6474"/>
                  </a:cubicBezTo>
                  <a:cubicBezTo>
                    <a:pt x="5183" y="6489"/>
                    <a:pt x="5183" y="6489"/>
                    <a:pt x="5183" y="6489"/>
                  </a:cubicBezTo>
                  <a:cubicBezTo>
                    <a:pt x="5228" y="6534"/>
                    <a:pt x="5273" y="6593"/>
                    <a:pt x="5318" y="6638"/>
                  </a:cubicBezTo>
                  <a:cubicBezTo>
                    <a:pt x="5333" y="6638"/>
                    <a:pt x="5348" y="6623"/>
                    <a:pt x="5363" y="6623"/>
                  </a:cubicBezTo>
                  <a:lnTo>
                    <a:pt x="5363" y="6623"/>
                  </a:lnTo>
                  <a:lnTo>
                    <a:pt x="5363" y="6623"/>
                  </a:lnTo>
                  <a:cubicBezTo>
                    <a:pt x="5377" y="6638"/>
                    <a:pt x="5407" y="6653"/>
                    <a:pt x="5422" y="6683"/>
                  </a:cubicBezTo>
                  <a:cubicBezTo>
                    <a:pt x="5452" y="6728"/>
                    <a:pt x="5482" y="6773"/>
                    <a:pt x="5512" y="6802"/>
                  </a:cubicBezTo>
                  <a:cubicBezTo>
                    <a:pt x="5542" y="6847"/>
                    <a:pt x="5572" y="6877"/>
                    <a:pt x="5601" y="6922"/>
                  </a:cubicBezTo>
                  <a:lnTo>
                    <a:pt x="5616" y="6922"/>
                  </a:lnTo>
                  <a:cubicBezTo>
                    <a:pt x="5631" y="6967"/>
                    <a:pt x="5661" y="7012"/>
                    <a:pt x="5676" y="7056"/>
                  </a:cubicBezTo>
                  <a:cubicBezTo>
                    <a:pt x="5691" y="7086"/>
                    <a:pt x="5691" y="7101"/>
                    <a:pt x="5706" y="7131"/>
                  </a:cubicBezTo>
                  <a:cubicBezTo>
                    <a:pt x="5721" y="7131"/>
                    <a:pt x="5721" y="7116"/>
                    <a:pt x="5736" y="7101"/>
                  </a:cubicBezTo>
                  <a:lnTo>
                    <a:pt x="5751" y="7101"/>
                  </a:lnTo>
                  <a:cubicBezTo>
                    <a:pt x="5796" y="7116"/>
                    <a:pt x="5855" y="7146"/>
                    <a:pt x="5915" y="7146"/>
                  </a:cubicBezTo>
                  <a:cubicBezTo>
                    <a:pt x="5945" y="7146"/>
                    <a:pt x="5990" y="7116"/>
                    <a:pt x="6020" y="7101"/>
                  </a:cubicBezTo>
                  <a:cubicBezTo>
                    <a:pt x="6005" y="7086"/>
                    <a:pt x="5975" y="7071"/>
                    <a:pt x="5975" y="7071"/>
                  </a:cubicBezTo>
                  <a:cubicBezTo>
                    <a:pt x="6020" y="6982"/>
                    <a:pt x="6050" y="6892"/>
                    <a:pt x="6094" y="6817"/>
                  </a:cubicBezTo>
                  <a:lnTo>
                    <a:pt x="6094" y="6802"/>
                  </a:lnTo>
                  <a:cubicBezTo>
                    <a:pt x="6124" y="6758"/>
                    <a:pt x="6154" y="6698"/>
                    <a:pt x="6184" y="6638"/>
                  </a:cubicBezTo>
                  <a:cubicBezTo>
                    <a:pt x="6184" y="6623"/>
                    <a:pt x="6169" y="6578"/>
                    <a:pt x="6154" y="6549"/>
                  </a:cubicBezTo>
                  <a:lnTo>
                    <a:pt x="6154" y="6534"/>
                  </a:lnTo>
                  <a:cubicBezTo>
                    <a:pt x="6214" y="6489"/>
                    <a:pt x="6303" y="6489"/>
                    <a:pt x="6318" y="6384"/>
                  </a:cubicBezTo>
                  <a:cubicBezTo>
                    <a:pt x="6318" y="6384"/>
                    <a:pt x="6318" y="6369"/>
                    <a:pt x="6318" y="6369"/>
                  </a:cubicBezTo>
                  <a:cubicBezTo>
                    <a:pt x="6348" y="6310"/>
                    <a:pt x="6378" y="6265"/>
                    <a:pt x="6408" y="6205"/>
                  </a:cubicBezTo>
                  <a:cubicBezTo>
                    <a:pt x="6423" y="6160"/>
                    <a:pt x="6423" y="6115"/>
                    <a:pt x="6453" y="6071"/>
                  </a:cubicBezTo>
                  <a:cubicBezTo>
                    <a:pt x="6587" y="5891"/>
                    <a:pt x="6752" y="5712"/>
                    <a:pt x="6796" y="5473"/>
                  </a:cubicBezTo>
                  <a:lnTo>
                    <a:pt x="6811" y="5473"/>
                  </a:lnTo>
                  <a:cubicBezTo>
                    <a:pt x="6886" y="5369"/>
                    <a:pt x="6946" y="5249"/>
                    <a:pt x="6946" y="5115"/>
                  </a:cubicBezTo>
                  <a:cubicBezTo>
                    <a:pt x="6946" y="5055"/>
                    <a:pt x="7065" y="5040"/>
                    <a:pt x="6991" y="4965"/>
                  </a:cubicBezTo>
                  <a:lnTo>
                    <a:pt x="6991" y="4950"/>
                  </a:lnTo>
                  <a:cubicBezTo>
                    <a:pt x="7020" y="4876"/>
                    <a:pt x="7065" y="4786"/>
                    <a:pt x="7095" y="4711"/>
                  </a:cubicBezTo>
                  <a:cubicBezTo>
                    <a:pt x="7110" y="4726"/>
                    <a:pt x="7125" y="4756"/>
                    <a:pt x="7140" y="4771"/>
                  </a:cubicBezTo>
                  <a:cubicBezTo>
                    <a:pt x="7155" y="4756"/>
                    <a:pt x="7170" y="4741"/>
                    <a:pt x="7185" y="4711"/>
                  </a:cubicBezTo>
                  <a:cubicBezTo>
                    <a:pt x="7200" y="4652"/>
                    <a:pt x="7215" y="4577"/>
                    <a:pt x="7244" y="4502"/>
                  </a:cubicBezTo>
                  <a:lnTo>
                    <a:pt x="7259" y="4502"/>
                  </a:lnTo>
                  <a:cubicBezTo>
                    <a:pt x="7379" y="4487"/>
                    <a:pt x="7289" y="4383"/>
                    <a:pt x="7319" y="4323"/>
                  </a:cubicBezTo>
                  <a:cubicBezTo>
                    <a:pt x="7334" y="4293"/>
                    <a:pt x="7349" y="4263"/>
                    <a:pt x="7364" y="4233"/>
                  </a:cubicBezTo>
                  <a:cubicBezTo>
                    <a:pt x="7394" y="4159"/>
                    <a:pt x="7468" y="4084"/>
                    <a:pt x="7409" y="3994"/>
                  </a:cubicBezTo>
                  <a:cubicBezTo>
                    <a:pt x="7409" y="3994"/>
                    <a:pt x="7439" y="3980"/>
                    <a:pt x="7439" y="3965"/>
                  </a:cubicBezTo>
                  <a:cubicBezTo>
                    <a:pt x="7483" y="3950"/>
                    <a:pt x="7528" y="3875"/>
                    <a:pt x="7528" y="3830"/>
                  </a:cubicBezTo>
                  <a:cubicBezTo>
                    <a:pt x="7543" y="3815"/>
                    <a:pt x="7543" y="3800"/>
                    <a:pt x="7528" y="3785"/>
                  </a:cubicBezTo>
                  <a:cubicBezTo>
                    <a:pt x="7558" y="3741"/>
                    <a:pt x="7588" y="3696"/>
                    <a:pt x="7618" y="3651"/>
                  </a:cubicBezTo>
                  <a:lnTo>
                    <a:pt x="7618" y="3636"/>
                  </a:lnTo>
                  <a:cubicBezTo>
                    <a:pt x="7663" y="3561"/>
                    <a:pt x="7693" y="3487"/>
                    <a:pt x="7722" y="3427"/>
                  </a:cubicBezTo>
                  <a:cubicBezTo>
                    <a:pt x="7782" y="3337"/>
                    <a:pt x="7842" y="3263"/>
                    <a:pt x="7887" y="3173"/>
                  </a:cubicBezTo>
                  <a:cubicBezTo>
                    <a:pt x="7917" y="3143"/>
                    <a:pt x="7931" y="3113"/>
                    <a:pt x="7961" y="3083"/>
                  </a:cubicBezTo>
                  <a:lnTo>
                    <a:pt x="8006" y="2949"/>
                  </a:lnTo>
                  <a:lnTo>
                    <a:pt x="8051" y="2949"/>
                  </a:lnTo>
                  <a:cubicBezTo>
                    <a:pt x="8036" y="2904"/>
                    <a:pt x="8081" y="2859"/>
                    <a:pt x="8066" y="2815"/>
                  </a:cubicBezTo>
                  <a:cubicBezTo>
                    <a:pt x="8066" y="2755"/>
                    <a:pt x="8141" y="2680"/>
                    <a:pt x="8185" y="2605"/>
                  </a:cubicBezTo>
                  <a:cubicBezTo>
                    <a:pt x="8193" y="2613"/>
                    <a:pt x="8197" y="2617"/>
                    <a:pt x="8200" y="2617"/>
                  </a:cubicBezTo>
                  <a:cubicBezTo>
                    <a:pt x="8204" y="2617"/>
                    <a:pt x="8208" y="2613"/>
                    <a:pt x="8215" y="2605"/>
                  </a:cubicBezTo>
                  <a:lnTo>
                    <a:pt x="8275" y="2605"/>
                  </a:lnTo>
                  <a:cubicBezTo>
                    <a:pt x="8290" y="2546"/>
                    <a:pt x="8380" y="2501"/>
                    <a:pt x="8290" y="2456"/>
                  </a:cubicBezTo>
                  <a:cubicBezTo>
                    <a:pt x="8350" y="2426"/>
                    <a:pt x="8409" y="2411"/>
                    <a:pt x="8380" y="2337"/>
                  </a:cubicBezTo>
                  <a:cubicBezTo>
                    <a:pt x="8394" y="2322"/>
                    <a:pt x="8409" y="2307"/>
                    <a:pt x="8424" y="2292"/>
                  </a:cubicBezTo>
                  <a:lnTo>
                    <a:pt x="8439" y="2292"/>
                  </a:lnTo>
                  <a:lnTo>
                    <a:pt x="8454" y="2232"/>
                  </a:lnTo>
                  <a:cubicBezTo>
                    <a:pt x="8484" y="2187"/>
                    <a:pt x="8514" y="2142"/>
                    <a:pt x="8544" y="2098"/>
                  </a:cubicBezTo>
                  <a:cubicBezTo>
                    <a:pt x="8574" y="2053"/>
                    <a:pt x="8604" y="2008"/>
                    <a:pt x="8633" y="1978"/>
                  </a:cubicBezTo>
                  <a:cubicBezTo>
                    <a:pt x="8738" y="1963"/>
                    <a:pt x="8693" y="1874"/>
                    <a:pt x="8708" y="1814"/>
                  </a:cubicBezTo>
                  <a:lnTo>
                    <a:pt x="8708" y="1814"/>
                  </a:lnTo>
                  <a:cubicBezTo>
                    <a:pt x="8693" y="1829"/>
                    <a:pt x="8693" y="1829"/>
                    <a:pt x="8693" y="1829"/>
                  </a:cubicBezTo>
                  <a:cubicBezTo>
                    <a:pt x="8693" y="1829"/>
                    <a:pt x="8693" y="1829"/>
                    <a:pt x="8693" y="1814"/>
                  </a:cubicBezTo>
                  <a:cubicBezTo>
                    <a:pt x="8708" y="1799"/>
                    <a:pt x="8708" y="1769"/>
                    <a:pt x="8708" y="1754"/>
                  </a:cubicBezTo>
                  <a:cubicBezTo>
                    <a:pt x="8718" y="1754"/>
                    <a:pt x="8731" y="1755"/>
                    <a:pt x="8744" y="1755"/>
                  </a:cubicBezTo>
                  <a:cubicBezTo>
                    <a:pt x="8790" y="1755"/>
                    <a:pt x="8838" y="1746"/>
                    <a:pt x="8768" y="1664"/>
                  </a:cubicBezTo>
                  <a:cubicBezTo>
                    <a:pt x="8798" y="1650"/>
                    <a:pt x="8828" y="1635"/>
                    <a:pt x="8857" y="1620"/>
                  </a:cubicBezTo>
                  <a:cubicBezTo>
                    <a:pt x="8857" y="1605"/>
                    <a:pt x="8857" y="1605"/>
                    <a:pt x="8857" y="1605"/>
                  </a:cubicBezTo>
                  <a:lnTo>
                    <a:pt x="8843" y="1530"/>
                  </a:lnTo>
                  <a:cubicBezTo>
                    <a:pt x="8872" y="1515"/>
                    <a:pt x="8917" y="1500"/>
                    <a:pt x="8962" y="1470"/>
                  </a:cubicBezTo>
                  <a:cubicBezTo>
                    <a:pt x="8947" y="1470"/>
                    <a:pt x="8932" y="1455"/>
                    <a:pt x="8917" y="1440"/>
                  </a:cubicBezTo>
                  <a:cubicBezTo>
                    <a:pt x="8902" y="1411"/>
                    <a:pt x="8902" y="1366"/>
                    <a:pt x="8887" y="1321"/>
                  </a:cubicBezTo>
                  <a:lnTo>
                    <a:pt x="8887" y="1321"/>
                  </a:lnTo>
                  <a:cubicBezTo>
                    <a:pt x="8917" y="1351"/>
                    <a:pt x="8962" y="1366"/>
                    <a:pt x="8992" y="1396"/>
                  </a:cubicBezTo>
                  <a:cubicBezTo>
                    <a:pt x="9007" y="1396"/>
                    <a:pt x="9037" y="1411"/>
                    <a:pt x="9052" y="1411"/>
                  </a:cubicBezTo>
                  <a:cubicBezTo>
                    <a:pt x="9156" y="1366"/>
                    <a:pt x="9171" y="1276"/>
                    <a:pt x="9111" y="1157"/>
                  </a:cubicBezTo>
                  <a:cubicBezTo>
                    <a:pt x="9186" y="1067"/>
                    <a:pt x="9186" y="1052"/>
                    <a:pt x="9067" y="1022"/>
                  </a:cubicBezTo>
                  <a:cubicBezTo>
                    <a:pt x="9007" y="1007"/>
                    <a:pt x="8947" y="963"/>
                    <a:pt x="8887" y="963"/>
                  </a:cubicBezTo>
                  <a:cubicBezTo>
                    <a:pt x="8860" y="968"/>
                    <a:pt x="8837" y="971"/>
                    <a:pt x="8816" y="971"/>
                  </a:cubicBezTo>
                  <a:cubicBezTo>
                    <a:pt x="8780" y="971"/>
                    <a:pt x="8751" y="961"/>
                    <a:pt x="8723" y="933"/>
                  </a:cubicBezTo>
                  <a:cubicBezTo>
                    <a:pt x="8708" y="918"/>
                    <a:pt x="8678" y="918"/>
                    <a:pt x="8648" y="918"/>
                  </a:cubicBezTo>
                  <a:lnTo>
                    <a:pt x="8469" y="918"/>
                  </a:lnTo>
                  <a:cubicBezTo>
                    <a:pt x="8454" y="903"/>
                    <a:pt x="8439" y="903"/>
                    <a:pt x="8409" y="888"/>
                  </a:cubicBezTo>
                  <a:cubicBezTo>
                    <a:pt x="8350" y="873"/>
                    <a:pt x="8290" y="843"/>
                    <a:pt x="8230" y="828"/>
                  </a:cubicBezTo>
                  <a:cubicBezTo>
                    <a:pt x="8230" y="828"/>
                    <a:pt x="8230" y="828"/>
                    <a:pt x="8230" y="813"/>
                  </a:cubicBezTo>
                  <a:cubicBezTo>
                    <a:pt x="8185" y="828"/>
                    <a:pt x="8156" y="843"/>
                    <a:pt x="8111" y="858"/>
                  </a:cubicBezTo>
                  <a:lnTo>
                    <a:pt x="8155" y="847"/>
                  </a:lnTo>
                  <a:lnTo>
                    <a:pt x="8155" y="847"/>
                  </a:lnTo>
                  <a:cubicBezTo>
                    <a:pt x="8144" y="851"/>
                    <a:pt x="8131" y="858"/>
                    <a:pt x="8111" y="858"/>
                  </a:cubicBezTo>
                  <a:cubicBezTo>
                    <a:pt x="8096" y="858"/>
                    <a:pt x="8081" y="858"/>
                    <a:pt x="8066" y="873"/>
                  </a:cubicBezTo>
                  <a:cubicBezTo>
                    <a:pt x="8006" y="843"/>
                    <a:pt x="7931" y="828"/>
                    <a:pt x="7872" y="798"/>
                  </a:cubicBezTo>
                  <a:cubicBezTo>
                    <a:pt x="7830" y="798"/>
                    <a:pt x="7786" y="801"/>
                    <a:pt x="7742" y="801"/>
                  </a:cubicBezTo>
                  <a:cubicBezTo>
                    <a:pt x="7676" y="801"/>
                    <a:pt x="7612" y="795"/>
                    <a:pt x="7558" y="768"/>
                  </a:cubicBezTo>
                  <a:cubicBezTo>
                    <a:pt x="7513" y="759"/>
                    <a:pt x="7473" y="745"/>
                    <a:pt x="7435" y="745"/>
                  </a:cubicBezTo>
                  <a:cubicBezTo>
                    <a:pt x="7411" y="745"/>
                    <a:pt x="7387" y="751"/>
                    <a:pt x="7364" y="768"/>
                  </a:cubicBezTo>
                  <a:cubicBezTo>
                    <a:pt x="7349" y="768"/>
                    <a:pt x="7319" y="753"/>
                    <a:pt x="7319" y="753"/>
                  </a:cubicBezTo>
                  <a:cubicBezTo>
                    <a:pt x="7311" y="712"/>
                    <a:pt x="7289" y="703"/>
                    <a:pt x="7266" y="703"/>
                  </a:cubicBezTo>
                  <a:cubicBezTo>
                    <a:pt x="7247" y="703"/>
                    <a:pt x="7228" y="709"/>
                    <a:pt x="7215" y="709"/>
                  </a:cubicBezTo>
                  <a:cubicBezTo>
                    <a:pt x="7200" y="738"/>
                    <a:pt x="7185" y="753"/>
                    <a:pt x="7170" y="783"/>
                  </a:cubicBezTo>
                  <a:cubicBezTo>
                    <a:pt x="7155" y="753"/>
                    <a:pt x="7125" y="738"/>
                    <a:pt x="7110" y="709"/>
                  </a:cubicBezTo>
                  <a:cubicBezTo>
                    <a:pt x="7089" y="730"/>
                    <a:pt x="7065" y="738"/>
                    <a:pt x="7041" y="738"/>
                  </a:cubicBezTo>
                  <a:cubicBezTo>
                    <a:pt x="6998" y="738"/>
                    <a:pt x="6954" y="713"/>
                    <a:pt x="6916" y="694"/>
                  </a:cubicBezTo>
                  <a:lnTo>
                    <a:pt x="6901" y="694"/>
                  </a:lnTo>
                  <a:cubicBezTo>
                    <a:pt x="6781" y="604"/>
                    <a:pt x="6677" y="529"/>
                    <a:pt x="6557" y="440"/>
                  </a:cubicBezTo>
                  <a:cubicBezTo>
                    <a:pt x="6498" y="410"/>
                    <a:pt x="6453" y="395"/>
                    <a:pt x="6393" y="380"/>
                  </a:cubicBezTo>
                  <a:lnTo>
                    <a:pt x="6393" y="380"/>
                  </a:lnTo>
                  <a:cubicBezTo>
                    <a:pt x="6438" y="410"/>
                    <a:pt x="6468" y="440"/>
                    <a:pt x="6498" y="470"/>
                  </a:cubicBezTo>
                  <a:cubicBezTo>
                    <a:pt x="6528" y="499"/>
                    <a:pt x="6572" y="544"/>
                    <a:pt x="6602" y="544"/>
                  </a:cubicBezTo>
                  <a:cubicBezTo>
                    <a:pt x="6692" y="544"/>
                    <a:pt x="6707" y="589"/>
                    <a:pt x="6722" y="649"/>
                  </a:cubicBezTo>
                  <a:cubicBezTo>
                    <a:pt x="6692" y="664"/>
                    <a:pt x="6662" y="679"/>
                    <a:pt x="6632" y="694"/>
                  </a:cubicBezTo>
                  <a:cubicBezTo>
                    <a:pt x="6614" y="667"/>
                    <a:pt x="6602" y="657"/>
                    <a:pt x="6592" y="657"/>
                  </a:cubicBezTo>
                  <a:cubicBezTo>
                    <a:pt x="6570" y="657"/>
                    <a:pt x="6563" y="709"/>
                    <a:pt x="6542" y="709"/>
                  </a:cubicBezTo>
                  <a:cubicBezTo>
                    <a:pt x="6528" y="694"/>
                    <a:pt x="6528" y="679"/>
                    <a:pt x="6513" y="664"/>
                  </a:cubicBezTo>
                  <a:lnTo>
                    <a:pt x="6498" y="664"/>
                  </a:lnTo>
                  <a:cubicBezTo>
                    <a:pt x="6483" y="664"/>
                    <a:pt x="6453" y="649"/>
                    <a:pt x="6438" y="649"/>
                  </a:cubicBezTo>
                  <a:cubicBezTo>
                    <a:pt x="6424" y="644"/>
                    <a:pt x="6411" y="643"/>
                    <a:pt x="6397" y="643"/>
                  </a:cubicBezTo>
                  <a:cubicBezTo>
                    <a:pt x="6342" y="643"/>
                    <a:pt x="6283" y="670"/>
                    <a:pt x="6227" y="670"/>
                  </a:cubicBezTo>
                  <a:cubicBezTo>
                    <a:pt x="6202" y="670"/>
                    <a:pt x="6178" y="664"/>
                    <a:pt x="6154" y="649"/>
                  </a:cubicBezTo>
                  <a:cubicBezTo>
                    <a:pt x="6139" y="634"/>
                    <a:pt x="6139" y="634"/>
                    <a:pt x="6124" y="634"/>
                  </a:cubicBezTo>
                  <a:lnTo>
                    <a:pt x="5990" y="619"/>
                  </a:lnTo>
                  <a:cubicBezTo>
                    <a:pt x="5930" y="634"/>
                    <a:pt x="5855" y="634"/>
                    <a:pt x="5781" y="649"/>
                  </a:cubicBezTo>
                  <a:cubicBezTo>
                    <a:pt x="5751" y="619"/>
                    <a:pt x="5736" y="589"/>
                    <a:pt x="5691" y="574"/>
                  </a:cubicBezTo>
                  <a:cubicBezTo>
                    <a:pt x="5685" y="571"/>
                    <a:pt x="5679" y="570"/>
                    <a:pt x="5673" y="570"/>
                  </a:cubicBezTo>
                  <a:cubicBezTo>
                    <a:pt x="5649" y="570"/>
                    <a:pt x="5625" y="589"/>
                    <a:pt x="5601" y="589"/>
                  </a:cubicBezTo>
                  <a:cubicBezTo>
                    <a:pt x="5482" y="559"/>
                    <a:pt x="5363" y="529"/>
                    <a:pt x="5243" y="514"/>
                  </a:cubicBezTo>
                  <a:cubicBezTo>
                    <a:pt x="5228" y="514"/>
                    <a:pt x="5213" y="514"/>
                    <a:pt x="5198" y="499"/>
                  </a:cubicBezTo>
                  <a:lnTo>
                    <a:pt x="5198" y="499"/>
                  </a:lnTo>
                  <a:lnTo>
                    <a:pt x="5243" y="514"/>
                  </a:lnTo>
                  <a:cubicBezTo>
                    <a:pt x="5203" y="458"/>
                    <a:pt x="5184" y="432"/>
                    <a:pt x="5171" y="432"/>
                  </a:cubicBezTo>
                  <a:cubicBezTo>
                    <a:pt x="5160" y="432"/>
                    <a:pt x="5152" y="450"/>
                    <a:pt x="5138" y="485"/>
                  </a:cubicBezTo>
                  <a:cubicBezTo>
                    <a:pt x="5094" y="470"/>
                    <a:pt x="5049" y="455"/>
                    <a:pt x="5004" y="455"/>
                  </a:cubicBezTo>
                  <a:cubicBezTo>
                    <a:pt x="4989" y="440"/>
                    <a:pt x="4989" y="425"/>
                    <a:pt x="4989" y="425"/>
                  </a:cubicBezTo>
                  <a:cubicBezTo>
                    <a:pt x="4914" y="410"/>
                    <a:pt x="4825" y="410"/>
                    <a:pt x="4735" y="395"/>
                  </a:cubicBezTo>
                  <a:lnTo>
                    <a:pt x="4720" y="395"/>
                  </a:lnTo>
                  <a:cubicBezTo>
                    <a:pt x="4690" y="395"/>
                    <a:pt x="4646" y="380"/>
                    <a:pt x="4601" y="380"/>
                  </a:cubicBezTo>
                  <a:lnTo>
                    <a:pt x="4317" y="380"/>
                  </a:lnTo>
                  <a:cubicBezTo>
                    <a:pt x="4212" y="380"/>
                    <a:pt x="4093" y="365"/>
                    <a:pt x="3988" y="365"/>
                  </a:cubicBezTo>
                  <a:lnTo>
                    <a:pt x="3824" y="365"/>
                  </a:lnTo>
                  <a:cubicBezTo>
                    <a:pt x="3779" y="350"/>
                    <a:pt x="3735" y="350"/>
                    <a:pt x="3690" y="335"/>
                  </a:cubicBezTo>
                  <a:cubicBezTo>
                    <a:pt x="3525" y="320"/>
                    <a:pt x="3376" y="305"/>
                    <a:pt x="3212" y="290"/>
                  </a:cubicBezTo>
                  <a:cubicBezTo>
                    <a:pt x="3182" y="290"/>
                    <a:pt x="3137" y="305"/>
                    <a:pt x="3107" y="320"/>
                  </a:cubicBezTo>
                  <a:cubicBezTo>
                    <a:pt x="3053" y="293"/>
                    <a:pt x="3000" y="272"/>
                    <a:pt x="2946" y="272"/>
                  </a:cubicBezTo>
                  <a:cubicBezTo>
                    <a:pt x="2910" y="272"/>
                    <a:pt x="2874" y="281"/>
                    <a:pt x="2838" y="305"/>
                  </a:cubicBezTo>
                  <a:cubicBezTo>
                    <a:pt x="2823" y="305"/>
                    <a:pt x="2794" y="320"/>
                    <a:pt x="2794" y="320"/>
                  </a:cubicBezTo>
                  <a:cubicBezTo>
                    <a:pt x="2771" y="268"/>
                    <a:pt x="2738" y="257"/>
                    <a:pt x="2700" y="257"/>
                  </a:cubicBezTo>
                  <a:cubicBezTo>
                    <a:pt x="2672" y="257"/>
                    <a:pt x="2642" y="263"/>
                    <a:pt x="2613" y="263"/>
                  </a:cubicBezTo>
                  <a:cubicBezTo>
                    <a:pt x="2603" y="263"/>
                    <a:pt x="2594" y="262"/>
                    <a:pt x="2584" y="261"/>
                  </a:cubicBezTo>
                  <a:cubicBezTo>
                    <a:pt x="2580" y="256"/>
                    <a:pt x="2576" y="254"/>
                    <a:pt x="2571" y="254"/>
                  </a:cubicBezTo>
                  <a:cubicBezTo>
                    <a:pt x="2561" y="254"/>
                    <a:pt x="2550" y="265"/>
                    <a:pt x="2540" y="275"/>
                  </a:cubicBezTo>
                  <a:lnTo>
                    <a:pt x="2495" y="290"/>
                  </a:lnTo>
                  <a:lnTo>
                    <a:pt x="2420" y="290"/>
                  </a:lnTo>
                  <a:cubicBezTo>
                    <a:pt x="2409" y="292"/>
                    <a:pt x="2401" y="292"/>
                    <a:pt x="2394" y="292"/>
                  </a:cubicBezTo>
                  <a:cubicBezTo>
                    <a:pt x="2329" y="292"/>
                    <a:pt x="2458" y="231"/>
                    <a:pt x="2390" y="231"/>
                  </a:cubicBezTo>
                  <a:cubicBezTo>
                    <a:pt x="2375" y="231"/>
                    <a:pt x="2331" y="231"/>
                    <a:pt x="2286" y="246"/>
                  </a:cubicBezTo>
                  <a:cubicBezTo>
                    <a:pt x="2196" y="231"/>
                    <a:pt x="2092" y="231"/>
                    <a:pt x="2002" y="231"/>
                  </a:cubicBezTo>
                  <a:cubicBezTo>
                    <a:pt x="1897" y="231"/>
                    <a:pt x="1808" y="216"/>
                    <a:pt x="1703" y="216"/>
                  </a:cubicBezTo>
                  <a:cubicBezTo>
                    <a:pt x="1658" y="201"/>
                    <a:pt x="1599" y="201"/>
                    <a:pt x="1554" y="186"/>
                  </a:cubicBezTo>
                  <a:cubicBezTo>
                    <a:pt x="1539" y="186"/>
                    <a:pt x="1524" y="171"/>
                    <a:pt x="1494" y="171"/>
                  </a:cubicBezTo>
                  <a:cubicBezTo>
                    <a:pt x="1479" y="171"/>
                    <a:pt x="1464" y="156"/>
                    <a:pt x="1434" y="141"/>
                  </a:cubicBezTo>
                  <a:cubicBezTo>
                    <a:pt x="1315" y="111"/>
                    <a:pt x="1195" y="81"/>
                    <a:pt x="1076" y="51"/>
                  </a:cubicBezTo>
                  <a:lnTo>
                    <a:pt x="1001" y="51"/>
                  </a:lnTo>
                  <a:cubicBezTo>
                    <a:pt x="988" y="51"/>
                    <a:pt x="969" y="46"/>
                    <a:pt x="952" y="46"/>
                  </a:cubicBezTo>
                  <a:cubicBezTo>
                    <a:pt x="930" y="46"/>
                    <a:pt x="912" y="55"/>
                    <a:pt x="912" y="96"/>
                  </a:cubicBezTo>
                  <a:cubicBezTo>
                    <a:pt x="897" y="96"/>
                    <a:pt x="882" y="96"/>
                    <a:pt x="867" y="111"/>
                  </a:cubicBezTo>
                  <a:lnTo>
                    <a:pt x="867" y="96"/>
                  </a:lnTo>
                  <a:cubicBezTo>
                    <a:pt x="844" y="69"/>
                    <a:pt x="821" y="60"/>
                    <a:pt x="798" y="60"/>
                  </a:cubicBezTo>
                  <a:cubicBezTo>
                    <a:pt x="751" y="60"/>
                    <a:pt x="705" y="98"/>
                    <a:pt x="658" y="98"/>
                  </a:cubicBezTo>
                  <a:cubicBezTo>
                    <a:pt x="653" y="98"/>
                    <a:pt x="648" y="97"/>
                    <a:pt x="643" y="96"/>
                  </a:cubicBezTo>
                  <a:lnTo>
                    <a:pt x="643" y="96"/>
                  </a:lnTo>
                  <a:cubicBezTo>
                    <a:pt x="658" y="141"/>
                    <a:pt x="762" y="141"/>
                    <a:pt x="673" y="201"/>
                  </a:cubicBezTo>
                  <a:cubicBezTo>
                    <a:pt x="628" y="186"/>
                    <a:pt x="598" y="186"/>
                    <a:pt x="553" y="171"/>
                  </a:cubicBezTo>
                  <a:cubicBezTo>
                    <a:pt x="568" y="141"/>
                    <a:pt x="583" y="111"/>
                    <a:pt x="598" y="81"/>
                  </a:cubicBezTo>
                  <a:cubicBezTo>
                    <a:pt x="598" y="51"/>
                    <a:pt x="598" y="36"/>
                    <a:pt x="613" y="7"/>
                  </a:cubicBezTo>
                  <a:cubicBezTo>
                    <a:pt x="583" y="7"/>
                    <a:pt x="568" y="22"/>
                    <a:pt x="538" y="22"/>
                  </a:cubicBezTo>
                  <a:cubicBezTo>
                    <a:pt x="508" y="22"/>
                    <a:pt x="493" y="22"/>
                    <a:pt x="464" y="36"/>
                  </a:cubicBezTo>
                  <a:cubicBezTo>
                    <a:pt x="448" y="41"/>
                    <a:pt x="433" y="43"/>
                    <a:pt x="418" y="43"/>
                  </a:cubicBezTo>
                  <a:cubicBezTo>
                    <a:pt x="344" y="43"/>
                    <a:pt x="270" y="0"/>
                    <a:pt x="1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2"/>
            <p:cNvSpPr/>
            <p:nvPr/>
          </p:nvSpPr>
          <p:spPr>
            <a:xfrm>
              <a:off x="-779318" y="2528848"/>
              <a:ext cx="17579" cy="21932"/>
            </a:xfrm>
            <a:custGeom>
              <a:avLst/>
              <a:gdLst/>
              <a:ahLst/>
              <a:cxnLst/>
              <a:rect l="l" t="t" r="r" b="b"/>
              <a:pathLst>
                <a:path w="420" h="524" extrusionOk="0">
                  <a:moveTo>
                    <a:pt x="225" y="1"/>
                  </a:moveTo>
                  <a:cubicBezTo>
                    <a:pt x="150" y="90"/>
                    <a:pt x="16" y="165"/>
                    <a:pt x="16" y="255"/>
                  </a:cubicBezTo>
                  <a:cubicBezTo>
                    <a:pt x="1" y="329"/>
                    <a:pt x="135" y="434"/>
                    <a:pt x="195" y="523"/>
                  </a:cubicBezTo>
                  <a:cubicBezTo>
                    <a:pt x="270" y="434"/>
                    <a:pt x="330" y="359"/>
                    <a:pt x="419" y="255"/>
                  </a:cubicBezTo>
                  <a:cubicBezTo>
                    <a:pt x="345" y="150"/>
                    <a:pt x="285" y="75"/>
                    <a:pt x="225" y="1"/>
                  </a:cubicBezTo>
                  <a:close/>
                </a:path>
              </a:pathLst>
            </a:custGeom>
            <a:solidFill>
              <a:srgbClr val="C57C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2"/>
            <p:cNvSpPr/>
            <p:nvPr/>
          </p:nvSpPr>
          <p:spPr>
            <a:xfrm>
              <a:off x="-781160" y="2481342"/>
              <a:ext cx="15654" cy="20049"/>
            </a:xfrm>
            <a:custGeom>
              <a:avLst/>
              <a:gdLst/>
              <a:ahLst/>
              <a:cxnLst/>
              <a:rect l="l" t="t" r="r" b="b"/>
              <a:pathLst>
                <a:path w="374" h="479" extrusionOk="0">
                  <a:moveTo>
                    <a:pt x="194" y="1"/>
                  </a:moveTo>
                  <a:cubicBezTo>
                    <a:pt x="150" y="60"/>
                    <a:pt x="90" y="120"/>
                    <a:pt x="0" y="240"/>
                  </a:cubicBezTo>
                  <a:cubicBezTo>
                    <a:pt x="105" y="329"/>
                    <a:pt x="194" y="404"/>
                    <a:pt x="269" y="479"/>
                  </a:cubicBezTo>
                  <a:cubicBezTo>
                    <a:pt x="299" y="419"/>
                    <a:pt x="374" y="359"/>
                    <a:pt x="359" y="329"/>
                  </a:cubicBezTo>
                  <a:cubicBezTo>
                    <a:pt x="329" y="210"/>
                    <a:pt x="254" y="105"/>
                    <a:pt x="194" y="1"/>
                  </a:cubicBezTo>
                  <a:close/>
                </a:path>
              </a:pathLst>
            </a:custGeom>
            <a:solidFill>
              <a:srgbClr val="C57C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2"/>
            <p:cNvSpPr/>
            <p:nvPr/>
          </p:nvSpPr>
          <p:spPr>
            <a:xfrm>
              <a:off x="-694536" y="539500"/>
              <a:ext cx="1041225" cy="1005777"/>
            </a:xfrm>
            <a:custGeom>
              <a:avLst/>
              <a:gdLst/>
              <a:ahLst/>
              <a:cxnLst/>
              <a:rect l="l" t="t" r="r" b="b"/>
              <a:pathLst>
                <a:path w="6036" h="5830" extrusionOk="0">
                  <a:moveTo>
                    <a:pt x="5139" y="732"/>
                  </a:moveTo>
                  <a:cubicBezTo>
                    <a:pt x="5285" y="732"/>
                    <a:pt x="5353" y="804"/>
                    <a:pt x="5378" y="993"/>
                  </a:cubicBezTo>
                  <a:cubicBezTo>
                    <a:pt x="5378" y="1083"/>
                    <a:pt x="5363" y="1172"/>
                    <a:pt x="5423" y="1247"/>
                  </a:cubicBezTo>
                  <a:cubicBezTo>
                    <a:pt x="5404" y="1242"/>
                    <a:pt x="5386" y="1240"/>
                    <a:pt x="5370" y="1240"/>
                  </a:cubicBezTo>
                  <a:cubicBezTo>
                    <a:pt x="5280" y="1240"/>
                    <a:pt x="5217" y="1301"/>
                    <a:pt x="5154" y="1352"/>
                  </a:cubicBezTo>
                  <a:cubicBezTo>
                    <a:pt x="4885" y="1576"/>
                    <a:pt x="4661" y="1859"/>
                    <a:pt x="4467" y="2158"/>
                  </a:cubicBezTo>
                  <a:cubicBezTo>
                    <a:pt x="4526" y="1979"/>
                    <a:pt x="4512" y="1800"/>
                    <a:pt x="4541" y="1620"/>
                  </a:cubicBezTo>
                  <a:cubicBezTo>
                    <a:pt x="4556" y="1546"/>
                    <a:pt x="4556" y="1471"/>
                    <a:pt x="4541" y="1396"/>
                  </a:cubicBezTo>
                  <a:cubicBezTo>
                    <a:pt x="4541" y="1172"/>
                    <a:pt x="4526" y="948"/>
                    <a:pt x="4780" y="829"/>
                  </a:cubicBezTo>
                  <a:cubicBezTo>
                    <a:pt x="4810" y="814"/>
                    <a:pt x="4825" y="784"/>
                    <a:pt x="4825" y="754"/>
                  </a:cubicBezTo>
                  <a:cubicBezTo>
                    <a:pt x="4849" y="768"/>
                    <a:pt x="4873" y="774"/>
                    <a:pt x="4896" y="774"/>
                  </a:cubicBezTo>
                  <a:cubicBezTo>
                    <a:pt x="4947" y="774"/>
                    <a:pt x="4998" y="749"/>
                    <a:pt x="5049" y="739"/>
                  </a:cubicBezTo>
                  <a:cubicBezTo>
                    <a:pt x="5082" y="735"/>
                    <a:pt x="5112" y="732"/>
                    <a:pt x="5139" y="732"/>
                  </a:cubicBezTo>
                  <a:close/>
                  <a:moveTo>
                    <a:pt x="5393" y="1426"/>
                  </a:moveTo>
                  <a:cubicBezTo>
                    <a:pt x="5378" y="1665"/>
                    <a:pt x="5363" y="1889"/>
                    <a:pt x="5273" y="2113"/>
                  </a:cubicBezTo>
                  <a:cubicBezTo>
                    <a:pt x="5273" y="2143"/>
                    <a:pt x="5258" y="2173"/>
                    <a:pt x="5273" y="2218"/>
                  </a:cubicBezTo>
                  <a:cubicBezTo>
                    <a:pt x="5243" y="2233"/>
                    <a:pt x="5214" y="2278"/>
                    <a:pt x="5199" y="2322"/>
                  </a:cubicBezTo>
                  <a:cubicBezTo>
                    <a:pt x="4915" y="3009"/>
                    <a:pt x="4526" y="3622"/>
                    <a:pt x="4019" y="4159"/>
                  </a:cubicBezTo>
                  <a:cubicBezTo>
                    <a:pt x="3989" y="4189"/>
                    <a:pt x="3944" y="4219"/>
                    <a:pt x="3959" y="4264"/>
                  </a:cubicBezTo>
                  <a:cubicBezTo>
                    <a:pt x="3869" y="4279"/>
                    <a:pt x="3825" y="4369"/>
                    <a:pt x="3750" y="4413"/>
                  </a:cubicBezTo>
                  <a:cubicBezTo>
                    <a:pt x="3730" y="4423"/>
                    <a:pt x="3716" y="4427"/>
                    <a:pt x="3705" y="4427"/>
                  </a:cubicBezTo>
                  <a:cubicBezTo>
                    <a:pt x="3666" y="4427"/>
                    <a:pt x="3675" y="4374"/>
                    <a:pt x="3675" y="4339"/>
                  </a:cubicBezTo>
                  <a:cubicBezTo>
                    <a:pt x="3675" y="4294"/>
                    <a:pt x="3705" y="4264"/>
                    <a:pt x="3735" y="4219"/>
                  </a:cubicBezTo>
                  <a:cubicBezTo>
                    <a:pt x="3959" y="3726"/>
                    <a:pt x="4153" y="3219"/>
                    <a:pt x="4347" y="2726"/>
                  </a:cubicBezTo>
                  <a:cubicBezTo>
                    <a:pt x="4362" y="2666"/>
                    <a:pt x="4377" y="2621"/>
                    <a:pt x="4407" y="2576"/>
                  </a:cubicBezTo>
                  <a:lnTo>
                    <a:pt x="4407" y="2561"/>
                  </a:lnTo>
                  <a:lnTo>
                    <a:pt x="4422" y="2561"/>
                  </a:lnTo>
                  <a:cubicBezTo>
                    <a:pt x="4497" y="2546"/>
                    <a:pt x="4526" y="2487"/>
                    <a:pt x="4556" y="2442"/>
                  </a:cubicBezTo>
                  <a:cubicBezTo>
                    <a:pt x="4646" y="2293"/>
                    <a:pt x="4736" y="2173"/>
                    <a:pt x="4825" y="2024"/>
                  </a:cubicBezTo>
                  <a:cubicBezTo>
                    <a:pt x="4975" y="1815"/>
                    <a:pt x="5184" y="1635"/>
                    <a:pt x="5363" y="1441"/>
                  </a:cubicBezTo>
                  <a:cubicBezTo>
                    <a:pt x="5363" y="1441"/>
                    <a:pt x="5378" y="1426"/>
                    <a:pt x="5393" y="1426"/>
                  </a:cubicBezTo>
                  <a:close/>
                  <a:moveTo>
                    <a:pt x="4317" y="1232"/>
                  </a:moveTo>
                  <a:lnTo>
                    <a:pt x="4317" y="1232"/>
                  </a:lnTo>
                  <a:cubicBezTo>
                    <a:pt x="4347" y="1635"/>
                    <a:pt x="4302" y="2009"/>
                    <a:pt x="4198" y="2382"/>
                  </a:cubicBezTo>
                  <a:cubicBezTo>
                    <a:pt x="4168" y="2472"/>
                    <a:pt x="4123" y="2561"/>
                    <a:pt x="4153" y="2666"/>
                  </a:cubicBezTo>
                  <a:cubicBezTo>
                    <a:pt x="4153" y="2681"/>
                    <a:pt x="4153" y="2681"/>
                    <a:pt x="4168" y="2681"/>
                  </a:cubicBezTo>
                  <a:cubicBezTo>
                    <a:pt x="4108" y="2696"/>
                    <a:pt x="4093" y="2741"/>
                    <a:pt x="4063" y="2770"/>
                  </a:cubicBezTo>
                  <a:cubicBezTo>
                    <a:pt x="3869" y="3144"/>
                    <a:pt x="3690" y="3517"/>
                    <a:pt x="3556" y="3921"/>
                  </a:cubicBezTo>
                  <a:cubicBezTo>
                    <a:pt x="3526" y="3995"/>
                    <a:pt x="3496" y="4085"/>
                    <a:pt x="3541" y="4174"/>
                  </a:cubicBezTo>
                  <a:lnTo>
                    <a:pt x="3556" y="4189"/>
                  </a:lnTo>
                  <a:cubicBezTo>
                    <a:pt x="3549" y="4188"/>
                    <a:pt x="3543" y="4188"/>
                    <a:pt x="3536" y="4188"/>
                  </a:cubicBezTo>
                  <a:cubicBezTo>
                    <a:pt x="3462" y="4188"/>
                    <a:pt x="3434" y="4269"/>
                    <a:pt x="3406" y="4324"/>
                  </a:cubicBezTo>
                  <a:cubicBezTo>
                    <a:pt x="3332" y="4458"/>
                    <a:pt x="3257" y="4593"/>
                    <a:pt x="3167" y="4727"/>
                  </a:cubicBezTo>
                  <a:cubicBezTo>
                    <a:pt x="3078" y="4891"/>
                    <a:pt x="2973" y="5041"/>
                    <a:pt x="2794" y="5175"/>
                  </a:cubicBezTo>
                  <a:cubicBezTo>
                    <a:pt x="2794" y="4936"/>
                    <a:pt x="2764" y="4727"/>
                    <a:pt x="2794" y="4518"/>
                  </a:cubicBezTo>
                  <a:cubicBezTo>
                    <a:pt x="2824" y="4398"/>
                    <a:pt x="2869" y="4264"/>
                    <a:pt x="2809" y="4130"/>
                  </a:cubicBezTo>
                  <a:cubicBezTo>
                    <a:pt x="2809" y="4115"/>
                    <a:pt x="2809" y="4115"/>
                    <a:pt x="2809" y="4115"/>
                  </a:cubicBezTo>
                  <a:cubicBezTo>
                    <a:pt x="2884" y="3906"/>
                    <a:pt x="2958" y="3711"/>
                    <a:pt x="3048" y="3502"/>
                  </a:cubicBezTo>
                  <a:cubicBezTo>
                    <a:pt x="3078" y="3398"/>
                    <a:pt x="3093" y="3278"/>
                    <a:pt x="3182" y="3204"/>
                  </a:cubicBezTo>
                  <a:cubicBezTo>
                    <a:pt x="3182" y="3129"/>
                    <a:pt x="3197" y="3054"/>
                    <a:pt x="3242" y="2994"/>
                  </a:cubicBezTo>
                  <a:cubicBezTo>
                    <a:pt x="3257" y="2890"/>
                    <a:pt x="3287" y="2800"/>
                    <a:pt x="3347" y="2726"/>
                  </a:cubicBezTo>
                  <a:cubicBezTo>
                    <a:pt x="3362" y="2696"/>
                    <a:pt x="3362" y="2666"/>
                    <a:pt x="3376" y="2636"/>
                  </a:cubicBezTo>
                  <a:cubicBezTo>
                    <a:pt x="3466" y="2427"/>
                    <a:pt x="3556" y="2218"/>
                    <a:pt x="3660" y="2009"/>
                  </a:cubicBezTo>
                  <a:lnTo>
                    <a:pt x="3645" y="1994"/>
                  </a:lnTo>
                  <a:lnTo>
                    <a:pt x="3645" y="1994"/>
                  </a:lnTo>
                  <a:cubicBezTo>
                    <a:pt x="3660" y="2009"/>
                    <a:pt x="3675" y="2009"/>
                    <a:pt x="3675" y="2024"/>
                  </a:cubicBezTo>
                  <a:cubicBezTo>
                    <a:pt x="3750" y="1994"/>
                    <a:pt x="3780" y="1919"/>
                    <a:pt x="3810" y="1874"/>
                  </a:cubicBezTo>
                  <a:cubicBezTo>
                    <a:pt x="3959" y="1650"/>
                    <a:pt x="4123" y="1441"/>
                    <a:pt x="4317" y="1232"/>
                  </a:cubicBezTo>
                  <a:close/>
                  <a:moveTo>
                    <a:pt x="4047" y="465"/>
                  </a:moveTo>
                  <a:cubicBezTo>
                    <a:pt x="4095" y="465"/>
                    <a:pt x="4141" y="481"/>
                    <a:pt x="4183" y="530"/>
                  </a:cubicBezTo>
                  <a:cubicBezTo>
                    <a:pt x="4317" y="665"/>
                    <a:pt x="4302" y="874"/>
                    <a:pt x="4183" y="1023"/>
                  </a:cubicBezTo>
                  <a:cubicBezTo>
                    <a:pt x="4004" y="1247"/>
                    <a:pt x="3795" y="1471"/>
                    <a:pt x="3645" y="1740"/>
                  </a:cubicBezTo>
                  <a:cubicBezTo>
                    <a:pt x="3571" y="1785"/>
                    <a:pt x="3466" y="1815"/>
                    <a:pt x="3451" y="1934"/>
                  </a:cubicBezTo>
                  <a:cubicBezTo>
                    <a:pt x="3421" y="1979"/>
                    <a:pt x="3406" y="2024"/>
                    <a:pt x="3436" y="2068"/>
                  </a:cubicBezTo>
                  <a:lnTo>
                    <a:pt x="3451" y="2068"/>
                  </a:lnTo>
                  <a:cubicBezTo>
                    <a:pt x="3093" y="2741"/>
                    <a:pt x="2854" y="3443"/>
                    <a:pt x="2630" y="4145"/>
                  </a:cubicBezTo>
                  <a:lnTo>
                    <a:pt x="2630" y="4159"/>
                  </a:lnTo>
                  <a:cubicBezTo>
                    <a:pt x="2630" y="4145"/>
                    <a:pt x="2615" y="4145"/>
                    <a:pt x="2615" y="4145"/>
                  </a:cubicBezTo>
                  <a:cubicBezTo>
                    <a:pt x="2540" y="4159"/>
                    <a:pt x="2525" y="4234"/>
                    <a:pt x="2495" y="4279"/>
                  </a:cubicBezTo>
                  <a:cubicBezTo>
                    <a:pt x="2316" y="4623"/>
                    <a:pt x="2107" y="4951"/>
                    <a:pt x="1868" y="5250"/>
                  </a:cubicBezTo>
                  <a:cubicBezTo>
                    <a:pt x="1778" y="5369"/>
                    <a:pt x="1704" y="5489"/>
                    <a:pt x="1539" y="5578"/>
                  </a:cubicBezTo>
                  <a:cubicBezTo>
                    <a:pt x="1584" y="4772"/>
                    <a:pt x="1913" y="4070"/>
                    <a:pt x="2137" y="3353"/>
                  </a:cubicBezTo>
                  <a:cubicBezTo>
                    <a:pt x="2167" y="3278"/>
                    <a:pt x="2182" y="3204"/>
                    <a:pt x="2211" y="3144"/>
                  </a:cubicBezTo>
                  <a:cubicBezTo>
                    <a:pt x="2226" y="3114"/>
                    <a:pt x="2241" y="3084"/>
                    <a:pt x="2241" y="3054"/>
                  </a:cubicBezTo>
                  <a:cubicBezTo>
                    <a:pt x="2256" y="2994"/>
                    <a:pt x="2286" y="2935"/>
                    <a:pt x="2301" y="2875"/>
                  </a:cubicBezTo>
                  <a:cubicBezTo>
                    <a:pt x="2301" y="2875"/>
                    <a:pt x="2301" y="2875"/>
                    <a:pt x="2301" y="2860"/>
                  </a:cubicBezTo>
                  <a:lnTo>
                    <a:pt x="2331" y="2860"/>
                  </a:lnTo>
                  <a:cubicBezTo>
                    <a:pt x="2391" y="2815"/>
                    <a:pt x="2421" y="2741"/>
                    <a:pt x="2450" y="2666"/>
                  </a:cubicBezTo>
                  <a:cubicBezTo>
                    <a:pt x="2764" y="1994"/>
                    <a:pt x="3093" y="1337"/>
                    <a:pt x="3556" y="754"/>
                  </a:cubicBezTo>
                  <a:cubicBezTo>
                    <a:pt x="3600" y="709"/>
                    <a:pt x="3675" y="709"/>
                    <a:pt x="3705" y="650"/>
                  </a:cubicBezTo>
                  <a:cubicBezTo>
                    <a:pt x="3750" y="575"/>
                    <a:pt x="3810" y="530"/>
                    <a:pt x="3884" y="500"/>
                  </a:cubicBezTo>
                  <a:cubicBezTo>
                    <a:pt x="3939" y="484"/>
                    <a:pt x="3994" y="465"/>
                    <a:pt x="4047" y="465"/>
                  </a:cubicBezTo>
                  <a:close/>
                  <a:moveTo>
                    <a:pt x="3297" y="1"/>
                  </a:moveTo>
                  <a:cubicBezTo>
                    <a:pt x="3243" y="1"/>
                    <a:pt x="3184" y="13"/>
                    <a:pt x="3123" y="37"/>
                  </a:cubicBezTo>
                  <a:cubicBezTo>
                    <a:pt x="3033" y="82"/>
                    <a:pt x="2943" y="127"/>
                    <a:pt x="2869" y="187"/>
                  </a:cubicBezTo>
                  <a:cubicBezTo>
                    <a:pt x="2391" y="545"/>
                    <a:pt x="2122" y="1068"/>
                    <a:pt x="1823" y="1561"/>
                  </a:cubicBezTo>
                  <a:cubicBezTo>
                    <a:pt x="1569" y="1979"/>
                    <a:pt x="1345" y="2427"/>
                    <a:pt x="1121" y="2875"/>
                  </a:cubicBezTo>
                  <a:cubicBezTo>
                    <a:pt x="807" y="3472"/>
                    <a:pt x="509" y="4085"/>
                    <a:pt x="210" y="4697"/>
                  </a:cubicBezTo>
                  <a:cubicBezTo>
                    <a:pt x="61" y="4951"/>
                    <a:pt x="1" y="5235"/>
                    <a:pt x="61" y="5563"/>
                  </a:cubicBezTo>
                  <a:cubicBezTo>
                    <a:pt x="135" y="5265"/>
                    <a:pt x="210" y="5026"/>
                    <a:pt x="270" y="4772"/>
                  </a:cubicBezTo>
                  <a:lnTo>
                    <a:pt x="285" y="4772"/>
                  </a:lnTo>
                  <a:cubicBezTo>
                    <a:pt x="359" y="4593"/>
                    <a:pt x="449" y="4428"/>
                    <a:pt x="539" y="4264"/>
                  </a:cubicBezTo>
                  <a:cubicBezTo>
                    <a:pt x="807" y="3756"/>
                    <a:pt x="1076" y="3263"/>
                    <a:pt x="1330" y="2756"/>
                  </a:cubicBezTo>
                  <a:cubicBezTo>
                    <a:pt x="1674" y="2054"/>
                    <a:pt x="2062" y="1381"/>
                    <a:pt x="2510" y="754"/>
                  </a:cubicBezTo>
                  <a:cubicBezTo>
                    <a:pt x="2674" y="515"/>
                    <a:pt x="2869" y="291"/>
                    <a:pt x="3152" y="172"/>
                  </a:cubicBezTo>
                  <a:cubicBezTo>
                    <a:pt x="3206" y="148"/>
                    <a:pt x="3255" y="133"/>
                    <a:pt x="3300" y="133"/>
                  </a:cubicBezTo>
                  <a:cubicBezTo>
                    <a:pt x="3368" y="133"/>
                    <a:pt x="3427" y="166"/>
                    <a:pt x="3481" y="246"/>
                  </a:cubicBezTo>
                  <a:cubicBezTo>
                    <a:pt x="3556" y="381"/>
                    <a:pt x="3600" y="485"/>
                    <a:pt x="3451" y="605"/>
                  </a:cubicBezTo>
                  <a:cubicBezTo>
                    <a:pt x="3391" y="665"/>
                    <a:pt x="3332" y="739"/>
                    <a:pt x="3272" y="814"/>
                  </a:cubicBezTo>
                  <a:cubicBezTo>
                    <a:pt x="2809" y="1426"/>
                    <a:pt x="2480" y="2113"/>
                    <a:pt x="2182" y="2815"/>
                  </a:cubicBezTo>
                  <a:cubicBezTo>
                    <a:pt x="2152" y="2875"/>
                    <a:pt x="2137" y="2935"/>
                    <a:pt x="2122" y="2980"/>
                  </a:cubicBezTo>
                  <a:cubicBezTo>
                    <a:pt x="2092" y="3039"/>
                    <a:pt x="2092" y="3084"/>
                    <a:pt x="2047" y="3129"/>
                  </a:cubicBezTo>
                  <a:cubicBezTo>
                    <a:pt x="1928" y="3458"/>
                    <a:pt x="1793" y="3771"/>
                    <a:pt x="1674" y="4100"/>
                  </a:cubicBezTo>
                  <a:cubicBezTo>
                    <a:pt x="1495" y="4593"/>
                    <a:pt x="1330" y="5100"/>
                    <a:pt x="1345" y="5638"/>
                  </a:cubicBezTo>
                  <a:cubicBezTo>
                    <a:pt x="1360" y="5698"/>
                    <a:pt x="1390" y="5788"/>
                    <a:pt x="1435" y="5817"/>
                  </a:cubicBezTo>
                  <a:cubicBezTo>
                    <a:pt x="1444" y="5826"/>
                    <a:pt x="1459" y="5830"/>
                    <a:pt x="1477" y="5830"/>
                  </a:cubicBezTo>
                  <a:cubicBezTo>
                    <a:pt x="1519" y="5830"/>
                    <a:pt x="1578" y="5809"/>
                    <a:pt x="1599" y="5788"/>
                  </a:cubicBezTo>
                  <a:cubicBezTo>
                    <a:pt x="1763" y="5638"/>
                    <a:pt x="1928" y="5489"/>
                    <a:pt x="2062" y="5310"/>
                  </a:cubicBezTo>
                  <a:cubicBezTo>
                    <a:pt x="2241" y="5071"/>
                    <a:pt x="2406" y="4802"/>
                    <a:pt x="2600" y="4503"/>
                  </a:cubicBezTo>
                  <a:cubicBezTo>
                    <a:pt x="2600" y="4772"/>
                    <a:pt x="2600" y="4981"/>
                    <a:pt x="2600" y="5190"/>
                  </a:cubicBezTo>
                  <a:cubicBezTo>
                    <a:pt x="2615" y="5280"/>
                    <a:pt x="2585" y="5399"/>
                    <a:pt x="2704" y="5414"/>
                  </a:cubicBezTo>
                  <a:cubicBezTo>
                    <a:pt x="2779" y="5414"/>
                    <a:pt x="2884" y="5369"/>
                    <a:pt x="2928" y="5310"/>
                  </a:cubicBezTo>
                  <a:cubicBezTo>
                    <a:pt x="3137" y="5056"/>
                    <a:pt x="3332" y="4787"/>
                    <a:pt x="3526" y="4533"/>
                  </a:cubicBezTo>
                  <a:cubicBezTo>
                    <a:pt x="3569" y="4594"/>
                    <a:pt x="3618" y="4634"/>
                    <a:pt x="3671" y="4634"/>
                  </a:cubicBezTo>
                  <a:cubicBezTo>
                    <a:pt x="3710" y="4634"/>
                    <a:pt x="3751" y="4613"/>
                    <a:pt x="3795" y="4563"/>
                  </a:cubicBezTo>
                  <a:cubicBezTo>
                    <a:pt x="3869" y="4503"/>
                    <a:pt x="3944" y="4443"/>
                    <a:pt x="4034" y="4384"/>
                  </a:cubicBezTo>
                  <a:cubicBezTo>
                    <a:pt x="4661" y="3801"/>
                    <a:pt x="5094" y="3099"/>
                    <a:pt x="5393" y="2307"/>
                  </a:cubicBezTo>
                  <a:cubicBezTo>
                    <a:pt x="5408" y="2293"/>
                    <a:pt x="5408" y="2278"/>
                    <a:pt x="5408" y="2248"/>
                  </a:cubicBezTo>
                  <a:cubicBezTo>
                    <a:pt x="5438" y="2173"/>
                    <a:pt x="5467" y="2083"/>
                    <a:pt x="5497" y="2009"/>
                  </a:cubicBezTo>
                  <a:cubicBezTo>
                    <a:pt x="5497" y="1994"/>
                    <a:pt x="5497" y="1979"/>
                    <a:pt x="5497" y="1979"/>
                  </a:cubicBezTo>
                  <a:lnTo>
                    <a:pt x="5572" y="1352"/>
                  </a:lnTo>
                  <a:cubicBezTo>
                    <a:pt x="5627" y="1319"/>
                    <a:pt x="5675" y="1302"/>
                    <a:pt x="5716" y="1302"/>
                  </a:cubicBezTo>
                  <a:cubicBezTo>
                    <a:pt x="5786" y="1302"/>
                    <a:pt x="5831" y="1352"/>
                    <a:pt x="5841" y="1456"/>
                  </a:cubicBezTo>
                  <a:cubicBezTo>
                    <a:pt x="5841" y="1725"/>
                    <a:pt x="5856" y="1994"/>
                    <a:pt x="5781" y="2248"/>
                  </a:cubicBezTo>
                  <a:cubicBezTo>
                    <a:pt x="5617" y="2860"/>
                    <a:pt x="5243" y="3383"/>
                    <a:pt x="4900" y="3921"/>
                  </a:cubicBezTo>
                  <a:cubicBezTo>
                    <a:pt x="4751" y="4130"/>
                    <a:pt x="4616" y="4339"/>
                    <a:pt x="4467" y="4563"/>
                  </a:cubicBezTo>
                  <a:cubicBezTo>
                    <a:pt x="4475" y="4603"/>
                    <a:pt x="4491" y="4617"/>
                    <a:pt x="4512" y="4617"/>
                  </a:cubicBezTo>
                  <a:cubicBezTo>
                    <a:pt x="4530" y="4617"/>
                    <a:pt x="4551" y="4606"/>
                    <a:pt x="4571" y="4593"/>
                  </a:cubicBezTo>
                  <a:cubicBezTo>
                    <a:pt x="4601" y="4548"/>
                    <a:pt x="4631" y="4518"/>
                    <a:pt x="4676" y="4488"/>
                  </a:cubicBezTo>
                  <a:cubicBezTo>
                    <a:pt x="5094" y="3965"/>
                    <a:pt x="5453" y="3398"/>
                    <a:pt x="5736" y="2785"/>
                  </a:cubicBezTo>
                  <a:cubicBezTo>
                    <a:pt x="5930" y="2412"/>
                    <a:pt x="6035" y="2009"/>
                    <a:pt x="6005" y="1591"/>
                  </a:cubicBezTo>
                  <a:cubicBezTo>
                    <a:pt x="5990" y="1352"/>
                    <a:pt x="5901" y="1187"/>
                    <a:pt x="5751" y="1187"/>
                  </a:cubicBezTo>
                  <a:cubicBezTo>
                    <a:pt x="5587" y="1187"/>
                    <a:pt x="5572" y="1113"/>
                    <a:pt x="5557" y="978"/>
                  </a:cubicBezTo>
                  <a:cubicBezTo>
                    <a:pt x="5543" y="703"/>
                    <a:pt x="5428" y="542"/>
                    <a:pt x="5211" y="542"/>
                  </a:cubicBezTo>
                  <a:cubicBezTo>
                    <a:pt x="5193" y="542"/>
                    <a:pt x="5174" y="543"/>
                    <a:pt x="5154" y="545"/>
                  </a:cubicBezTo>
                  <a:cubicBezTo>
                    <a:pt x="5019" y="560"/>
                    <a:pt x="4885" y="620"/>
                    <a:pt x="4751" y="665"/>
                  </a:cubicBezTo>
                  <a:cubicBezTo>
                    <a:pt x="4721" y="679"/>
                    <a:pt x="4706" y="679"/>
                    <a:pt x="4676" y="694"/>
                  </a:cubicBezTo>
                  <a:cubicBezTo>
                    <a:pt x="4600" y="745"/>
                    <a:pt x="4556" y="774"/>
                    <a:pt x="4526" y="774"/>
                  </a:cubicBezTo>
                  <a:cubicBezTo>
                    <a:pt x="4483" y="774"/>
                    <a:pt x="4465" y="719"/>
                    <a:pt x="4422" y="590"/>
                  </a:cubicBezTo>
                  <a:cubicBezTo>
                    <a:pt x="4349" y="382"/>
                    <a:pt x="4225" y="275"/>
                    <a:pt x="4066" y="275"/>
                  </a:cubicBezTo>
                  <a:cubicBezTo>
                    <a:pt x="3997" y="275"/>
                    <a:pt x="3921" y="295"/>
                    <a:pt x="3839" y="336"/>
                  </a:cubicBezTo>
                  <a:cubicBezTo>
                    <a:pt x="3794" y="356"/>
                    <a:pt x="3756" y="372"/>
                    <a:pt x="3724" y="372"/>
                  </a:cubicBezTo>
                  <a:cubicBezTo>
                    <a:pt x="3682" y="372"/>
                    <a:pt x="3649" y="345"/>
                    <a:pt x="3615" y="261"/>
                  </a:cubicBezTo>
                  <a:cubicBezTo>
                    <a:pt x="3561" y="87"/>
                    <a:pt x="3444" y="1"/>
                    <a:pt x="3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p52"/>
            <p:cNvGrpSpPr/>
            <p:nvPr/>
          </p:nvGrpSpPr>
          <p:grpSpPr>
            <a:xfrm>
              <a:off x="-654816" y="3923988"/>
              <a:ext cx="1517815" cy="1738041"/>
              <a:chOff x="-658629" y="1533338"/>
              <a:chExt cx="1517815" cy="1738041"/>
            </a:xfrm>
          </p:grpSpPr>
          <p:sp>
            <p:nvSpPr>
              <p:cNvPr id="497" name="Google Shape;497;p52"/>
              <p:cNvSpPr/>
              <p:nvPr/>
            </p:nvSpPr>
            <p:spPr>
              <a:xfrm rot="908882">
                <a:off x="-485121" y="1660535"/>
                <a:ext cx="1170798" cy="1483646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52"/>
              <p:cNvSpPr/>
              <p:nvPr/>
            </p:nvSpPr>
            <p:spPr>
              <a:xfrm rot="908882">
                <a:off x="-410340" y="1744079"/>
                <a:ext cx="991769" cy="1261439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9" name="Google Shape;499;p52"/>
            <p:cNvSpPr/>
            <p:nvPr/>
          </p:nvSpPr>
          <p:spPr>
            <a:xfrm rot="7167900" flipH="1">
              <a:off x="-894366" y="-918080"/>
              <a:ext cx="1440881" cy="1840922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0" name="Google Shape;500;p52"/>
          <p:cNvSpPr txBox="1">
            <a:spLocks noGrp="1"/>
          </p:cNvSpPr>
          <p:nvPr>
            <p:ph type="title"/>
          </p:nvPr>
        </p:nvSpPr>
        <p:spPr>
          <a:xfrm>
            <a:off x="713225" y="3192050"/>
            <a:ext cx="425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52"/>
          <p:cNvSpPr txBox="1">
            <a:spLocks noGrp="1"/>
          </p:cNvSpPr>
          <p:nvPr>
            <p:ph type="subTitle" idx="1"/>
          </p:nvPr>
        </p:nvSpPr>
        <p:spPr>
          <a:xfrm>
            <a:off x="713225" y="3865100"/>
            <a:ext cx="4254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52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4598700" cy="2497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3" name="Google Shape;503;p52"/>
          <p:cNvSpPr>
            <a:spLocks noGrp="1"/>
          </p:cNvSpPr>
          <p:nvPr>
            <p:ph type="pic" idx="3"/>
          </p:nvPr>
        </p:nvSpPr>
        <p:spPr>
          <a:xfrm>
            <a:off x="5564575" y="539500"/>
            <a:ext cx="28662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3"/>
          <p:cNvSpPr>
            <a:spLocks noGrp="1"/>
          </p:cNvSpPr>
          <p:nvPr>
            <p:ph type="pic" idx="2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53"/>
          <p:cNvSpPr txBox="1">
            <a:spLocks noGrp="1"/>
          </p:cNvSpPr>
          <p:nvPr>
            <p:ph type="title"/>
          </p:nvPr>
        </p:nvSpPr>
        <p:spPr>
          <a:xfrm>
            <a:off x="974225" y="3588125"/>
            <a:ext cx="3464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54"/>
          <p:cNvGrpSpPr/>
          <p:nvPr/>
        </p:nvGrpSpPr>
        <p:grpSpPr>
          <a:xfrm>
            <a:off x="-2216153" y="-1016141"/>
            <a:ext cx="12474874" cy="7223418"/>
            <a:chOff x="-2216153" y="-1016141"/>
            <a:chExt cx="12474874" cy="7223418"/>
          </a:xfrm>
        </p:grpSpPr>
        <p:sp>
          <p:nvSpPr>
            <p:cNvPr id="509" name="Google Shape;509;p54"/>
            <p:cNvSpPr/>
            <p:nvPr/>
          </p:nvSpPr>
          <p:spPr>
            <a:xfrm rot="1309832" flipH="1">
              <a:off x="-920949" y="-661849"/>
              <a:ext cx="2216443" cy="1612403"/>
            </a:xfrm>
            <a:custGeom>
              <a:avLst/>
              <a:gdLst/>
              <a:ahLst/>
              <a:cxnLst/>
              <a:rect l="l" t="t" r="r" b="b"/>
              <a:pathLst>
                <a:path w="8036" h="6181" extrusionOk="0">
                  <a:moveTo>
                    <a:pt x="7289" y="1136"/>
                  </a:moveTo>
                  <a:lnTo>
                    <a:pt x="7289" y="1136"/>
                  </a:lnTo>
                  <a:cubicBezTo>
                    <a:pt x="7304" y="1136"/>
                    <a:pt x="7319" y="1151"/>
                    <a:pt x="7319" y="1166"/>
                  </a:cubicBezTo>
                  <a:cubicBezTo>
                    <a:pt x="7304" y="1151"/>
                    <a:pt x="7304" y="1136"/>
                    <a:pt x="7289" y="1136"/>
                  </a:cubicBezTo>
                  <a:close/>
                  <a:moveTo>
                    <a:pt x="7364" y="1255"/>
                  </a:moveTo>
                  <a:cubicBezTo>
                    <a:pt x="7364" y="1315"/>
                    <a:pt x="7379" y="1375"/>
                    <a:pt x="7379" y="1434"/>
                  </a:cubicBezTo>
                  <a:cubicBezTo>
                    <a:pt x="7365" y="1381"/>
                    <a:pt x="7328" y="1327"/>
                    <a:pt x="7256" y="1327"/>
                  </a:cubicBezTo>
                  <a:cubicBezTo>
                    <a:pt x="7248" y="1327"/>
                    <a:pt x="7239" y="1328"/>
                    <a:pt x="7229" y="1330"/>
                  </a:cubicBezTo>
                  <a:cubicBezTo>
                    <a:pt x="7229" y="1330"/>
                    <a:pt x="7214" y="1315"/>
                    <a:pt x="7214" y="1300"/>
                  </a:cubicBezTo>
                  <a:lnTo>
                    <a:pt x="7214" y="1300"/>
                  </a:lnTo>
                  <a:cubicBezTo>
                    <a:pt x="7236" y="1311"/>
                    <a:pt x="7255" y="1315"/>
                    <a:pt x="7272" y="1315"/>
                  </a:cubicBezTo>
                  <a:cubicBezTo>
                    <a:pt x="7304" y="1315"/>
                    <a:pt x="7330" y="1299"/>
                    <a:pt x="7349" y="1270"/>
                  </a:cubicBezTo>
                  <a:cubicBezTo>
                    <a:pt x="7349" y="1270"/>
                    <a:pt x="7349" y="1255"/>
                    <a:pt x="7364" y="1255"/>
                  </a:cubicBezTo>
                  <a:close/>
                  <a:moveTo>
                    <a:pt x="7394" y="1449"/>
                  </a:moveTo>
                  <a:cubicBezTo>
                    <a:pt x="7394" y="1475"/>
                    <a:pt x="7404" y="1489"/>
                    <a:pt x="7408" y="1512"/>
                  </a:cubicBezTo>
                  <a:lnTo>
                    <a:pt x="7408" y="1512"/>
                  </a:lnTo>
                  <a:cubicBezTo>
                    <a:pt x="7406" y="1507"/>
                    <a:pt x="7403" y="1503"/>
                    <a:pt x="7394" y="1494"/>
                  </a:cubicBezTo>
                  <a:cubicBezTo>
                    <a:pt x="7394" y="1479"/>
                    <a:pt x="7394" y="1464"/>
                    <a:pt x="7394" y="1449"/>
                  </a:cubicBezTo>
                  <a:close/>
                  <a:moveTo>
                    <a:pt x="7423" y="1569"/>
                  </a:moveTo>
                  <a:cubicBezTo>
                    <a:pt x="7438" y="1584"/>
                    <a:pt x="7438" y="1614"/>
                    <a:pt x="7423" y="1643"/>
                  </a:cubicBezTo>
                  <a:lnTo>
                    <a:pt x="7423" y="1629"/>
                  </a:lnTo>
                  <a:cubicBezTo>
                    <a:pt x="7423" y="1614"/>
                    <a:pt x="7423" y="1584"/>
                    <a:pt x="7423" y="1569"/>
                  </a:cubicBezTo>
                  <a:close/>
                  <a:moveTo>
                    <a:pt x="6034" y="4138"/>
                  </a:moveTo>
                  <a:cubicBezTo>
                    <a:pt x="6049" y="4183"/>
                    <a:pt x="6094" y="4168"/>
                    <a:pt x="6124" y="4197"/>
                  </a:cubicBezTo>
                  <a:lnTo>
                    <a:pt x="6124" y="4212"/>
                  </a:lnTo>
                  <a:cubicBezTo>
                    <a:pt x="6079" y="4212"/>
                    <a:pt x="6049" y="4183"/>
                    <a:pt x="6034" y="4138"/>
                  </a:cubicBezTo>
                  <a:close/>
                  <a:moveTo>
                    <a:pt x="5829" y="4867"/>
                  </a:moveTo>
                  <a:cubicBezTo>
                    <a:pt x="5759" y="4867"/>
                    <a:pt x="5733" y="4921"/>
                    <a:pt x="5706" y="4974"/>
                  </a:cubicBezTo>
                  <a:cubicBezTo>
                    <a:pt x="5676" y="5079"/>
                    <a:pt x="5616" y="5153"/>
                    <a:pt x="5542" y="5213"/>
                  </a:cubicBezTo>
                  <a:cubicBezTo>
                    <a:pt x="5527" y="5243"/>
                    <a:pt x="5497" y="5273"/>
                    <a:pt x="5482" y="5303"/>
                  </a:cubicBezTo>
                  <a:cubicBezTo>
                    <a:pt x="5467" y="5333"/>
                    <a:pt x="5452" y="5362"/>
                    <a:pt x="5437" y="5392"/>
                  </a:cubicBezTo>
                  <a:cubicBezTo>
                    <a:pt x="5437" y="5392"/>
                    <a:pt x="5437" y="5407"/>
                    <a:pt x="5437" y="5422"/>
                  </a:cubicBezTo>
                  <a:cubicBezTo>
                    <a:pt x="5437" y="5452"/>
                    <a:pt x="5407" y="5482"/>
                    <a:pt x="5407" y="5527"/>
                  </a:cubicBezTo>
                  <a:cubicBezTo>
                    <a:pt x="5422" y="5542"/>
                    <a:pt x="5422" y="5542"/>
                    <a:pt x="5437" y="5557"/>
                  </a:cubicBezTo>
                  <a:cubicBezTo>
                    <a:pt x="5448" y="5564"/>
                    <a:pt x="5459" y="5567"/>
                    <a:pt x="5470" y="5567"/>
                  </a:cubicBezTo>
                  <a:cubicBezTo>
                    <a:pt x="5504" y="5567"/>
                    <a:pt x="5541" y="5538"/>
                    <a:pt x="5586" y="5527"/>
                  </a:cubicBezTo>
                  <a:cubicBezTo>
                    <a:pt x="5586" y="5512"/>
                    <a:pt x="5601" y="5512"/>
                    <a:pt x="5601" y="5497"/>
                  </a:cubicBezTo>
                  <a:cubicBezTo>
                    <a:pt x="5661" y="5422"/>
                    <a:pt x="5661" y="5318"/>
                    <a:pt x="5736" y="5258"/>
                  </a:cubicBezTo>
                  <a:cubicBezTo>
                    <a:pt x="5736" y="5243"/>
                    <a:pt x="5736" y="5228"/>
                    <a:pt x="5736" y="5213"/>
                  </a:cubicBezTo>
                  <a:cubicBezTo>
                    <a:pt x="5766" y="5198"/>
                    <a:pt x="5810" y="5198"/>
                    <a:pt x="5825" y="5168"/>
                  </a:cubicBezTo>
                  <a:cubicBezTo>
                    <a:pt x="5840" y="5153"/>
                    <a:pt x="5840" y="5153"/>
                    <a:pt x="5855" y="5138"/>
                  </a:cubicBezTo>
                  <a:cubicBezTo>
                    <a:pt x="5870" y="5138"/>
                    <a:pt x="5810" y="5109"/>
                    <a:pt x="5870" y="5094"/>
                  </a:cubicBezTo>
                  <a:cubicBezTo>
                    <a:pt x="5945" y="5079"/>
                    <a:pt x="5870" y="4974"/>
                    <a:pt x="5945" y="4944"/>
                  </a:cubicBezTo>
                  <a:cubicBezTo>
                    <a:pt x="5956" y="4877"/>
                    <a:pt x="5925" y="4869"/>
                    <a:pt x="5890" y="4869"/>
                  </a:cubicBezTo>
                  <a:cubicBezTo>
                    <a:pt x="5879" y="4869"/>
                    <a:pt x="5866" y="4870"/>
                    <a:pt x="5855" y="4870"/>
                  </a:cubicBezTo>
                  <a:cubicBezTo>
                    <a:pt x="5846" y="4868"/>
                    <a:pt x="5837" y="4867"/>
                    <a:pt x="5829" y="4867"/>
                  </a:cubicBezTo>
                  <a:close/>
                  <a:moveTo>
                    <a:pt x="5049" y="5676"/>
                  </a:moveTo>
                  <a:cubicBezTo>
                    <a:pt x="5064" y="5691"/>
                    <a:pt x="5064" y="5706"/>
                    <a:pt x="5064" y="5721"/>
                  </a:cubicBezTo>
                  <a:cubicBezTo>
                    <a:pt x="5049" y="5721"/>
                    <a:pt x="5034" y="5721"/>
                    <a:pt x="5019" y="5736"/>
                  </a:cubicBezTo>
                  <a:cubicBezTo>
                    <a:pt x="5019" y="5721"/>
                    <a:pt x="5034" y="5706"/>
                    <a:pt x="5034" y="5691"/>
                  </a:cubicBezTo>
                  <a:cubicBezTo>
                    <a:pt x="5049" y="5691"/>
                    <a:pt x="5049" y="5676"/>
                    <a:pt x="5049" y="5676"/>
                  </a:cubicBezTo>
                  <a:close/>
                  <a:moveTo>
                    <a:pt x="30" y="1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0" y="30"/>
                    <a:pt x="15" y="60"/>
                    <a:pt x="30" y="75"/>
                  </a:cubicBezTo>
                  <a:cubicBezTo>
                    <a:pt x="45" y="105"/>
                    <a:pt x="30" y="135"/>
                    <a:pt x="60" y="165"/>
                  </a:cubicBezTo>
                  <a:cubicBezTo>
                    <a:pt x="60" y="195"/>
                    <a:pt x="75" y="210"/>
                    <a:pt x="105" y="225"/>
                  </a:cubicBezTo>
                  <a:cubicBezTo>
                    <a:pt x="135" y="254"/>
                    <a:pt x="150" y="284"/>
                    <a:pt x="180" y="314"/>
                  </a:cubicBezTo>
                  <a:cubicBezTo>
                    <a:pt x="180" y="329"/>
                    <a:pt x="195" y="344"/>
                    <a:pt x="180" y="374"/>
                  </a:cubicBezTo>
                  <a:cubicBezTo>
                    <a:pt x="180" y="389"/>
                    <a:pt x="180" y="389"/>
                    <a:pt x="180" y="404"/>
                  </a:cubicBezTo>
                  <a:cubicBezTo>
                    <a:pt x="254" y="449"/>
                    <a:pt x="314" y="493"/>
                    <a:pt x="374" y="538"/>
                  </a:cubicBezTo>
                  <a:cubicBezTo>
                    <a:pt x="374" y="568"/>
                    <a:pt x="374" y="583"/>
                    <a:pt x="389" y="598"/>
                  </a:cubicBezTo>
                  <a:cubicBezTo>
                    <a:pt x="434" y="643"/>
                    <a:pt x="463" y="703"/>
                    <a:pt x="508" y="747"/>
                  </a:cubicBezTo>
                  <a:cubicBezTo>
                    <a:pt x="508" y="792"/>
                    <a:pt x="538" y="822"/>
                    <a:pt x="568" y="837"/>
                  </a:cubicBezTo>
                  <a:cubicBezTo>
                    <a:pt x="598" y="867"/>
                    <a:pt x="628" y="882"/>
                    <a:pt x="658" y="912"/>
                  </a:cubicBezTo>
                  <a:cubicBezTo>
                    <a:pt x="687" y="941"/>
                    <a:pt x="672" y="1001"/>
                    <a:pt x="717" y="1031"/>
                  </a:cubicBezTo>
                  <a:cubicBezTo>
                    <a:pt x="777" y="1076"/>
                    <a:pt x="807" y="1136"/>
                    <a:pt x="867" y="1166"/>
                  </a:cubicBezTo>
                  <a:cubicBezTo>
                    <a:pt x="882" y="1180"/>
                    <a:pt x="897" y="1210"/>
                    <a:pt x="911" y="1225"/>
                  </a:cubicBezTo>
                  <a:cubicBezTo>
                    <a:pt x="1106" y="1449"/>
                    <a:pt x="1315" y="1658"/>
                    <a:pt x="1524" y="1868"/>
                  </a:cubicBezTo>
                  <a:cubicBezTo>
                    <a:pt x="1643" y="2002"/>
                    <a:pt x="1778" y="2121"/>
                    <a:pt x="1882" y="2256"/>
                  </a:cubicBezTo>
                  <a:cubicBezTo>
                    <a:pt x="1912" y="2271"/>
                    <a:pt x="1927" y="2301"/>
                    <a:pt x="1972" y="2301"/>
                  </a:cubicBezTo>
                  <a:cubicBezTo>
                    <a:pt x="2300" y="2689"/>
                    <a:pt x="2644" y="3062"/>
                    <a:pt x="2973" y="3451"/>
                  </a:cubicBezTo>
                  <a:cubicBezTo>
                    <a:pt x="3197" y="3705"/>
                    <a:pt x="3406" y="3959"/>
                    <a:pt x="3615" y="4227"/>
                  </a:cubicBezTo>
                  <a:cubicBezTo>
                    <a:pt x="3869" y="4541"/>
                    <a:pt x="4108" y="4870"/>
                    <a:pt x="4347" y="5183"/>
                  </a:cubicBezTo>
                  <a:cubicBezTo>
                    <a:pt x="4496" y="5377"/>
                    <a:pt x="4645" y="5542"/>
                    <a:pt x="4780" y="5721"/>
                  </a:cubicBezTo>
                  <a:cubicBezTo>
                    <a:pt x="4797" y="5710"/>
                    <a:pt x="4808" y="5705"/>
                    <a:pt x="4814" y="5705"/>
                  </a:cubicBezTo>
                  <a:cubicBezTo>
                    <a:pt x="4825" y="5705"/>
                    <a:pt x="4825" y="5717"/>
                    <a:pt x="4825" y="5736"/>
                  </a:cubicBezTo>
                  <a:cubicBezTo>
                    <a:pt x="4825" y="5751"/>
                    <a:pt x="4825" y="5766"/>
                    <a:pt x="4840" y="5781"/>
                  </a:cubicBezTo>
                  <a:cubicBezTo>
                    <a:pt x="4855" y="5811"/>
                    <a:pt x="4884" y="5840"/>
                    <a:pt x="4899" y="5870"/>
                  </a:cubicBezTo>
                  <a:lnTo>
                    <a:pt x="4914" y="5870"/>
                  </a:lnTo>
                  <a:lnTo>
                    <a:pt x="4974" y="5945"/>
                  </a:lnTo>
                  <a:cubicBezTo>
                    <a:pt x="5034" y="6020"/>
                    <a:pt x="5093" y="6094"/>
                    <a:pt x="5153" y="6169"/>
                  </a:cubicBezTo>
                  <a:cubicBezTo>
                    <a:pt x="5161" y="6177"/>
                    <a:pt x="5172" y="6180"/>
                    <a:pt x="5185" y="6180"/>
                  </a:cubicBezTo>
                  <a:cubicBezTo>
                    <a:pt x="5198" y="6180"/>
                    <a:pt x="5213" y="6177"/>
                    <a:pt x="5228" y="6169"/>
                  </a:cubicBezTo>
                  <a:cubicBezTo>
                    <a:pt x="5213" y="6139"/>
                    <a:pt x="5183" y="6094"/>
                    <a:pt x="5198" y="6094"/>
                  </a:cubicBezTo>
                  <a:cubicBezTo>
                    <a:pt x="5273" y="6005"/>
                    <a:pt x="5347" y="5930"/>
                    <a:pt x="5407" y="5885"/>
                  </a:cubicBezTo>
                  <a:cubicBezTo>
                    <a:pt x="5407" y="5840"/>
                    <a:pt x="5422" y="5826"/>
                    <a:pt x="5422" y="5811"/>
                  </a:cubicBezTo>
                  <a:cubicBezTo>
                    <a:pt x="5452" y="5766"/>
                    <a:pt x="5482" y="5721"/>
                    <a:pt x="5482" y="5676"/>
                  </a:cubicBezTo>
                  <a:cubicBezTo>
                    <a:pt x="5482" y="5661"/>
                    <a:pt x="5482" y="5646"/>
                    <a:pt x="5482" y="5646"/>
                  </a:cubicBezTo>
                  <a:cubicBezTo>
                    <a:pt x="5452" y="5572"/>
                    <a:pt x="5392" y="5527"/>
                    <a:pt x="5318" y="5527"/>
                  </a:cubicBezTo>
                  <a:cubicBezTo>
                    <a:pt x="5303" y="5527"/>
                    <a:pt x="5303" y="5512"/>
                    <a:pt x="5303" y="5512"/>
                  </a:cubicBezTo>
                  <a:cubicBezTo>
                    <a:pt x="5303" y="5482"/>
                    <a:pt x="5288" y="5437"/>
                    <a:pt x="5273" y="5407"/>
                  </a:cubicBezTo>
                  <a:cubicBezTo>
                    <a:pt x="5273" y="5407"/>
                    <a:pt x="5273" y="5392"/>
                    <a:pt x="5273" y="5392"/>
                  </a:cubicBezTo>
                  <a:cubicBezTo>
                    <a:pt x="5273" y="5318"/>
                    <a:pt x="5303" y="5258"/>
                    <a:pt x="5288" y="5183"/>
                  </a:cubicBezTo>
                  <a:cubicBezTo>
                    <a:pt x="5288" y="5004"/>
                    <a:pt x="5392" y="4914"/>
                    <a:pt x="5542" y="4855"/>
                  </a:cubicBezTo>
                  <a:cubicBezTo>
                    <a:pt x="5556" y="4840"/>
                    <a:pt x="5586" y="4840"/>
                    <a:pt x="5601" y="4825"/>
                  </a:cubicBezTo>
                  <a:cubicBezTo>
                    <a:pt x="5646" y="4825"/>
                    <a:pt x="5691" y="4810"/>
                    <a:pt x="5721" y="4810"/>
                  </a:cubicBezTo>
                  <a:cubicBezTo>
                    <a:pt x="5766" y="4810"/>
                    <a:pt x="5810" y="4810"/>
                    <a:pt x="5840" y="4750"/>
                  </a:cubicBezTo>
                  <a:cubicBezTo>
                    <a:pt x="5825" y="4720"/>
                    <a:pt x="5825" y="4690"/>
                    <a:pt x="5840" y="4661"/>
                  </a:cubicBezTo>
                  <a:lnTo>
                    <a:pt x="5840" y="4661"/>
                  </a:lnTo>
                  <a:cubicBezTo>
                    <a:pt x="5840" y="4690"/>
                    <a:pt x="5825" y="4705"/>
                    <a:pt x="5855" y="4735"/>
                  </a:cubicBezTo>
                  <a:cubicBezTo>
                    <a:pt x="5870" y="4750"/>
                    <a:pt x="5870" y="4750"/>
                    <a:pt x="5885" y="4765"/>
                  </a:cubicBezTo>
                  <a:cubicBezTo>
                    <a:pt x="5885" y="4780"/>
                    <a:pt x="5885" y="4780"/>
                    <a:pt x="5900" y="4795"/>
                  </a:cubicBezTo>
                  <a:cubicBezTo>
                    <a:pt x="5914" y="4799"/>
                    <a:pt x="5928" y="4801"/>
                    <a:pt x="5940" y="4801"/>
                  </a:cubicBezTo>
                  <a:cubicBezTo>
                    <a:pt x="6017" y="4801"/>
                    <a:pt x="6058" y="4729"/>
                    <a:pt x="6109" y="4690"/>
                  </a:cubicBezTo>
                  <a:cubicBezTo>
                    <a:pt x="6139" y="4661"/>
                    <a:pt x="6154" y="4646"/>
                    <a:pt x="6154" y="4601"/>
                  </a:cubicBezTo>
                  <a:cubicBezTo>
                    <a:pt x="6109" y="4556"/>
                    <a:pt x="6169" y="4541"/>
                    <a:pt x="6184" y="4496"/>
                  </a:cubicBezTo>
                  <a:cubicBezTo>
                    <a:pt x="6199" y="4481"/>
                    <a:pt x="6214" y="4451"/>
                    <a:pt x="6229" y="4422"/>
                  </a:cubicBezTo>
                  <a:cubicBezTo>
                    <a:pt x="6244" y="4377"/>
                    <a:pt x="6244" y="4317"/>
                    <a:pt x="6258" y="4272"/>
                  </a:cubicBezTo>
                  <a:cubicBezTo>
                    <a:pt x="6258" y="4257"/>
                    <a:pt x="6258" y="4257"/>
                    <a:pt x="6258" y="4242"/>
                  </a:cubicBezTo>
                  <a:cubicBezTo>
                    <a:pt x="6258" y="4242"/>
                    <a:pt x="6258" y="4242"/>
                    <a:pt x="6258" y="4227"/>
                  </a:cubicBezTo>
                  <a:lnTo>
                    <a:pt x="6348" y="4003"/>
                  </a:lnTo>
                  <a:lnTo>
                    <a:pt x="6378" y="3959"/>
                  </a:lnTo>
                  <a:cubicBezTo>
                    <a:pt x="6393" y="3959"/>
                    <a:pt x="6408" y="3899"/>
                    <a:pt x="6438" y="3899"/>
                  </a:cubicBezTo>
                  <a:cubicBezTo>
                    <a:pt x="6512" y="3794"/>
                    <a:pt x="6542" y="3675"/>
                    <a:pt x="6587" y="3555"/>
                  </a:cubicBezTo>
                  <a:cubicBezTo>
                    <a:pt x="6602" y="3510"/>
                    <a:pt x="6557" y="3436"/>
                    <a:pt x="6647" y="3436"/>
                  </a:cubicBezTo>
                  <a:cubicBezTo>
                    <a:pt x="6707" y="3406"/>
                    <a:pt x="6692" y="3331"/>
                    <a:pt x="6736" y="3286"/>
                  </a:cubicBezTo>
                  <a:cubicBezTo>
                    <a:pt x="6751" y="3271"/>
                    <a:pt x="6766" y="3257"/>
                    <a:pt x="6766" y="3242"/>
                  </a:cubicBezTo>
                  <a:cubicBezTo>
                    <a:pt x="6781" y="3212"/>
                    <a:pt x="6826" y="3197"/>
                    <a:pt x="6841" y="3182"/>
                  </a:cubicBezTo>
                  <a:cubicBezTo>
                    <a:pt x="6856" y="3182"/>
                    <a:pt x="6856" y="3167"/>
                    <a:pt x="6856" y="3167"/>
                  </a:cubicBezTo>
                  <a:cubicBezTo>
                    <a:pt x="6901" y="3122"/>
                    <a:pt x="6856" y="3092"/>
                    <a:pt x="6856" y="3047"/>
                  </a:cubicBezTo>
                  <a:cubicBezTo>
                    <a:pt x="6856" y="3003"/>
                    <a:pt x="6901" y="2988"/>
                    <a:pt x="6916" y="2958"/>
                  </a:cubicBezTo>
                  <a:cubicBezTo>
                    <a:pt x="6960" y="2943"/>
                    <a:pt x="6990" y="2898"/>
                    <a:pt x="7005" y="2868"/>
                  </a:cubicBezTo>
                  <a:cubicBezTo>
                    <a:pt x="7020" y="2808"/>
                    <a:pt x="7050" y="2764"/>
                    <a:pt x="7095" y="2734"/>
                  </a:cubicBezTo>
                  <a:cubicBezTo>
                    <a:pt x="7110" y="2719"/>
                    <a:pt x="7125" y="2689"/>
                    <a:pt x="7110" y="2674"/>
                  </a:cubicBezTo>
                  <a:cubicBezTo>
                    <a:pt x="7110" y="2674"/>
                    <a:pt x="7095" y="2674"/>
                    <a:pt x="7095" y="2659"/>
                  </a:cubicBezTo>
                  <a:cubicBezTo>
                    <a:pt x="7065" y="2644"/>
                    <a:pt x="7080" y="2614"/>
                    <a:pt x="7095" y="2599"/>
                  </a:cubicBezTo>
                  <a:cubicBezTo>
                    <a:pt x="7170" y="2555"/>
                    <a:pt x="7185" y="2480"/>
                    <a:pt x="7229" y="2420"/>
                  </a:cubicBezTo>
                  <a:cubicBezTo>
                    <a:pt x="7244" y="2375"/>
                    <a:pt x="7259" y="2331"/>
                    <a:pt x="7274" y="2271"/>
                  </a:cubicBezTo>
                  <a:cubicBezTo>
                    <a:pt x="7289" y="2271"/>
                    <a:pt x="7289" y="2271"/>
                    <a:pt x="7304" y="2256"/>
                  </a:cubicBezTo>
                  <a:cubicBezTo>
                    <a:pt x="7304" y="2256"/>
                    <a:pt x="7304" y="2241"/>
                    <a:pt x="7304" y="2241"/>
                  </a:cubicBezTo>
                  <a:cubicBezTo>
                    <a:pt x="7334" y="2196"/>
                    <a:pt x="7379" y="2166"/>
                    <a:pt x="7409" y="2121"/>
                  </a:cubicBezTo>
                  <a:cubicBezTo>
                    <a:pt x="7423" y="2121"/>
                    <a:pt x="7438" y="2106"/>
                    <a:pt x="7453" y="2106"/>
                  </a:cubicBezTo>
                  <a:cubicBezTo>
                    <a:pt x="7468" y="2121"/>
                    <a:pt x="7498" y="2136"/>
                    <a:pt x="7528" y="2151"/>
                  </a:cubicBezTo>
                  <a:cubicBezTo>
                    <a:pt x="7528" y="2092"/>
                    <a:pt x="7453" y="2047"/>
                    <a:pt x="7528" y="1987"/>
                  </a:cubicBezTo>
                  <a:cubicBezTo>
                    <a:pt x="7558" y="1957"/>
                    <a:pt x="7543" y="1912"/>
                    <a:pt x="7513" y="1882"/>
                  </a:cubicBezTo>
                  <a:lnTo>
                    <a:pt x="7513" y="1882"/>
                  </a:lnTo>
                  <a:cubicBezTo>
                    <a:pt x="7529" y="1899"/>
                    <a:pt x="7541" y="1905"/>
                    <a:pt x="7550" y="1905"/>
                  </a:cubicBezTo>
                  <a:cubicBezTo>
                    <a:pt x="7574" y="1905"/>
                    <a:pt x="7577" y="1859"/>
                    <a:pt x="7588" y="1838"/>
                  </a:cubicBezTo>
                  <a:cubicBezTo>
                    <a:pt x="7633" y="1808"/>
                    <a:pt x="7722" y="1853"/>
                    <a:pt x="7722" y="1763"/>
                  </a:cubicBezTo>
                  <a:cubicBezTo>
                    <a:pt x="7752" y="1718"/>
                    <a:pt x="7677" y="1718"/>
                    <a:pt x="7692" y="1673"/>
                  </a:cubicBezTo>
                  <a:lnTo>
                    <a:pt x="7707" y="1673"/>
                  </a:lnTo>
                  <a:cubicBezTo>
                    <a:pt x="7722" y="1658"/>
                    <a:pt x="7737" y="1629"/>
                    <a:pt x="7737" y="1614"/>
                  </a:cubicBezTo>
                  <a:cubicBezTo>
                    <a:pt x="7737" y="1554"/>
                    <a:pt x="7722" y="1509"/>
                    <a:pt x="7797" y="1494"/>
                  </a:cubicBezTo>
                  <a:cubicBezTo>
                    <a:pt x="7857" y="1449"/>
                    <a:pt x="7916" y="1390"/>
                    <a:pt x="7931" y="1315"/>
                  </a:cubicBezTo>
                  <a:cubicBezTo>
                    <a:pt x="7946" y="1195"/>
                    <a:pt x="8036" y="1106"/>
                    <a:pt x="8036" y="971"/>
                  </a:cubicBezTo>
                  <a:cubicBezTo>
                    <a:pt x="7916" y="941"/>
                    <a:pt x="7797" y="912"/>
                    <a:pt x="7677" y="882"/>
                  </a:cubicBezTo>
                  <a:cubicBezTo>
                    <a:pt x="7670" y="874"/>
                    <a:pt x="7659" y="871"/>
                    <a:pt x="7648" y="871"/>
                  </a:cubicBezTo>
                  <a:cubicBezTo>
                    <a:pt x="7636" y="871"/>
                    <a:pt x="7625" y="874"/>
                    <a:pt x="7618" y="882"/>
                  </a:cubicBezTo>
                  <a:cubicBezTo>
                    <a:pt x="7528" y="822"/>
                    <a:pt x="7513" y="747"/>
                    <a:pt x="7498" y="658"/>
                  </a:cubicBezTo>
                  <a:cubicBezTo>
                    <a:pt x="7379" y="688"/>
                    <a:pt x="7334" y="747"/>
                    <a:pt x="7394" y="837"/>
                  </a:cubicBezTo>
                  <a:cubicBezTo>
                    <a:pt x="7274" y="837"/>
                    <a:pt x="7155" y="790"/>
                    <a:pt x="7025" y="790"/>
                  </a:cubicBezTo>
                  <a:cubicBezTo>
                    <a:pt x="7008" y="790"/>
                    <a:pt x="6992" y="790"/>
                    <a:pt x="6975" y="792"/>
                  </a:cubicBezTo>
                  <a:cubicBezTo>
                    <a:pt x="6964" y="804"/>
                    <a:pt x="6961" y="825"/>
                    <a:pt x="6968" y="833"/>
                  </a:cubicBezTo>
                  <a:lnTo>
                    <a:pt x="6968" y="833"/>
                  </a:lnTo>
                  <a:cubicBezTo>
                    <a:pt x="6940" y="819"/>
                    <a:pt x="6913" y="806"/>
                    <a:pt x="6886" y="792"/>
                  </a:cubicBezTo>
                  <a:cubicBezTo>
                    <a:pt x="6841" y="777"/>
                    <a:pt x="6796" y="747"/>
                    <a:pt x="6751" y="732"/>
                  </a:cubicBezTo>
                  <a:cubicBezTo>
                    <a:pt x="6751" y="717"/>
                    <a:pt x="6751" y="703"/>
                    <a:pt x="6751" y="673"/>
                  </a:cubicBezTo>
                  <a:lnTo>
                    <a:pt x="6766" y="673"/>
                  </a:lnTo>
                  <a:cubicBezTo>
                    <a:pt x="6758" y="655"/>
                    <a:pt x="6749" y="648"/>
                    <a:pt x="6737" y="648"/>
                  </a:cubicBezTo>
                  <a:cubicBezTo>
                    <a:pt x="6729" y="648"/>
                    <a:pt x="6719" y="652"/>
                    <a:pt x="6707" y="658"/>
                  </a:cubicBezTo>
                  <a:cubicBezTo>
                    <a:pt x="6666" y="642"/>
                    <a:pt x="6627" y="636"/>
                    <a:pt x="6589" y="636"/>
                  </a:cubicBezTo>
                  <a:cubicBezTo>
                    <a:pt x="6515" y="636"/>
                    <a:pt x="6443" y="656"/>
                    <a:pt x="6368" y="656"/>
                  </a:cubicBezTo>
                  <a:cubicBezTo>
                    <a:pt x="6337" y="656"/>
                    <a:pt x="6306" y="652"/>
                    <a:pt x="6273" y="643"/>
                  </a:cubicBezTo>
                  <a:cubicBezTo>
                    <a:pt x="6252" y="632"/>
                    <a:pt x="6231" y="622"/>
                    <a:pt x="6210" y="622"/>
                  </a:cubicBezTo>
                  <a:cubicBezTo>
                    <a:pt x="6201" y="622"/>
                    <a:pt x="6193" y="623"/>
                    <a:pt x="6184" y="628"/>
                  </a:cubicBezTo>
                  <a:cubicBezTo>
                    <a:pt x="6165" y="675"/>
                    <a:pt x="6135" y="698"/>
                    <a:pt x="6100" y="698"/>
                  </a:cubicBezTo>
                  <a:cubicBezTo>
                    <a:pt x="6079" y="698"/>
                    <a:pt x="6057" y="689"/>
                    <a:pt x="6034" y="673"/>
                  </a:cubicBezTo>
                  <a:cubicBezTo>
                    <a:pt x="6028" y="670"/>
                    <a:pt x="6022" y="668"/>
                    <a:pt x="6016" y="668"/>
                  </a:cubicBezTo>
                  <a:cubicBezTo>
                    <a:pt x="5992" y="668"/>
                    <a:pt x="5966" y="688"/>
                    <a:pt x="5930" y="688"/>
                  </a:cubicBezTo>
                  <a:cubicBezTo>
                    <a:pt x="5900" y="688"/>
                    <a:pt x="5885" y="673"/>
                    <a:pt x="5855" y="673"/>
                  </a:cubicBezTo>
                  <a:lnTo>
                    <a:pt x="5840" y="673"/>
                  </a:lnTo>
                  <a:cubicBezTo>
                    <a:pt x="5840" y="658"/>
                    <a:pt x="5840" y="658"/>
                    <a:pt x="5840" y="643"/>
                  </a:cubicBezTo>
                  <a:lnTo>
                    <a:pt x="5855" y="643"/>
                  </a:lnTo>
                  <a:cubicBezTo>
                    <a:pt x="5810" y="628"/>
                    <a:pt x="5781" y="613"/>
                    <a:pt x="5736" y="598"/>
                  </a:cubicBezTo>
                  <a:cubicBezTo>
                    <a:pt x="5691" y="688"/>
                    <a:pt x="5691" y="688"/>
                    <a:pt x="5512" y="688"/>
                  </a:cubicBezTo>
                  <a:cubicBezTo>
                    <a:pt x="5467" y="688"/>
                    <a:pt x="5407" y="658"/>
                    <a:pt x="5347" y="643"/>
                  </a:cubicBezTo>
                  <a:cubicBezTo>
                    <a:pt x="5273" y="628"/>
                    <a:pt x="5198" y="628"/>
                    <a:pt x="5123" y="613"/>
                  </a:cubicBezTo>
                  <a:cubicBezTo>
                    <a:pt x="5093" y="613"/>
                    <a:pt x="5079" y="613"/>
                    <a:pt x="5064" y="598"/>
                  </a:cubicBezTo>
                  <a:lnTo>
                    <a:pt x="5004" y="598"/>
                  </a:lnTo>
                  <a:cubicBezTo>
                    <a:pt x="5019" y="583"/>
                    <a:pt x="5019" y="568"/>
                    <a:pt x="5034" y="553"/>
                  </a:cubicBezTo>
                  <a:cubicBezTo>
                    <a:pt x="4989" y="553"/>
                    <a:pt x="4929" y="568"/>
                    <a:pt x="4884" y="568"/>
                  </a:cubicBezTo>
                  <a:cubicBezTo>
                    <a:pt x="4884" y="563"/>
                    <a:pt x="4876" y="563"/>
                    <a:pt x="4867" y="563"/>
                  </a:cubicBezTo>
                  <a:lnTo>
                    <a:pt x="4867" y="563"/>
                  </a:lnTo>
                  <a:cubicBezTo>
                    <a:pt x="4848" y="563"/>
                    <a:pt x="4825" y="563"/>
                    <a:pt x="4855" y="523"/>
                  </a:cubicBezTo>
                  <a:cubicBezTo>
                    <a:pt x="4879" y="499"/>
                    <a:pt x="4834" y="455"/>
                    <a:pt x="4793" y="455"/>
                  </a:cubicBezTo>
                  <a:cubicBezTo>
                    <a:pt x="4783" y="455"/>
                    <a:pt x="4773" y="458"/>
                    <a:pt x="4765" y="464"/>
                  </a:cubicBezTo>
                  <a:cubicBezTo>
                    <a:pt x="4735" y="493"/>
                    <a:pt x="4705" y="508"/>
                    <a:pt x="4675" y="538"/>
                  </a:cubicBezTo>
                  <a:cubicBezTo>
                    <a:pt x="4586" y="523"/>
                    <a:pt x="4511" y="493"/>
                    <a:pt x="4421" y="478"/>
                  </a:cubicBezTo>
                  <a:cubicBezTo>
                    <a:pt x="4377" y="464"/>
                    <a:pt x="4317" y="464"/>
                    <a:pt x="4272" y="449"/>
                  </a:cubicBezTo>
                  <a:cubicBezTo>
                    <a:pt x="4227" y="434"/>
                    <a:pt x="4167" y="434"/>
                    <a:pt x="4123" y="434"/>
                  </a:cubicBezTo>
                  <a:cubicBezTo>
                    <a:pt x="4078" y="421"/>
                    <a:pt x="4037" y="416"/>
                    <a:pt x="3997" y="416"/>
                  </a:cubicBezTo>
                  <a:cubicBezTo>
                    <a:pt x="3942" y="416"/>
                    <a:pt x="3891" y="425"/>
                    <a:pt x="3839" y="434"/>
                  </a:cubicBezTo>
                  <a:cubicBezTo>
                    <a:pt x="3821" y="438"/>
                    <a:pt x="3804" y="440"/>
                    <a:pt x="3787" y="440"/>
                  </a:cubicBezTo>
                  <a:cubicBezTo>
                    <a:pt x="3745" y="440"/>
                    <a:pt x="3706" y="429"/>
                    <a:pt x="3675" y="419"/>
                  </a:cubicBezTo>
                  <a:cubicBezTo>
                    <a:pt x="3660" y="404"/>
                    <a:pt x="3645" y="404"/>
                    <a:pt x="3615" y="404"/>
                  </a:cubicBezTo>
                  <a:lnTo>
                    <a:pt x="3376" y="404"/>
                  </a:lnTo>
                  <a:cubicBezTo>
                    <a:pt x="3361" y="404"/>
                    <a:pt x="3361" y="404"/>
                    <a:pt x="3346" y="419"/>
                  </a:cubicBezTo>
                  <a:lnTo>
                    <a:pt x="3122" y="419"/>
                  </a:lnTo>
                  <a:cubicBezTo>
                    <a:pt x="3073" y="389"/>
                    <a:pt x="3024" y="360"/>
                    <a:pt x="2971" y="360"/>
                  </a:cubicBezTo>
                  <a:cubicBezTo>
                    <a:pt x="2943" y="360"/>
                    <a:pt x="2914" y="368"/>
                    <a:pt x="2883" y="389"/>
                  </a:cubicBezTo>
                  <a:cubicBezTo>
                    <a:pt x="2876" y="396"/>
                    <a:pt x="2868" y="400"/>
                    <a:pt x="2859" y="400"/>
                  </a:cubicBezTo>
                  <a:cubicBezTo>
                    <a:pt x="2849" y="400"/>
                    <a:pt x="2838" y="396"/>
                    <a:pt x="2823" y="389"/>
                  </a:cubicBezTo>
                  <a:lnTo>
                    <a:pt x="2734" y="389"/>
                  </a:lnTo>
                  <a:cubicBezTo>
                    <a:pt x="2654" y="349"/>
                    <a:pt x="2574" y="342"/>
                    <a:pt x="2495" y="342"/>
                  </a:cubicBezTo>
                  <a:cubicBezTo>
                    <a:pt x="2455" y="342"/>
                    <a:pt x="2415" y="344"/>
                    <a:pt x="2375" y="344"/>
                  </a:cubicBezTo>
                  <a:cubicBezTo>
                    <a:pt x="2241" y="344"/>
                    <a:pt x="2106" y="329"/>
                    <a:pt x="1972" y="314"/>
                  </a:cubicBezTo>
                  <a:cubicBezTo>
                    <a:pt x="1942" y="299"/>
                    <a:pt x="1912" y="284"/>
                    <a:pt x="1882" y="284"/>
                  </a:cubicBezTo>
                  <a:cubicBezTo>
                    <a:pt x="1867" y="269"/>
                    <a:pt x="1837" y="269"/>
                    <a:pt x="1823" y="269"/>
                  </a:cubicBezTo>
                  <a:cubicBezTo>
                    <a:pt x="1793" y="269"/>
                    <a:pt x="1756" y="263"/>
                    <a:pt x="1722" y="263"/>
                  </a:cubicBezTo>
                  <a:cubicBezTo>
                    <a:pt x="1705" y="263"/>
                    <a:pt x="1688" y="264"/>
                    <a:pt x="1673" y="269"/>
                  </a:cubicBezTo>
                  <a:cubicBezTo>
                    <a:pt x="1643" y="284"/>
                    <a:pt x="1613" y="284"/>
                    <a:pt x="1584" y="299"/>
                  </a:cubicBezTo>
                  <a:cubicBezTo>
                    <a:pt x="1547" y="275"/>
                    <a:pt x="1520" y="250"/>
                    <a:pt x="1479" y="250"/>
                  </a:cubicBezTo>
                  <a:cubicBezTo>
                    <a:pt x="1470" y="250"/>
                    <a:pt x="1460" y="252"/>
                    <a:pt x="1449" y="254"/>
                  </a:cubicBezTo>
                  <a:lnTo>
                    <a:pt x="1404" y="254"/>
                  </a:lnTo>
                  <a:cubicBezTo>
                    <a:pt x="1330" y="254"/>
                    <a:pt x="1270" y="239"/>
                    <a:pt x="1195" y="239"/>
                  </a:cubicBezTo>
                  <a:cubicBezTo>
                    <a:pt x="1150" y="239"/>
                    <a:pt x="1136" y="195"/>
                    <a:pt x="1091" y="195"/>
                  </a:cubicBezTo>
                  <a:cubicBezTo>
                    <a:pt x="1076" y="195"/>
                    <a:pt x="1076" y="180"/>
                    <a:pt x="1061" y="180"/>
                  </a:cubicBezTo>
                  <a:cubicBezTo>
                    <a:pt x="1031" y="180"/>
                    <a:pt x="1001" y="180"/>
                    <a:pt x="986" y="165"/>
                  </a:cubicBezTo>
                  <a:cubicBezTo>
                    <a:pt x="941" y="135"/>
                    <a:pt x="897" y="150"/>
                    <a:pt x="867" y="105"/>
                  </a:cubicBezTo>
                  <a:cubicBezTo>
                    <a:pt x="852" y="105"/>
                    <a:pt x="852" y="105"/>
                    <a:pt x="837" y="90"/>
                  </a:cubicBezTo>
                  <a:lnTo>
                    <a:pt x="822" y="90"/>
                  </a:lnTo>
                  <a:cubicBezTo>
                    <a:pt x="792" y="90"/>
                    <a:pt x="762" y="105"/>
                    <a:pt x="732" y="105"/>
                  </a:cubicBezTo>
                  <a:lnTo>
                    <a:pt x="687" y="105"/>
                  </a:lnTo>
                  <a:cubicBezTo>
                    <a:pt x="678" y="102"/>
                    <a:pt x="668" y="101"/>
                    <a:pt x="657" y="101"/>
                  </a:cubicBezTo>
                  <a:cubicBezTo>
                    <a:pt x="628" y="101"/>
                    <a:pt x="595" y="109"/>
                    <a:pt x="561" y="109"/>
                  </a:cubicBezTo>
                  <a:cubicBezTo>
                    <a:pt x="548" y="109"/>
                    <a:pt x="536" y="108"/>
                    <a:pt x="523" y="105"/>
                  </a:cubicBezTo>
                  <a:cubicBezTo>
                    <a:pt x="493" y="90"/>
                    <a:pt x="478" y="75"/>
                    <a:pt x="463" y="60"/>
                  </a:cubicBezTo>
                  <a:cubicBezTo>
                    <a:pt x="463" y="45"/>
                    <a:pt x="463" y="45"/>
                    <a:pt x="448" y="45"/>
                  </a:cubicBezTo>
                  <a:cubicBezTo>
                    <a:pt x="419" y="30"/>
                    <a:pt x="389" y="15"/>
                    <a:pt x="359" y="1"/>
                  </a:cubicBezTo>
                  <a:cubicBezTo>
                    <a:pt x="353" y="31"/>
                    <a:pt x="342" y="39"/>
                    <a:pt x="329" y="39"/>
                  </a:cubicBezTo>
                  <a:cubicBezTo>
                    <a:pt x="314" y="39"/>
                    <a:pt x="296" y="28"/>
                    <a:pt x="281" y="28"/>
                  </a:cubicBezTo>
                  <a:cubicBezTo>
                    <a:pt x="277" y="28"/>
                    <a:pt x="273" y="29"/>
                    <a:pt x="269" y="30"/>
                  </a:cubicBezTo>
                  <a:cubicBezTo>
                    <a:pt x="239" y="68"/>
                    <a:pt x="206" y="79"/>
                    <a:pt x="170" y="79"/>
                  </a:cubicBezTo>
                  <a:cubicBezTo>
                    <a:pt x="135" y="79"/>
                    <a:pt x="97" y="68"/>
                    <a:pt x="60" y="60"/>
                  </a:cubicBezTo>
                  <a:cubicBezTo>
                    <a:pt x="45" y="30"/>
                    <a:pt x="45" y="15"/>
                    <a:pt x="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4"/>
            <p:cNvSpPr/>
            <p:nvPr/>
          </p:nvSpPr>
          <p:spPr>
            <a:xfrm flipH="1">
              <a:off x="-915552" y="340850"/>
              <a:ext cx="1421803" cy="1105933"/>
            </a:xfrm>
            <a:custGeom>
              <a:avLst/>
              <a:gdLst/>
              <a:ahLst/>
              <a:cxnLst/>
              <a:rect l="l" t="t" r="r" b="b"/>
              <a:pathLst>
                <a:path w="9187" h="7146" extrusionOk="0">
                  <a:moveTo>
                    <a:pt x="1688" y="275"/>
                  </a:moveTo>
                  <a:cubicBezTo>
                    <a:pt x="1703" y="275"/>
                    <a:pt x="1703" y="290"/>
                    <a:pt x="1703" y="290"/>
                  </a:cubicBezTo>
                  <a:cubicBezTo>
                    <a:pt x="1688" y="290"/>
                    <a:pt x="1688" y="290"/>
                    <a:pt x="1673" y="275"/>
                  </a:cubicBezTo>
                  <a:close/>
                  <a:moveTo>
                    <a:pt x="4705" y="604"/>
                  </a:moveTo>
                  <a:lnTo>
                    <a:pt x="4690" y="619"/>
                  </a:lnTo>
                  <a:cubicBezTo>
                    <a:pt x="4690" y="619"/>
                    <a:pt x="4690" y="604"/>
                    <a:pt x="4690" y="604"/>
                  </a:cubicBezTo>
                  <a:close/>
                  <a:moveTo>
                    <a:pt x="6841" y="709"/>
                  </a:moveTo>
                  <a:cubicBezTo>
                    <a:pt x="6826" y="724"/>
                    <a:pt x="6826" y="724"/>
                    <a:pt x="6826" y="724"/>
                  </a:cubicBezTo>
                  <a:lnTo>
                    <a:pt x="6826" y="709"/>
                  </a:lnTo>
                  <a:close/>
                  <a:moveTo>
                    <a:pt x="6856" y="963"/>
                  </a:moveTo>
                  <a:cubicBezTo>
                    <a:pt x="6811" y="977"/>
                    <a:pt x="6752" y="992"/>
                    <a:pt x="6707" y="992"/>
                  </a:cubicBezTo>
                  <a:cubicBezTo>
                    <a:pt x="6707" y="1007"/>
                    <a:pt x="6707" y="1007"/>
                    <a:pt x="6707" y="1007"/>
                  </a:cubicBezTo>
                  <a:lnTo>
                    <a:pt x="6871" y="1007"/>
                  </a:lnTo>
                  <a:cubicBezTo>
                    <a:pt x="6856" y="992"/>
                    <a:pt x="6856" y="977"/>
                    <a:pt x="6856" y="963"/>
                  </a:cubicBezTo>
                  <a:close/>
                  <a:moveTo>
                    <a:pt x="837" y="1037"/>
                  </a:moveTo>
                  <a:lnTo>
                    <a:pt x="852" y="1067"/>
                  </a:lnTo>
                  <a:cubicBezTo>
                    <a:pt x="852" y="1067"/>
                    <a:pt x="852" y="1067"/>
                    <a:pt x="852" y="1082"/>
                  </a:cubicBezTo>
                  <a:cubicBezTo>
                    <a:pt x="837" y="1067"/>
                    <a:pt x="822" y="1067"/>
                    <a:pt x="822" y="1052"/>
                  </a:cubicBezTo>
                  <a:cubicBezTo>
                    <a:pt x="822" y="1052"/>
                    <a:pt x="822" y="1052"/>
                    <a:pt x="837" y="1037"/>
                  </a:cubicBezTo>
                  <a:close/>
                  <a:moveTo>
                    <a:pt x="882" y="1112"/>
                  </a:moveTo>
                  <a:lnTo>
                    <a:pt x="882" y="1142"/>
                  </a:lnTo>
                  <a:cubicBezTo>
                    <a:pt x="882" y="1127"/>
                    <a:pt x="867" y="1127"/>
                    <a:pt x="867" y="1112"/>
                  </a:cubicBezTo>
                  <a:close/>
                  <a:moveTo>
                    <a:pt x="927" y="1306"/>
                  </a:moveTo>
                  <a:cubicBezTo>
                    <a:pt x="942" y="1306"/>
                    <a:pt x="942" y="1306"/>
                    <a:pt x="927" y="1321"/>
                  </a:cubicBezTo>
                  <a:lnTo>
                    <a:pt x="927" y="1306"/>
                  </a:lnTo>
                  <a:close/>
                  <a:moveTo>
                    <a:pt x="1449" y="1724"/>
                  </a:moveTo>
                  <a:cubicBezTo>
                    <a:pt x="1449" y="1739"/>
                    <a:pt x="1449" y="1739"/>
                    <a:pt x="1434" y="1739"/>
                  </a:cubicBezTo>
                  <a:lnTo>
                    <a:pt x="1449" y="1724"/>
                  </a:lnTo>
                  <a:close/>
                  <a:moveTo>
                    <a:pt x="7737" y="1694"/>
                  </a:moveTo>
                  <a:cubicBezTo>
                    <a:pt x="7737" y="1694"/>
                    <a:pt x="7722" y="1709"/>
                    <a:pt x="7722" y="1709"/>
                  </a:cubicBezTo>
                  <a:cubicBezTo>
                    <a:pt x="7722" y="1724"/>
                    <a:pt x="7737" y="1724"/>
                    <a:pt x="7737" y="1739"/>
                  </a:cubicBezTo>
                  <a:cubicBezTo>
                    <a:pt x="7752" y="1739"/>
                    <a:pt x="7767" y="1724"/>
                    <a:pt x="7752" y="1724"/>
                  </a:cubicBezTo>
                  <a:cubicBezTo>
                    <a:pt x="7752" y="1709"/>
                    <a:pt x="7737" y="1709"/>
                    <a:pt x="7737" y="1694"/>
                  </a:cubicBezTo>
                  <a:close/>
                  <a:moveTo>
                    <a:pt x="8111" y="1993"/>
                  </a:moveTo>
                  <a:cubicBezTo>
                    <a:pt x="8096" y="1993"/>
                    <a:pt x="8096" y="2008"/>
                    <a:pt x="8096" y="2023"/>
                  </a:cubicBezTo>
                  <a:cubicBezTo>
                    <a:pt x="8111" y="2023"/>
                    <a:pt x="8141" y="2038"/>
                    <a:pt x="8156" y="2038"/>
                  </a:cubicBezTo>
                  <a:cubicBezTo>
                    <a:pt x="8170" y="2038"/>
                    <a:pt x="8170" y="2023"/>
                    <a:pt x="8170" y="2023"/>
                  </a:cubicBezTo>
                  <a:cubicBezTo>
                    <a:pt x="8156" y="2008"/>
                    <a:pt x="8126" y="1993"/>
                    <a:pt x="8111" y="1993"/>
                  </a:cubicBezTo>
                  <a:close/>
                  <a:moveTo>
                    <a:pt x="1898" y="2143"/>
                  </a:moveTo>
                  <a:cubicBezTo>
                    <a:pt x="1906" y="2144"/>
                    <a:pt x="1912" y="2148"/>
                    <a:pt x="1912" y="2157"/>
                  </a:cubicBezTo>
                  <a:lnTo>
                    <a:pt x="1898" y="2143"/>
                  </a:lnTo>
                  <a:close/>
                  <a:moveTo>
                    <a:pt x="2136" y="2785"/>
                  </a:moveTo>
                  <a:lnTo>
                    <a:pt x="2136" y="2785"/>
                  </a:lnTo>
                  <a:cubicBezTo>
                    <a:pt x="2144" y="2800"/>
                    <a:pt x="2155" y="2811"/>
                    <a:pt x="2166" y="2822"/>
                  </a:cubicBezTo>
                  <a:lnTo>
                    <a:pt x="2166" y="2822"/>
                  </a:lnTo>
                  <a:lnTo>
                    <a:pt x="2136" y="2785"/>
                  </a:lnTo>
                  <a:close/>
                  <a:moveTo>
                    <a:pt x="2178" y="2834"/>
                  </a:moveTo>
                  <a:lnTo>
                    <a:pt x="2178" y="2834"/>
                  </a:lnTo>
                  <a:cubicBezTo>
                    <a:pt x="2181" y="2837"/>
                    <a:pt x="2184" y="2841"/>
                    <a:pt x="2187" y="2845"/>
                  </a:cubicBezTo>
                  <a:lnTo>
                    <a:pt x="2187" y="2845"/>
                  </a:lnTo>
                  <a:lnTo>
                    <a:pt x="2178" y="2834"/>
                  </a:lnTo>
                  <a:close/>
                  <a:moveTo>
                    <a:pt x="2228" y="2893"/>
                  </a:moveTo>
                  <a:lnTo>
                    <a:pt x="2228" y="2893"/>
                  </a:lnTo>
                  <a:cubicBezTo>
                    <a:pt x="2238" y="2904"/>
                    <a:pt x="2247" y="2916"/>
                    <a:pt x="2257" y="2928"/>
                  </a:cubicBezTo>
                  <a:lnTo>
                    <a:pt x="2257" y="2928"/>
                  </a:lnTo>
                  <a:lnTo>
                    <a:pt x="2228" y="2893"/>
                  </a:lnTo>
                  <a:close/>
                  <a:moveTo>
                    <a:pt x="2297" y="2979"/>
                  </a:moveTo>
                  <a:cubicBezTo>
                    <a:pt x="2308" y="2994"/>
                    <a:pt x="2319" y="3009"/>
                    <a:pt x="2331" y="3024"/>
                  </a:cubicBezTo>
                  <a:cubicBezTo>
                    <a:pt x="2340" y="3033"/>
                    <a:pt x="2350" y="3043"/>
                    <a:pt x="2360" y="3054"/>
                  </a:cubicBezTo>
                  <a:lnTo>
                    <a:pt x="2360" y="3054"/>
                  </a:lnTo>
                  <a:lnTo>
                    <a:pt x="2297" y="2979"/>
                  </a:lnTo>
                  <a:close/>
                  <a:moveTo>
                    <a:pt x="2390" y="3086"/>
                  </a:moveTo>
                  <a:cubicBezTo>
                    <a:pt x="2470" y="3174"/>
                    <a:pt x="2545" y="3268"/>
                    <a:pt x="2629" y="3352"/>
                  </a:cubicBezTo>
                  <a:cubicBezTo>
                    <a:pt x="2671" y="3408"/>
                    <a:pt x="2713" y="3464"/>
                    <a:pt x="2755" y="3520"/>
                  </a:cubicBezTo>
                  <a:lnTo>
                    <a:pt x="2390" y="3086"/>
                  </a:lnTo>
                  <a:close/>
                  <a:moveTo>
                    <a:pt x="2755" y="3520"/>
                  </a:moveTo>
                  <a:lnTo>
                    <a:pt x="2771" y="3538"/>
                  </a:lnTo>
                  <a:lnTo>
                    <a:pt x="2771" y="3538"/>
                  </a:lnTo>
                  <a:cubicBezTo>
                    <a:pt x="2768" y="3536"/>
                    <a:pt x="2766" y="3534"/>
                    <a:pt x="2764" y="3531"/>
                  </a:cubicBezTo>
                  <a:cubicBezTo>
                    <a:pt x="2761" y="3527"/>
                    <a:pt x="2758" y="3524"/>
                    <a:pt x="2755" y="3520"/>
                  </a:cubicBezTo>
                  <a:close/>
                  <a:moveTo>
                    <a:pt x="5593" y="3632"/>
                  </a:moveTo>
                  <a:cubicBezTo>
                    <a:pt x="5589" y="3638"/>
                    <a:pt x="5587" y="3644"/>
                    <a:pt x="5587" y="3651"/>
                  </a:cubicBezTo>
                  <a:lnTo>
                    <a:pt x="5593" y="3632"/>
                  </a:lnTo>
                  <a:close/>
                  <a:moveTo>
                    <a:pt x="3869" y="1948"/>
                  </a:moveTo>
                  <a:cubicBezTo>
                    <a:pt x="3899" y="1948"/>
                    <a:pt x="3929" y="1978"/>
                    <a:pt x="3959" y="1978"/>
                  </a:cubicBezTo>
                  <a:cubicBezTo>
                    <a:pt x="3992" y="1971"/>
                    <a:pt x="4025" y="1967"/>
                    <a:pt x="4056" y="1967"/>
                  </a:cubicBezTo>
                  <a:cubicBezTo>
                    <a:pt x="4151" y="1967"/>
                    <a:pt x="4235" y="2001"/>
                    <a:pt x="4302" y="2068"/>
                  </a:cubicBezTo>
                  <a:cubicBezTo>
                    <a:pt x="4332" y="2098"/>
                    <a:pt x="4377" y="2098"/>
                    <a:pt x="4422" y="2098"/>
                  </a:cubicBezTo>
                  <a:cubicBezTo>
                    <a:pt x="4511" y="2106"/>
                    <a:pt x="4606" y="2118"/>
                    <a:pt x="4700" y="2118"/>
                  </a:cubicBezTo>
                  <a:cubicBezTo>
                    <a:pt x="4777" y="2118"/>
                    <a:pt x="4855" y="2110"/>
                    <a:pt x="4929" y="2083"/>
                  </a:cubicBezTo>
                  <a:lnTo>
                    <a:pt x="4929" y="2083"/>
                  </a:lnTo>
                  <a:lnTo>
                    <a:pt x="4900" y="2113"/>
                  </a:lnTo>
                  <a:cubicBezTo>
                    <a:pt x="4900" y="2113"/>
                    <a:pt x="4900" y="2128"/>
                    <a:pt x="4900" y="2128"/>
                  </a:cubicBezTo>
                  <a:lnTo>
                    <a:pt x="5049" y="2098"/>
                  </a:lnTo>
                  <a:lnTo>
                    <a:pt x="5064" y="2098"/>
                  </a:lnTo>
                  <a:cubicBezTo>
                    <a:pt x="5064" y="2113"/>
                    <a:pt x="5079" y="2113"/>
                    <a:pt x="5094" y="2113"/>
                  </a:cubicBezTo>
                  <a:lnTo>
                    <a:pt x="5109" y="2113"/>
                  </a:lnTo>
                  <a:lnTo>
                    <a:pt x="5168" y="2098"/>
                  </a:lnTo>
                  <a:lnTo>
                    <a:pt x="5213" y="2098"/>
                  </a:lnTo>
                  <a:lnTo>
                    <a:pt x="5243" y="2113"/>
                  </a:lnTo>
                  <a:cubicBezTo>
                    <a:pt x="5258" y="2128"/>
                    <a:pt x="5288" y="2142"/>
                    <a:pt x="5303" y="2157"/>
                  </a:cubicBezTo>
                  <a:lnTo>
                    <a:pt x="5318" y="2113"/>
                  </a:lnTo>
                  <a:cubicBezTo>
                    <a:pt x="5378" y="2139"/>
                    <a:pt x="5439" y="2155"/>
                    <a:pt x="5500" y="2155"/>
                  </a:cubicBezTo>
                  <a:cubicBezTo>
                    <a:pt x="5544" y="2155"/>
                    <a:pt x="5588" y="2146"/>
                    <a:pt x="5631" y="2128"/>
                  </a:cubicBezTo>
                  <a:cubicBezTo>
                    <a:pt x="5654" y="2120"/>
                    <a:pt x="5672" y="2116"/>
                    <a:pt x="5691" y="2116"/>
                  </a:cubicBezTo>
                  <a:cubicBezTo>
                    <a:pt x="5710" y="2116"/>
                    <a:pt x="5728" y="2120"/>
                    <a:pt x="5751" y="2128"/>
                  </a:cubicBezTo>
                  <a:cubicBezTo>
                    <a:pt x="5783" y="2149"/>
                    <a:pt x="5812" y="2159"/>
                    <a:pt x="5840" y="2159"/>
                  </a:cubicBezTo>
                  <a:cubicBezTo>
                    <a:pt x="5891" y="2159"/>
                    <a:pt x="5936" y="2126"/>
                    <a:pt x="5975" y="2068"/>
                  </a:cubicBezTo>
                  <a:cubicBezTo>
                    <a:pt x="5975" y="2068"/>
                    <a:pt x="5975" y="2053"/>
                    <a:pt x="5990" y="2053"/>
                  </a:cubicBezTo>
                  <a:lnTo>
                    <a:pt x="6005" y="2068"/>
                  </a:lnTo>
                  <a:cubicBezTo>
                    <a:pt x="6005" y="2068"/>
                    <a:pt x="5990" y="2083"/>
                    <a:pt x="5990" y="2083"/>
                  </a:cubicBezTo>
                  <a:cubicBezTo>
                    <a:pt x="6019" y="2140"/>
                    <a:pt x="6041" y="2167"/>
                    <a:pt x="6081" y="2167"/>
                  </a:cubicBezTo>
                  <a:cubicBezTo>
                    <a:pt x="6104" y="2167"/>
                    <a:pt x="6132" y="2159"/>
                    <a:pt x="6169" y="2142"/>
                  </a:cubicBezTo>
                  <a:cubicBezTo>
                    <a:pt x="6169" y="2128"/>
                    <a:pt x="6169" y="2128"/>
                    <a:pt x="6169" y="2128"/>
                  </a:cubicBezTo>
                  <a:lnTo>
                    <a:pt x="6184" y="2128"/>
                  </a:lnTo>
                  <a:cubicBezTo>
                    <a:pt x="6184" y="2142"/>
                    <a:pt x="6184" y="2142"/>
                    <a:pt x="6184" y="2142"/>
                  </a:cubicBezTo>
                  <a:cubicBezTo>
                    <a:pt x="6219" y="2200"/>
                    <a:pt x="6262" y="2222"/>
                    <a:pt x="6315" y="2222"/>
                  </a:cubicBezTo>
                  <a:cubicBezTo>
                    <a:pt x="6330" y="2222"/>
                    <a:pt x="6346" y="2220"/>
                    <a:pt x="6363" y="2217"/>
                  </a:cubicBezTo>
                  <a:cubicBezTo>
                    <a:pt x="6383" y="2212"/>
                    <a:pt x="6403" y="2209"/>
                    <a:pt x="6422" y="2209"/>
                  </a:cubicBezTo>
                  <a:cubicBezTo>
                    <a:pt x="6459" y="2209"/>
                    <a:pt x="6493" y="2222"/>
                    <a:pt x="6513" y="2262"/>
                  </a:cubicBezTo>
                  <a:cubicBezTo>
                    <a:pt x="6528" y="2292"/>
                    <a:pt x="6557" y="2292"/>
                    <a:pt x="6587" y="2307"/>
                  </a:cubicBezTo>
                  <a:cubicBezTo>
                    <a:pt x="6572" y="2337"/>
                    <a:pt x="6557" y="2352"/>
                    <a:pt x="6557" y="2366"/>
                  </a:cubicBezTo>
                  <a:cubicBezTo>
                    <a:pt x="6617" y="2396"/>
                    <a:pt x="6572" y="2426"/>
                    <a:pt x="6557" y="2456"/>
                  </a:cubicBezTo>
                  <a:lnTo>
                    <a:pt x="6528" y="2456"/>
                  </a:lnTo>
                  <a:cubicBezTo>
                    <a:pt x="6498" y="2486"/>
                    <a:pt x="6468" y="2501"/>
                    <a:pt x="6438" y="2516"/>
                  </a:cubicBezTo>
                  <a:lnTo>
                    <a:pt x="6378" y="2546"/>
                  </a:lnTo>
                  <a:cubicBezTo>
                    <a:pt x="6378" y="2546"/>
                    <a:pt x="6363" y="2531"/>
                    <a:pt x="6363" y="2531"/>
                  </a:cubicBezTo>
                  <a:cubicBezTo>
                    <a:pt x="6363" y="2531"/>
                    <a:pt x="6363" y="2546"/>
                    <a:pt x="6363" y="2546"/>
                  </a:cubicBezTo>
                  <a:cubicBezTo>
                    <a:pt x="6333" y="2591"/>
                    <a:pt x="6303" y="2635"/>
                    <a:pt x="6289" y="2680"/>
                  </a:cubicBezTo>
                  <a:cubicBezTo>
                    <a:pt x="6274" y="2710"/>
                    <a:pt x="6259" y="2740"/>
                    <a:pt x="6259" y="2770"/>
                  </a:cubicBezTo>
                  <a:lnTo>
                    <a:pt x="6259" y="2800"/>
                  </a:lnTo>
                  <a:cubicBezTo>
                    <a:pt x="6244" y="2800"/>
                    <a:pt x="6244" y="2800"/>
                    <a:pt x="6229" y="2815"/>
                  </a:cubicBezTo>
                  <a:cubicBezTo>
                    <a:pt x="6229" y="2815"/>
                    <a:pt x="6214" y="2815"/>
                    <a:pt x="6214" y="2829"/>
                  </a:cubicBezTo>
                  <a:cubicBezTo>
                    <a:pt x="6206" y="2822"/>
                    <a:pt x="6203" y="2818"/>
                    <a:pt x="6201" y="2818"/>
                  </a:cubicBezTo>
                  <a:cubicBezTo>
                    <a:pt x="6199" y="2818"/>
                    <a:pt x="6199" y="2822"/>
                    <a:pt x="6199" y="2829"/>
                  </a:cubicBezTo>
                  <a:cubicBezTo>
                    <a:pt x="6154" y="2859"/>
                    <a:pt x="6109" y="2904"/>
                    <a:pt x="6064" y="2949"/>
                  </a:cubicBezTo>
                  <a:lnTo>
                    <a:pt x="6020" y="3009"/>
                  </a:lnTo>
                  <a:lnTo>
                    <a:pt x="6005" y="3009"/>
                  </a:lnTo>
                  <a:cubicBezTo>
                    <a:pt x="5960" y="3024"/>
                    <a:pt x="5915" y="3054"/>
                    <a:pt x="5930" y="3098"/>
                  </a:cubicBezTo>
                  <a:cubicBezTo>
                    <a:pt x="5960" y="3188"/>
                    <a:pt x="5885" y="3203"/>
                    <a:pt x="5840" y="3248"/>
                  </a:cubicBezTo>
                  <a:cubicBezTo>
                    <a:pt x="5826" y="3263"/>
                    <a:pt x="5826" y="3263"/>
                    <a:pt x="5811" y="3278"/>
                  </a:cubicBezTo>
                  <a:cubicBezTo>
                    <a:pt x="5796" y="3278"/>
                    <a:pt x="5766" y="3278"/>
                    <a:pt x="5751" y="3293"/>
                  </a:cubicBezTo>
                  <a:cubicBezTo>
                    <a:pt x="5706" y="3352"/>
                    <a:pt x="5676" y="3427"/>
                    <a:pt x="5631" y="3487"/>
                  </a:cubicBezTo>
                  <a:lnTo>
                    <a:pt x="5616" y="3531"/>
                  </a:lnTo>
                  <a:cubicBezTo>
                    <a:pt x="5601" y="3546"/>
                    <a:pt x="5601" y="3576"/>
                    <a:pt x="5601" y="3606"/>
                  </a:cubicBezTo>
                  <a:lnTo>
                    <a:pt x="5593" y="3632"/>
                  </a:lnTo>
                  <a:lnTo>
                    <a:pt x="5593" y="3632"/>
                  </a:lnTo>
                  <a:cubicBezTo>
                    <a:pt x="5597" y="3626"/>
                    <a:pt x="5601" y="3621"/>
                    <a:pt x="5601" y="3621"/>
                  </a:cubicBezTo>
                  <a:lnTo>
                    <a:pt x="5601" y="3621"/>
                  </a:lnTo>
                  <a:cubicBezTo>
                    <a:pt x="5601" y="3636"/>
                    <a:pt x="5601" y="3636"/>
                    <a:pt x="5587" y="3651"/>
                  </a:cubicBezTo>
                  <a:cubicBezTo>
                    <a:pt x="5587" y="3651"/>
                    <a:pt x="5587" y="3651"/>
                    <a:pt x="5587" y="3666"/>
                  </a:cubicBezTo>
                  <a:cubicBezTo>
                    <a:pt x="5572" y="3666"/>
                    <a:pt x="5572" y="3666"/>
                    <a:pt x="5572" y="3681"/>
                  </a:cubicBezTo>
                  <a:cubicBezTo>
                    <a:pt x="5557" y="3681"/>
                    <a:pt x="5557" y="3696"/>
                    <a:pt x="5542" y="3711"/>
                  </a:cubicBezTo>
                  <a:cubicBezTo>
                    <a:pt x="5527" y="3706"/>
                    <a:pt x="5515" y="3702"/>
                    <a:pt x="5506" y="3702"/>
                  </a:cubicBezTo>
                  <a:cubicBezTo>
                    <a:pt x="5487" y="3702"/>
                    <a:pt x="5477" y="3716"/>
                    <a:pt x="5467" y="3756"/>
                  </a:cubicBezTo>
                  <a:cubicBezTo>
                    <a:pt x="5467" y="3741"/>
                    <a:pt x="5452" y="3741"/>
                    <a:pt x="5437" y="3741"/>
                  </a:cubicBezTo>
                  <a:cubicBezTo>
                    <a:pt x="5422" y="3726"/>
                    <a:pt x="5228" y="3576"/>
                    <a:pt x="5213" y="3561"/>
                  </a:cubicBezTo>
                  <a:cubicBezTo>
                    <a:pt x="5198" y="3546"/>
                    <a:pt x="5183" y="3531"/>
                    <a:pt x="5168" y="3517"/>
                  </a:cubicBezTo>
                  <a:cubicBezTo>
                    <a:pt x="5034" y="3382"/>
                    <a:pt x="4855" y="3278"/>
                    <a:pt x="4735" y="3113"/>
                  </a:cubicBezTo>
                  <a:cubicBezTo>
                    <a:pt x="4586" y="2919"/>
                    <a:pt x="4407" y="2755"/>
                    <a:pt x="4183" y="2665"/>
                  </a:cubicBezTo>
                  <a:cubicBezTo>
                    <a:pt x="4138" y="2635"/>
                    <a:pt x="4153" y="2591"/>
                    <a:pt x="4138" y="2561"/>
                  </a:cubicBezTo>
                  <a:cubicBezTo>
                    <a:pt x="4093" y="2501"/>
                    <a:pt x="4048" y="2441"/>
                    <a:pt x="3988" y="2411"/>
                  </a:cubicBezTo>
                  <a:cubicBezTo>
                    <a:pt x="3944" y="2411"/>
                    <a:pt x="3944" y="2366"/>
                    <a:pt x="3929" y="2337"/>
                  </a:cubicBezTo>
                  <a:cubicBezTo>
                    <a:pt x="3854" y="2232"/>
                    <a:pt x="3764" y="2142"/>
                    <a:pt x="3630" y="2113"/>
                  </a:cubicBezTo>
                  <a:lnTo>
                    <a:pt x="3630" y="2098"/>
                  </a:lnTo>
                  <a:cubicBezTo>
                    <a:pt x="3660" y="1993"/>
                    <a:pt x="3749" y="2008"/>
                    <a:pt x="3809" y="1978"/>
                  </a:cubicBezTo>
                  <a:lnTo>
                    <a:pt x="3824" y="1978"/>
                  </a:lnTo>
                  <a:lnTo>
                    <a:pt x="3854" y="1993"/>
                  </a:lnTo>
                  <a:lnTo>
                    <a:pt x="3854" y="1963"/>
                  </a:lnTo>
                  <a:cubicBezTo>
                    <a:pt x="3854" y="1963"/>
                    <a:pt x="3854" y="1963"/>
                    <a:pt x="3869" y="1948"/>
                  </a:cubicBezTo>
                  <a:close/>
                  <a:moveTo>
                    <a:pt x="6871" y="4084"/>
                  </a:moveTo>
                  <a:cubicBezTo>
                    <a:pt x="6856" y="4099"/>
                    <a:pt x="6856" y="4129"/>
                    <a:pt x="6856" y="4144"/>
                  </a:cubicBezTo>
                  <a:cubicBezTo>
                    <a:pt x="6856" y="4129"/>
                    <a:pt x="6871" y="4114"/>
                    <a:pt x="6886" y="4099"/>
                  </a:cubicBezTo>
                  <a:cubicBezTo>
                    <a:pt x="6886" y="4099"/>
                    <a:pt x="6871" y="4084"/>
                    <a:pt x="6871" y="4084"/>
                  </a:cubicBezTo>
                  <a:close/>
                  <a:moveTo>
                    <a:pt x="3370" y="1546"/>
                  </a:moveTo>
                  <a:cubicBezTo>
                    <a:pt x="3311" y="1546"/>
                    <a:pt x="3265" y="1594"/>
                    <a:pt x="3212" y="1605"/>
                  </a:cubicBezTo>
                  <a:lnTo>
                    <a:pt x="3167" y="1605"/>
                  </a:lnTo>
                  <a:cubicBezTo>
                    <a:pt x="3146" y="1596"/>
                    <a:pt x="3125" y="1592"/>
                    <a:pt x="3103" y="1592"/>
                  </a:cubicBezTo>
                  <a:cubicBezTo>
                    <a:pt x="3019" y="1592"/>
                    <a:pt x="2940" y="1659"/>
                    <a:pt x="2928" y="1754"/>
                  </a:cubicBezTo>
                  <a:lnTo>
                    <a:pt x="2928" y="1784"/>
                  </a:lnTo>
                  <a:cubicBezTo>
                    <a:pt x="2928" y="1799"/>
                    <a:pt x="2928" y="1814"/>
                    <a:pt x="2943" y="1829"/>
                  </a:cubicBezTo>
                  <a:lnTo>
                    <a:pt x="2943" y="1844"/>
                  </a:lnTo>
                  <a:cubicBezTo>
                    <a:pt x="2988" y="1889"/>
                    <a:pt x="3047" y="1903"/>
                    <a:pt x="3077" y="1978"/>
                  </a:cubicBezTo>
                  <a:cubicBezTo>
                    <a:pt x="3122" y="2083"/>
                    <a:pt x="3227" y="2172"/>
                    <a:pt x="3301" y="2247"/>
                  </a:cubicBezTo>
                  <a:cubicBezTo>
                    <a:pt x="3376" y="2337"/>
                    <a:pt x="3436" y="2441"/>
                    <a:pt x="3555" y="2471"/>
                  </a:cubicBezTo>
                  <a:cubicBezTo>
                    <a:pt x="3555" y="2471"/>
                    <a:pt x="3555" y="2471"/>
                    <a:pt x="3555" y="2471"/>
                  </a:cubicBezTo>
                  <a:lnTo>
                    <a:pt x="3555" y="2471"/>
                  </a:lnTo>
                  <a:cubicBezTo>
                    <a:pt x="3585" y="2486"/>
                    <a:pt x="3615" y="2501"/>
                    <a:pt x="3630" y="2531"/>
                  </a:cubicBezTo>
                  <a:cubicBezTo>
                    <a:pt x="3645" y="2576"/>
                    <a:pt x="3675" y="2620"/>
                    <a:pt x="3705" y="2665"/>
                  </a:cubicBezTo>
                  <a:cubicBezTo>
                    <a:pt x="3869" y="2844"/>
                    <a:pt x="4048" y="3024"/>
                    <a:pt x="4227" y="3188"/>
                  </a:cubicBezTo>
                  <a:cubicBezTo>
                    <a:pt x="4362" y="3322"/>
                    <a:pt x="4511" y="3457"/>
                    <a:pt x="4646" y="3591"/>
                  </a:cubicBezTo>
                  <a:cubicBezTo>
                    <a:pt x="4705" y="3666"/>
                    <a:pt x="4780" y="3726"/>
                    <a:pt x="4840" y="3800"/>
                  </a:cubicBezTo>
                  <a:cubicBezTo>
                    <a:pt x="4914" y="3920"/>
                    <a:pt x="5004" y="4039"/>
                    <a:pt x="5124" y="4114"/>
                  </a:cubicBezTo>
                  <a:cubicBezTo>
                    <a:pt x="5183" y="4159"/>
                    <a:pt x="5258" y="4219"/>
                    <a:pt x="5318" y="4248"/>
                  </a:cubicBezTo>
                  <a:cubicBezTo>
                    <a:pt x="5337" y="4257"/>
                    <a:pt x="5356" y="4261"/>
                    <a:pt x="5374" y="4261"/>
                  </a:cubicBezTo>
                  <a:cubicBezTo>
                    <a:pt x="5450" y="4261"/>
                    <a:pt x="5511" y="4192"/>
                    <a:pt x="5572" y="4144"/>
                  </a:cubicBezTo>
                  <a:lnTo>
                    <a:pt x="5646" y="4144"/>
                  </a:lnTo>
                  <a:cubicBezTo>
                    <a:pt x="5631" y="4114"/>
                    <a:pt x="5616" y="4099"/>
                    <a:pt x="5616" y="4069"/>
                  </a:cubicBezTo>
                  <a:cubicBezTo>
                    <a:pt x="5616" y="4054"/>
                    <a:pt x="5616" y="4054"/>
                    <a:pt x="5616" y="4054"/>
                  </a:cubicBezTo>
                  <a:cubicBezTo>
                    <a:pt x="5631" y="3994"/>
                    <a:pt x="5676" y="3980"/>
                    <a:pt x="5736" y="3965"/>
                  </a:cubicBezTo>
                  <a:cubicBezTo>
                    <a:pt x="5840" y="3935"/>
                    <a:pt x="5855" y="3815"/>
                    <a:pt x="5885" y="3711"/>
                  </a:cubicBezTo>
                  <a:cubicBezTo>
                    <a:pt x="5885" y="3696"/>
                    <a:pt x="5885" y="3681"/>
                    <a:pt x="5885" y="3666"/>
                  </a:cubicBezTo>
                  <a:lnTo>
                    <a:pt x="5900" y="3606"/>
                  </a:lnTo>
                  <a:cubicBezTo>
                    <a:pt x="5960" y="3591"/>
                    <a:pt x="5975" y="3561"/>
                    <a:pt x="5945" y="3502"/>
                  </a:cubicBezTo>
                  <a:cubicBezTo>
                    <a:pt x="6035" y="3487"/>
                    <a:pt x="6109" y="3457"/>
                    <a:pt x="6124" y="3352"/>
                  </a:cubicBezTo>
                  <a:cubicBezTo>
                    <a:pt x="6124" y="3367"/>
                    <a:pt x="6139" y="3367"/>
                    <a:pt x="6154" y="3367"/>
                  </a:cubicBezTo>
                  <a:cubicBezTo>
                    <a:pt x="6154" y="3352"/>
                    <a:pt x="6169" y="3337"/>
                    <a:pt x="6169" y="3307"/>
                  </a:cubicBezTo>
                  <a:cubicBezTo>
                    <a:pt x="6184" y="3307"/>
                    <a:pt x="6184" y="3293"/>
                    <a:pt x="6199" y="3278"/>
                  </a:cubicBezTo>
                  <a:lnTo>
                    <a:pt x="6244" y="3173"/>
                  </a:lnTo>
                  <a:cubicBezTo>
                    <a:pt x="6303" y="3128"/>
                    <a:pt x="6363" y="3068"/>
                    <a:pt x="6423" y="3024"/>
                  </a:cubicBezTo>
                  <a:cubicBezTo>
                    <a:pt x="6438" y="2994"/>
                    <a:pt x="6438" y="2964"/>
                    <a:pt x="6453" y="2949"/>
                  </a:cubicBezTo>
                  <a:cubicBezTo>
                    <a:pt x="6453" y="2919"/>
                    <a:pt x="6453" y="2904"/>
                    <a:pt x="6468" y="2874"/>
                  </a:cubicBezTo>
                  <a:cubicBezTo>
                    <a:pt x="6483" y="2874"/>
                    <a:pt x="6468" y="2859"/>
                    <a:pt x="6468" y="2859"/>
                  </a:cubicBezTo>
                  <a:cubicBezTo>
                    <a:pt x="6483" y="2829"/>
                    <a:pt x="6483" y="2815"/>
                    <a:pt x="6483" y="2785"/>
                  </a:cubicBezTo>
                  <a:cubicBezTo>
                    <a:pt x="6497" y="2790"/>
                    <a:pt x="6508" y="2792"/>
                    <a:pt x="6517" y="2792"/>
                  </a:cubicBezTo>
                  <a:cubicBezTo>
                    <a:pt x="6559" y="2792"/>
                    <a:pt x="6530" y="2737"/>
                    <a:pt x="6542" y="2725"/>
                  </a:cubicBezTo>
                  <a:lnTo>
                    <a:pt x="6602" y="2635"/>
                  </a:lnTo>
                  <a:cubicBezTo>
                    <a:pt x="6632" y="2635"/>
                    <a:pt x="6662" y="2635"/>
                    <a:pt x="6692" y="2620"/>
                  </a:cubicBezTo>
                  <a:cubicBezTo>
                    <a:pt x="6692" y="2620"/>
                    <a:pt x="6707" y="2605"/>
                    <a:pt x="6722" y="2605"/>
                  </a:cubicBezTo>
                  <a:cubicBezTo>
                    <a:pt x="6707" y="2591"/>
                    <a:pt x="6692" y="2591"/>
                    <a:pt x="6677" y="2591"/>
                  </a:cubicBezTo>
                  <a:cubicBezTo>
                    <a:pt x="6677" y="2576"/>
                    <a:pt x="6692" y="2561"/>
                    <a:pt x="6692" y="2546"/>
                  </a:cubicBezTo>
                  <a:cubicBezTo>
                    <a:pt x="6722" y="2501"/>
                    <a:pt x="6737" y="2471"/>
                    <a:pt x="6752" y="2426"/>
                  </a:cubicBezTo>
                  <a:cubicBezTo>
                    <a:pt x="6766" y="2411"/>
                    <a:pt x="6796" y="2381"/>
                    <a:pt x="6811" y="2366"/>
                  </a:cubicBezTo>
                  <a:cubicBezTo>
                    <a:pt x="6811" y="2337"/>
                    <a:pt x="6826" y="2307"/>
                    <a:pt x="6841" y="2307"/>
                  </a:cubicBezTo>
                  <a:cubicBezTo>
                    <a:pt x="6849" y="2308"/>
                    <a:pt x="6856" y="2308"/>
                    <a:pt x="6863" y="2308"/>
                  </a:cubicBezTo>
                  <a:cubicBezTo>
                    <a:pt x="6969" y="2308"/>
                    <a:pt x="6917" y="2200"/>
                    <a:pt x="6931" y="2157"/>
                  </a:cubicBezTo>
                  <a:cubicBezTo>
                    <a:pt x="6946" y="2142"/>
                    <a:pt x="6916" y="2113"/>
                    <a:pt x="6901" y="2083"/>
                  </a:cubicBezTo>
                  <a:cubicBezTo>
                    <a:pt x="6901" y="2073"/>
                    <a:pt x="6901" y="2063"/>
                    <a:pt x="6901" y="2053"/>
                  </a:cubicBezTo>
                  <a:lnTo>
                    <a:pt x="6946" y="2053"/>
                  </a:lnTo>
                  <a:cubicBezTo>
                    <a:pt x="6976" y="2038"/>
                    <a:pt x="7005" y="2008"/>
                    <a:pt x="7035" y="1993"/>
                  </a:cubicBezTo>
                  <a:cubicBezTo>
                    <a:pt x="7035" y="1978"/>
                    <a:pt x="7050" y="1963"/>
                    <a:pt x="7065" y="1948"/>
                  </a:cubicBezTo>
                  <a:cubicBezTo>
                    <a:pt x="7035" y="1933"/>
                    <a:pt x="7020" y="1918"/>
                    <a:pt x="6991" y="1903"/>
                  </a:cubicBezTo>
                  <a:cubicBezTo>
                    <a:pt x="6981" y="1859"/>
                    <a:pt x="6957" y="1847"/>
                    <a:pt x="6930" y="1847"/>
                  </a:cubicBezTo>
                  <a:cubicBezTo>
                    <a:pt x="6900" y="1847"/>
                    <a:pt x="6865" y="1861"/>
                    <a:pt x="6836" y="1861"/>
                  </a:cubicBezTo>
                  <a:cubicBezTo>
                    <a:pt x="6811" y="1861"/>
                    <a:pt x="6791" y="1851"/>
                    <a:pt x="6781" y="1814"/>
                  </a:cubicBezTo>
                  <a:cubicBezTo>
                    <a:pt x="6766" y="1829"/>
                    <a:pt x="6752" y="1829"/>
                    <a:pt x="6737" y="1844"/>
                  </a:cubicBezTo>
                  <a:lnTo>
                    <a:pt x="6647" y="1844"/>
                  </a:lnTo>
                  <a:cubicBezTo>
                    <a:pt x="6632" y="1844"/>
                    <a:pt x="6602" y="1814"/>
                    <a:pt x="6587" y="1814"/>
                  </a:cubicBezTo>
                  <a:cubicBezTo>
                    <a:pt x="6522" y="1830"/>
                    <a:pt x="6461" y="1855"/>
                    <a:pt x="6402" y="1855"/>
                  </a:cubicBezTo>
                  <a:cubicBezTo>
                    <a:pt x="6353" y="1855"/>
                    <a:pt x="6306" y="1838"/>
                    <a:pt x="6259" y="1784"/>
                  </a:cubicBezTo>
                  <a:cubicBezTo>
                    <a:pt x="6248" y="1773"/>
                    <a:pt x="6200" y="1763"/>
                    <a:pt x="6152" y="1763"/>
                  </a:cubicBezTo>
                  <a:cubicBezTo>
                    <a:pt x="6132" y="1763"/>
                    <a:pt x="6112" y="1765"/>
                    <a:pt x="6094" y="1769"/>
                  </a:cubicBezTo>
                  <a:cubicBezTo>
                    <a:pt x="6060" y="1774"/>
                    <a:pt x="6023" y="1776"/>
                    <a:pt x="5985" y="1776"/>
                  </a:cubicBezTo>
                  <a:cubicBezTo>
                    <a:pt x="5910" y="1776"/>
                    <a:pt x="5831" y="1769"/>
                    <a:pt x="5751" y="1769"/>
                  </a:cubicBezTo>
                  <a:lnTo>
                    <a:pt x="5601" y="1769"/>
                  </a:lnTo>
                  <a:cubicBezTo>
                    <a:pt x="5562" y="1769"/>
                    <a:pt x="5515" y="1756"/>
                    <a:pt x="5480" y="1756"/>
                  </a:cubicBezTo>
                  <a:cubicBezTo>
                    <a:pt x="5462" y="1756"/>
                    <a:pt x="5447" y="1759"/>
                    <a:pt x="5437" y="1769"/>
                  </a:cubicBezTo>
                  <a:cubicBezTo>
                    <a:pt x="5404" y="1788"/>
                    <a:pt x="5372" y="1795"/>
                    <a:pt x="5341" y="1795"/>
                  </a:cubicBezTo>
                  <a:cubicBezTo>
                    <a:pt x="5275" y="1795"/>
                    <a:pt x="5214" y="1764"/>
                    <a:pt x="5153" y="1754"/>
                  </a:cubicBezTo>
                  <a:cubicBezTo>
                    <a:pt x="5064" y="1754"/>
                    <a:pt x="4974" y="1724"/>
                    <a:pt x="4885" y="1724"/>
                  </a:cubicBezTo>
                  <a:cubicBezTo>
                    <a:pt x="4856" y="1724"/>
                    <a:pt x="4821" y="1767"/>
                    <a:pt x="4792" y="1767"/>
                  </a:cubicBezTo>
                  <a:cubicBezTo>
                    <a:pt x="4776" y="1767"/>
                    <a:pt x="4761" y="1753"/>
                    <a:pt x="4750" y="1709"/>
                  </a:cubicBezTo>
                  <a:cubicBezTo>
                    <a:pt x="4750" y="1694"/>
                    <a:pt x="4735" y="1694"/>
                    <a:pt x="4720" y="1694"/>
                  </a:cubicBezTo>
                  <a:cubicBezTo>
                    <a:pt x="4631" y="1694"/>
                    <a:pt x="4526" y="1709"/>
                    <a:pt x="4436" y="1709"/>
                  </a:cubicBezTo>
                  <a:lnTo>
                    <a:pt x="4422" y="1650"/>
                  </a:lnTo>
                  <a:lnTo>
                    <a:pt x="4377" y="1679"/>
                  </a:lnTo>
                  <a:lnTo>
                    <a:pt x="4362" y="1679"/>
                  </a:lnTo>
                  <a:cubicBezTo>
                    <a:pt x="4351" y="1690"/>
                    <a:pt x="4326" y="1701"/>
                    <a:pt x="4312" y="1701"/>
                  </a:cubicBezTo>
                  <a:cubicBezTo>
                    <a:pt x="4306" y="1701"/>
                    <a:pt x="4302" y="1699"/>
                    <a:pt x="4302" y="1694"/>
                  </a:cubicBezTo>
                  <a:cubicBezTo>
                    <a:pt x="4252" y="1655"/>
                    <a:pt x="4203" y="1648"/>
                    <a:pt x="4153" y="1648"/>
                  </a:cubicBezTo>
                  <a:cubicBezTo>
                    <a:pt x="4128" y="1648"/>
                    <a:pt x="4103" y="1650"/>
                    <a:pt x="4078" y="1650"/>
                  </a:cubicBezTo>
                  <a:cubicBezTo>
                    <a:pt x="4063" y="1635"/>
                    <a:pt x="4048" y="1635"/>
                    <a:pt x="4033" y="1620"/>
                  </a:cubicBezTo>
                  <a:cubicBezTo>
                    <a:pt x="3924" y="1596"/>
                    <a:pt x="3826" y="1552"/>
                    <a:pt x="3713" y="1552"/>
                  </a:cubicBezTo>
                  <a:cubicBezTo>
                    <a:pt x="3686" y="1552"/>
                    <a:pt x="3658" y="1554"/>
                    <a:pt x="3630" y="1560"/>
                  </a:cubicBezTo>
                  <a:cubicBezTo>
                    <a:pt x="3593" y="1578"/>
                    <a:pt x="3545" y="1591"/>
                    <a:pt x="3506" y="1591"/>
                  </a:cubicBezTo>
                  <a:cubicBezTo>
                    <a:pt x="3482" y="1591"/>
                    <a:pt x="3462" y="1586"/>
                    <a:pt x="3451" y="1575"/>
                  </a:cubicBezTo>
                  <a:cubicBezTo>
                    <a:pt x="3421" y="1553"/>
                    <a:pt x="3394" y="1546"/>
                    <a:pt x="3370" y="1546"/>
                  </a:cubicBezTo>
                  <a:close/>
                  <a:moveTo>
                    <a:pt x="6535" y="4337"/>
                  </a:moveTo>
                  <a:cubicBezTo>
                    <a:pt x="6533" y="4337"/>
                    <a:pt x="6530" y="4337"/>
                    <a:pt x="6528" y="4338"/>
                  </a:cubicBezTo>
                  <a:cubicBezTo>
                    <a:pt x="6542" y="4368"/>
                    <a:pt x="6542" y="4413"/>
                    <a:pt x="6542" y="4443"/>
                  </a:cubicBezTo>
                  <a:cubicBezTo>
                    <a:pt x="6549" y="4487"/>
                    <a:pt x="6558" y="4502"/>
                    <a:pt x="6570" y="4502"/>
                  </a:cubicBezTo>
                  <a:cubicBezTo>
                    <a:pt x="6585" y="4502"/>
                    <a:pt x="6606" y="4475"/>
                    <a:pt x="6632" y="4457"/>
                  </a:cubicBezTo>
                  <a:cubicBezTo>
                    <a:pt x="6632" y="4443"/>
                    <a:pt x="6632" y="4413"/>
                    <a:pt x="6632" y="4383"/>
                  </a:cubicBezTo>
                  <a:cubicBezTo>
                    <a:pt x="6608" y="4404"/>
                    <a:pt x="6592" y="4412"/>
                    <a:pt x="6582" y="4412"/>
                  </a:cubicBezTo>
                  <a:cubicBezTo>
                    <a:pt x="6551" y="4412"/>
                    <a:pt x="6570" y="4337"/>
                    <a:pt x="6535" y="4337"/>
                  </a:cubicBezTo>
                  <a:close/>
                  <a:moveTo>
                    <a:pt x="6468" y="4428"/>
                  </a:moveTo>
                  <a:cubicBezTo>
                    <a:pt x="6453" y="4428"/>
                    <a:pt x="6438" y="4443"/>
                    <a:pt x="6438" y="4443"/>
                  </a:cubicBezTo>
                  <a:cubicBezTo>
                    <a:pt x="6468" y="4472"/>
                    <a:pt x="6483" y="4502"/>
                    <a:pt x="6513" y="4532"/>
                  </a:cubicBezTo>
                  <a:cubicBezTo>
                    <a:pt x="6498" y="4487"/>
                    <a:pt x="6483" y="4457"/>
                    <a:pt x="6468" y="4428"/>
                  </a:cubicBezTo>
                  <a:close/>
                  <a:moveTo>
                    <a:pt x="2771" y="3538"/>
                  </a:moveTo>
                  <a:cubicBezTo>
                    <a:pt x="2812" y="3579"/>
                    <a:pt x="2840" y="3608"/>
                    <a:pt x="2868" y="3651"/>
                  </a:cubicBezTo>
                  <a:cubicBezTo>
                    <a:pt x="2898" y="3681"/>
                    <a:pt x="2928" y="3711"/>
                    <a:pt x="2958" y="3741"/>
                  </a:cubicBezTo>
                  <a:cubicBezTo>
                    <a:pt x="2988" y="3756"/>
                    <a:pt x="3003" y="3785"/>
                    <a:pt x="3018" y="3800"/>
                  </a:cubicBezTo>
                  <a:cubicBezTo>
                    <a:pt x="3033" y="3815"/>
                    <a:pt x="3047" y="3845"/>
                    <a:pt x="3047" y="3845"/>
                  </a:cubicBezTo>
                  <a:lnTo>
                    <a:pt x="3062" y="3845"/>
                  </a:lnTo>
                  <a:cubicBezTo>
                    <a:pt x="3257" y="4099"/>
                    <a:pt x="3451" y="4338"/>
                    <a:pt x="3645" y="4577"/>
                  </a:cubicBezTo>
                  <a:cubicBezTo>
                    <a:pt x="3645" y="4577"/>
                    <a:pt x="3645" y="4578"/>
                    <a:pt x="3645" y="4578"/>
                  </a:cubicBezTo>
                  <a:lnTo>
                    <a:pt x="3645" y="4578"/>
                  </a:lnTo>
                  <a:lnTo>
                    <a:pt x="2771" y="3538"/>
                  </a:lnTo>
                  <a:close/>
                  <a:moveTo>
                    <a:pt x="5975" y="4562"/>
                  </a:moveTo>
                  <a:cubicBezTo>
                    <a:pt x="5960" y="4577"/>
                    <a:pt x="5945" y="4577"/>
                    <a:pt x="5945" y="4592"/>
                  </a:cubicBezTo>
                  <a:cubicBezTo>
                    <a:pt x="5945" y="4592"/>
                    <a:pt x="5960" y="4607"/>
                    <a:pt x="5960" y="4622"/>
                  </a:cubicBezTo>
                  <a:cubicBezTo>
                    <a:pt x="5960" y="4622"/>
                    <a:pt x="5960" y="4637"/>
                    <a:pt x="5975" y="4637"/>
                  </a:cubicBezTo>
                  <a:cubicBezTo>
                    <a:pt x="5975" y="4622"/>
                    <a:pt x="5990" y="4622"/>
                    <a:pt x="5990" y="4607"/>
                  </a:cubicBezTo>
                  <a:cubicBezTo>
                    <a:pt x="5975" y="4592"/>
                    <a:pt x="5975" y="4577"/>
                    <a:pt x="5975" y="4562"/>
                  </a:cubicBezTo>
                  <a:close/>
                  <a:moveTo>
                    <a:pt x="7112" y="4827"/>
                  </a:moveTo>
                  <a:cubicBezTo>
                    <a:pt x="7111" y="4827"/>
                    <a:pt x="7110" y="4828"/>
                    <a:pt x="7110" y="4831"/>
                  </a:cubicBezTo>
                  <a:cubicBezTo>
                    <a:pt x="7095" y="4831"/>
                    <a:pt x="7080" y="4831"/>
                    <a:pt x="7080" y="4846"/>
                  </a:cubicBezTo>
                  <a:cubicBezTo>
                    <a:pt x="7080" y="4861"/>
                    <a:pt x="7080" y="4861"/>
                    <a:pt x="7095" y="4876"/>
                  </a:cubicBezTo>
                  <a:cubicBezTo>
                    <a:pt x="7110" y="4861"/>
                    <a:pt x="7110" y="4861"/>
                    <a:pt x="7125" y="4846"/>
                  </a:cubicBezTo>
                  <a:cubicBezTo>
                    <a:pt x="7125" y="4846"/>
                    <a:pt x="7115" y="4827"/>
                    <a:pt x="7112" y="4827"/>
                  </a:cubicBezTo>
                  <a:close/>
                  <a:moveTo>
                    <a:pt x="6333" y="4786"/>
                  </a:moveTo>
                  <a:cubicBezTo>
                    <a:pt x="6289" y="4801"/>
                    <a:pt x="6259" y="4831"/>
                    <a:pt x="6214" y="4861"/>
                  </a:cubicBezTo>
                  <a:cubicBezTo>
                    <a:pt x="6214" y="4861"/>
                    <a:pt x="6229" y="4876"/>
                    <a:pt x="6229" y="4891"/>
                  </a:cubicBezTo>
                  <a:cubicBezTo>
                    <a:pt x="6274" y="4861"/>
                    <a:pt x="6318" y="4846"/>
                    <a:pt x="6348" y="4816"/>
                  </a:cubicBezTo>
                  <a:cubicBezTo>
                    <a:pt x="6348" y="4801"/>
                    <a:pt x="6333" y="4786"/>
                    <a:pt x="6333" y="4786"/>
                  </a:cubicBezTo>
                  <a:close/>
                  <a:moveTo>
                    <a:pt x="5467" y="5264"/>
                  </a:moveTo>
                  <a:cubicBezTo>
                    <a:pt x="5467" y="5279"/>
                    <a:pt x="5482" y="5294"/>
                    <a:pt x="5482" y="5309"/>
                  </a:cubicBezTo>
                  <a:cubicBezTo>
                    <a:pt x="5497" y="5309"/>
                    <a:pt x="5497" y="5309"/>
                    <a:pt x="5527" y="5294"/>
                  </a:cubicBezTo>
                  <a:cubicBezTo>
                    <a:pt x="5512" y="5279"/>
                    <a:pt x="5497" y="5264"/>
                    <a:pt x="5497" y="5264"/>
                  </a:cubicBezTo>
                  <a:close/>
                  <a:moveTo>
                    <a:pt x="5168" y="5667"/>
                  </a:moveTo>
                  <a:cubicBezTo>
                    <a:pt x="5168" y="5682"/>
                    <a:pt x="5168" y="5682"/>
                    <a:pt x="5153" y="5682"/>
                  </a:cubicBezTo>
                  <a:cubicBezTo>
                    <a:pt x="5168" y="5697"/>
                    <a:pt x="5153" y="5712"/>
                    <a:pt x="5168" y="5712"/>
                  </a:cubicBezTo>
                  <a:cubicBezTo>
                    <a:pt x="5183" y="5727"/>
                    <a:pt x="5198" y="5727"/>
                    <a:pt x="5213" y="5727"/>
                  </a:cubicBezTo>
                  <a:cubicBezTo>
                    <a:pt x="5198" y="5712"/>
                    <a:pt x="5183" y="5697"/>
                    <a:pt x="5168" y="5667"/>
                  </a:cubicBezTo>
                  <a:close/>
                  <a:moveTo>
                    <a:pt x="6348" y="5159"/>
                  </a:moveTo>
                  <a:lnTo>
                    <a:pt x="6438" y="5204"/>
                  </a:lnTo>
                  <a:cubicBezTo>
                    <a:pt x="6430" y="5202"/>
                    <a:pt x="6423" y="5201"/>
                    <a:pt x="6417" y="5201"/>
                  </a:cubicBezTo>
                  <a:cubicBezTo>
                    <a:pt x="6378" y="5201"/>
                    <a:pt x="6378" y="5240"/>
                    <a:pt x="6378" y="5279"/>
                  </a:cubicBezTo>
                  <a:cubicBezTo>
                    <a:pt x="6378" y="5316"/>
                    <a:pt x="6388" y="5343"/>
                    <a:pt x="6359" y="5343"/>
                  </a:cubicBezTo>
                  <a:cubicBezTo>
                    <a:pt x="6352" y="5343"/>
                    <a:pt x="6344" y="5341"/>
                    <a:pt x="6333" y="5339"/>
                  </a:cubicBezTo>
                  <a:cubicBezTo>
                    <a:pt x="6327" y="5336"/>
                    <a:pt x="6322" y="5335"/>
                    <a:pt x="6317" y="5335"/>
                  </a:cubicBezTo>
                  <a:cubicBezTo>
                    <a:pt x="6297" y="5335"/>
                    <a:pt x="6283" y="5354"/>
                    <a:pt x="6259" y="5354"/>
                  </a:cubicBezTo>
                  <a:lnTo>
                    <a:pt x="6333" y="5398"/>
                  </a:lnTo>
                  <a:cubicBezTo>
                    <a:pt x="6333" y="5398"/>
                    <a:pt x="6318" y="5413"/>
                    <a:pt x="6318" y="5428"/>
                  </a:cubicBezTo>
                  <a:cubicBezTo>
                    <a:pt x="6303" y="5443"/>
                    <a:pt x="6289" y="5458"/>
                    <a:pt x="6274" y="5458"/>
                  </a:cubicBezTo>
                  <a:cubicBezTo>
                    <a:pt x="6259" y="5458"/>
                    <a:pt x="6244" y="5458"/>
                    <a:pt x="6229" y="5473"/>
                  </a:cubicBezTo>
                  <a:cubicBezTo>
                    <a:pt x="6229" y="5488"/>
                    <a:pt x="6214" y="5503"/>
                    <a:pt x="6214" y="5518"/>
                  </a:cubicBezTo>
                  <a:lnTo>
                    <a:pt x="6199" y="5533"/>
                  </a:lnTo>
                  <a:cubicBezTo>
                    <a:pt x="6124" y="5593"/>
                    <a:pt x="6109" y="5682"/>
                    <a:pt x="6079" y="5772"/>
                  </a:cubicBezTo>
                  <a:cubicBezTo>
                    <a:pt x="6035" y="5772"/>
                    <a:pt x="5975" y="5787"/>
                    <a:pt x="5930" y="5787"/>
                  </a:cubicBezTo>
                  <a:cubicBezTo>
                    <a:pt x="5900" y="5742"/>
                    <a:pt x="6035" y="5727"/>
                    <a:pt x="5945" y="5682"/>
                  </a:cubicBezTo>
                  <a:cubicBezTo>
                    <a:pt x="5945" y="5667"/>
                    <a:pt x="5945" y="5667"/>
                    <a:pt x="5945" y="5652"/>
                  </a:cubicBezTo>
                  <a:cubicBezTo>
                    <a:pt x="5960" y="5637"/>
                    <a:pt x="5960" y="5637"/>
                    <a:pt x="5960" y="5622"/>
                  </a:cubicBezTo>
                  <a:lnTo>
                    <a:pt x="5990" y="5563"/>
                  </a:lnTo>
                  <a:cubicBezTo>
                    <a:pt x="6020" y="5548"/>
                    <a:pt x="6035" y="5518"/>
                    <a:pt x="6064" y="5503"/>
                  </a:cubicBezTo>
                  <a:cubicBezTo>
                    <a:pt x="6124" y="5413"/>
                    <a:pt x="6184" y="5339"/>
                    <a:pt x="6244" y="5249"/>
                  </a:cubicBezTo>
                  <a:cubicBezTo>
                    <a:pt x="6274" y="5219"/>
                    <a:pt x="6318" y="5189"/>
                    <a:pt x="6348" y="5159"/>
                  </a:cubicBezTo>
                  <a:close/>
                  <a:moveTo>
                    <a:pt x="5512" y="5787"/>
                  </a:moveTo>
                  <a:cubicBezTo>
                    <a:pt x="5497" y="5787"/>
                    <a:pt x="5497" y="5802"/>
                    <a:pt x="5497" y="5817"/>
                  </a:cubicBezTo>
                  <a:cubicBezTo>
                    <a:pt x="5497" y="5817"/>
                    <a:pt x="5497" y="5832"/>
                    <a:pt x="5512" y="5847"/>
                  </a:cubicBezTo>
                  <a:cubicBezTo>
                    <a:pt x="5527" y="5832"/>
                    <a:pt x="5542" y="5817"/>
                    <a:pt x="5542" y="5802"/>
                  </a:cubicBezTo>
                  <a:cubicBezTo>
                    <a:pt x="5542" y="5802"/>
                    <a:pt x="5527" y="5787"/>
                    <a:pt x="5512" y="5787"/>
                  </a:cubicBezTo>
                  <a:close/>
                  <a:moveTo>
                    <a:pt x="5572" y="5876"/>
                  </a:moveTo>
                  <a:cubicBezTo>
                    <a:pt x="5557" y="5891"/>
                    <a:pt x="5542" y="5906"/>
                    <a:pt x="5527" y="5936"/>
                  </a:cubicBezTo>
                  <a:cubicBezTo>
                    <a:pt x="5497" y="5951"/>
                    <a:pt x="5482" y="5966"/>
                    <a:pt x="5467" y="5996"/>
                  </a:cubicBezTo>
                  <a:lnTo>
                    <a:pt x="5587" y="5996"/>
                  </a:lnTo>
                  <a:cubicBezTo>
                    <a:pt x="5587" y="5981"/>
                    <a:pt x="5587" y="5981"/>
                    <a:pt x="5587" y="5981"/>
                  </a:cubicBezTo>
                  <a:lnTo>
                    <a:pt x="5587" y="5966"/>
                  </a:lnTo>
                  <a:cubicBezTo>
                    <a:pt x="5587" y="5936"/>
                    <a:pt x="5572" y="5906"/>
                    <a:pt x="5572" y="5876"/>
                  </a:cubicBezTo>
                  <a:close/>
                  <a:moveTo>
                    <a:pt x="523" y="290"/>
                  </a:moveTo>
                  <a:cubicBezTo>
                    <a:pt x="534" y="301"/>
                    <a:pt x="544" y="312"/>
                    <a:pt x="555" y="312"/>
                  </a:cubicBezTo>
                  <a:cubicBezTo>
                    <a:pt x="559" y="312"/>
                    <a:pt x="564" y="310"/>
                    <a:pt x="568" y="305"/>
                  </a:cubicBezTo>
                  <a:cubicBezTo>
                    <a:pt x="568" y="320"/>
                    <a:pt x="568" y="320"/>
                    <a:pt x="583" y="335"/>
                  </a:cubicBezTo>
                  <a:cubicBezTo>
                    <a:pt x="618" y="356"/>
                    <a:pt x="649" y="367"/>
                    <a:pt x="680" y="367"/>
                  </a:cubicBezTo>
                  <a:cubicBezTo>
                    <a:pt x="716" y="367"/>
                    <a:pt x="752" y="352"/>
                    <a:pt x="792" y="320"/>
                  </a:cubicBezTo>
                  <a:lnTo>
                    <a:pt x="792" y="305"/>
                  </a:lnTo>
                  <a:cubicBezTo>
                    <a:pt x="807" y="320"/>
                    <a:pt x="822" y="328"/>
                    <a:pt x="835" y="328"/>
                  </a:cubicBezTo>
                  <a:cubicBezTo>
                    <a:pt x="848" y="328"/>
                    <a:pt x="859" y="320"/>
                    <a:pt x="867" y="305"/>
                  </a:cubicBezTo>
                  <a:cubicBezTo>
                    <a:pt x="873" y="323"/>
                    <a:pt x="883" y="329"/>
                    <a:pt x="896" y="329"/>
                  </a:cubicBezTo>
                  <a:cubicBezTo>
                    <a:pt x="915" y="329"/>
                    <a:pt x="938" y="314"/>
                    <a:pt x="956" y="305"/>
                  </a:cubicBezTo>
                  <a:cubicBezTo>
                    <a:pt x="956" y="320"/>
                    <a:pt x="956" y="320"/>
                    <a:pt x="956" y="335"/>
                  </a:cubicBezTo>
                  <a:cubicBezTo>
                    <a:pt x="971" y="350"/>
                    <a:pt x="986" y="365"/>
                    <a:pt x="1001" y="380"/>
                  </a:cubicBezTo>
                  <a:cubicBezTo>
                    <a:pt x="1076" y="380"/>
                    <a:pt x="1136" y="395"/>
                    <a:pt x="1210" y="395"/>
                  </a:cubicBezTo>
                  <a:lnTo>
                    <a:pt x="1255" y="395"/>
                  </a:lnTo>
                  <a:lnTo>
                    <a:pt x="1330" y="350"/>
                  </a:lnTo>
                  <a:lnTo>
                    <a:pt x="1345" y="350"/>
                  </a:lnTo>
                  <a:cubicBezTo>
                    <a:pt x="1345" y="365"/>
                    <a:pt x="1345" y="365"/>
                    <a:pt x="1345" y="365"/>
                  </a:cubicBezTo>
                  <a:cubicBezTo>
                    <a:pt x="1360" y="395"/>
                    <a:pt x="1360" y="410"/>
                    <a:pt x="1375" y="425"/>
                  </a:cubicBezTo>
                  <a:cubicBezTo>
                    <a:pt x="1405" y="425"/>
                    <a:pt x="1449" y="440"/>
                    <a:pt x="1479" y="440"/>
                  </a:cubicBezTo>
                  <a:cubicBezTo>
                    <a:pt x="1509" y="455"/>
                    <a:pt x="1539" y="455"/>
                    <a:pt x="1569" y="470"/>
                  </a:cubicBezTo>
                  <a:lnTo>
                    <a:pt x="1599" y="470"/>
                  </a:lnTo>
                  <a:cubicBezTo>
                    <a:pt x="1629" y="470"/>
                    <a:pt x="1658" y="485"/>
                    <a:pt x="1688" y="485"/>
                  </a:cubicBezTo>
                  <a:cubicBezTo>
                    <a:pt x="1688" y="499"/>
                    <a:pt x="1703" y="499"/>
                    <a:pt x="1703" y="499"/>
                  </a:cubicBezTo>
                  <a:cubicBezTo>
                    <a:pt x="1741" y="514"/>
                    <a:pt x="1774" y="518"/>
                    <a:pt x="1808" y="518"/>
                  </a:cubicBezTo>
                  <a:cubicBezTo>
                    <a:pt x="1841" y="518"/>
                    <a:pt x="1875" y="514"/>
                    <a:pt x="1912" y="514"/>
                  </a:cubicBezTo>
                  <a:lnTo>
                    <a:pt x="1927" y="529"/>
                  </a:lnTo>
                  <a:lnTo>
                    <a:pt x="2062" y="544"/>
                  </a:lnTo>
                  <a:cubicBezTo>
                    <a:pt x="2077" y="559"/>
                    <a:pt x="2077" y="559"/>
                    <a:pt x="2092" y="574"/>
                  </a:cubicBezTo>
                  <a:cubicBezTo>
                    <a:pt x="2121" y="574"/>
                    <a:pt x="2151" y="559"/>
                    <a:pt x="2181" y="544"/>
                  </a:cubicBezTo>
                  <a:cubicBezTo>
                    <a:pt x="2181" y="544"/>
                    <a:pt x="2181" y="544"/>
                    <a:pt x="2181" y="529"/>
                  </a:cubicBezTo>
                  <a:cubicBezTo>
                    <a:pt x="2241" y="544"/>
                    <a:pt x="2286" y="544"/>
                    <a:pt x="2331" y="559"/>
                  </a:cubicBezTo>
                  <a:lnTo>
                    <a:pt x="2375" y="559"/>
                  </a:lnTo>
                  <a:cubicBezTo>
                    <a:pt x="2405" y="559"/>
                    <a:pt x="2420" y="574"/>
                    <a:pt x="2450" y="574"/>
                  </a:cubicBezTo>
                  <a:cubicBezTo>
                    <a:pt x="2450" y="574"/>
                    <a:pt x="2465" y="589"/>
                    <a:pt x="2465" y="589"/>
                  </a:cubicBezTo>
                  <a:cubicBezTo>
                    <a:pt x="2569" y="610"/>
                    <a:pt x="2666" y="638"/>
                    <a:pt x="2760" y="638"/>
                  </a:cubicBezTo>
                  <a:cubicBezTo>
                    <a:pt x="2801" y="638"/>
                    <a:pt x="2842" y="633"/>
                    <a:pt x="2883" y="619"/>
                  </a:cubicBezTo>
                  <a:cubicBezTo>
                    <a:pt x="2898" y="619"/>
                    <a:pt x="2898" y="619"/>
                    <a:pt x="2898" y="604"/>
                  </a:cubicBezTo>
                  <a:lnTo>
                    <a:pt x="3212" y="649"/>
                  </a:lnTo>
                  <a:lnTo>
                    <a:pt x="3227" y="649"/>
                  </a:lnTo>
                  <a:cubicBezTo>
                    <a:pt x="3257" y="664"/>
                    <a:pt x="3301" y="664"/>
                    <a:pt x="3331" y="664"/>
                  </a:cubicBezTo>
                  <a:cubicBezTo>
                    <a:pt x="3361" y="664"/>
                    <a:pt x="3376" y="664"/>
                    <a:pt x="3391" y="649"/>
                  </a:cubicBezTo>
                  <a:lnTo>
                    <a:pt x="3615" y="664"/>
                  </a:lnTo>
                  <a:cubicBezTo>
                    <a:pt x="3615" y="679"/>
                    <a:pt x="3615" y="679"/>
                    <a:pt x="3630" y="694"/>
                  </a:cubicBezTo>
                  <a:cubicBezTo>
                    <a:pt x="3658" y="705"/>
                    <a:pt x="3685" y="710"/>
                    <a:pt x="3711" y="710"/>
                  </a:cubicBezTo>
                  <a:cubicBezTo>
                    <a:pt x="3752" y="710"/>
                    <a:pt x="3793" y="697"/>
                    <a:pt x="3839" y="679"/>
                  </a:cubicBezTo>
                  <a:lnTo>
                    <a:pt x="3854" y="679"/>
                  </a:lnTo>
                  <a:cubicBezTo>
                    <a:pt x="3854" y="679"/>
                    <a:pt x="3869" y="679"/>
                    <a:pt x="3869" y="664"/>
                  </a:cubicBezTo>
                  <a:cubicBezTo>
                    <a:pt x="3944" y="679"/>
                    <a:pt x="4018" y="679"/>
                    <a:pt x="4093" y="694"/>
                  </a:cubicBezTo>
                  <a:lnTo>
                    <a:pt x="4123" y="694"/>
                  </a:lnTo>
                  <a:lnTo>
                    <a:pt x="4093" y="679"/>
                  </a:lnTo>
                  <a:cubicBezTo>
                    <a:pt x="4093" y="664"/>
                    <a:pt x="4093" y="664"/>
                    <a:pt x="4108" y="664"/>
                  </a:cubicBezTo>
                  <a:cubicBezTo>
                    <a:pt x="4108" y="664"/>
                    <a:pt x="4108" y="679"/>
                    <a:pt x="4123" y="694"/>
                  </a:cubicBezTo>
                  <a:lnTo>
                    <a:pt x="4168" y="694"/>
                  </a:lnTo>
                  <a:cubicBezTo>
                    <a:pt x="4183" y="694"/>
                    <a:pt x="4198" y="709"/>
                    <a:pt x="4212" y="709"/>
                  </a:cubicBezTo>
                  <a:lnTo>
                    <a:pt x="4765" y="709"/>
                  </a:lnTo>
                  <a:cubicBezTo>
                    <a:pt x="4765" y="724"/>
                    <a:pt x="4765" y="724"/>
                    <a:pt x="4780" y="738"/>
                  </a:cubicBezTo>
                  <a:cubicBezTo>
                    <a:pt x="4813" y="755"/>
                    <a:pt x="4841" y="767"/>
                    <a:pt x="4867" y="767"/>
                  </a:cubicBezTo>
                  <a:cubicBezTo>
                    <a:pt x="4889" y="767"/>
                    <a:pt x="4909" y="759"/>
                    <a:pt x="4929" y="738"/>
                  </a:cubicBezTo>
                  <a:lnTo>
                    <a:pt x="4944" y="753"/>
                  </a:lnTo>
                  <a:cubicBezTo>
                    <a:pt x="5005" y="778"/>
                    <a:pt x="5065" y="821"/>
                    <a:pt x="5133" y="821"/>
                  </a:cubicBezTo>
                  <a:cubicBezTo>
                    <a:pt x="5150" y="821"/>
                    <a:pt x="5166" y="819"/>
                    <a:pt x="5183" y="813"/>
                  </a:cubicBezTo>
                  <a:lnTo>
                    <a:pt x="5198" y="798"/>
                  </a:lnTo>
                  <a:cubicBezTo>
                    <a:pt x="5213" y="783"/>
                    <a:pt x="5243" y="783"/>
                    <a:pt x="5258" y="783"/>
                  </a:cubicBezTo>
                  <a:cubicBezTo>
                    <a:pt x="5288" y="768"/>
                    <a:pt x="5303" y="753"/>
                    <a:pt x="5318" y="738"/>
                  </a:cubicBezTo>
                  <a:cubicBezTo>
                    <a:pt x="5318" y="768"/>
                    <a:pt x="5318" y="783"/>
                    <a:pt x="5333" y="813"/>
                  </a:cubicBezTo>
                  <a:cubicBezTo>
                    <a:pt x="5348" y="828"/>
                    <a:pt x="5363" y="828"/>
                    <a:pt x="5377" y="828"/>
                  </a:cubicBezTo>
                  <a:lnTo>
                    <a:pt x="5392" y="843"/>
                  </a:lnTo>
                  <a:cubicBezTo>
                    <a:pt x="5422" y="843"/>
                    <a:pt x="5452" y="843"/>
                    <a:pt x="5497" y="828"/>
                  </a:cubicBezTo>
                  <a:lnTo>
                    <a:pt x="5497" y="828"/>
                  </a:lnTo>
                  <a:cubicBezTo>
                    <a:pt x="5482" y="843"/>
                    <a:pt x="5482" y="843"/>
                    <a:pt x="5497" y="858"/>
                  </a:cubicBezTo>
                  <a:cubicBezTo>
                    <a:pt x="5497" y="888"/>
                    <a:pt x="5527" y="888"/>
                    <a:pt x="5542" y="888"/>
                  </a:cubicBezTo>
                  <a:cubicBezTo>
                    <a:pt x="5550" y="885"/>
                    <a:pt x="5559" y="884"/>
                    <a:pt x="5567" y="884"/>
                  </a:cubicBezTo>
                  <a:cubicBezTo>
                    <a:pt x="5604" y="884"/>
                    <a:pt x="5640" y="906"/>
                    <a:pt x="5676" y="918"/>
                  </a:cubicBezTo>
                  <a:cubicBezTo>
                    <a:pt x="5712" y="927"/>
                    <a:pt x="5749" y="941"/>
                    <a:pt x="5785" y="941"/>
                  </a:cubicBezTo>
                  <a:cubicBezTo>
                    <a:pt x="5809" y="941"/>
                    <a:pt x="5832" y="935"/>
                    <a:pt x="5855" y="918"/>
                  </a:cubicBezTo>
                  <a:cubicBezTo>
                    <a:pt x="5870" y="963"/>
                    <a:pt x="5915" y="963"/>
                    <a:pt x="5960" y="963"/>
                  </a:cubicBezTo>
                  <a:cubicBezTo>
                    <a:pt x="6020" y="977"/>
                    <a:pt x="6079" y="977"/>
                    <a:pt x="6139" y="977"/>
                  </a:cubicBezTo>
                  <a:cubicBezTo>
                    <a:pt x="6259" y="977"/>
                    <a:pt x="6274" y="977"/>
                    <a:pt x="6244" y="873"/>
                  </a:cubicBezTo>
                  <a:lnTo>
                    <a:pt x="6244" y="873"/>
                  </a:lnTo>
                  <a:cubicBezTo>
                    <a:pt x="6274" y="888"/>
                    <a:pt x="6318" y="888"/>
                    <a:pt x="6348" y="903"/>
                  </a:cubicBezTo>
                  <a:lnTo>
                    <a:pt x="6289" y="948"/>
                  </a:lnTo>
                  <a:cubicBezTo>
                    <a:pt x="6303" y="948"/>
                    <a:pt x="6318" y="948"/>
                    <a:pt x="6333" y="933"/>
                  </a:cubicBezTo>
                  <a:cubicBezTo>
                    <a:pt x="6378" y="948"/>
                    <a:pt x="6408" y="963"/>
                    <a:pt x="6453" y="977"/>
                  </a:cubicBezTo>
                  <a:cubicBezTo>
                    <a:pt x="6483" y="963"/>
                    <a:pt x="6513" y="948"/>
                    <a:pt x="6528" y="933"/>
                  </a:cubicBezTo>
                  <a:cubicBezTo>
                    <a:pt x="6556" y="968"/>
                    <a:pt x="6585" y="987"/>
                    <a:pt x="6611" y="987"/>
                  </a:cubicBezTo>
                  <a:cubicBezTo>
                    <a:pt x="6641" y="987"/>
                    <a:pt x="6668" y="965"/>
                    <a:pt x="6692" y="918"/>
                  </a:cubicBezTo>
                  <a:cubicBezTo>
                    <a:pt x="6722" y="903"/>
                    <a:pt x="6737" y="903"/>
                    <a:pt x="6766" y="903"/>
                  </a:cubicBezTo>
                  <a:lnTo>
                    <a:pt x="6781" y="903"/>
                  </a:lnTo>
                  <a:cubicBezTo>
                    <a:pt x="6817" y="915"/>
                    <a:pt x="6854" y="956"/>
                    <a:pt x="6890" y="956"/>
                  </a:cubicBezTo>
                  <a:cubicBezTo>
                    <a:pt x="6898" y="956"/>
                    <a:pt x="6907" y="953"/>
                    <a:pt x="6916" y="948"/>
                  </a:cubicBezTo>
                  <a:cubicBezTo>
                    <a:pt x="6946" y="948"/>
                    <a:pt x="6976" y="933"/>
                    <a:pt x="7005" y="933"/>
                  </a:cubicBezTo>
                  <a:cubicBezTo>
                    <a:pt x="7005" y="933"/>
                    <a:pt x="6991" y="933"/>
                    <a:pt x="6991" y="948"/>
                  </a:cubicBezTo>
                  <a:cubicBezTo>
                    <a:pt x="7005" y="948"/>
                    <a:pt x="7005" y="963"/>
                    <a:pt x="7020" y="963"/>
                  </a:cubicBezTo>
                  <a:cubicBezTo>
                    <a:pt x="7020" y="963"/>
                    <a:pt x="7035" y="948"/>
                    <a:pt x="7050" y="948"/>
                  </a:cubicBezTo>
                  <a:cubicBezTo>
                    <a:pt x="7035" y="933"/>
                    <a:pt x="7035" y="933"/>
                    <a:pt x="7020" y="933"/>
                  </a:cubicBezTo>
                  <a:lnTo>
                    <a:pt x="7215" y="933"/>
                  </a:lnTo>
                  <a:lnTo>
                    <a:pt x="7229" y="918"/>
                  </a:lnTo>
                  <a:lnTo>
                    <a:pt x="7229" y="933"/>
                  </a:lnTo>
                  <a:cubicBezTo>
                    <a:pt x="7215" y="963"/>
                    <a:pt x="7215" y="992"/>
                    <a:pt x="7259" y="1007"/>
                  </a:cubicBezTo>
                  <a:cubicBezTo>
                    <a:pt x="7304" y="1037"/>
                    <a:pt x="7334" y="1067"/>
                    <a:pt x="7394" y="1067"/>
                  </a:cubicBezTo>
                  <a:cubicBezTo>
                    <a:pt x="7513" y="1172"/>
                    <a:pt x="7633" y="1261"/>
                    <a:pt x="7752" y="1366"/>
                  </a:cubicBezTo>
                  <a:cubicBezTo>
                    <a:pt x="7767" y="1396"/>
                    <a:pt x="7782" y="1426"/>
                    <a:pt x="7797" y="1455"/>
                  </a:cubicBezTo>
                  <a:cubicBezTo>
                    <a:pt x="7812" y="1485"/>
                    <a:pt x="7827" y="1515"/>
                    <a:pt x="7827" y="1515"/>
                  </a:cubicBezTo>
                  <a:cubicBezTo>
                    <a:pt x="7812" y="1545"/>
                    <a:pt x="7782" y="1545"/>
                    <a:pt x="7767" y="1560"/>
                  </a:cubicBezTo>
                  <a:cubicBezTo>
                    <a:pt x="7752" y="1545"/>
                    <a:pt x="7752" y="1515"/>
                    <a:pt x="7737" y="1500"/>
                  </a:cubicBezTo>
                  <a:lnTo>
                    <a:pt x="7722" y="1500"/>
                  </a:lnTo>
                  <a:cubicBezTo>
                    <a:pt x="7707" y="1545"/>
                    <a:pt x="7707" y="1575"/>
                    <a:pt x="7693" y="1620"/>
                  </a:cubicBezTo>
                  <a:lnTo>
                    <a:pt x="7812" y="1620"/>
                  </a:lnTo>
                  <a:cubicBezTo>
                    <a:pt x="7827" y="1635"/>
                    <a:pt x="7842" y="1650"/>
                    <a:pt x="7842" y="1664"/>
                  </a:cubicBezTo>
                  <a:cubicBezTo>
                    <a:pt x="7842" y="1694"/>
                    <a:pt x="7842" y="1724"/>
                    <a:pt x="7827" y="1754"/>
                  </a:cubicBezTo>
                  <a:lnTo>
                    <a:pt x="7887" y="1754"/>
                  </a:lnTo>
                  <a:cubicBezTo>
                    <a:pt x="7887" y="1799"/>
                    <a:pt x="7887" y="1844"/>
                    <a:pt x="7887" y="1889"/>
                  </a:cubicBezTo>
                  <a:cubicBezTo>
                    <a:pt x="7902" y="1918"/>
                    <a:pt x="7917" y="1948"/>
                    <a:pt x="7931" y="1978"/>
                  </a:cubicBezTo>
                  <a:cubicBezTo>
                    <a:pt x="8006" y="1874"/>
                    <a:pt x="7946" y="1799"/>
                    <a:pt x="7917" y="1709"/>
                  </a:cubicBezTo>
                  <a:cubicBezTo>
                    <a:pt x="7872" y="1590"/>
                    <a:pt x="7917" y="1440"/>
                    <a:pt x="7782" y="1366"/>
                  </a:cubicBezTo>
                  <a:cubicBezTo>
                    <a:pt x="7693" y="1276"/>
                    <a:pt x="7603" y="1172"/>
                    <a:pt x="7513" y="1082"/>
                  </a:cubicBezTo>
                  <a:cubicBezTo>
                    <a:pt x="7618" y="1082"/>
                    <a:pt x="7722" y="1112"/>
                    <a:pt x="7827" y="1127"/>
                  </a:cubicBezTo>
                  <a:cubicBezTo>
                    <a:pt x="7846" y="1127"/>
                    <a:pt x="7860" y="1128"/>
                    <a:pt x="7870" y="1128"/>
                  </a:cubicBezTo>
                  <a:cubicBezTo>
                    <a:pt x="7901" y="1128"/>
                    <a:pt x="7898" y="1119"/>
                    <a:pt x="7887" y="1052"/>
                  </a:cubicBezTo>
                  <a:cubicBezTo>
                    <a:pt x="7887" y="1037"/>
                    <a:pt x="7872" y="992"/>
                    <a:pt x="7917" y="977"/>
                  </a:cubicBezTo>
                  <a:cubicBezTo>
                    <a:pt x="7946" y="977"/>
                    <a:pt x="7976" y="963"/>
                    <a:pt x="7991" y="933"/>
                  </a:cubicBezTo>
                  <a:lnTo>
                    <a:pt x="7991" y="933"/>
                  </a:lnTo>
                  <a:cubicBezTo>
                    <a:pt x="7976" y="1052"/>
                    <a:pt x="8021" y="1127"/>
                    <a:pt x="8111" y="1157"/>
                  </a:cubicBezTo>
                  <a:cubicBezTo>
                    <a:pt x="8111" y="1157"/>
                    <a:pt x="8126" y="1142"/>
                    <a:pt x="8126" y="1142"/>
                  </a:cubicBezTo>
                  <a:lnTo>
                    <a:pt x="8170" y="1142"/>
                  </a:lnTo>
                  <a:cubicBezTo>
                    <a:pt x="8170" y="1142"/>
                    <a:pt x="8170" y="1157"/>
                    <a:pt x="8185" y="1157"/>
                  </a:cubicBezTo>
                  <a:cubicBezTo>
                    <a:pt x="8290" y="1216"/>
                    <a:pt x="8409" y="1231"/>
                    <a:pt x="8529" y="1246"/>
                  </a:cubicBezTo>
                  <a:lnTo>
                    <a:pt x="8544" y="1246"/>
                  </a:lnTo>
                  <a:cubicBezTo>
                    <a:pt x="8514" y="1276"/>
                    <a:pt x="8499" y="1306"/>
                    <a:pt x="8484" y="1351"/>
                  </a:cubicBezTo>
                  <a:cubicBezTo>
                    <a:pt x="8469" y="1411"/>
                    <a:pt x="8454" y="1470"/>
                    <a:pt x="8439" y="1530"/>
                  </a:cubicBezTo>
                  <a:cubicBezTo>
                    <a:pt x="8424" y="1530"/>
                    <a:pt x="8424" y="1545"/>
                    <a:pt x="8409" y="1560"/>
                  </a:cubicBezTo>
                  <a:cubicBezTo>
                    <a:pt x="8380" y="1635"/>
                    <a:pt x="8335" y="1694"/>
                    <a:pt x="8275" y="1739"/>
                  </a:cubicBezTo>
                  <a:lnTo>
                    <a:pt x="8275" y="1754"/>
                  </a:lnTo>
                  <a:cubicBezTo>
                    <a:pt x="8268" y="1747"/>
                    <a:pt x="8256" y="1743"/>
                    <a:pt x="8247" y="1743"/>
                  </a:cubicBezTo>
                  <a:cubicBezTo>
                    <a:pt x="8238" y="1743"/>
                    <a:pt x="8230" y="1747"/>
                    <a:pt x="8230" y="1754"/>
                  </a:cubicBezTo>
                  <a:cubicBezTo>
                    <a:pt x="8200" y="1784"/>
                    <a:pt x="8170" y="1829"/>
                    <a:pt x="8230" y="1874"/>
                  </a:cubicBezTo>
                  <a:cubicBezTo>
                    <a:pt x="8215" y="1889"/>
                    <a:pt x="8215" y="1903"/>
                    <a:pt x="8200" y="1933"/>
                  </a:cubicBezTo>
                  <a:cubicBezTo>
                    <a:pt x="8156" y="1978"/>
                    <a:pt x="8200" y="1993"/>
                    <a:pt x="8230" y="2008"/>
                  </a:cubicBezTo>
                  <a:lnTo>
                    <a:pt x="8215" y="2008"/>
                  </a:lnTo>
                  <a:cubicBezTo>
                    <a:pt x="8185" y="2053"/>
                    <a:pt x="8126" y="2053"/>
                    <a:pt x="8081" y="2083"/>
                  </a:cubicBezTo>
                  <a:cubicBezTo>
                    <a:pt x="8081" y="2098"/>
                    <a:pt x="8081" y="2098"/>
                    <a:pt x="8081" y="2098"/>
                  </a:cubicBezTo>
                  <a:cubicBezTo>
                    <a:pt x="8051" y="2113"/>
                    <a:pt x="8036" y="2128"/>
                    <a:pt x="8006" y="2142"/>
                  </a:cubicBezTo>
                  <a:cubicBezTo>
                    <a:pt x="8006" y="2172"/>
                    <a:pt x="8021" y="2202"/>
                    <a:pt x="8021" y="2232"/>
                  </a:cubicBezTo>
                  <a:lnTo>
                    <a:pt x="8021" y="2247"/>
                  </a:lnTo>
                  <a:cubicBezTo>
                    <a:pt x="7946" y="2277"/>
                    <a:pt x="7976" y="2322"/>
                    <a:pt x="7976" y="2366"/>
                  </a:cubicBezTo>
                  <a:cubicBezTo>
                    <a:pt x="7959" y="2350"/>
                    <a:pt x="7949" y="2341"/>
                    <a:pt x="7939" y="2341"/>
                  </a:cubicBezTo>
                  <a:cubicBezTo>
                    <a:pt x="7923" y="2341"/>
                    <a:pt x="7909" y="2365"/>
                    <a:pt x="7872" y="2411"/>
                  </a:cubicBezTo>
                  <a:cubicBezTo>
                    <a:pt x="7857" y="2441"/>
                    <a:pt x="7812" y="2456"/>
                    <a:pt x="7797" y="2486"/>
                  </a:cubicBezTo>
                  <a:cubicBezTo>
                    <a:pt x="7797" y="2501"/>
                    <a:pt x="7782" y="2516"/>
                    <a:pt x="7797" y="2516"/>
                  </a:cubicBezTo>
                  <a:lnTo>
                    <a:pt x="7797" y="2531"/>
                  </a:lnTo>
                  <a:lnTo>
                    <a:pt x="7767" y="2531"/>
                  </a:lnTo>
                  <a:cubicBezTo>
                    <a:pt x="7722" y="2561"/>
                    <a:pt x="7722" y="2605"/>
                    <a:pt x="7707" y="2650"/>
                  </a:cubicBezTo>
                  <a:cubicBezTo>
                    <a:pt x="7707" y="2665"/>
                    <a:pt x="7707" y="2680"/>
                    <a:pt x="7707" y="2680"/>
                  </a:cubicBezTo>
                  <a:cubicBezTo>
                    <a:pt x="7707" y="2695"/>
                    <a:pt x="7707" y="2710"/>
                    <a:pt x="7707" y="2710"/>
                  </a:cubicBezTo>
                  <a:lnTo>
                    <a:pt x="7603" y="2844"/>
                  </a:lnTo>
                  <a:cubicBezTo>
                    <a:pt x="7603" y="2844"/>
                    <a:pt x="7588" y="2859"/>
                    <a:pt x="7588" y="2859"/>
                  </a:cubicBezTo>
                  <a:cubicBezTo>
                    <a:pt x="7588" y="2859"/>
                    <a:pt x="7588" y="2874"/>
                    <a:pt x="7573" y="2874"/>
                  </a:cubicBezTo>
                  <a:cubicBezTo>
                    <a:pt x="7573" y="2889"/>
                    <a:pt x="7558" y="2904"/>
                    <a:pt x="7543" y="2904"/>
                  </a:cubicBezTo>
                  <a:lnTo>
                    <a:pt x="7588" y="2919"/>
                  </a:lnTo>
                  <a:cubicBezTo>
                    <a:pt x="7588" y="2934"/>
                    <a:pt x="7588" y="2934"/>
                    <a:pt x="7603" y="2934"/>
                  </a:cubicBezTo>
                  <a:cubicBezTo>
                    <a:pt x="7603" y="2934"/>
                    <a:pt x="7603" y="2949"/>
                    <a:pt x="7603" y="2949"/>
                  </a:cubicBezTo>
                  <a:lnTo>
                    <a:pt x="7588" y="2964"/>
                  </a:lnTo>
                  <a:cubicBezTo>
                    <a:pt x="7483" y="3009"/>
                    <a:pt x="7468" y="3128"/>
                    <a:pt x="7424" y="3218"/>
                  </a:cubicBezTo>
                  <a:cubicBezTo>
                    <a:pt x="7409" y="3218"/>
                    <a:pt x="7409" y="3218"/>
                    <a:pt x="7409" y="3233"/>
                  </a:cubicBezTo>
                  <a:lnTo>
                    <a:pt x="7349" y="3307"/>
                  </a:lnTo>
                  <a:cubicBezTo>
                    <a:pt x="7349" y="3337"/>
                    <a:pt x="7364" y="3382"/>
                    <a:pt x="7364" y="3412"/>
                  </a:cubicBezTo>
                  <a:cubicBezTo>
                    <a:pt x="7349" y="3412"/>
                    <a:pt x="7334" y="3427"/>
                    <a:pt x="7334" y="3442"/>
                  </a:cubicBezTo>
                  <a:cubicBezTo>
                    <a:pt x="7322" y="3434"/>
                    <a:pt x="7310" y="3430"/>
                    <a:pt x="7300" y="3430"/>
                  </a:cubicBezTo>
                  <a:cubicBezTo>
                    <a:pt x="7275" y="3430"/>
                    <a:pt x="7259" y="3454"/>
                    <a:pt x="7259" y="3487"/>
                  </a:cubicBezTo>
                  <a:lnTo>
                    <a:pt x="7229" y="3531"/>
                  </a:lnTo>
                  <a:cubicBezTo>
                    <a:pt x="7200" y="3591"/>
                    <a:pt x="7170" y="3636"/>
                    <a:pt x="7140" y="3696"/>
                  </a:cubicBezTo>
                  <a:cubicBezTo>
                    <a:pt x="7110" y="3696"/>
                    <a:pt x="7065" y="3696"/>
                    <a:pt x="7065" y="3711"/>
                  </a:cubicBezTo>
                  <a:cubicBezTo>
                    <a:pt x="7050" y="3741"/>
                    <a:pt x="7065" y="3770"/>
                    <a:pt x="7080" y="3800"/>
                  </a:cubicBezTo>
                  <a:cubicBezTo>
                    <a:pt x="7020" y="3920"/>
                    <a:pt x="6976" y="4024"/>
                    <a:pt x="6916" y="4144"/>
                  </a:cubicBezTo>
                  <a:cubicBezTo>
                    <a:pt x="6901" y="4189"/>
                    <a:pt x="6856" y="4233"/>
                    <a:pt x="6826" y="4263"/>
                  </a:cubicBezTo>
                  <a:cubicBezTo>
                    <a:pt x="6796" y="4338"/>
                    <a:pt x="6722" y="4398"/>
                    <a:pt x="6752" y="4502"/>
                  </a:cubicBezTo>
                  <a:cubicBezTo>
                    <a:pt x="6752" y="4517"/>
                    <a:pt x="6737" y="4517"/>
                    <a:pt x="6737" y="4532"/>
                  </a:cubicBezTo>
                  <a:cubicBezTo>
                    <a:pt x="6737" y="4547"/>
                    <a:pt x="6737" y="4577"/>
                    <a:pt x="6737" y="4592"/>
                  </a:cubicBezTo>
                  <a:lnTo>
                    <a:pt x="6707" y="4682"/>
                  </a:lnTo>
                  <a:cubicBezTo>
                    <a:pt x="6692" y="4711"/>
                    <a:pt x="6677" y="4726"/>
                    <a:pt x="6662" y="4756"/>
                  </a:cubicBezTo>
                  <a:cubicBezTo>
                    <a:pt x="6647" y="4786"/>
                    <a:pt x="6617" y="4801"/>
                    <a:pt x="6602" y="4831"/>
                  </a:cubicBezTo>
                  <a:cubicBezTo>
                    <a:pt x="6589" y="4865"/>
                    <a:pt x="6594" y="4874"/>
                    <a:pt x="6604" y="4874"/>
                  </a:cubicBezTo>
                  <a:cubicBezTo>
                    <a:pt x="6617" y="4874"/>
                    <a:pt x="6639" y="4861"/>
                    <a:pt x="6647" y="4861"/>
                  </a:cubicBezTo>
                  <a:cubicBezTo>
                    <a:pt x="6632" y="4891"/>
                    <a:pt x="6617" y="4906"/>
                    <a:pt x="6602" y="4935"/>
                  </a:cubicBezTo>
                  <a:cubicBezTo>
                    <a:pt x="6542" y="4965"/>
                    <a:pt x="6468" y="5010"/>
                    <a:pt x="6408" y="5040"/>
                  </a:cubicBezTo>
                  <a:lnTo>
                    <a:pt x="6393" y="5040"/>
                  </a:lnTo>
                  <a:cubicBezTo>
                    <a:pt x="6393" y="5040"/>
                    <a:pt x="6393" y="5025"/>
                    <a:pt x="6393" y="5025"/>
                  </a:cubicBezTo>
                  <a:cubicBezTo>
                    <a:pt x="6393" y="5010"/>
                    <a:pt x="6378" y="4995"/>
                    <a:pt x="6348" y="4995"/>
                  </a:cubicBezTo>
                  <a:lnTo>
                    <a:pt x="6348" y="4891"/>
                  </a:lnTo>
                  <a:cubicBezTo>
                    <a:pt x="6289" y="4921"/>
                    <a:pt x="6289" y="4950"/>
                    <a:pt x="6333" y="4995"/>
                  </a:cubicBezTo>
                  <a:cubicBezTo>
                    <a:pt x="6303" y="5010"/>
                    <a:pt x="6289" y="5025"/>
                    <a:pt x="6259" y="5040"/>
                  </a:cubicBezTo>
                  <a:cubicBezTo>
                    <a:pt x="6214" y="5055"/>
                    <a:pt x="6154" y="5055"/>
                    <a:pt x="6109" y="5070"/>
                  </a:cubicBezTo>
                  <a:cubicBezTo>
                    <a:pt x="6079" y="5070"/>
                    <a:pt x="6064" y="5085"/>
                    <a:pt x="6050" y="5085"/>
                  </a:cubicBezTo>
                  <a:lnTo>
                    <a:pt x="6035" y="5085"/>
                  </a:lnTo>
                  <a:cubicBezTo>
                    <a:pt x="5781" y="5204"/>
                    <a:pt x="5676" y="5428"/>
                    <a:pt x="5766" y="5652"/>
                  </a:cubicBezTo>
                  <a:cubicBezTo>
                    <a:pt x="5766" y="5697"/>
                    <a:pt x="5751" y="5742"/>
                    <a:pt x="5796" y="5772"/>
                  </a:cubicBezTo>
                  <a:cubicBezTo>
                    <a:pt x="5796" y="5772"/>
                    <a:pt x="5811" y="5787"/>
                    <a:pt x="5811" y="5787"/>
                  </a:cubicBezTo>
                  <a:cubicBezTo>
                    <a:pt x="5870" y="5832"/>
                    <a:pt x="5915" y="5876"/>
                    <a:pt x="5960" y="5906"/>
                  </a:cubicBezTo>
                  <a:cubicBezTo>
                    <a:pt x="5975" y="5921"/>
                    <a:pt x="5975" y="5921"/>
                    <a:pt x="5975" y="5921"/>
                  </a:cubicBezTo>
                  <a:cubicBezTo>
                    <a:pt x="5960" y="5966"/>
                    <a:pt x="5945" y="5996"/>
                    <a:pt x="5930" y="6041"/>
                  </a:cubicBezTo>
                  <a:lnTo>
                    <a:pt x="5915" y="6041"/>
                  </a:lnTo>
                  <a:cubicBezTo>
                    <a:pt x="5855" y="6056"/>
                    <a:pt x="5900" y="6130"/>
                    <a:pt x="5840" y="6160"/>
                  </a:cubicBezTo>
                  <a:cubicBezTo>
                    <a:pt x="5781" y="6190"/>
                    <a:pt x="5751" y="6250"/>
                    <a:pt x="5706" y="6295"/>
                  </a:cubicBezTo>
                  <a:cubicBezTo>
                    <a:pt x="5661" y="6339"/>
                    <a:pt x="5661" y="6384"/>
                    <a:pt x="5706" y="6429"/>
                  </a:cubicBezTo>
                  <a:lnTo>
                    <a:pt x="5676" y="6429"/>
                  </a:lnTo>
                  <a:lnTo>
                    <a:pt x="5676" y="6414"/>
                  </a:lnTo>
                  <a:cubicBezTo>
                    <a:pt x="5616" y="6339"/>
                    <a:pt x="5542" y="6265"/>
                    <a:pt x="5497" y="6190"/>
                  </a:cubicBezTo>
                  <a:cubicBezTo>
                    <a:pt x="5482" y="6160"/>
                    <a:pt x="5452" y="6145"/>
                    <a:pt x="5437" y="6115"/>
                  </a:cubicBezTo>
                  <a:cubicBezTo>
                    <a:pt x="5407" y="6086"/>
                    <a:pt x="5377" y="6056"/>
                    <a:pt x="5348" y="6026"/>
                  </a:cubicBezTo>
                  <a:lnTo>
                    <a:pt x="5392" y="5891"/>
                  </a:lnTo>
                  <a:cubicBezTo>
                    <a:pt x="5392" y="5891"/>
                    <a:pt x="5392" y="5891"/>
                    <a:pt x="5377" y="5876"/>
                  </a:cubicBezTo>
                  <a:lnTo>
                    <a:pt x="5303" y="5966"/>
                  </a:lnTo>
                  <a:lnTo>
                    <a:pt x="5303" y="5951"/>
                  </a:lnTo>
                  <a:cubicBezTo>
                    <a:pt x="5094" y="5697"/>
                    <a:pt x="4870" y="5443"/>
                    <a:pt x="4661" y="5159"/>
                  </a:cubicBezTo>
                  <a:cubicBezTo>
                    <a:pt x="4302" y="4682"/>
                    <a:pt x="3929" y="4189"/>
                    <a:pt x="3540" y="3726"/>
                  </a:cubicBezTo>
                  <a:cubicBezTo>
                    <a:pt x="3316" y="3442"/>
                    <a:pt x="3077" y="3173"/>
                    <a:pt x="2838" y="2904"/>
                  </a:cubicBezTo>
                  <a:cubicBezTo>
                    <a:pt x="2734" y="2785"/>
                    <a:pt x="2614" y="2650"/>
                    <a:pt x="2480" y="2561"/>
                  </a:cubicBezTo>
                  <a:lnTo>
                    <a:pt x="2465" y="2561"/>
                  </a:lnTo>
                  <a:lnTo>
                    <a:pt x="2047" y="2113"/>
                  </a:lnTo>
                  <a:cubicBezTo>
                    <a:pt x="1838" y="1889"/>
                    <a:pt x="1644" y="1679"/>
                    <a:pt x="1434" y="1455"/>
                  </a:cubicBezTo>
                  <a:lnTo>
                    <a:pt x="1390" y="1411"/>
                  </a:lnTo>
                  <a:cubicBezTo>
                    <a:pt x="1330" y="1366"/>
                    <a:pt x="1285" y="1321"/>
                    <a:pt x="1225" y="1276"/>
                  </a:cubicBezTo>
                  <a:lnTo>
                    <a:pt x="1180" y="1187"/>
                  </a:lnTo>
                  <a:cubicBezTo>
                    <a:pt x="1180" y="1172"/>
                    <a:pt x="1180" y="1172"/>
                    <a:pt x="1180" y="1157"/>
                  </a:cubicBezTo>
                  <a:cubicBezTo>
                    <a:pt x="1168" y="1120"/>
                    <a:pt x="1146" y="1093"/>
                    <a:pt x="1105" y="1093"/>
                  </a:cubicBezTo>
                  <a:cubicBezTo>
                    <a:pt x="1096" y="1093"/>
                    <a:pt x="1087" y="1094"/>
                    <a:pt x="1076" y="1097"/>
                  </a:cubicBezTo>
                  <a:lnTo>
                    <a:pt x="1016" y="1007"/>
                  </a:lnTo>
                  <a:cubicBezTo>
                    <a:pt x="1001" y="1022"/>
                    <a:pt x="1001" y="1022"/>
                    <a:pt x="986" y="1022"/>
                  </a:cubicBezTo>
                  <a:cubicBezTo>
                    <a:pt x="1001" y="1022"/>
                    <a:pt x="1001" y="1007"/>
                    <a:pt x="1016" y="992"/>
                  </a:cubicBezTo>
                  <a:cubicBezTo>
                    <a:pt x="1001" y="918"/>
                    <a:pt x="986" y="858"/>
                    <a:pt x="897" y="828"/>
                  </a:cubicBezTo>
                  <a:cubicBezTo>
                    <a:pt x="897" y="828"/>
                    <a:pt x="897" y="843"/>
                    <a:pt x="882" y="843"/>
                  </a:cubicBezTo>
                  <a:lnTo>
                    <a:pt x="882" y="798"/>
                  </a:lnTo>
                  <a:cubicBezTo>
                    <a:pt x="867" y="709"/>
                    <a:pt x="792" y="664"/>
                    <a:pt x="717" y="649"/>
                  </a:cubicBezTo>
                  <a:cubicBezTo>
                    <a:pt x="717" y="619"/>
                    <a:pt x="717" y="589"/>
                    <a:pt x="717" y="559"/>
                  </a:cubicBezTo>
                  <a:cubicBezTo>
                    <a:pt x="688" y="529"/>
                    <a:pt x="643" y="499"/>
                    <a:pt x="613" y="470"/>
                  </a:cubicBezTo>
                  <a:cubicBezTo>
                    <a:pt x="598" y="455"/>
                    <a:pt x="598" y="440"/>
                    <a:pt x="583" y="410"/>
                  </a:cubicBezTo>
                  <a:lnTo>
                    <a:pt x="553" y="350"/>
                  </a:lnTo>
                  <a:cubicBezTo>
                    <a:pt x="553" y="335"/>
                    <a:pt x="538" y="335"/>
                    <a:pt x="538" y="320"/>
                  </a:cubicBezTo>
                  <a:cubicBezTo>
                    <a:pt x="538" y="320"/>
                    <a:pt x="538" y="305"/>
                    <a:pt x="523" y="305"/>
                  </a:cubicBezTo>
                  <a:lnTo>
                    <a:pt x="523" y="290"/>
                  </a:lnTo>
                  <a:close/>
                  <a:moveTo>
                    <a:pt x="196" y="0"/>
                  </a:moveTo>
                  <a:cubicBezTo>
                    <a:pt x="181" y="0"/>
                    <a:pt x="165" y="2"/>
                    <a:pt x="150" y="7"/>
                  </a:cubicBezTo>
                  <a:cubicBezTo>
                    <a:pt x="45" y="36"/>
                    <a:pt x="1" y="111"/>
                    <a:pt x="45" y="201"/>
                  </a:cubicBezTo>
                  <a:cubicBezTo>
                    <a:pt x="75" y="261"/>
                    <a:pt x="120" y="350"/>
                    <a:pt x="180" y="365"/>
                  </a:cubicBezTo>
                  <a:cubicBezTo>
                    <a:pt x="284" y="395"/>
                    <a:pt x="284" y="485"/>
                    <a:pt x="299" y="559"/>
                  </a:cubicBezTo>
                  <a:cubicBezTo>
                    <a:pt x="314" y="589"/>
                    <a:pt x="329" y="604"/>
                    <a:pt x="359" y="634"/>
                  </a:cubicBezTo>
                  <a:lnTo>
                    <a:pt x="419" y="709"/>
                  </a:lnTo>
                  <a:cubicBezTo>
                    <a:pt x="419" y="724"/>
                    <a:pt x="419" y="724"/>
                    <a:pt x="434" y="724"/>
                  </a:cubicBezTo>
                  <a:cubicBezTo>
                    <a:pt x="449" y="753"/>
                    <a:pt x="479" y="768"/>
                    <a:pt x="508" y="783"/>
                  </a:cubicBezTo>
                  <a:lnTo>
                    <a:pt x="523" y="783"/>
                  </a:lnTo>
                  <a:lnTo>
                    <a:pt x="538" y="798"/>
                  </a:lnTo>
                  <a:lnTo>
                    <a:pt x="538" y="813"/>
                  </a:lnTo>
                  <a:cubicBezTo>
                    <a:pt x="538" y="798"/>
                    <a:pt x="523" y="798"/>
                    <a:pt x="508" y="783"/>
                  </a:cubicBezTo>
                  <a:lnTo>
                    <a:pt x="479" y="828"/>
                  </a:lnTo>
                  <a:lnTo>
                    <a:pt x="568" y="843"/>
                  </a:lnTo>
                  <a:cubicBezTo>
                    <a:pt x="598" y="888"/>
                    <a:pt x="613" y="933"/>
                    <a:pt x="643" y="977"/>
                  </a:cubicBezTo>
                  <a:cubicBezTo>
                    <a:pt x="673" y="1007"/>
                    <a:pt x="703" y="1022"/>
                    <a:pt x="732" y="1052"/>
                  </a:cubicBezTo>
                  <a:cubicBezTo>
                    <a:pt x="732" y="1127"/>
                    <a:pt x="777" y="1157"/>
                    <a:pt x="822" y="1187"/>
                  </a:cubicBezTo>
                  <a:cubicBezTo>
                    <a:pt x="762" y="1291"/>
                    <a:pt x="867" y="1306"/>
                    <a:pt x="912" y="1351"/>
                  </a:cubicBezTo>
                  <a:cubicBezTo>
                    <a:pt x="927" y="1351"/>
                    <a:pt x="927" y="1366"/>
                    <a:pt x="942" y="1366"/>
                  </a:cubicBezTo>
                  <a:cubicBezTo>
                    <a:pt x="971" y="1411"/>
                    <a:pt x="1016" y="1440"/>
                    <a:pt x="1046" y="1485"/>
                  </a:cubicBezTo>
                  <a:lnTo>
                    <a:pt x="1046" y="1470"/>
                  </a:lnTo>
                  <a:cubicBezTo>
                    <a:pt x="1061" y="1485"/>
                    <a:pt x="1061" y="1500"/>
                    <a:pt x="1076" y="1500"/>
                  </a:cubicBezTo>
                  <a:cubicBezTo>
                    <a:pt x="1061" y="1515"/>
                    <a:pt x="1046" y="1545"/>
                    <a:pt x="1061" y="1560"/>
                  </a:cubicBezTo>
                  <a:cubicBezTo>
                    <a:pt x="1121" y="1635"/>
                    <a:pt x="1180" y="1709"/>
                    <a:pt x="1255" y="1769"/>
                  </a:cubicBezTo>
                  <a:cubicBezTo>
                    <a:pt x="1255" y="1784"/>
                    <a:pt x="1255" y="1784"/>
                    <a:pt x="1255" y="1784"/>
                  </a:cubicBezTo>
                  <a:cubicBezTo>
                    <a:pt x="1315" y="1859"/>
                    <a:pt x="1375" y="1918"/>
                    <a:pt x="1434" y="1978"/>
                  </a:cubicBezTo>
                  <a:cubicBezTo>
                    <a:pt x="1479" y="2008"/>
                    <a:pt x="1524" y="2053"/>
                    <a:pt x="1569" y="2083"/>
                  </a:cubicBezTo>
                  <a:cubicBezTo>
                    <a:pt x="1599" y="2128"/>
                    <a:pt x="1629" y="2172"/>
                    <a:pt x="1644" y="2217"/>
                  </a:cubicBezTo>
                  <a:cubicBezTo>
                    <a:pt x="1652" y="2252"/>
                    <a:pt x="1671" y="2267"/>
                    <a:pt x="1694" y="2267"/>
                  </a:cubicBezTo>
                  <a:cubicBezTo>
                    <a:pt x="1711" y="2267"/>
                    <a:pt x="1729" y="2259"/>
                    <a:pt x="1748" y="2247"/>
                  </a:cubicBezTo>
                  <a:lnTo>
                    <a:pt x="1748" y="2247"/>
                  </a:lnTo>
                  <a:cubicBezTo>
                    <a:pt x="1718" y="2366"/>
                    <a:pt x="1808" y="2411"/>
                    <a:pt x="1868" y="2471"/>
                  </a:cubicBezTo>
                  <a:cubicBezTo>
                    <a:pt x="1957" y="2576"/>
                    <a:pt x="2047" y="2680"/>
                    <a:pt x="2136" y="2785"/>
                  </a:cubicBezTo>
                  <a:lnTo>
                    <a:pt x="2178" y="2834"/>
                  </a:lnTo>
                  <a:lnTo>
                    <a:pt x="2178" y="2834"/>
                  </a:lnTo>
                  <a:cubicBezTo>
                    <a:pt x="2174" y="2830"/>
                    <a:pt x="2170" y="2826"/>
                    <a:pt x="2166" y="2822"/>
                  </a:cubicBezTo>
                  <a:lnTo>
                    <a:pt x="2166" y="2822"/>
                  </a:lnTo>
                  <a:lnTo>
                    <a:pt x="2196" y="2859"/>
                  </a:lnTo>
                  <a:cubicBezTo>
                    <a:pt x="2194" y="2854"/>
                    <a:pt x="2191" y="2850"/>
                    <a:pt x="2187" y="2845"/>
                  </a:cubicBezTo>
                  <a:lnTo>
                    <a:pt x="2187" y="2845"/>
                  </a:lnTo>
                  <a:lnTo>
                    <a:pt x="2228" y="2893"/>
                  </a:lnTo>
                  <a:lnTo>
                    <a:pt x="2228" y="2893"/>
                  </a:lnTo>
                  <a:cubicBezTo>
                    <a:pt x="2217" y="2881"/>
                    <a:pt x="2207" y="2870"/>
                    <a:pt x="2196" y="2859"/>
                  </a:cubicBezTo>
                  <a:lnTo>
                    <a:pt x="2196" y="2859"/>
                  </a:lnTo>
                  <a:lnTo>
                    <a:pt x="2297" y="2979"/>
                  </a:lnTo>
                  <a:lnTo>
                    <a:pt x="2297" y="2979"/>
                  </a:lnTo>
                  <a:cubicBezTo>
                    <a:pt x="2283" y="2961"/>
                    <a:pt x="2270" y="2944"/>
                    <a:pt x="2257" y="2928"/>
                  </a:cubicBezTo>
                  <a:lnTo>
                    <a:pt x="2257" y="2928"/>
                  </a:lnTo>
                  <a:lnTo>
                    <a:pt x="2390" y="3086"/>
                  </a:lnTo>
                  <a:lnTo>
                    <a:pt x="2390" y="3086"/>
                  </a:lnTo>
                  <a:cubicBezTo>
                    <a:pt x="2380" y="3075"/>
                    <a:pt x="2370" y="3064"/>
                    <a:pt x="2360" y="3054"/>
                  </a:cubicBezTo>
                  <a:lnTo>
                    <a:pt x="2360" y="3054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47" y="4582"/>
                    <a:pt x="3646" y="4580"/>
                    <a:pt x="3645" y="4578"/>
                  </a:cubicBezTo>
                  <a:lnTo>
                    <a:pt x="3645" y="4578"/>
                  </a:lnTo>
                  <a:lnTo>
                    <a:pt x="5228" y="6459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64" y="4611"/>
                    <a:pt x="3691" y="4639"/>
                    <a:pt x="3705" y="4667"/>
                  </a:cubicBezTo>
                  <a:cubicBezTo>
                    <a:pt x="3809" y="4801"/>
                    <a:pt x="3929" y="4935"/>
                    <a:pt x="4033" y="5070"/>
                  </a:cubicBezTo>
                  <a:cubicBezTo>
                    <a:pt x="4227" y="5309"/>
                    <a:pt x="4422" y="5563"/>
                    <a:pt x="4616" y="5802"/>
                  </a:cubicBezTo>
                  <a:cubicBezTo>
                    <a:pt x="4750" y="5981"/>
                    <a:pt x="4885" y="6145"/>
                    <a:pt x="5019" y="6310"/>
                  </a:cubicBezTo>
                  <a:cubicBezTo>
                    <a:pt x="5034" y="6354"/>
                    <a:pt x="5079" y="6354"/>
                    <a:pt x="5124" y="6384"/>
                  </a:cubicBezTo>
                  <a:cubicBezTo>
                    <a:pt x="5138" y="6384"/>
                    <a:pt x="5138" y="6399"/>
                    <a:pt x="5138" y="6399"/>
                  </a:cubicBezTo>
                  <a:lnTo>
                    <a:pt x="5124" y="6384"/>
                  </a:lnTo>
                  <a:lnTo>
                    <a:pt x="5109" y="6474"/>
                  </a:lnTo>
                  <a:lnTo>
                    <a:pt x="5138" y="6474"/>
                  </a:lnTo>
                  <a:lnTo>
                    <a:pt x="5138" y="6444"/>
                  </a:lnTo>
                  <a:cubicBezTo>
                    <a:pt x="5153" y="6459"/>
                    <a:pt x="5168" y="6474"/>
                    <a:pt x="5183" y="6474"/>
                  </a:cubicBezTo>
                  <a:cubicBezTo>
                    <a:pt x="5183" y="6489"/>
                    <a:pt x="5183" y="6489"/>
                    <a:pt x="5183" y="6489"/>
                  </a:cubicBezTo>
                  <a:cubicBezTo>
                    <a:pt x="5228" y="6534"/>
                    <a:pt x="5273" y="6593"/>
                    <a:pt x="5318" y="6638"/>
                  </a:cubicBezTo>
                  <a:cubicBezTo>
                    <a:pt x="5333" y="6638"/>
                    <a:pt x="5348" y="6623"/>
                    <a:pt x="5363" y="6623"/>
                  </a:cubicBezTo>
                  <a:lnTo>
                    <a:pt x="5363" y="6623"/>
                  </a:lnTo>
                  <a:lnTo>
                    <a:pt x="5363" y="6623"/>
                  </a:lnTo>
                  <a:cubicBezTo>
                    <a:pt x="5377" y="6638"/>
                    <a:pt x="5407" y="6653"/>
                    <a:pt x="5422" y="6683"/>
                  </a:cubicBezTo>
                  <a:cubicBezTo>
                    <a:pt x="5452" y="6728"/>
                    <a:pt x="5482" y="6773"/>
                    <a:pt x="5512" y="6802"/>
                  </a:cubicBezTo>
                  <a:cubicBezTo>
                    <a:pt x="5542" y="6847"/>
                    <a:pt x="5572" y="6877"/>
                    <a:pt x="5601" y="6922"/>
                  </a:cubicBezTo>
                  <a:lnTo>
                    <a:pt x="5616" y="6922"/>
                  </a:lnTo>
                  <a:cubicBezTo>
                    <a:pt x="5631" y="6967"/>
                    <a:pt x="5661" y="7012"/>
                    <a:pt x="5676" y="7056"/>
                  </a:cubicBezTo>
                  <a:cubicBezTo>
                    <a:pt x="5691" y="7086"/>
                    <a:pt x="5691" y="7101"/>
                    <a:pt x="5706" y="7131"/>
                  </a:cubicBezTo>
                  <a:cubicBezTo>
                    <a:pt x="5721" y="7131"/>
                    <a:pt x="5721" y="7116"/>
                    <a:pt x="5736" y="7101"/>
                  </a:cubicBezTo>
                  <a:lnTo>
                    <a:pt x="5751" y="7101"/>
                  </a:lnTo>
                  <a:cubicBezTo>
                    <a:pt x="5796" y="7116"/>
                    <a:pt x="5855" y="7146"/>
                    <a:pt x="5915" y="7146"/>
                  </a:cubicBezTo>
                  <a:cubicBezTo>
                    <a:pt x="5945" y="7146"/>
                    <a:pt x="5990" y="7116"/>
                    <a:pt x="6020" y="7101"/>
                  </a:cubicBezTo>
                  <a:cubicBezTo>
                    <a:pt x="6005" y="7086"/>
                    <a:pt x="5975" y="7071"/>
                    <a:pt x="5975" y="7071"/>
                  </a:cubicBezTo>
                  <a:cubicBezTo>
                    <a:pt x="6020" y="6982"/>
                    <a:pt x="6050" y="6892"/>
                    <a:pt x="6094" y="6817"/>
                  </a:cubicBezTo>
                  <a:lnTo>
                    <a:pt x="6094" y="6802"/>
                  </a:lnTo>
                  <a:cubicBezTo>
                    <a:pt x="6124" y="6758"/>
                    <a:pt x="6154" y="6698"/>
                    <a:pt x="6184" y="6638"/>
                  </a:cubicBezTo>
                  <a:cubicBezTo>
                    <a:pt x="6184" y="6623"/>
                    <a:pt x="6169" y="6578"/>
                    <a:pt x="6154" y="6549"/>
                  </a:cubicBezTo>
                  <a:lnTo>
                    <a:pt x="6154" y="6534"/>
                  </a:lnTo>
                  <a:cubicBezTo>
                    <a:pt x="6214" y="6489"/>
                    <a:pt x="6303" y="6489"/>
                    <a:pt x="6318" y="6384"/>
                  </a:cubicBezTo>
                  <a:cubicBezTo>
                    <a:pt x="6318" y="6384"/>
                    <a:pt x="6318" y="6369"/>
                    <a:pt x="6318" y="6369"/>
                  </a:cubicBezTo>
                  <a:cubicBezTo>
                    <a:pt x="6348" y="6310"/>
                    <a:pt x="6378" y="6265"/>
                    <a:pt x="6408" y="6205"/>
                  </a:cubicBezTo>
                  <a:cubicBezTo>
                    <a:pt x="6423" y="6160"/>
                    <a:pt x="6423" y="6115"/>
                    <a:pt x="6453" y="6071"/>
                  </a:cubicBezTo>
                  <a:cubicBezTo>
                    <a:pt x="6587" y="5891"/>
                    <a:pt x="6752" y="5712"/>
                    <a:pt x="6796" y="5473"/>
                  </a:cubicBezTo>
                  <a:lnTo>
                    <a:pt x="6811" y="5473"/>
                  </a:lnTo>
                  <a:cubicBezTo>
                    <a:pt x="6886" y="5369"/>
                    <a:pt x="6946" y="5249"/>
                    <a:pt x="6946" y="5115"/>
                  </a:cubicBezTo>
                  <a:cubicBezTo>
                    <a:pt x="6946" y="5055"/>
                    <a:pt x="7065" y="5040"/>
                    <a:pt x="6991" y="4965"/>
                  </a:cubicBezTo>
                  <a:lnTo>
                    <a:pt x="6991" y="4950"/>
                  </a:lnTo>
                  <a:cubicBezTo>
                    <a:pt x="7020" y="4876"/>
                    <a:pt x="7065" y="4786"/>
                    <a:pt x="7095" y="4711"/>
                  </a:cubicBezTo>
                  <a:cubicBezTo>
                    <a:pt x="7110" y="4726"/>
                    <a:pt x="7125" y="4756"/>
                    <a:pt x="7140" y="4771"/>
                  </a:cubicBezTo>
                  <a:cubicBezTo>
                    <a:pt x="7155" y="4756"/>
                    <a:pt x="7170" y="4741"/>
                    <a:pt x="7185" y="4711"/>
                  </a:cubicBezTo>
                  <a:cubicBezTo>
                    <a:pt x="7200" y="4652"/>
                    <a:pt x="7215" y="4577"/>
                    <a:pt x="7244" y="4502"/>
                  </a:cubicBezTo>
                  <a:lnTo>
                    <a:pt x="7259" y="4502"/>
                  </a:lnTo>
                  <a:cubicBezTo>
                    <a:pt x="7379" y="4487"/>
                    <a:pt x="7289" y="4383"/>
                    <a:pt x="7319" y="4323"/>
                  </a:cubicBezTo>
                  <a:cubicBezTo>
                    <a:pt x="7334" y="4293"/>
                    <a:pt x="7349" y="4263"/>
                    <a:pt x="7364" y="4233"/>
                  </a:cubicBezTo>
                  <a:cubicBezTo>
                    <a:pt x="7394" y="4159"/>
                    <a:pt x="7468" y="4084"/>
                    <a:pt x="7409" y="3994"/>
                  </a:cubicBezTo>
                  <a:cubicBezTo>
                    <a:pt x="7409" y="3994"/>
                    <a:pt x="7439" y="3980"/>
                    <a:pt x="7439" y="3965"/>
                  </a:cubicBezTo>
                  <a:cubicBezTo>
                    <a:pt x="7483" y="3950"/>
                    <a:pt x="7528" y="3875"/>
                    <a:pt x="7528" y="3830"/>
                  </a:cubicBezTo>
                  <a:cubicBezTo>
                    <a:pt x="7543" y="3815"/>
                    <a:pt x="7543" y="3800"/>
                    <a:pt x="7528" y="3785"/>
                  </a:cubicBezTo>
                  <a:cubicBezTo>
                    <a:pt x="7558" y="3741"/>
                    <a:pt x="7588" y="3696"/>
                    <a:pt x="7618" y="3651"/>
                  </a:cubicBezTo>
                  <a:lnTo>
                    <a:pt x="7618" y="3636"/>
                  </a:lnTo>
                  <a:cubicBezTo>
                    <a:pt x="7663" y="3561"/>
                    <a:pt x="7693" y="3487"/>
                    <a:pt x="7722" y="3427"/>
                  </a:cubicBezTo>
                  <a:cubicBezTo>
                    <a:pt x="7782" y="3337"/>
                    <a:pt x="7842" y="3263"/>
                    <a:pt x="7887" y="3173"/>
                  </a:cubicBezTo>
                  <a:cubicBezTo>
                    <a:pt x="7917" y="3143"/>
                    <a:pt x="7931" y="3113"/>
                    <a:pt x="7961" y="3083"/>
                  </a:cubicBezTo>
                  <a:lnTo>
                    <a:pt x="8006" y="2949"/>
                  </a:lnTo>
                  <a:lnTo>
                    <a:pt x="8051" y="2949"/>
                  </a:lnTo>
                  <a:cubicBezTo>
                    <a:pt x="8036" y="2904"/>
                    <a:pt x="8081" y="2859"/>
                    <a:pt x="8066" y="2815"/>
                  </a:cubicBezTo>
                  <a:cubicBezTo>
                    <a:pt x="8066" y="2755"/>
                    <a:pt x="8141" y="2680"/>
                    <a:pt x="8185" y="2605"/>
                  </a:cubicBezTo>
                  <a:cubicBezTo>
                    <a:pt x="8193" y="2613"/>
                    <a:pt x="8197" y="2617"/>
                    <a:pt x="8200" y="2617"/>
                  </a:cubicBezTo>
                  <a:cubicBezTo>
                    <a:pt x="8204" y="2617"/>
                    <a:pt x="8208" y="2613"/>
                    <a:pt x="8215" y="2605"/>
                  </a:cubicBezTo>
                  <a:lnTo>
                    <a:pt x="8275" y="2605"/>
                  </a:lnTo>
                  <a:cubicBezTo>
                    <a:pt x="8290" y="2546"/>
                    <a:pt x="8380" y="2501"/>
                    <a:pt x="8290" y="2456"/>
                  </a:cubicBezTo>
                  <a:cubicBezTo>
                    <a:pt x="8350" y="2426"/>
                    <a:pt x="8409" y="2411"/>
                    <a:pt x="8380" y="2337"/>
                  </a:cubicBezTo>
                  <a:cubicBezTo>
                    <a:pt x="8394" y="2322"/>
                    <a:pt x="8409" y="2307"/>
                    <a:pt x="8424" y="2292"/>
                  </a:cubicBezTo>
                  <a:lnTo>
                    <a:pt x="8439" y="2292"/>
                  </a:lnTo>
                  <a:lnTo>
                    <a:pt x="8454" y="2232"/>
                  </a:lnTo>
                  <a:cubicBezTo>
                    <a:pt x="8484" y="2187"/>
                    <a:pt x="8514" y="2142"/>
                    <a:pt x="8544" y="2098"/>
                  </a:cubicBezTo>
                  <a:cubicBezTo>
                    <a:pt x="8574" y="2053"/>
                    <a:pt x="8604" y="2008"/>
                    <a:pt x="8633" y="1978"/>
                  </a:cubicBezTo>
                  <a:cubicBezTo>
                    <a:pt x="8738" y="1963"/>
                    <a:pt x="8693" y="1874"/>
                    <a:pt x="8708" y="1814"/>
                  </a:cubicBezTo>
                  <a:lnTo>
                    <a:pt x="8708" y="1814"/>
                  </a:lnTo>
                  <a:cubicBezTo>
                    <a:pt x="8693" y="1829"/>
                    <a:pt x="8693" y="1829"/>
                    <a:pt x="8693" y="1829"/>
                  </a:cubicBezTo>
                  <a:cubicBezTo>
                    <a:pt x="8693" y="1829"/>
                    <a:pt x="8693" y="1829"/>
                    <a:pt x="8693" y="1814"/>
                  </a:cubicBezTo>
                  <a:cubicBezTo>
                    <a:pt x="8708" y="1799"/>
                    <a:pt x="8708" y="1769"/>
                    <a:pt x="8708" y="1754"/>
                  </a:cubicBezTo>
                  <a:cubicBezTo>
                    <a:pt x="8718" y="1754"/>
                    <a:pt x="8731" y="1755"/>
                    <a:pt x="8744" y="1755"/>
                  </a:cubicBezTo>
                  <a:cubicBezTo>
                    <a:pt x="8790" y="1755"/>
                    <a:pt x="8838" y="1746"/>
                    <a:pt x="8768" y="1664"/>
                  </a:cubicBezTo>
                  <a:cubicBezTo>
                    <a:pt x="8798" y="1650"/>
                    <a:pt x="8828" y="1635"/>
                    <a:pt x="8857" y="1620"/>
                  </a:cubicBezTo>
                  <a:cubicBezTo>
                    <a:pt x="8857" y="1605"/>
                    <a:pt x="8857" y="1605"/>
                    <a:pt x="8857" y="1605"/>
                  </a:cubicBezTo>
                  <a:lnTo>
                    <a:pt x="8843" y="1530"/>
                  </a:lnTo>
                  <a:cubicBezTo>
                    <a:pt x="8872" y="1515"/>
                    <a:pt x="8917" y="1500"/>
                    <a:pt x="8962" y="1470"/>
                  </a:cubicBezTo>
                  <a:cubicBezTo>
                    <a:pt x="8947" y="1470"/>
                    <a:pt x="8932" y="1455"/>
                    <a:pt x="8917" y="1440"/>
                  </a:cubicBezTo>
                  <a:cubicBezTo>
                    <a:pt x="8902" y="1411"/>
                    <a:pt x="8902" y="1366"/>
                    <a:pt x="8887" y="1321"/>
                  </a:cubicBezTo>
                  <a:lnTo>
                    <a:pt x="8887" y="1321"/>
                  </a:lnTo>
                  <a:cubicBezTo>
                    <a:pt x="8917" y="1351"/>
                    <a:pt x="8962" y="1366"/>
                    <a:pt x="8992" y="1396"/>
                  </a:cubicBezTo>
                  <a:cubicBezTo>
                    <a:pt x="9007" y="1396"/>
                    <a:pt x="9037" y="1411"/>
                    <a:pt x="9052" y="1411"/>
                  </a:cubicBezTo>
                  <a:cubicBezTo>
                    <a:pt x="9156" y="1366"/>
                    <a:pt x="9171" y="1276"/>
                    <a:pt x="9111" y="1157"/>
                  </a:cubicBezTo>
                  <a:cubicBezTo>
                    <a:pt x="9186" y="1067"/>
                    <a:pt x="9186" y="1052"/>
                    <a:pt x="9067" y="1022"/>
                  </a:cubicBezTo>
                  <a:cubicBezTo>
                    <a:pt x="9007" y="1007"/>
                    <a:pt x="8947" y="963"/>
                    <a:pt x="8887" y="963"/>
                  </a:cubicBezTo>
                  <a:cubicBezTo>
                    <a:pt x="8860" y="968"/>
                    <a:pt x="8837" y="971"/>
                    <a:pt x="8816" y="971"/>
                  </a:cubicBezTo>
                  <a:cubicBezTo>
                    <a:pt x="8780" y="971"/>
                    <a:pt x="8751" y="961"/>
                    <a:pt x="8723" y="933"/>
                  </a:cubicBezTo>
                  <a:cubicBezTo>
                    <a:pt x="8708" y="918"/>
                    <a:pt x="8678" y="918"/>
                    <a:pt x="8648" y="918"/>
                  </a:cubicBezTo>
                  <a:lnTo>
                    <a:pt x="8469" y="918"/>
                  </a:lnTo>
                  <a:cubicBezTo>
                    <a:pt x="8454" y="903"/>
                    <a:pt x="8439" y="903"/>
                    <a:pt x="8409" y="888"/>
                  </a:cubicBezTo>
                  <a:cubicBezTo>
                    <a:pt x="8350" y="873"/>
                    <a:pt x="8290" y="843"/>
                    <a:pt x="8230" y="828"/>
                  </a:cubicBezTo>
                  <a:cubicBezTo>
                    <a:pt x="8230" y="828"/>
                    <a:pt x="8230" y="828"/>
                    <a:pt x="8230" y="813"/>
                  </a:cubicBezTo>
                  <a:cubicBezTo>
                    <a:pt x="8185" y="828"/>
                    <a:pt x="8156" y="843"/>
                    <a:pt x="8111" y="858"/>
                  </a:cubicBezTo>
                  <a:lnTo>
                    <a:pt x="8155" y="847"/>
                  </a:lnTo>
                  <a:lnTo>
                    <a:pt x="8155" y="847"/>
                  </a:lnTo>
                  <a:cubicBezTo>
                    <a:pt x="8144" y="851"/>
                    <a:pt x="8131" y="858"/>
                    <a:pt x="8111" y="858"/>
                  </a:cubicBezTo>
                  <a:cubicBezTo>
                    <a:pt x="8096" y="858"/>
                    <a:pt x="8081" y="858"/>
                    <a:pt x="8066" y="873"/>
                  </a:cubicBezTo>
                  <a:cubicBezTo>
                    <a:pt x="8006" y="843"/>
                    <a:pt x="7931" y="828"/>
                    <a:pt x="7872" y="798"/>
                  </a:cubicBezTo>
                  <a:cubicBezTo>
                    <a:pt x="7830" y="798"/>
                    <a:pt x="7786" y="801"/>
                    <a:pt x="7742" y="801"/>
                  </a:cubicBezTo>
                  <a:cubicBezTo>
                    <a:pt x="7676" y="801"/>
                    <a:pt x="7612" y="795"/>
                    <a:pt x="7558" y="768"/>
                  </a:cubicBezTo>
                  <a:cubicBezTo>
                    <a:pt x="7513" y="759"/>
                    <a:pt x="7473" y="745"/>
                    <a:pt x="7435" y="745"/>
                  </a:cubicBezTo>
                  <a:cubicBezTo>
                    <a:pt x="7411" y="745"/>
                    <a:pt x="7387" y="751"/>
                    <a:pt x="7364" y="768"/>
                  </a:cubicBezTo>
                  <a:cubicBezTo>
                    <a:pt x="7349" y="768"/>
                    <a:pt x="7319" y="753"/>
                    <a:pt x="7319" y="753"/>
                  </a:cubicBezTo>
                  <a:cubicBezTo>
                    <a:pt x="7311" y="712"/>
                    <a:pt x="7289" y="703"/>
                    <a:pt x="7266" y="703"/>
                  </a:cubicBezTo>
                  <a:cubicBezTo>
                    <a:pt x="7247" y="703"/>
                    <a:pt x="7228" y="709"/>
                    <a:pt x="7215" y="709"/>
                  </a:cubicBezTo>
                  <a:cubicBezTo>
                    <a:pt x="7200" y="738"/>
                    <a:pt x="7185" y="753"/>
                    <a:pt x="7170" y="783"/>
                  </a:cubicBezTo>
                  <a:cubicBezTo>
                    <a:pt x="7155" y="753"/>
                    <a:pt x="7125" y="738"/>
                    <a:pt x="7110" y="709"/>
                  </a:cubicBezTo>
                  <a:cubicBezTo>
                    <a:pt x="7089" y="730"/>
                    <a:pt x="7065" y="738"/>
                    <a:pt x="7041" y="738"/>
                  </a:cubicBezTo>
                  <a:cubicBezTo>
                    <a:pt x="6998" y="738"/>
                    <a:pt x="6954" y="713"/>
                    <a:pt x="6916" y="694"/>
                  </a:cubicBezTo>
                  <a:lnTo>
                    <a:pt x="6901" y="694"/>
                  </a:lnTo>
                  <a:cubicBezTo>
                    <a:pt x="6781" y="604"/>
                    <a:pt x="6677" y="529"/>
                    <a:pt x="6557" y="440"/>
                  </a:cubicBezTo>
                  <a:cubicBezTo>
                    <a:pt x="6498" y="410"/>
                    <a:pt x="6453" y="395"/>
                    <a:pt x="6393" y="380"/>
                  </a:cubicBezTo>
                  <a:lnTo>
                    <a:pt x="6393" y="380"/>
                  </a:lnTo>
                  <a:cubicBezTo>
                    <a:pt x="6438" y="410"/>
                    <a:pt x="6468" y="440"/>
                    <a:pt x="6498" y="470"/>
                  </a:cubicBezTo>
                  <a:cubicBezTo>
                    <a:pt x="6528" y="499"/>
                    <a:pt x="6572" y="544"/>
                    <a:pt x="6602" y="544"/>
                  </a:cubicBezTo>
                  <a:cubicBezTo>
                    <a:pt x="6692" y="544"/>
                    <a:pt x="6707" y="589"/>
                    <a:pt x="6722" y="649"/>
                  </a:cubicBezTo>
                  <a:cubicBezTo>
                    <a:pt x="6692" y="664"/>
                    <a:pt x="6662" y="679"/>
                    <a:pt x="6632" y="694"/>
                  </a:cubicBezTo>
                  <a:cubicBezTo>
                    <a:pt x="6614" y="667"/>
                    <a:pt x="6602" y="657"/>
                    <a:pt x="6592" y="657"/>
                  </a:cubicBezTo>
                  <a:cubicBezTo>
                    <a:pt x="6570" y="657"/>
                    <a:pt x="6563" y="709"/>
                    <a:pt x="6542" y="709"/>
                  </a:cubicBezTo>
                  <a:cubicBezTo>
                    <a:pt x="6528" y="694"/>
                    <a:pt x="6528" y="679"/>
                    <a:pt x="6513" y="664"/>
                  </a:cubicBezTo>
                  <a:lnTo>
                    <a:pt x="6498" y="664"/>
                  </a:lnTo>
                  <a:cubicBezTo>
                    <a:pt x="6483" y="664"/>
                    <a:pt x="6453" y="649"/>
                    <a:pt x="6438" y="649"/>
                  </a:cubicBezTo>
                  <a:cubicBezTo>
                    <a:pt x="6424" y="644"/>
                    <a:pt x="6411" y="643"/>
                    <a:pt x="6397" y="643"/>
                  </a:cubicBezTo>
                  <a:cubicBezTo>
                    <a:pt x="6342" y="643"/>
                    <a:pt x="6283" y="670"/>
                    <a:pt x="6227" y="670"/>
                  </a:cubicBezTo>
                  <a:cubicBezTo>
                    <a:pt x="6202" y="670"/>
                    <a:pt x="6178" y="664"/>
                    <a:pt x="6154" y="649"/>
                  </a:cubicBezTo>
                  <a:cubicBezTo>
                    <a:pt x="6139" y="634"/>
                    <a:pt x="6139" y="634"/>
                    <a:pt x="6124" y="634"/>
                  </a:cubicBezTo>
                  <a:lnTo>
                    <a:pt x="5990" y="619"/>
                  </a:lnTo>
                  <a:cubicBezTo>
                    <a:pt x="5930" y="634"/>
                    <a:pt x="5855" y="634"/>
                    <a:pt x="5781" y="649"/>
                  </a:cubicBezTo>
                  <a:cubicBezTo>
                    <a:pt x="5751" y="619"/>
                    <a:pt x="5736" y="589"/>
                    <a:pt x="5691" y="574"/>
                  </a:cubicBezTo>
                  <a:cubicBezTo>
                    <a:pt x="5685" y="571"/>
                    <a:pt x="5679" y="570"/>
                    <a:pt x="5673" y="570"/>
                  </a:cubicBezTo>
                  <a:cubicBezTo>
                    <a:pt x="5649" y="570"/>
                    <a:pt x="5625" y="589"/>
                    <a:pt x="5601" y="589"/>
                  </a:cubicBezTo>
                  <a:cubicBezTo>
                    <a:pt x="5482" y="559"/>
                    <a:pt x="5363" y="529"/>
                    <a:pt x="5243" y="514"/>
                  </a:cubicBezTo>
                  <a:cubicBezTo>
                    <a:pt x="5228" y="514"/>
                    <a:pt x="5213" y="514"/>
                    <a:pt x="5198" y="499"/>
                  </a:cubicBezTo>
                  <a:lnTo>
                    <a:pt x="5198" y="499"/>
                  </a:lnTo>
                  <a:lnTo>
                    <a:pt x="5243" y="514"/>
                  </a:lnTo>
                  <a:cubicBezTo>
                    <a:pt x="5203" y="458"/>
                    <a:pt x="5184" y="432"/>
                    <a:pt x="5171" y="432"/>
                  </a:cubicBezTo>
                  <a:cubicBezTo>
                    <a:pt x="5160" y="432"/>
                    <a:pt x="5152" y="450"/>
                    <a:pt x="5138" y="485"/>
                  </a:cubicBezTo>
                  <a:cubicBezTo>
                    <a:pt x="5094" y="470"/>
                    <a:pt x="5049" y="455"/>
                    <a:pt x="5004" y="455"/>
                  </a:cubicBezTo>
                  <a:cubicBezTo>
                    <a:pt x="4989" y="440"/>
                    <a:pt x="4989" y="425"/>
                    <a:pt x="4989" y="425"/>
                  </a:cubicBezTo>
                  <a:cubicBezTo>
                    <a:pt x="4914" y="410"/>
                    <a:pt x="4825" y="410"/>
                    <a:pt x="4735" y="395"/>
                  </a:cubicBezTo>
                  <a:lnTo>
                    <a:pt x="4720" y="395"/>
                  </a:lnTo>
                  <a:cubicBezTo>
                    <a:pt x="4690" y="395"/>
                    <a:pt x="4646" y="380"/>
                    <a:pt x="4601" y="380"/>
                  </a:cubicBezTo>
                  <a:lnTo>
                    <a:pt x="4317" y="380"/>
                  </a:lnTo>
                  <a:cubicBezTo>
                    <a:pt x="4212" y="380"/>
                    <a:pt x="4093" y="365"/>
                    <a:pt x="3988" y="365"/>
                  </a:cubicBezTo>
                  <a:lnTo>
                    <a:pt x="3824" y="365"/>
                  </a:lnTo>
                  <a:cubicBezTo>
                    <a:pt x="3779" y="350"/>
                    <a:pt x="3735" y="350"/>
                    <a:pt x="3690" y="335"/>
                  </a:cubicBezTo>
                  <a:cubicBezTo>
                    <a:pt x="3525" y="320"/>
                    <a:pt x="3376" y="305"/>
                    <a:pt x="3212" y="290"/>
                  </a:cubicBezTo>
                  <a:cubicBezTo>
                    <a:pt x="3182" y="290"/>
                    <a:pt x="3137" y="305"/>
                    <a:pt x="3107" y="320"/>
                  </a:cubicBezTo>
                  <a:cubicBezTo>
                    <a:pt x="3053" y="293"/>
                    <a:pt x="3000" y="272"/>
                    <a:pt x="2946" y="272"/>
                  </a:cubicBezTo>
                  <a:cubicBezTo>
                    <a:pt x="2910" y="272"/>
                    <a:pt x="2874" y="281"/>
                    <a:pt x="2838" y="305"/>
                  </a:cubicBezTo>
                  <a:cubicBezTo>
                    <a:pt x="2823" y="305"/>
                    <a:pt x="2794" y="320"/>
                    <a:pt x="2794" y="320"/>
                  </a:cubicBezTo>
                  <a:cubicBezTo>
                    <a:pt x="2771" y="268"/>
                    <a:pt x="2738" y="257"/>
                    <a:pt x="2700" y="257"/>
                  </a:cubicBezTo>
                  <a:cubicBezTo>
                    <a:pt x="2672" y="257"/>
                    <a:pt x="2642" y="263"/>
                    <a:pt x="2613" y="263"/>
                  </a:cubicBezTo>
                  <a:cubicBezTo>
                    <a:pt x="2603" y="263"/>
                    <a:pt x="2594" y="262"/>
                    <a:pt x="2584" y="261"/>
                  </a:cubicBezTo>
                  <a:cubicBezTo>
                    <a:pt x="2580" y="256"/>
                    <a:pt x="2576" y="254"/>
                    <a:pt x="2571" y="254"/>
                  </a:cubicBezTo>
                  <a:cubicBezTo>
                    <a:pt x="2561" y="254"/>
                    <a:pt x="2550" y="265"/>
                    <a:pt x="2540" y="275"/>
                  </a:cubicBezTo>
                  <a:lnTo>
                    <a:pt x="2495" y="290"/>
                  </a:lnTo>
                  <a:lnTo>
                    <a:pt x="2420" y="290"/>
                  </a:lnTo>
                  <a:cubicBezTo>
                    <a:pt x="2409" y="292"/>
                    <a:pt x="2401" y="292"/>
                    <a:pt x="2394" y="292"/>
                  </a:cubicBezTo>
                  <a:cubicBezTo>
                    <a:pt x="2329" y="292"/>
                    <a:pt x="2458" y="231"/>
                    <a:pt x="2390" y="231"/>
                  </a:cubicBezTo>
                  <a:cubicBezTo>
                    <a:pt x="2375" y="231"/>
                    <a:pt x="2331" y="231"/>
                    <a:pt x="2286" y="246"/>
                  </a:cubicBezTo>
                  <a:cubicBezTo>
                    <a:pt x="2196" y="231"/>
                    <a:pt x="2092" y="231"/>
                    <a:pt x="2002" y="231"/>
                  </a:cubicBezTo>
                  <a:cubicBezTo>
                    <a:pt x="1897" y="231"/>
                    <a:pt x="1808" y="216"/>
                    <a:pt x="1703" y="216"/>
                  </a:cubicBezTo>
                  <a:cubicBezTo>
                    <a:pt x="1658" y="201"/>
                    <a:pt x="1599" y="201"/>
                    <a:pt x="1554" y="186"/>
                  </a:cubicBezTo>
                  <a:cubicBezTo>
                    <a:pt x="1539" y="186"/>
                    <a:pt x="1524" y="171"/>
                    <a:pt x="1494" y="171"/>
                  </a:cubicBezTo>
                  <a:cubicBezTo>
                    <a:pt x="1479" y="171"/>
                    <a:pt x="1464" y="156"/>
                    <a:pt x="1434" y="141"/>
                  </a:cubicBezTo>
                  <a:cubicBezTo>
                    <a:pt x="1315" y="111"/>
                    <a:pt x="1195" y="81"/>
                    <a:pt x="1076" y="51"/>
                  </a:cubicBezTo>
                  <a:lnTo>
                    <a:pt x="1001" y="51"/>
                  </a:lnTo>
                  <a:cubicBezTo>
                    <a:pt x="988" y="51"/>
                    <a:pt x="969" y="46"/>
                    <a:pt x="952" y="46"/>
                  </a:cubicBezTo>
                  <a:cubicBezTo>
                    <a:pt x="930" y="46"/>
                    <a:pt x="912" y="55"/>
                    <a:pt x="912" y="96"/>
                  </a:cubicBezTo>
                  <a:cubicBezTo>
                    <a:pt x="897" y="96"/>
                    <a:pt x="882" y="96"/>
                    <a:pt x="867" y="111"/>
                  </a:cubicBezTo>
                  <a:lnTo>
                    <a:pt x="867" y="96"/>
                  </a:lnTo>
                  <a:cubicBezTo>
                    <a:pt x="844" y="69"/>
                    <a:pt x="821" y="60"/>
                    <a:pt x="798" y="60"/>
                  </a:cubicBezTo>
                  <a:cubicBezTo>
                    <a:pt x="751" y="60"/>
                    <a:pt x="705" y="98"/>
                    <a:pt x="658" y="98"/>
                  </a:cubicBezTo>
                  <a:cubicBezTo>
                    <a:pt x="653" y="98"/>
                    <a:pt x="648" y="97"/>
                    <a:pt x="643" y="96"/>
                  </a:cubicBezTo>
                  <a:lnTo>
                    <a:pt x="643" y="96"/>
                  </a:lnTo>
                  <a:cubicBezTo>
                    <a:pt x="658" y="141"/>
                    <a:pt x="762" y="141"/>
                    <a:pt x="673" y="201"/>
                  </a:cubicBezTo>
                  <a:cubicBezTo>
                    <a:pt x="628" y="186"/>
                    <a:pt x="598" y="186"/>
                    <a:pt x="553" y="171"/>
                  </a:cubicBezTo>
                  <a:cubicBezTo>
                    <a:pt x="568" y="141"/>
                    <a:pt x="583" y="111"/>
                    <a:pt x="598" y="81"/>
                  </a:cubicBezTo>
                  <a:cubicBezTo>
                    <a:pt x="598" y="51"/>
                    <a:pt x="598" y="36"/>
                    <a:pt x="613" y="7"/>
                  </a:cubicBezTo>
                  <a:cubicBezTo>
                    <a:pt x="583" y="7"/>
                    <a:pt x="568" y="22"/>
                    <a:pt x="538" y="22"/>
                  </a:cubicBezTo>
                  <a:cubicBezTo>
                    <a:pt x="508" y="22"/>
                    <a:pt x="493" y="22"/>
                    <a:pt x="464" y="36"/>
                  </a:cubicBezTo>
                  <a:cubicBezTo>
                    <a:pt x="448" y="41"/>
                    <a:pt x="433" y="43"/>
                    <a:pt x="418" y="43"/>
                  </a:cubicBezTo>
                  <a:cubicBezTo>
                    <a:pt x="344" y="43"/>
                    <a:pt x="270" y="0"/>
                    <a:pt x="1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" name="Google Shape;511;p54"/>
            <p:cNvGrpSpPr/>
            <p:nvPr/>
          </p:nvGrpSpPr>
          <p:grpSpPr>
            <a:xfrm rot="-353083" flipH="1">
              <a:off x="8031469" y="3895034"/>
              <a:ext cx="1313781" cy="1664653"/>
              <a:chOff x="-575067" y="38652"/>
              <a:chExt cx="1093330" cy="1385441"/>
            </a:xfrm>
          </p:grpSpPr>
          <p:sp>
            <p:nvSpPr>
              <p:cNvPr id="512" name="Google Shape;512;p54"/>
              <p:cNvSpPr/>
              <p:nvPr/>
            </p:nvSpPr>
            <p:spPr>
              <a:xfrm>
                <a:off x="-575067" y="38652"/>
                <a:ext cx="1093330" cy="1385441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13" name="Google Shape;513;p54"/>
              <p:cNvSpPr/>
              <p:nvPr/>
            </p:nvSpPr>
            <p:spPr>
              <a:xfrm>
                <a:off x="-511482" y="121157"/>
                <a:ext cx="926146" cy="1177942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</p:grpSp>
        <p:sp>
          <p:nvSpPr>
            <p:cNvPr id="514" name="Google Shape;514;p54"/>
            <p:cNvSpPr/>
            <p:nvPr/>
          </p:nvSpPr>
          <p:spPr>
            <a:xfrm rot="7927515">
              <a:off x="-1898751" y="3424640"/>
              <a:ext cx="2787778" cy="2093448"/>
            </a:xfrm>
            <a:custGeom>
              <a:avLst/>
              <a:gdLst/>
              <a:ahLst/>
              <a:cxnLst/>
              <a:rect l="l" t="t" r="r" b="b"/>
              <a:pathLst>
                <a:path w="7723" h="6133" extrusionOk="0">
                  <a:moveTo>
                    <a:pt x="1644" y="1996"/>
                  </a:moveTo>
                  <a:lnTo>
                    <a:pt x="1644" y="1996"/>
                  </a:lnTo>
                  <a:cubicBezTo>
                    <a:pt x="1644" y="1998"/>
                    <a:pt x="1643" y="2000"/>
                    <a:pt x="1643" y="2001"/>
                  </a:cubicBezTo>
                  <a:cubicBezTo>
                    <a:pt x="1583" y="2046"/>
                    <a:pt x="1568" y="2136"/>
                    <a:pt x="1494" y="2180"/>
                  </a:cubicBezTo>
                  <a:cubicBezTo>
                    <a:pt x="1553" y="2110"/>
                    <a:pt x="1593" y="2048"/>
                    <a:pt x="1644" y="1996"/>
                  </a:cubicBezTo>
                  <a:close/>
                  <a:moveTo>
                    <a:pt x="5875" y="1"/>
                  </a:moveTo>
                  <a:cubicBezTo>
                    <a:pt x="5809" y="1"/>
                    <a:pt x="5738" y="15"/>
                    <a:pt x="5661" y="45"/>
                  </a:cubicBezTo>
                  <a:cubicBezTo>
                    <a:pt x="5347" y="164"/>
                    <a:pt x="5034" y="179"/>
                    <a:pt x="4720" y="209"/>
                  </a:cubicBezTo>
                  <a:cubicBezTo>
                    <a:pt x="4630" y="239"/>
                    <a:pt x="4541" y="269"/>
                    <a:pt x="4466" y="284"/>
                  </a:cubicBezTo>
                  <a:cubicBezTo>
                    <a:pt x="4152" y="403"/>
                    <a:pt x="3809" y="463"/>
                    <a:pt x="3659" y="821"/>
                  </a:cubicBezTo>
                  <a:cubicBezTo>
                    <a:pt x="3650" y="850"/>
                    <a:pt x="3567" y="1007"/>
                    <a:pt x="3485" y="1007"/>
                  </a:cubicBezTo>
                  <a:cubicBezTo>
                    <a:pt x="3439" y="1007"/>
                    <a:pt x="3393" y="957"/>
                    <a:pt x="3361" y="806"/>
                  </a:cubicBezTo>
                  <a:cubicBezTo>
                    <a:pt x="3346" y="732"/>
                    <a:pt x="3226" y="762"/>
                    <a:pt x="3182" y="717"/>
                  </a:cubicBezTo>
                  <a:cubicBezTo>
                    <a:pt x="3167" y="687"/>
                    <a:pt x="3137" y="657"/>
                    <a:pt x="3107" y="627"/>
                  </a:cubicBezTo>
                  <a:cubicBezTo>
                    <a:pt x="3032" y="702"/>
                    <a:pt x="3077" y="806"/>
                    <a:pt x="3047" y="896"/>
                  </a:cubicBezTo>
                  <a:cubicBezTo>
                    <a:pt x="3030" y="953"/>
                    <a:pt x="3016" y="973"/>
                    <a:pt x="3004" y="973"/>
                  </a:cubicBezTo>
                  <a:cubicBezTo>
                    <a:pt x="2978" y="973"/>
                    <a:pt x="2962" y="878"/>
                    <a:pt x="2935" y="878"/>
                  </a:cubicBezTo>
                  <a:cubicBezTo>
                    <a:pt x="2933" y="878"/>
                    <a:pt x="2930" y="879"/>
                    <a:pt x="2928" y="881"/>
                  </a:cubicBezTo>
                  <a:cubicBezTo>
                    <a:pt x="2873" y="837"/>
                    <a:pt x="2820" y="818"/>
                    <a:pt x="2773" y="818"/>
                  </a:cubicBezTo>
                  <a:cubicBezTo>
                    <a:pt x="2692" y="818"/>
                    <a:pt x="2627" y="876"/>
                    <a:pt x="2599" y="971"/>
                  </a:cubicBezTo>
                  <a:cubicBezTo>
                    <a:pt x="2524" y="1284"/>
                    <a:pt x="2285" y="1434"/>
                    <a:pt x="2031" y="1523"/>
                  </a:cubicBezTo>
                  <a:cubicBezTo>
                    <a:pt x="1857" y="1589"/>
                    <a:pt x="1754" y="1687"/>
                    <a:pt x="1693" y="1828"/>
                  </a:cubicBezTo>
                  <a:lnTo>
                    <a:pt x="1693" y="1828"/>
                  </a:lnTo>
                  <a:cubicBezTo>
                    <a:pt x="1695" y="1743"/>
                    <a:pt x="1698" y="1663"/>
                    <a:pt x="1748" y="1583"/>
                  </a:cubicBezTo>
                  <a:cubicBezTo>
                    <a:pt x="1793" y="1493"/>
                    <a:pt x="1793" y="1389"/>
                    <a:pt x="1688" y="1329"/>
                  </a:cubicBezTo>
                  <a:cubicBezTo>
                    <a:pt x="1655" y="1310"/>
                    <a:pt x="1630" y="1301"/>
                    <a:pt x="1609" y="1301"/>
                  </a:cubicBezTo>
                  <a:cubicBezTo>
                    <a:pt x="1536" y="1301"/>
                    <a:pt x="1529" y="1405"/>
                    <a:pt x="1494" y="1464"/>
                  </a:cubicBezTo>
                  <a:cubicBezTo>
                    <a:pt x="1464" y="1523"/>
                    <a:pt x="1434" y="1598"/>
                    <a:pt x="1374" y="1628"/>
                  </a:cubicBezTo>
                  <a:cubicBezTo>
                    <a:pt x="1031" y="1762"/>
                    <a:pt x="971" y="2061"/>
                    <a:pt x="1001" y="2345"/>
                  </a:cubicBezTo>
                  <a:cubicBezTo>
                    <a:pt x="1046" y="2614"/>
                    <a:pt x="956" y="2778"/>
                    <a:pt x="762" y="2927"/>
                  </a:cubicBezTo>
                  <a:cubicBezTo>
                    <a:pt x="239" y="3345"/>
                    <a:pt x="0" y="3868"/>
                    <a:pt x="135" y="4540"/>
                  </a:cubicBezTo>
                  <a:cubicBezTo>
                    <a:pt x="299" y="4764"/>
                    <a:pt x="179" y="5063"/>
                    <a:pt x="299" y="5302"/>
                  </a:cubicBezTo>
                  <a:cubicBezTo>
                    <a:pt x="359" y="5422"/>
                    <a:pt x="374" y="5556"/>
                    <a:pt x="463" y="5646"/>
                  </a:cubicBezTo>
                  <a:cubicBezTo>
                    <a:pt x="493" y="5705"/>
                    <a:pt x="523" y="5765"/>
                    <a:pt x="553" y="5810"/>
                  </a:cubicBezTo>
                  <a:cubicBezTo>
                    <a:pt x="727" y="5868"/>
                    <a:pt x="746" y="6124"/>
                    <a:pt x="953" y="6124"/>
                  </a:cubicBezTo>
                  <a:cubicBezTo>
                    <a:pt x="959" y="6124"/>
                    <a:pt x="965" y="6124"/>
                    <a:pt x="971" y="6124"/>
                  </a:cubicBezTo>
                  <a:cubicBezTo>
                    <a:pt x="1016" y="6122"/>
                    <a:pt x="1061" y="6121"/>
                    <a:pt x="1106" y="6121"/>
                  </a:cubicBezTo>
                  <a:cubicBezTo>
                    <a:pt x="1284" y="6121"/>
                    <a:pt x="1463" y="6132"/>
                    <a:pt x="1634" y="6132"/>
                  </a:cubicBezTo>
                  <a:cubicBezTo>
                    <a:pt x="1779" y="6132"/>
                    <a:pt x="1919" y="6124"/>
                    <a:pt x="2046" y="6094"/>
                  </a:cubicBezTo>
                  <a:cubicBezTo>
                    <a:pt x="2539" y="5974"/>
                    <a:pt x="3032" y="5900"/>
                    <a:pt x="3525" y="5825"/>
                  </a:cubicBezTo>
                  <a:cubicBezTo>
                    <a:pt x="3704" y="5705"/>
                    <a:pt x="3869" y="5586"/>
                    <a:pt x="4063" y="5496"/>
                  </a:cubicBezTo>
                  <a:cubicBezTo>
                    <a:pt x="4511" y="5287"/>
                    <a:pt x="4974" y="5108"/>
                    <a:pt x="5437" y="4914"/>
                  </a:cubicBezTo>
                  <a:cubicBezTo>
                    <a:pt x="5661" y="4824"/>
                    <a:pt x="5945" y="4809"/>
                    <a:pt x="6109" y="4675"/>
                  </a:cubicBezTo>
                  <a:cubicBezTo>
                    <a:pt x="6572" y="4301"/>
                    <a:pt x="7005" y="3898"/>
                    <a:pt x="7423" y="3480"/>
                  </a:cubicBezTo>
                  <a:cubicBezTo>
                    <a:pt x="7662" y="3256"/>
                    <a:pt x="7722" y="2972"/>
                    <a:pt x="7617" y="2629"/>
                  </a:cubicBezTo>
                  <a:cubicBezTo>
                    <a:pt x="7453" y="2076"/>
                    <a:pt x="7110" y="1628"/>
                    <a:pt x="6841" y="1135"/>
                  </a:cubicBezTo>
                  <a:cubicBezTo>
                    <a:pt x="6572" y="956"/>
                    <a:pt x="6617" y="597"/>
                    <a:pt x="6423" y="373"/>
                  </a:cubicBezTo>
                  <a:cubicBezTo>
                    <a:pt x="6272" y="165"/>
                    <a:pt x="6103" y="1"/>
                    <a:pt x="5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515" name="Google Shape;515;p54"/>
            <p:cNvSpPr/>
            <p:nvPr/>
          </p:nvSpPr>
          <p:spPr>
            <a:xfrm>
              <a:off x="-1099073" y="4171450"/>
              <a:ext cx="2305510" cy="1811891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516" name="Google Shape;516;p54"/>
            <p:cNvSpPr/>
            <p:nvPr/>
          </p:nvSpPr>
          <p:spPr>
            <a:xfrm rot="-4886961">
              <a:off x="2123756" y="-935752"/>
              <a:ext cx="1146186" cy="1493513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grpSp>
          <p:nvGrpSpPr>
            <p:cNvPr id="517" name="Google Shape;517;p54"/>
            <p:cNvGrpSpPr/>
            <p:nvPr/>
          </p:nvGrpSpPr>
          <p:grpSpPr>
            <a:xfrm rot="4564129">
              <a:off x="7970540" y="-283124"/>
              <a:ext cx="1964060" cy="854923"/>
              <a:chOff x="521732" y="3858675"/>
              <a:chExt cx="1280076" cy="854902"/>
            </a:xfrm>
          </p:grpSpPr>
          <p:sp>
            <p:nvSpPr>
              <p:cNvPr id="518" name="Google Shape;518;p54"/>
              <p:cNvSpPr/>
              <p:nvPr/>
            </p:nvSpPr>
            <p:spPr>
              <a:xfrm>
                <a:off x="806637" y="4225743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19" name="Google Shape;519;p54"/>
              <p:cNvSpPr/>
              <p:nvPr/>
            </p:nvSpPr>
            <p:spPr>
              <a:xfrm>
                <a:off x="1355835" y="4224051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0" name="Google Shape;520;p54"/>
              <p:cNvSpPr/>
              <p:nvPr/>
            </p:nvSpPr>
            <p:spPr>
              <a:xfrm>
                <a:off x="1172154" y="4224051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1" name="Google Shape;521;p54"/>
              <p:cNvSpPr/>
              <p:nvPr/>
            </p:nvSpPr>
            <p:spPr>
              <a:xfrm>
                <a:off x="988165" y="4223897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2" name="Google Shape;522;p54"/>
              <p:cNvSpPr/>
              <p:nvPr/>
            </p:nvSpPr>
            <p:spPr>
              <a:xfrm>
                <a:off x="1075698" y="4333740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3" name="Google Shape;523;p54"/>
              <p:cNvSpPr/>
              <p:nvPr/>
            </p:nvSpPr>
            <p:spPr>
              <a:xfrm>
                <a:off x="1073698" y="3950057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4" name="Google Shape;524;p54"/>
              <p:cNvSpPr/>
              <p:nvPr/>
            </p:nvSpPr>
            <p:spPr>
              <a:xfrm>
                <a:off x="1077852" y="4515736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5" name="Google Shape;525;p54"/>
              <p:cNvSpPr/>
              <p:nvPr/>
            </p:nvSpPr>
            <p:spPr>
              <a:xfrm>
                <a:off x="1077852" y="4131438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6" name="Google Shape;526;p54"/>
              <p:cNvSpPr/>
              <p:nvPr/>
            </p:nvSpPr>
            <p:spPr>
              <a:xfrm>
                <a:off x="1532747" y="4230820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7" name="Google Shape;527;p54"/>
              <p:cNvSpPr/>
              <p:nvPr/>
            </p:nvSpPr>
            <p:spPr>
              <a:xfrm>
                <a:off x="1714275" y="4230358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8" name="Google Shape;528;p54"/>
              <p:cNvSpPr/>
              <p:nvPr/>
            </p:nvSpPr>
            <p:spPr>
              <a:xfrm>
                <a:off x="808945" y="3865598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29" name="Google Shape;529;p54"/>
              <p:cNvSpPr/>
              <p:nvPr/>
            </p:nvSpPr>
            <p:spPr>
              <a:xfrm>
                <a:off x="1176615" y="4423738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0" name="Google Shape;530;p54"/>
              <p:cNvSpPr/>
              <p:nvPr/>
            </p:nvSpPr>
            <p:spPr>
              <a:xfrm>
                <a:off x="988165" y="3863290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1" name="Google Shape;531;p54"/>
              <p:cNvSpPr/>
              <p:nvPr/>
            </p:nvSpPr>
            <p:spPr>
              <a:xfrm>
                <a:off x="1530594" y="4046978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2" name="Google Shape;532;p54"/>
              <p:cNvSpPr/>
              <p:nvPr/>
            </p:nvSpPr>
            <p:spPr>
              <a:xfrm>
                <a:off x="811253" y="4046824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3" name="Google Shape;533;p54"/>
              <p:cNvSpPr/>
              <p:nvPr/>
            </p:nvSpPr>
            <p:spPr>
              <a:xfrm>
                <a:off x="1445522" y="4329125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4" name="Google Shape;534;p54"/>
              <p:cNvSpPr/>
              <p:nvPr/>
            </p:nvSpPr>
            <p:spPr>
              <a:xfrm>
                <a:off x="1714429" y="3865444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5" name="Google Shape;535;p54"/>
              <p:cNvSpPr/>
              <p:nvPr/>
            </p:nvSpPr>
            <p:spPr>
              <a:xfrm>
                <a:off x="985857" y="4428507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6" name="Google Shape;536;p54"/>
              <p:cNvSpPr/>
              <p:nvPr/>
            </p:nvSpPr>
            <p:spPr>
              <a:xfrm>
                <a:off x="1710121" y="4046670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7" name="Google Shape;537;p54"/>
              <p:cNvSpPr/>
              <p:nvPr/>
            </p:nvSpPr>
            <p:spPr>
              <a:xfrm>
                <a:off x="627418" y="3858675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8" name="Google Shape;538;p54"/>
              <p:cNvSpPr/>
              <p:nvPr/>
            </p:nvSpPr>
            <p:spPr>
              <a:xfrm>
                <a:off x="900939" y="4513274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39" name="Google Shape;539;p54"/>
              <p:cNvSpPr/>
              <p:nvPr/>
            </p:nvSpPr>
            <p:spPr>
              <a:xfrm>
                <a:off x="1351220" y="4049440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0" name="Google Shape;540;p54"/>
              <p:cNvSpPr/>
              <p:nvPr/>
            </p:nvSpPr>
            <p:spPr>
              <a:xfrm>
                <a:off x="1622434" y="4328356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1" name="Google Shape;541;p54"/>
              <p:cNvSpPr/>
              <p:nvPr/>
            </p:nvSpPr>
            <p:spPr>
              <a:xfrm>
                <a:off x="898632" y="4134361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2" name="Google Shape;542;p54"/>
              <p:cNvSpPr/>
              <p:nvPr/>
            </p:nvSpPr>
            <p:spPr>
              <a:xfrm>
                <a:off x="1261687" y="4329740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3" name="Google Shape;543;p54"/>
              <p:cNvSpPr/>
              <p:nvPr/>
            </p:nvSpPr>
            <p:spPr>
              <a:xfrm>
                <a:off x="724027" y="4327433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4" name="Google Shape;544;p54"/>
              <p:cNvSpPr/>
              <p:nvPr/>
            </p:nvSpPr>
            <p:spPr>
              <a:xfrm>
                <a:off x="1535055" y="3865598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5" name="Google Shape;545;p54"/>
              <p:cNvSpPr/>
              <p:nvPr/>
            </p:nvSpPr>
            <p:spPr>
              <a:xfrm>
                <a:off x="1266302" y="4511275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6" name="Google Shape;546;p54"/>
              <p:cNvSpPr/>
              <p:nvPr/>
            </p:nvSpPr>
            <p:spPr>
              <a:xfrm>
                <a:off x="1441061" y="3956365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7" name="Google Shape;547;p54"/>
              <p:cNvSpPr/>
              <p:nvPr/>
            </p:nvSpPr>
            <p:spPr>
              <a:xfrm>
                <a:off x="813560" y="4419123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8" name="Google Shape;548;p54"/>
              <p:cNvSpPr/>
              <p:nvPr/>
            </p:nvSpPr>
            <p:spPr>
              <a:xfrm>
                <a:off x="1351220" y="3860983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49" name="Google Shape;549;p54"/>
              <p:cNvSpPr/>
              <p:nvPr/>
            </p:nvSpPr>
            <p:spPr>
              <a:xfrm>
                <a:off x="1353527" y="4421584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0" name="Google Shape;550;p54"/>
              <p:cNvSpPr/>
              <p:nvPr/>
            </p:nvSpPr>
            <p:spPr>
              <a:xfrm>
                <a:off x="898632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1" name="Google Shape;551;p54"/>
              <p:cNvSpPr/>
              <p:nvPr/>
            </p:nvSpPr>
            <p:spPr>
              <a:xfrm>
                <a:off x="1627049" y="3955134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2" name="Google Shape;552;p54"/>
              <p:cNvSpPr/>
              <p:nvPr/>
            </p:nvSpPr>
            <p:spPr>
              <a:xfrm>
                <a:off x="521732" y="4141130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3" name="Google Shape;553;p54"/>
              <p:cNvSpPr/>
              <p:nvPr/>
            </p:nvSpPr>
            <p:spPr>
              <a:xfrm>
                <a:off x="1443214" y="4138976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4" name="Google Shape;554;p54"/>
              <p:cNvSpPr/>
              <p:nvPr/>
            </p:nvSpPr>
            <p:spPr>
              <a:xfrm>
                <a:off x="1443214" y="4511275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5" name="Google Shape;555;p54"/>
              <p:cNvSpPr/>
              <p:nvPr/>
            </p:nvSpPr>
            <p:spPr>
              <a:xfrm>
                <a:off x="537885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6" name="Google Shape;556;p54"/>
              <p:cNvSpPr/>
              <p:nvPr/>
            </p:nvSpPr>
            <p:spPr>
              <a:xfrm>
                <a:off x="988165" y="404482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7" name="Google Shape;557;p54"/>
              <p:cNvSpPr/>
              <p:nvPr/>
            </p:nvSpPr>
            <p:spPr>
              <a:xfrm>
                <a:off x="714797" y="4508813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8" name="Google Shape;558;p54"/>
              <p:cNvSpPr/>
              <p:nvPr/>
            </p:nvSpPr>
            <p:spPr>
              <a:xfrm>
                <a:off x="1172154" y="4602965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59" name="Google Shape;559;p54"/>
              <p:cNvSpPr/>
              <p:nvPr/>
            </p:nvSpPr>
            <p:spPr>
              <a:xfrm>
                <a:off x="988165" y="4604965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0" name="Google Shape;560;p54"/>
              <p:cNvSpPr/>
              <p:nvPr/>
            </p:nvSpPr>
            <p:spPr>
              <a:xfrm>
                <a:off x="625572" y="4048363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1" name="Google Shape;561;p54"/>
              <p:cNvSpPr/>
              <p:nvPr/>
            </p:nvSpPr>
            <p:spPr>
              <a:xfrm>
                <a:off x="1268609" y="4154822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2" name="Google Shape;562;p54"/>
              <p:cNvSpPr/>
              <p:nvPr/>
            </p:nvSpPr>
            <p:spPr>
              <a:xfrm>
                <a:off x="751564" y="4148206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3" name="Google Shape;563;p54"/>
              <p:cNvSpPr/>
              <p:nvPr/>
            </p:nvSpPr>
            <p:spPr>
              <a:xfrm>
                <a:off x="811253" y="4600811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4" name="Google Shape;564;p54"/>
              <p:cNvSpPr/>
              <p:nvPr/>
            </p:nvSpPr>
            <p:spPr>
              <a:xfrm>
                <a:off x="680337" y="4433123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5" name="Google Shape;565;p54"/>
              <p:cNvSpPr/>
              <p:nvPr/>
            </p:nvSpPr>
            <p:spPr>
              <a:xfrm>
                <a:off x="776793" y="3966672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6" name="Google Shape;566;p54"/>
              <p:cNvSpPr/>
              <p:nvPr/>
            </p:nvSpPr>
            <p:spPr>
              <a:xfrm>
                <a:off x="1615512" y="4139283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567" name="Google Shape;567;p54"/>
              <p:cNvSpPr/>
              <p:nvPr/>
            </p:nvSpPr>
            <p:spPr>
              <a:xfrm>
                <a:off x="1525825" y="4694501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</p:grpSp>
        <p:sp>
          <p:nvSpPr>
            <p:cNvPr id="568" name="Google Shape;568;p54"/>
            <p:cNvSpPr/>
            <p:nvPr/>
          </p:nvSpPr>
          <p:spPr>
            <a:xfrm rot="-8832975">
              <a:off x="8645042" y="331084"/>
              <a:ext cx="1117752" cy="2160582"/>
            </a:xfrm>
            <a:custGeom>
              <a:avLst/>
              <a:gdLst/>
              <a:ahLst/>
              <a:cxnLst/>
              <a:rect l="l" t="t" r="r" b="b"/>
              <a:pathLst>
                <a:path w="3601" h="6961" extrusionOk="0">
                  <a:moveTo>
                    <a:pt x="1912" y="2300"/>
                  </a:moveTo>
                  <a:cubicBezTo>
                    <a:pt x="1957" y="2330"/>
                    <a:pt x="2002" y="2330"/>
                    <a:pt x="2047" y="2330"/>
                  </a:cubicBezTo>
                  <a:cubicBezTo>
                    <a:pt x="2144" y="2338"/>
                    <a:pt x="2241" y="2341"/>
                    <a:pt x="2338" y="2341"/>
                  </a:cubicBezTo>
                  <a:cubicBezTo>
                    <a:pt x="2435" y="2341"/>
                    <a:pt x="2532" y="2338"/>
                    <a:pt x="2629" y="2330"/>
                  </a:cubicBezTo>
                  <a:cubicBezTo>
                    <a:pt x="2689" y="2330"/>
                    <a:pt x="2734" y="2330"/>
                    <a:pt x="2779" y="2300"/>
                  </a:cubicBezTo>
                  <a:lnTo>
                    <a:pt x="2779" y="2300"/>
                  </a:lnTo>
                  <a:cubicBezTo>
                    <a:pt x="2704" y="2405"/>
                    <a:pt x="2719" y="2539"/>
                    <a:pt x="2704" y="2659"/>
                  </a:cubicBezTo>
                  <a:cubicBezTo>
                    <a:pt x="2674" y="2823"/>
                    <a:pt x="2704" y="3002"/>
                    <a:pt x="2540" y="3092"/>
                  </a:cubicBezTo>
                  <a:cubicBezTo>
                    <a:pt x="2525" y="3077"/>
                    <a:pt x="2510" y="3077"/>
                    <a:pt x="2495" y="3077"/>
                  </a:cubicBezTo>
                  <a:cubicBezTo>
                    <a:pt x="2316" y="3047"/>
                    <a:pt x="2121" y="3062"/>
                    <a:pt x="1927" y="3047"/>
                  </a:cubicBezTo>
                  <a:cubicBezTo>
                    <a:pt x="1912" y="3032"/>
                    <a:pt x="1897" y="3017"/>
                    <a:pt x="1868" y="3002"/>
                  </a:cubicBezTo>
                  <a:cubicBezTo>
                    <a:pt x="1868" y="2868"/>
                    <a:pt x="1853" y="2748"/>
                    <a:pt x="1853" y="2614"/>
                  </a:cubicBezTo>
                  <a:cubicBezTo>
                    <a:pt x="1853" y="2599"/>
                    <a:pt x="1853" y="2599"/>
                    <a:pt x="1853" y="2584"/>
                  </a:cubicBezTo>
                  <a:cubicBezTo>
                    <a:pt x="1853" y="2509"/>
                    <a:pt x="1853" y="2420"/>
                    <a:pt x="1853" y="2330"/>
                  </a:cubicBezTo>
                  <a:cubicBezTo>
                    <a:pt x="1853" y="2330"/>
                    <a:pt x="1868" y="2330"/>
                    <a:pt x="1882" y="2315"/>
                  </a:cubicBezTo>
                  <a:lnTo>
                    <a:pt x="1912" y="2300"/>
                  </a:lnTo>
                  <a:close/>
                  <a:moveTo>
                    <a:pt x="1285" y="2326"/>
                  </a:moveTo>
                  <a:cubicBezTo>
                    <a:pt x="1390" y="2326"/>
                    <a:pt x="1494" y="2330"/>
                    <a:pt x="1599" y="2330"/>
                  </a:cubicBezTo>
                  <a:lnTo>
                    <a:pt x="1629" y="2330"/>
                  </a:lnTo>
                  <a:lnTo>
                    <a:pt x="1629" y="3077"/>
                  </a:lnTo>
                  <a:lnTo>
                    <a:pt x="1614" y="3077"/>
                  </a:lnTo>
                  <a:cubicBezTo>
                    <a:pt x="1569" y="3077"/>
                    <a:pt x="1524" y="3092"/>
                    <a:pt x="1479" y="3092"/>
                  </a:cubicBezTo>
                  <a:cubicBezTo>
                    <a:pt x="1390" y="3122"/>
                    <a:pt x="1300" y="3107"/>
                    <a:pt x="1195" y="3122"/>
                  </a:cubicBezTo>
                  <a:cubicBezTo>
                    <a:pt x="1195" y="3137"/>
                    <a:pt x="1180" y="3137"/>
                    <a:pt x="1180" y="3137"/>
                  </a:cubicBezTo>
                  <a:cubicBezTo>
                    <a:pt x="1168" y="3138"/>
                    <a:pt x="1156" y="3138"/>
                    <a:pt x="1145" y="3138"/>
                  </a:cubicBezTo>
                  <a:cubicBezTo>
                    <a:pt x="1024" y="3138"/>
                    <a:pt x="986" y="3067"/>
                    <a:pt x="986" y="2957"/>
                  </a:cubicBezTo>
                  <a:cubicBezTo>
                    <a:pt x="971" y="2748"/>
                    <a:pt x="971" y="2554"/>
                    <a:pt x="956" y="2345"/>
                  </a:cubicBezTo>
                  <a:lnTo>
                    <a:pt x="971" y="2345"/>
                  </a:lnTo>
                  <a:cubicBezTo>
                    <a:pt x="1076" y="2330"/>
                    <a:pt x="1180" y="2326"/>
                    <a:pt x="1285" y="2326"/>
                  </a:cubicBezTo>
                  <a:close/>
                  <a:moveTo>
                    <a:pt x="1001" y="3271"/>
                  </a:moveTo>
                  <a:cubicBezTo>
                    <a:pt x="1016" y="3286"/>
                    <a:pt x="1031" y="3316"/>
                    <a:pt x="1031" y="3331"/>
                  </a:cubicBezTo>
                  <a:cubicBezTo>
                    <a:pt x="1121" y="3346"/>
                    <a:pt x="1210" y="3353"/>
                    <a:pt x="1302" y="3353"/>
                  </a:cubicBezTo>
                  <a:cubicBezTo>
                    <a:pt x="1393" y="3353"/>
                    <a:pt x="1487" y="3346"/>
                    <a:pt x="1584" y="3331"/>
                  </a:cubicBezTo>
                  <a:cubicBezTo>
                    <a:pt x="1584" y="3331"/>
                    <a:pt x="1599" y="3331"/>
                    <a:pt x="1599" y="3316"/>
                  </a:cubicBezTo>
                  <a:lnTo>
                    <a:pt x="1599" y="3316"/>
                  </a:lnTo>
                  <a:cubicBezTo>
                    <a:pt x="1599" y="3555"/>
                    <a:pt x="1643" y="3794"/>
                    <a:pt x="1509" y="4018"/>
                  </a:cubicBezTo>
                  <a:lnTo>
                    <a:pt x="1434" y="4018"/>
                  </a:lnTo>
                  <a:cubicBezTo>
                    <a:pt x="1390" y="4003"/>
                    <a:pt x="1345" y="3995"/>
                    <a:pt x="1298" y="3995"/>
                  </a:cubicBezTo>
                  <a:cubicBezTo>
                    <a:pt x="1251" y="3995"/>
                    <a:pt x="1203" y="4003"/>
                    <a:pt x="1151" y="4018"/>
                  </a:cubicBezTo>
                  <a:cubicBezTo>
                    <a:pt x="1121" y="4003"/>
                    <a:pt x="1091" y="4003"/>
                    <a:pt x="1061" y="4003"/>
                  </a:cubicBezTo>
                  <a:lnTo>
                    <a:pt x="1016" y="4003"/>
                  </a:lnTo>
                  <a:cubicBezTo>
                    <a:pt x="1001" y="4003"/>
                    <a:pt x="1001" y="4003"/>
                    <a:pt x="1001" y="3988"/>
                  </a:cubicBezTo>
                  <a:cubicBezTo>
                    <a:pt x="1031" y="3958"/>
                    <a:pt x="1046" y="3928"/>
                    <a:pt x="1046" y="3883"/>
                  </a:cubicBezTo>
                  <a:cubicBezTo>
                    <a:pt x="1031" y="3749"/>
                    <a:pt x="1061" y="3600"/>
                    <a:pt x="1016" y="3465"/>
                  </a:cubicBezTo>
                  <a:cubicBezTo>
                    <a:pt x="1016" y="3450"/>
                    <a:pt x="1001" y="3435"/>
                    <a:pt x="986" y="3435"/>
                  </a:cubicBezTo>
                  <a:cubicBezTo>
                    <a:pt x="986" y="3390"/>
                    <a:pt x="986" y="3361"/>
                    <a:pt x="986" y="3316"/>
                  </a:cubicBezTo>
                  <a:cubicBezTo>
                    <a:pt x="1001" y="3301"/>
                    <a:pt x="1001" y="3286"/>
                    <a:pt x="1001" y="3271"/>
                  </a:cubicBezTo>
                  <a:close/>
                  <a:moveTo>
                    <a:pt x="2704" y="3346"/>
                  </a:moveTo>
                  <a:cubicBezTo>
                    <a:pt x="2614" y="3570"/>
                    <a:pt x="2629" y="3779"/>
                    <a:pt x="2674" y="4003"/>
                  </a:cubicBezTo>
                  <a:lnTo>
                    <a:pt x="2689" y="4018"/>
                  </a:lnTo>
                  <a:lnTo>
                    <a:pt x="2002" y="4018"/>
                  </a:lnTo>
                  <a:cubicBezTo>
                    <a:pt x="1957" y="4003"/>
                    <a:pt x="1897" y="3988"/>
                    <a:pt x="1853" y="3973"/>
                  </a:cubicBezTo>
                  <a:lnTo>
                    <a:pt x="1853" y="3973"/>
                  </a:lnTo>
                  <a:lnTo>
                    <a:pt x="1897" y="4003"/>
                  </a:lnTo>
                  <a:cubicBezTo>
                    <a:pt x="1882" y="4003"/>
                    <a:pt x="1853" y="4003"/>
                    <a:pt x="1853" y="3973"/>
                  </a:cubicBezTo>
                  <a:lnTo>
                    <a:pt x="1853" y="3973"/>
                  </a:lnTo>
                  <a:cubicBezTo>
                    <a:pt x="1853" y="3973"/>
                    <a:pt x="1853" y="3973"/>
                    <a:pt x="1853" y="3973"/>
                  </a:cubicBezTo>
                  <a:cubicBezTo>
                    <a:pt x="1853" y="3958"/>
                    <a:pt x="1853" y="3958"/>
                    <a:pt x="1838" y="3943"/>
                  </a:cubicBezTo>
                  <a:lnTo>
                    <a:pt x="1778" y="3973"/>
                  </a:lnTo>
                  <a:cubicBezTo>
                    <a:pt x="1789" y="3951"/>
                    <a:pt x="1808" y="3937"/>
                    <a:pt x="1823" y="3937"/>
                  </a:cubicBezTo>
                  <a:cubicBezTo>
                    <a:pt x="1829" y="3937"/>
                    <a:pt x="1834" y="3939"/>
                    <a:pt x="1838" y="3943"/>
                  </a:cubicBezTo>
                  <a:cubicBezTo>
                    <a:pt x="1853" y="3794"/>
                    <a:pt x="1853" y="3629"/>
                    <a:pt x="1868" y="3465"/>
                  </a:cubicBezTo>
                  <a:cubicBezTo>
                    <a:pt x="1853" y="3435"/>
                    <a:pt x="1868" y="3390"/>
                    <a:pt x="1853" y="3361"/>
                  </a:cubicBezTo>
                  <a:cubicBezTo>
                    <a:pt x="1868" y="3353"/>
                    <a:pt x="1882" y="3349"/>
                    <a:pt x="1896" y="3349"/>
                  </a:cubicBezTo>
                  <a:cubicBezTo>
                    <a:pt x="1909" y="3349"/>
                    <a:pt x="1920" y="3353"/>
                    <a:pt x="1927" y="3361"/>
                  </a:cubicBezTo>
                  <a:cubicBezTo>
                    <a:pt x="2054" y="3353"/>
                    <a:pt x="2181" y="3353"/>
                    <a:pt x="2308" y="3353"/>
                  </a:cubicBezTo>
                  <a:cubicBezTo>
                    <a:pt x="2435" y="3353"/>
                    <a:pt x="2562" y="3353"/>
                    <a:pt x="2689" y="3346"/>
                  </a:cubicBezTo>
                  <a:close/>
                  <a:moveTo>
                    <a:pt x="2674" y="4182"/>
                  </a:moveTo>
                  <a:cubicBezTo>
                    <a:pt x="2674" y="4197"/>
                    <a:pt x="2689" y="4197"/>
                    <a:pt x="2689" y="4197"/>
                  </a:cubicBezTo>
                  <a:cubicBezTo>
                    <a:pt x="2689" y="4391"/>
                    <a:pt x="2689" y="4585"/>
                    <a:pt x="2689" y="4780"/>
                  </a:cubicBezTo>
                  <a:cubicBezTo>
                    <a:pt x="2689" y="4794"/>
                    <a:pt x="2674" y="4809"/>
                    <a:pt x="2659" y="4824"/>
                  </a:cubicBezTo>
                  <a:lnTo>
                    <a:pt x="2629" y="4824"/>
                  </a:lnTo>
                  <a:cubicBezTo>
                    <a:pt x="2614" y="4839"/>
                    <a:pt x="2599" y="4839"/>
                    <a:pt x="2584" y="4839"/>
                  </a:cubicBezTo>
                  <a:lnTo>
                    <a:pt x="2570" y="4854"/>
                  </a:lnTo>
                  <a:cubicBezTo>
                    <a:pt x="2486" y="4816"/>
                    <a:pt x="2400" y="4805"/>
                    <a:pt x="2313" y="4805"/>
                  </a:cubicBezTo>
                  <a:cubicBezTo>
                    <a:pt x="2196" y="4805"/>
                    <a:pt x="2077" y="4824"/>
                    <a:pt x="1957" y="4824"/>
                  </a:cubicBezTo>
                  <a:cubicBezTo>
                    <a:pt x="1942" y="4839"/>
                    <a:pt x="1927" y="4839"/>
                    <a:pt x="1912" y="4839"/>
                  </a:cubicBezTo>
                  <a:lnTo>
                    <a:pt x="1882" y="4197"/>
                  </a:lnTo>
                  <a:cubicBezTo>
                    <a:pt x="2121" y="4197"/>
                    <a:pt x="2360" y="4182"/>
                    <a:pt x="2584" y="4182"/>
                  </a:cubicBezTo>
                  <a:close/>
                  <a:moveTo>
                    <a:pt x="1599" y="4182"/>
                  </a:moveTo>
                  <a:lnTo>
                    <a:pt x="1614" y="4197"/>
                  </a:lnTo>
                  <a:cubicBezTo>
                    <a:pt x="1599" y="4212"/>
                    <a:pt x="1599" y="4212"/>
                    <a:pt x="1584" y="4227"/>
                  </a:cubicBezTo>
                  <a:cubicBezTo>
                    <a:pt x="1599" y="4421"/>
                    <a:pt x="1539" y="4630"/>
                    <a:pt x="1614" y="4839"/>
                  </a:cubicBezTo>
                  <a:cubicBezTo>
                    <a:pt x="1569" y="4824"/>
                    <a:pt x="1524" y="4824"/>
                    <a:pt x="1479" y="4824"/>
                  </a:cubicBezTo>
                  <a:cubicBezTo>
                    <a:pt x="1449" y="4824"/>
                    <a:pt x="1419" y="4823"/>
                    <a:pt x="1390" y="4823"/>
                  </a:cubicBezTo>
                  <a:cubicBezTo>
                    <a:pt x="1316" y="4823"/>
                    <a:pt x="1245" y="4831"/>
                    <a:pt x="1180" y="4884"/>
                  </a:cubicBezTo>
                  <a:lnTo>
                    <a:pt x="1151" y="4884"/>
                  </a:lnTo>
                  <a:cubicBezTo>
                    <a:pt x="1106" y="4884"/>
                    <a:pt x="1061" y="4869"/>
                    <a:pt x="1016" y="4854"/>
                  </a:cubicBezTo>
                  <a:cubicBezTo>
                    <a:pt x="1016" y="4765"/>
                    <a:pt x="1001" y="4660"/>
                    <a:pt x="986" y="4555"/>
                  </a:cubicBezTo>
                  <a:cubicBezTo>
                    <a:pt x="956" y="4526"/>
                    <a:pt x="971" y="4496"/>
                    <a:pt x="986" y="4481"/>
                  </a:cubicBezTo>
                  <a:lnTo>
                    <a:pt x="986" y="4555"/>
                  </a:lnTo>
                  <a:cubicBezTo>
                    <a:pt x="986" y="4541"/>
                    <a:pt x="1001" y="4511"/>
                    <a:pt x="1001" y="4481"/>
                  </a:cubicBezTo>
                  <a:lnTo>
                    <a:pt x="1001" y="4391"/>
                  </a:lnTo>
                  <a:lnTo>
                    <a:pt x="1001" y="4361"/>
                  </a:lnTo>
                  <a:cubicBezTo>
                    <a:pt x="1001" y="4317"/>
                    <a:pt x="1001" y="4257"/>
                    <a:pt x="986" y="4212"/>
                  </a:cubicBezTo>
                  <a:cubicBezTo>
                    <a:pt x="1001" y="4197"/>
                    <a:pt x="1001" y="4197"/>
                    <a:pt x="1001" y="4197"/>
                  </a:cubicBezTo>
                  <a:lnTo>
                    <a:pt x="1121" y="4197"/>
                  </a:lnTo>
                  <a:cubicBezTo>
                    <a:pt x="1147" y="4206"/>
                    <a:pt x="1168" y="4214"/>
                    <a:pt x="1186" y="4214"/>
                  </a:cubicBezTo>
                  <a:cubicBezTo>
                    <a:pt x="1200" y="4214"/>
                    <a:pt x="1213" y="4210"/>
                    <a:pt x="1225" y="4197"/>
                  </a:cubicBezTo>
                  <a:cubicBezTo>
                    <a:pt x="1360" y="4197"/>
                    <a:pt x="1479" y="4197"/>
                    <a:pt x="1599" y="4182"/>
                  </a:cubicBezTo>
                  <a:close/>
                  <a:moveTo>
                    <a:pt x="2062" y="6348"/>
                  </a:moveTo>
                  <a:cubicBezTo>
                    <a:pt x="2047" y="6348"/>
                    <a:pt x="2036" y="6352"/>
                    <a:pt x="2024" y="6355"/>
                  </a:cubicBezTo>
                  <a:lnTo>
                    <a:pt x="2024" y="6355"/>
                  </a:lnTo>
                  <a:lnTo>
                    <a:pt x="2062" y="6348"/>
                  </a:lnTo>
                  <a:close/>
                  <a:moveTo>
                    <a:pt x="2024" y="6355"/>
                  </a:moveTo>
                  <a:lnTo>
                    <a:pt x="1987" y="6363"/>
                  </a:lnTo>
                  <a:cubicBezTo>
                    <a:pt x="2002" y="6363"/>
                    <a:pt x="2013" y="6359"/>
                    <a:pt x="2024" y="6355"/>
                  </a:cubicBezTo>
                  <a:close/>
                  <a:moveTo>
                    <a:pt x="792" y="0"/>
                  </a:moveTo>
                  <a:cubicBezTo>
                    <a:pt x="732" y="269"/>
                    <a:pt x="703" y="523"/>
                    <a:pt x="688" y="792"/>
                  </a:cubicBezTo>
                  <a:cubicBezTo>
                    <a:pt x="673" y="1225"/>
                    <a:pt x="658" y="1673"/>
                    <a:pt x="643" y="2106"/>
                  </a:cubicBezTo>
                  <a:cubicBezTo>
                    <a:pt x="523" y="2106"/>
                    <a:pt x="419" y="2106"/>
                    <a:pt x="299" y="2091"/>
                  </a:cubicBezTo>
                  <a:cubicBezTo>
                    <a:pt x="282" y="2074"/>
                    <a:pt x="254" y="2066"/>
                    <a:pt x="225" y="2066"/>
                  </a:cubicBezTo>
                  <a:cubicBezTo>
                    <a:pt x="205" y="2066"/>
                    <a:pt x="183" y="2070"/>
                    <a:pt x="165" y="2076"/>
                  </a:cubicBezTo>
                  <a:cubicBezTo>
                    <a:pt x="135" y="2091"/>
                    <a:pt x="105" y="2106"/>
                    <a:pt x="90" y="2136"/>
                  </a:cubicBezTo>
                  <a:lnTo>
                    <a:pt x="30" y="2136"/>
                  </a:lnTo>
                  <a:cubicBezTo>
                    <a:pt x="16" y="2151"/>
                    <a:pt x="16" y="2166"/>
                    <a:pt x="16" y="2181"/>
                  </a:cubicBezTo>
                  <a:cubicBezTo>
                    <a:pt x="16" y="2196"/>
                    <a:pt x="1" y="2225"/>
                    <a:pt x="1" y="2240"/>
                  </a:cubicBezTo>
                  <a:cubicBezTo>
                    <a:pt x="1" y="2255"/>
                    <a:pt x="1" y="2255"/>
                    <a:pt x="1" y="2270"/>
                  </a:cubicBezTo>
                  <a:cubicBezTo>
                    <a:pt x="105" y="2270"/>
                    <a:pt x="210" y="2270"/>
                    <a:pt x="314" y="2285"/>
                  </a:cubicBezTo>
                  <a:cubicBezTo>
                    <a:pt x="344" y="2270"/>
                    <a:pt x="374" y="2270"/>
                    <a:pt x="404" y="2270"/>
                  </a:cubicBezTo>
                  <a:cubicBezTo>
                    <a:pt x="479" y="2270"/>
                    <a:pt x="553" y="2285"/>
                    <a:pt x="628" y="2300"/>
                  </a:cubicBezTo>
                  <a:cubicBezTo>
                    <a:pt x="658" y="2330"/>
                    <a:pt x="658" y="2390"/>
                    <a:pt x="658" y="2464"/>
                  </a:cubicBezTo>
                  <a:cubicBezTo>
                    <a:pt x="643" y="2599"/>
                    <a:pt x="643" y="2748"/>
                    <a:pt x="628" y="2883"/>
                  </a:cubicBezTo>
                  <a:cubicBezTo>
                    <a:pt x="628" y="2972"/>
                    <a:pt x="613" y="3062"/>
                    <a:pt x="598" y="3152"/>
                  </a:cubicBezTo>
                  <a:lnTo>
                    <a:pt x="269" y="3166"/>
                  </a:lnTo>
                  <a:cubicBezTo>
                    <a:pt x="254" y="3166"/>
                    <a:pt x="254" y="3166"/>
                    <a:pt x="240" y="3152"/>
                  </a:cubicBezTo>
                  <a:cubicBezTo>
                    <a:pt x="195" y="3181"/>
                    <a:pt x="150" y="3211"/>
                    <a:pt x="120" y="3241"/>
                  </a:cubicBezTo>
                  <a:cubicBezTo>
                    <a:pt x="165" y="3241"/>
                    <a:pt x="210" y="3256"/>
                    <a:pt x="254" y="3271"/>
                  </a:cubicBezTo>
                  <a:lnTo>
                    <a:pt x="434" y="3271"/>
                  </a:lnTo>
                  <a:cubicBezTo>
                    <a:pt x="459" y="3284"/>
                    <a:pt x="484" y="3288"/>
                    <a:pt x="509" y="3288"/>
                  </a:cubicBezTo>
                  <a:cubicBezTo>
                    <a:pt x="544" y="3288"/>
                    <a:pt x="578" y="3280"/>
                    <a:pt x="613" y="3271"/>
                  </a:cubicBezTo>
                  <a:lnTo>
                    <a:pt x="613" y="3286"/>
                  </a:lnTo>
                  <a:cubicBezTo>
                    <a:pt x="613" y="3286"/>
                    <a:pt x="628" y="3286"/>
                    <a:pt x="628" y="3301"/>
                  </a:cubicBezTo>
                  <a:cubicBezTo>
                    <a:pt x="583" y="3435"/>
                    <a:pt x="658" y="3570"/>
                    <a:pt x="613" y="3704"/>
                  </a:cubicBezTo>
                  <a:cubicBezTo>
                    <a:pt x="598" y="3809"/>
                    <a:pt x="717" y="3958"/>
                    <a:pt x="538" y="4003"/>
                  </a:cubicBezTo>
                  <a:cubicBezTo>
                    <a:pt x="523" y="4003"/>
                    <a:pt x="523" y="4003"/>
                    <a:pt x="508" y="4018"/>
                  </a:cubicBezTo>
                  <a:cubicBezTo>
                    <a:pt x="471" y="4033"/>
                    <a:pt x="434" y="4036"/>
                    <a:pt x="394" y="4036"/>
                  </a:cubicBezTo>
                  <a:cubicBezTo>
                    <a:pt x="355" y="4036"/>
                    <a:pt x="314" y="4033"/>
                    <a:pt x="269" y="4033"/>
                  </a:cubicBezTo>
                  <a:cubicBezTo>
                    <a:pt x="210" y="4033"/>
                    <a:pt x="150" y="4033"/>
                    <a:pt x="105" y="4048"/>
                  </a:cubicBezTo>
                  <a:cubicBezTo>
                    <a:pt x="45" y="4167"/>
                    <a:pt x="180" y="4107"/>
                    <a:pt x="195" y="4152"/>
                  </a:cubicBezTo>
                  <a:lnTo>
                    <a:pt x="449" y="4182"/>
                  </a:lnTo>
                  <a:cubicBezTo>
                    <a:pt x="471" y="4197"/>
                    <a:pt x="493" y="4201"/>
                    <a:pt x="518" y="4201"/>
                  </a:cubicBezTo>
                  <a:cubicBezTo>
                    <a:pt x="542" y="4201"/>
                    <a:pt x="568" y="4197"/>
                    <a:pt x="598" y="4197"/>
                  </a:cubicBezTo>
                  <a:lnTo>
                    <a:pt x="613" y="4197"/>
                  </a:lnTo>
                  <a:cubicBezTo>
                    <a:pt x="613" y="4212"/>
                    <a:pt x="613" y="4212"/>
                    <a:pt x="613" y="4227"/>
                  </a:cubicBezTo>
                  <a:cubicBezTo>
                    <a:pt x="613" y="4257"/>
                    <a:pt x="628" y="4302"/>
                    <a:pt x="628" y="4331"/>
                  </a:cubicBezTo>
                  <a:cubicBezTo>
                    <a:pt x="628" y="4511"/>
                    <a:pt x="628" y="4690"/>
                    <a:pt x="643" y="4854"/>
                  </a:cubicBezTo>
                  <a:cubicBezTo>
                    <a:pt x="613" y="4869"/>
                    <a:pt x="583" y="4869"/>
                    <a:pt x="553" y="4869"/>
                  </a:cubicBezTo>
                  <a:cubicBezTo>
                    <a:pt x="523" y="4879"/>
                    <a:pt x="493" y="4882"/>
                    <a:pt x="464" y="4882"/>
                  </a:cubicBezTo>
                  <a:cubicBezTo>
                    <a:pt x="404" y="4882"/>
                    <a:pt x="344" y="4869"/>
                    <a:pt x="284" y="4869"/>
                  </a:cubicBezTo>
                  <a:lnTo>
                    <a:pt x="269" y="4869"/>
                  </a:lnTo>
                  <a:cubicBezTo>
                    <a:pt x="225" y="4899"/>
                    <a:pt x="195" y="4914"/>
                    <a:pt x="165" y="4929"/>
                  </a:cubicBezTo>
                  <a:cubicBezTo>
                    <a:pt x="165" y="4944"/>
                    <a:pt x="180" y="4944"/>
                    <a:pt x="180" y="4959"/>
                  </a:cubicBezTo>
                  <a:lnTo>
                    <a:pt x="210" y="5048"/>
                  </a:lnTo>
                  <a:lnTo>
                    <a:pt x="195" y="5048"/>
                  </a:lnTo>
                  <a:cubicBezTo>
                    <a:pt x="195" y="5063"/>
                    <a:pt x="210" y="5063"/>
                    <a:pt x="210" y="5078"/>
                  </a:cubicBezTo>
                  <a:lnTo>
                    <a:pt x="568" y="5078"/>
                  </a:lnTo>
                  <a:cubicBezTo>
                    <a:pt x="598" y="5213"/>
                    <a:pt x="643" y="5332"/>
                    <a:pt x="643" y="5467"/>
                  </a:cubicBezTo>
                  <a:cubicBezTo>
                    <a:pt x="643" y="5601"/>
                    <a:pt x="583" y="5735"/>
                    <a:pt x="598" y="5870"/>
                  </a:cubicBezTo>
                  <a:cubicBezTo>
                    <a:pt x="643" y="6198"/>
                    <a:pt x="703" y="6527"/>
                    <a:pt x="747" y="6856"/>
                  </a:cubicBezTo>
                  <a:cubicBezTo>
                    <a:pt x="772" y="6868"/>
                    <a:pt x="776" y="6890"/>
                    <a:pt x="801" y="6890"/>
                  </a:cubicBezTo>
                  <a:cubicBezTo>
                    <a:pt x="807" y="6890"/>
                    <a:pt x="813" y="6888"/>
                    <a:pt x="822" y="6885"/>
                  </a:cubicBezTo>
                  <a:cubicBezTo>
                    <a:pt x="852" y="6632"/>
                    <a:pt x="882" y="6378"/>
                    <a:pt x="927" y="6124"/>
                  </a:cubicBezTo>
                  <a:cubicBezTo>
                    <a:pt x="942" y="6094"/>
                    <a:pt x="942" y="6064"/>
                    <a:pt x="956" y="6034"/>
                  </a:cubicBezTo>
                  <a:cubicBezTo>
                    <a:pt x="971" y="5840"/>
                    <a:pt x="986" y="5646"/>
                    <a:pt x="1001" y="5452"/>
                  </a:cubicBezTo>
                  <a:cubicBezTo>
                    <a:pt x="1016" y="5332"/>
                    <a:pt x="1001" y="5213"/>
                    <a:pt x="1001" y="5093"/>
                  </a:cubicBezTo>
                  <a:cubicBezTo>
                    <a:pt x="1001" y="5093"/>
                    <a:pt x="1016" y="5093"/>
                    <a:pt x="1016" y="5078"/>
                  </a:cubicBezTo>
                  <a:cubicBezTo>
                    <a:pt x="1121" y="5078"/>
                    <a:pt x="1225" y="5078"/>
                    <a:pt x="1330" y="5063"/>
                  </a:cubicBezTo>
                  <a:lnTo>
                    <a:pt x="1390" y="5063"/>
                  </a:lnTo>
                  <a:cubicBezTo>
                    <a:pt x="1427" y="5056"/>
                    <a:pt x="1464" y="5052"/>
                    <a:pt x="1500" y="5052"/>
                  </a:cubicBezTo>
                  <a:cubicBezTo>
                    <a:pt x="1535" y="5052"/>
                    <a:pt x="1569" y="5056"/>
                    <a:pt x="1599" y="5063"/>
                  </a:cubicBezTo>
                  <a:lnTo>
                    <a:pt x="1584" y="5063"/>
                  </a:lnTo>
                  <a:cubicBezTo>
                    <a:pt x="1554" y="5213"/>
                    <a:pt x="1629" y="5347"/>
                    <a:pt x="1644" y="5496"/>
                  </a:cubicBezTo>
                  <a:lnTo>
                    <a:pt x="1658" y="5511"/>
                  </a:lnTo>
                  <a:lnTo>
                    <a:pt x="1629" y="5556"/>
                  </a:lnTo>
                  <a:cubicBezTo>
                    <a:pt x="1614" y="5586"/>
                    <a:pt x="1644" y="5616"/>
                    <a:pt x="1658" y="5646"/>
                  </a:cubicBezTo>
                  <a:cubicBezTo>
                    <a:pt x="1673" y="5765"/>
                    <a:pt x="1688" y="5885"/>
                    <a:pt x="1703" y="5989"/>
                  </a:cubicBezTo>
                  <a:cubicBezTo>
                    <a:pt x="1688" y="6034"/>
                    <a:pt x="1673" y="6064"/>
                    <a:pt x="1703" y="6094"/>
                  </a:cubicBezTo>
                  <a:cubicBezTo>
                    <a:pt x="1718" y="6124"/>
                    <a:pt x="1703" y="6154"/>
                    <a:pt x="1733" y="6169"/>
                  </a:cubicBezTo>
                  <a:lnTo>
                    <a:pt x="1763" y="6169"/>
                  </a:lnTo>
                  <a:cubicBezTo>
                    <a:pt x="1778" y="6049"/>
                    <a:pt x="1793" y="5945"/>
                    <a:pt x="1808" y="5825"/>
                  </a:cubicBezTo>
                  <a:cubicBezTo>
                    <a:pt x="1808" y="5780"/>
                    <a:pt x="1808" y="5720"/>
                    <a:pt x="1823" y="5676"/>
                  </a:cubicBezTo>
                  <a:cubicBezTo>
                    <a:pt x="1823" y="5601"/>
                    <a:pt x="1838" y="5526"/>
                    <a:pt x="1838" y="5452"/>
                  </a:cubicBezTo>
                  <a:cubicBezTo>
                    <a:pt x="1853" y="5332"/>
                    <a:pt x="1868" y="5198"/>
                    <a:pt x="1882" y="5078"/>
                  </a:cubicBezTo>
                  <a:lnTo>
                    <a:pt x="2659" y="5078"/>
                  </a:lnTo>
                  <a:cubicBezTo>
                    <a:pt x="2674" y="5078"/>
                    <a:pt x="2689" y="5093"/>
                    <a:pt x="2704" y="5108"/>
                  </a:cubicBezTo>
                  <a:lnTo>
                    <a:pt x="2689" y="5108"/>
                  </a:lnTo>
                  <a:cubicBezTo>
                    <a:pt x="2719" y="5496"/>
                    <a:pt x="2749" y="5900"/>
                    <a:pt x="2764" y="6303"/>
                  </a:cubicBezTo>
                  <a:cubicBezTo>
                    <a:pt x="2779" y="6482"/>
                    <a:pt x="2779" y="6661"/>
                    <a:pt x="2794" y="6841"/>
                  </a:cubicBezTo>
                  <a:cubicBezTo>
                    <a:pt x="2794" y="6871"/>
                    <a:pt x="2823" y="6900"/>
                    <a:pt x="2853" y="6960"/>
                  </a:cubicBezTo>
                  <a:cubicBezTo>
                    <a:pt x="2868" y="6706"/>
                    <a:pt x="2883" y="6497"/>
                    <a:pt x="2898" y="6303"/>
                  </a:cubicBezTo>
                  <a:lnTo>
                    <a:pt x="2898" y="6303"/>
                  </a:lnTo>
                  <a:lnTo>
                    <a:pt x="2883" y="6348"/>
                  </a:lnTo>
                  <a:cubicBezTo>
                    <a:pt x="2883" y="6333"/>
                    <a:pt x="2883" y="6318"/>
                    <a:pt x="2883" y="6318"/>
                  </a:cubicBezTo>
                  <a:cubicBezTo>
                    <a:pt x="2898" y="6303"/>
                    <a:pt x="2898" y="6303"/>
                    <a:pt x="2898" y="6303"/>
                  </a:cubicBezTo>
                  <a:lnTo>
                    <a:pt x="2898" y="6303"/>
                  </a:lnTo>
                  <a:cubicBezTo>
                    <a:pt x="2898" y="6303"/>
                    <a:pt x="2898" y="6303"/>
                    <a:pt x="2898" y="6303"/>
                  </a:cubicBezTo>
                  <a:cubicBezTo>
                    <a:pt x="2913" y="6154"/>
                    <a:pt x="2928" y="6019"/>
                    <a:pt x="2943" y="5885"/>
                  </a:cubicBezTo>
                  <a:cubicBezTo>
                    <a:pt x="2958" y="5616"/>
                    <a:pt x="2988" y="5347"/>
                    <a:pt x="3018" y="5078"/>
                  </a:cubicBezTo>
                  <a:cubicBezTo>
                    <a:pt x="3167" y="5063"/>
                    <a:pt x="3316" y="5048"/>
                    <a:pt x="3466" y="5033"/>
                  </a:cubicBezTo>
                  <a:cubicBezTo>
                    <a:pt x="3600" y="5004"/>
                    <a:pt x="3600" y="5004"/>
                    <a:pt x="3540" y="4944"/>
                  </a:cubicBezTo>
                  <a:cubicBezTo>
                    <a:pt x="3376" y="4929"/>
                    <a:pt x="3212" y="4914"/>
                    <a:pt x="3047" y="4899"/>
                  </a:cubicBezTo>
                  <a:cubicBezTo>
                    <a:pt x="2958" y="4854"/>
                    <a:pt x="3018" y="4780"/>
                    <a:pt x="3003" y="4735"/>
                  </a:cubicBezTo>
                  <a:cubicBezTo>
                    <a:pt x="3003" y="4660"/>
                    <a:pt x="3003" y="4585"/>
                    <a:pt x="3003" y="4511"/>
                  </a:cubicBezTo>
                  <a:cubicBezTo>
                    <a:pt x="3018" y="4406"/>
                    <a:pt x="3033" y="4302"/>
                    <a:pt x="3047" y="4197"/>
                  </a:cubicBezTo>
                  <a:lnTo>
                    <a:pt x="3047" y="4182"/>
                  </a:lnTo>
                  <a:cubicBezTo>
                    <a:pt x="3137" y="4167"/>
                    <a:pt x="3227" y="4152"/>
                    <a:pt x="3301" y="4137"/>
                  </a:cubicBezTo>
                  <a:cubicBezTo>
                    <a:pt x="3331" y="4122"/>
                    <a:pt x="3346" y="4092"/>
                    <a:pt x="3361" y="4063"/>
                  </a:cubicBezTo>
                  <a:cubicBezTo>
                    <a:pt x="3331" y="4048"/>
                    <a:pt x="3316" y="4018"/>
                    <a:pt x="3286" y="4018"/>
                  </a:cubicBezTo>
                  <a:cubicBezTo>
                    <a:pt x="3197" y="4003"/>
                    <a:pt x="3092" y="3988"/>
                    <a:pt x="3003" y="3988"/>
                  </a:cubicBezTo>
                  <a:cubicBezTo>
                    <a:pt x="3003" y="3749"/>
                    <a:pt x="3003" y="3525"/>
                    <a:pt x="3003" y="3301"/>
                  </a:cubicBezTo>
                  <a:cubicBezTo>
                    <a:pt x="3062" y="3286"/>
                    <a:pt x="3122" y="3271"/>
                    <a:pt x="3167" y="3241"/>
                  </a:cubicBezTo>
                  <a:cubicBezTo>
                    <a:pt x="3197" y="3226"/>
                    <a:pt x="3197" y="3166"/>
                    <a:pt x="3197" y="3137"/>
                  </a:cubicBezTo>
                  <a:cubicBezTo>
                    <a:pt x="2958" y="3122"/>
                    <a:pt x="2958" y="2942"/>
                    <a:pt x="2958" y="2763"/>
                  </a:cubicBezTo>
                  <a:cubicBezTo>
                    <a:pt x="2943" y="2599"/>
                    <a:pt x="2928" y="2450"/>
                    <a:pt x="2913" y="2285"/>
                  </a:cubicBezTo>
                  <a:cubicBezTo>
                    <a:pt x="3077" y="2255"/>
                    <a:pt x="3257" y="2240"/>
                    <a:pt x="3436" y="2225"/>
                  </a:cubicBezTo>
                  <a:lnTo>
                    <a:pt x="3436" y="2166"/>
                  </a:lnTo>
                  <a:cubicBezTo>
                    <a:pt x="3361" y="2136"/>
                    <a:pt x="3301" y="2106"/>
                    <a:pt x="3227" y="2091"/>
                  </a:cubicBezTo>
                  <a:cubicBezTo>
                    <a:pt x="3122" y="2076"/>
                    <a:pt x="3003" y="2076"/>
                    <a:pt x="2898" y="2076"/>
                  </a:cubicBezTo>
                  <a:cubicBezTo>
                    <a:pt x="2868" y="2016"/>
                    <a:pt x="2838" y="1957"/>
                    <a:pt x="2808" y="1882"/>
                  </a:cubicBezTo>
                  <a:cubicBezTo>
                    <a:pt x="2779" y="1957"/>
                    <a:pt x="2749" y="2031"/>
                    <a:pt x="2734" y="2091"/>
                  </a:cubicBezTo>
                  <a:cubicBezTo>
                    <a:pt x="2674" y="2106"/>
                    <a:pt x="2629" y="2106"/>
                    <a:pt x="2584" y="2106"/>
                  </a:cubicBezTo>
                  <a:lnTo>
                    <a:pt x="2450" y="2106"/>
                  </a:lnTo>
                  <a:cubicBezTo>
                    <a:pt x="2443" y="2099"/>
                    <a:pt x="2431" y="2095"/>
                    <a:pt x="2418" y="2095"/>
                  </a:cubicBezTo>
                  <a:cubicBezTo>
                    <a:pt x="2405" y="2095"/>
                    <a:pt x="2390" y="2099"/>
                    <a:pt x="2375" y="2106"/>
                  </a:cubicBezTo>
                  <a:lnTo>
                    <a:pt x="1882" y="2106"/>
                  </a:lnTo>
                  <a:cubicBezTo>
                    <a:pt x="1853" y="1927"/>
                    <a:pt x="1838" y="1762"/>
                    <a:pt x="1808" y="1598"/>
                  </a:cubicBezTo>
                  <a:cubicBezTo>
                    <a:pt x="1793" y="1464"/>
                    <a:pt x="1778" y="1329"/>
                    <a:pt x="1778" y="1180"/>
                  </a:cubicBezTo>
                  <a:lnTo>
                    <a:pt x="1718" y="1180"/>
                  </a:lnTo>
                  <a:cubicBezTo>
                    <a:pt x="1703" y="1479"/>
                    <a:pt x="1688" y="1777"/>
                    <a:pt x="1658" y="2061"/>
                  </a:cubicBezTo>
                  <a:cubicBezTo>
                    <a:pt x="1673" y="2076"/>
                    <a:pt x="1673" y="2076"/>
                    <a:pt x="1673" y="2076"/>
                  </a:cubicBezTo>
                  <a:cubicBezTo>
                    <a:pt x="1644" y="2091"/>
                    <a:pt x="1614" y="2091"/>
                    <a:pt x="1584" y="2091"/>
                  </a:cubicBezTo>
                  <a:cubicBezTo>
                    <a:pt x="1554" y="2091"/>
                    <a:pt x="1524" y="2091"/>
                    <a:pt x="1494" y="2106"/>
                  </a:cubicBezTo>
                  <a:cubicBezTo>
                    <a:pt x="1315" y="2091"/>
                    <a:pt x="1136" y="2076"/>
                    <a:pt x="956" y="2076"/>
                  </a:cubicBezTo>
                  <a:cubicBezTo>
                    <a:pt x="927" y="1374"/>
                    <a:pt x="942" y="687"/>
                    <a:pt x="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569" name="Google Shape;569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54"/>
          <p:cNvSpPr txBox="1">
            <a:spLocks noGrp="1"/>
          </p:cNvSpPr>
          <p:nvPr>
            <p:ph type="subTitle" idx="1"/>
          </p:nvPr>
        </p:nvSpPr>
        <p:spPr>
          <a:xfrm>
            <a:off x="950917" y="1921769"/>
            <a:ext cx="3427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54"/>
          <p:cNvSpPr txBox="1">
            <a:spLocks noGrp="1"/>
          </p:cNvSpPr>
          <p:nvPr>
            <p:ph type="subTitle" idx="2"/>
          </p:nvPr>
        </p:nvSpPr>
        <p:spPr>
          <a:xfrm>
            <a:off x="4765584" y="1921769"/>
            <a:ext cx="3427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54"/>
          <p:cNvSpPr txBox="1">
            <a:spLocks noGrp="1"/>
          </p:cNvSpPr>
          <p:nvPr>
            <p:ph type="subTitle" idx="3"/>
          </p:nvPr>
        </p:nvSpPr>
        <p:spPr>
          <a:xfrm>
            <a:off x="950917" y="3518075"/>
            <a:ext cx="3427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54"/>
          <p:cNvSpPr txBox="1">
            <a:spLocks noGrp="1"/>
          </p:cNvSpPr>
          <p:nvPr>
            <p:ph type="subTitle" idx="4"/>
          </p:nvPr>
        </p:nvSpPr>
        <p:spPr>
          <a:xfrm>
            <a:off x="4765582" y="3518074"/>
            <a:ext cx="3422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54"/>
          <p:cNvSpPr txBox="1">
            <a:spLocks noGrp="1"/>
          </p:cNvSpPr>
          <p:nvPr>
            <p:ph type="subTitle" idx="5"/>
          </p:nvPr>
        </p:nvSpPr>
        <p:spPr>
          <a:xfrm>
            <a:off x="950916" y="1412950"/>
            <a:ext cx="342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54"/>
          <p:cNvSpPr txBox="1">
            <a:spLocks noGrp="1"/>
          </p:cNvSpPr>
          <p:nvPr>
            <p:ph type="subTitle" idx="6"/>
          </p:nvPr>
        </p:nvSpPr>
        <p:spPr>
          <a:xfrm>
            <a:off x="950916" y="3009331"/>
            <a:ext cx="342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6" name="Google Shape;576;p54"/>
          <p:cNvSpPr txBox="1">
            <a:spLocks noGrp="1"/>
          </p:cNvSpPr>
          <p:nvPr>
            <p:ph type="subTitle" idx="7"/>
          </p:nvPr>
        </p:nvSpPr>
        <p:spPr>
          <a:xfrm>
            <a:off x="4765551" y="1412950"/>
            <a:ext cx="3427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7" name="Google Shape;577;p54"/>
          <p:cNvSpPr txBox="1">
            <a:spLocks noGrp="1"/>
          </p:cNvSpPr>
          <p:nvPr>
            <p:ph type="subTitle" idx="8"/>
          </p:nvPr>
        </p:nvSpPr>
        <p:spPr>
          <a:xfrm>
            <a:off x="4765552" y="3009330"/>
            <a:ext cx="34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6"/>
          <p:cNvSpPr txBox="1">
            <a:spLocks noGrp="1"/>
          </p:cNvSpPr>
          <p:nvPr>
            <p:ph type="title" hasCustomPrompt="1"/>
          </p:nvPr>
        </p:nvSpPr>
        <p:spPr>
          <a:xfrm>
            <a:off x="3212025" y="1579975"/>
            <a:ext cx="2719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t>xx%</a:t>
            </a:r>
          </a:p>
        </p:txBody>
      </p:sp>
      <p:sp>
        <p:nvSpPr>
          <p:cNvPr id="602" name="Google Shape;602;p56"/>
          <p:cNvSpPr txBox="1">
            <a:spLocks noGrp="1"/>
          </p:cNvSpPr>
          <p:nvPr>
            <p:ph type="subTitle" idx="1"/>
          </p:nvPr>
        </p:nvSpPr>
        <p:spPr>
          <a:xfrm>
            <a:off x="2813100" y="2998022"/>
            <a:ext cx="3517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03" name="Google Shape;603;p56"/>
          <p:cNvGrpSpPr/>
          <p:nvPr/>
        </p:nvGrpSpPr>
        <p:grpSpPr>
          <a:xfrm>
            <a:off x="-1880911" y="-1475457"/>
            <a:ext cx="12057412" cy="7545755"/>
            <a:chOff x="-1880911" y="-1475457"/>
            <a:chExt cx="12057412" cy="7545755"/>
          </a:xfrm>
        </p:grpSpPr>
        <p:sp>
          <p:nvSpPr>
            <p:cNvPr id="604" name="Google Shape;604;p56"/>
            <p:cNvSpPr/>
            <p:nvPr/>
          </p:nvSpPr>
          <p:spPr>
            <a:xfrm rot="-6863167">
              <a:off x="-1423667" y="-296288"/>
              <a:ext cx="3016472" cy="2948569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6"/>
            <p:cNvSpPr/>
            <p:nvPr/>
          </p:nvSpPr>
          <p:spPr>
            <a:xfrm rot="72" flipH="1">
              <a:off x="7803314" y="784363"/>
              <a:ext cx="2373155" cy="3031975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6"/>
            <p:cNvSpPr/>
            <p:nvPr/>
          </p:nvSpPr>
          <p:spPr>
            <a:xfrm rot="10142376">
              <a:off x="-782802" y="-1316456"/>
              <a:ext cx="1906191" cy="2435354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6"/>
            <p:cNvSpPr/>
            <p:nvPr/>
          </p:nvSpPr>
          <p:spPr>
            <a:xfrm rot="-10272924">
              <a:off x="7121263" y="3166579"/>
              <a:ext cx="2634368" cy="2718503"/>
            </a:xfrm>
            <a:custGeom>
              <a:avLst/>
              <a:gdLst/>
              <a:ahLst/>
              <a:cxnLst/>
              <a:rect l="l" t="t" r="r" b="b"/>
              <a:pathLst>
                <a:path w="7499" h="7738" extrusionOk="0">
                  <a:moveTo>
                    <a:pt x="4451" y="6139"/>
                  </a:moveTo>
                  <a:cubicBezTo>
                    <a:pt x="4451" y="6154"/>
                    <a:pt x="4436" y="6154"/>
                    <a:pt x="4436" y="6169"/>
                  </a:cubicBezTo>
                  <a:cubicBezTo>
                    <a:pt x="4436" y="6169"/>
                    <a:pt x="4436" y="6169"/>
                    <a:pt x="4436" y="6171"/>
                  </a:cubicBezTo>
                  <a:lnTo>
                    <a:pt x="4436" y="6171"/>
                  </a:lnTo>
                  <a:cubicBezTo>
                    <a:pt x="4432" y="6169"/>
                    <a:pt x="4429" y="6169"/>
                    <a:pt x="4421" y="6169"/>
                  </a:cubicBezTo>
                  <a:cubicBezTo>
                    <a:pt x="4421" y="6154"/>
                    <a:pt x="4451" y="6154"/>
                    <a:pt x="4451" y="6139"/>
                  </a:cubicBezTo>
                  <a:close/>
                  <a:moveTo>
                    <a:pt x="4440" y="6195"/>
                  </a:moveTo>
                  <a:cubicBezTo>
                    <a:pt x="4438" y="6197"/>
                    <a:pt x="4436" y="6199"/>
                    <a:pt x="4436" y="6199"/>
                  </a:cubicBezTo>
                  <a:cubicBezTo>
                    <a:pt x="4430" y="6199"/>
                    <a:pt x="4424" y="6199"/>
                    <a:pt x="4420" y="6200"/>
                  </a:cubicBezTo>
                  <a:lnTo>
                    <a:pt x="4420" y="6200"/>
                  </a:lnTo>
                  <a:cubicBezTo>
                    <a:pt x="4421" y="6199"/>
                    <a:pt x="4421" y="6199"/>
                    <a:pt x="4421" y="6199"/>
                  </a:cubicBezTo>
                  <a:cubicBezTo>
                    <a:pt x="4431" y="6199"/>
                    <a:pt x="4434" y="6199"/>
                    <a:pt x="4440" y="6195"/>
                  </a:cubicBezTo>
                  <a:close/>
                  <a:moveTo>
                    <a:pt x="4416" y="6207"/>
                  </a:moveTo>
                  <a:lnTo>
                    <a:pt x="4416" y="6207"/>
                  </a:lnTo>
                  <a:cubicBezTo>
                    <a:pt x="4416" y="6209"/>
                    <a:pt x="4418" y="6211"/>
                    <a:pt x="4421" y="6214"/>
                  </a:cubicBezTo>
                  <a:cubicBezTo>
                    <a:pt x="4414" y="6214"/>
                    <a:pt x="4414" y="6210"/>
                    <a:pt x="4416" y="6207"/>
                  </a:cubicBezTo>
                  <a:close/>
                  <a:moveTo>
                    <a:pt x="4571" y="1"/>
                  </a:moveTo>
                  <a:cubicBezTo>
                    <a:pt x="3854" y="46"/>
                    <a:pt x="3346" y="464"/>
                    <a:pt x="2898" y="822"/>
                  </a:cubicBezTo>
                  <a:cubicBezTo>
                    <a:pt x="2584" y="1091"/>
                    <a:pt x="2375" y="1405"/>
                    <a:pt x="2211" y="1703"/>
                  </a:cubicBezTo>
                  <a:cubicBezTo>
                    <a:pt x="2200" y="1693"/>
                    <a:pt x="2197" y="1682"/>
                    <a:pt x="2191" y="1682"/>
                  </a:cubicBezTo>
                  <a:cubicBezTo>
                    <a:pt x="2188" y="1682"/>
                    <a:pt x="2185" y="1684"/>
                    <a:pt x="2181" y="1688"/>
                  </a:cubicBezTo>
                  <a:lnTo>
                    <a:pt x="2166" y="1688"/>
                  </a:lnTo>
                  <a:cubicBezTo>
                    <a:pt x="2166" y="1688"/>
                    <a:pt x="2181" y="1674"/>
                    <a:pt x="2181" y="1659"/>
                  </a:cubicBezTo>
                  <a:cubicBezTo>
                    <a:pt x="2196" y="1629"/>
                    <a:pt x="2166" y="1629"/>
                    <a:pt x="2151" y="1629"/>
                  </a:cubicBezTo>
                  <a:cubicBezTo>
                    <a:pt x="2121" y="1629"/>
                    <a:pt x="2136" y="1644"/>
                    <a:pt x="2136" y="1659"/>
                  </a:cubicBezTo>
                  <a:cubicBezTo>
                    <a:pt x="2136" y="1659"/>
                    <a:pt x="2136" y="1674"/>
                    <a:pt x="2136" y="1674"/>
                  </a:cubicBezTo>
                  <a:lnTo>
                    <a:pt x="2121" y="1688"/>
                  </a:lnTo>
                  <a:cubicBezTo>
                    <a:pt x="2121" y="1688"/>
                    <a:pt x="2114" y="1685"/>
                    <a:pt x="2106" y="1685"/>
                  </a:cubicBezTo>
                  <a:cubicBezTo>
                    <a:pt x="2099" y="1685"/>
                    <a:pt x="2091" y="1688"/>
                    <a:pt x="2091" y="1703"/>
                  </a:cubicBezTo>
                  <a:cubicBezTo>
                    <a:pt x="2091" y="1718"/>
                    <a:pt x="2091" y="1718"/>
                    <a:pt x="2091" y="1733"/>
                  </a:cubicBezTo>
                  <a:cubicBezTo>
                    <a:pt x="2076" y="1733"/>
                    <a:pt x="2076" y="1733"/>
                    <a:pt x="2061" y="1748"/>
                  </a:cubicBezTo>
                  <a:cubicBezTo>
                    <a:pt x="2032" y="1763"/>
                    <a:pt x="2017" y="1793"/>
                    <a:pt x="1987" y="1823"/>
                  </a:cubicBezTo>
                  <a:cubicBezTo>
                    <a:pt x="1957" y="1853"/>
                    <a:pt x="1912" y="1898"/>
                    <a:pt x="1897" y="1942"/>
                  </a:cubicBezTo>
                  <a:cubicBezTo>
                    <a:pt x="1912" y="1972"/>
                    <a:pt x="1882" y="1972"/>
                    <a:pt x="1867" y="1972"/>
                  </a:cubicBezTo>
                  <a:cubicBezTo>
                    <a:pt x="1837" y="2002"/>
                    <a:pt x="1808" y="2017"/>
                    <a:pt x="1793" y="2047"/>
                  </a:cubicBezTo>
                  <a:cubicBezTo>
                    <a:pt x="1763" y="2107"/>
                    <a:pt x="1733" y="2151"/>
                    <a:pt x="1703" y="2211"/>
                  </a:cubicBezTo>
                  <a:cubicBezTo>
                    <a:pt x="1643" y="2301"/>
                    <a:pt x="1569" y="2390"/>
                    <a:pt x="1524" y="2480"/>
                  </a:cubicBezTo>
                  <a:cubicBezTo>
                    <a:pt x="1524" y="2495"/>
                    <a:pt x="1524" y="2495"/>
                    <a:pt x="1524" y="2495"/>
                  </a:cubicBezTo>
                  <a:cubicBezTo>
                    <a:pt x="1494" y="2525"/>
                    <a:pt x="1464" y="2570"/>
                    <a:pt x="1449" y="2614"/>
                  </a:cubicBezTo>
                  <a:cubicBezTo>
                    <a:pt x="1449" y="2641"/>
                    <a:pt x="951" y="3759"/>
                    <a:pt x="853" y="4023"/>
                  </a:cubicBezTo>
                  <a:lnTo>
                    <a:pt x="853" y="4023"/>
                  </a:lnTo>
                  <a:cubicBezTo>
                    <a:pt x="848" y="4029"/>
                    <a:pt x="842" y="4037"/>
                    <a:pt x="837" y="4048"/>
                  </a:cubicBezTo>
                  <a:cubicBezTo>
                    <a:pt x="822" y="4078"/>
                    <a:pt x="807" y="4108"/>
                    <a:pt x="792" y="4138"/>
                  </a:cubicBezTo>
                  <a:cubicBezTo>
                    <a:pt x="777" y="4168"/>
                    <a:pt x="762" y="4198"/>
                    <a:pt x="777" y="4242"/>
                  </a:cubicBezTo>
                  <a:cubicBezTo>
                    <a:pt x="792" y="4257"/>
                    <a:pt x="792" y="4257"/>
                    <a:pt x="792" y="4272"/>
                  </a:cubicBezTo>
                  <a:cubicBezTo>
                    <a:pt x="792" y="4287"/>
                    <a:pt x="792" y="4302"/>
                    <a:pt x="777" y="4317"/>
                  </a:cubicBezTo>
                  <a:cubicBezTo>
                    <a:pt x="777" y="4317"/>
                    <a:pt x="762" y="4332"/>
                    <a:pt x="762" y="4332"/>
                  </a:cubicBezTo>
                  <a:lnTo>
                    <a:pt x="732" y="4332"/>
                  </a:lnTo>
                  <a:cubicBezTo>
                    <a:pt x="717" y="4422"/>
                    <a:pt x="687" y="4496"/>
                    <a:pt x="672" y="4571"/>
                  </a:cubicBezTo>
                  <a:cubicBezTo>
                    <a:pt x="672" y="4616"/>
                    <a:pt x="657" y="4646"/>
                    <a:pt x="657" y="4676"/>
                  </a:cubicBezTo>
                  <a:cubicBezTo>
                    <a:pt x="657" y="4691"/>
                    <a:pt x="657" y="4691"/>
                    <a:pt x="643" y="4691"/>
                  </a:cubicBezTo>
                  <a:cubicBezTo>
                    <a:pt x="643" y="4705"/>
                    <a:pt x="643" y="4705"/>
                    <a:pt x="643" y="4720"/>
                  </a:cubicBezTo>
                  <a:cubicBezTo>
                    <a:pt x="657" y="4750"/>
                    <a:pt x="702" y="4750"/>
                    <a:pt x="717" y="4765"/>
                  </a:cubicBezTo>
                  <a:cubicBezTo>
                    <a:pt x="732" y="4780"/>
                    <a:pt x="747" y="4795"/>
                    <a:pt x="762" y="4810"/>
                  </a:cubicBezTo>
                  <a:cubicBezTo>
                    <a:pt x="762" y="4825"/>
                    <a:pt x="777" y="4840"/>
                    <a:pt x="777" y="4855"/>
                  </a:cubicBezTo>
                  <a:cubicBezTo>
                    <a:pt x="732" y="4825"/>
                    <a:pt x="702" y="4810"/>
                    <a:pt x="672" y="4780"/>
                  </a:cubicBezTo>
                  <a:cubicBezTo>
                    <a:pt x="657" y="4765"/>
                    <a:pt x="643" y="4765"/>
                    <a:pt x="628" y="4765"/>
                  </a:cubicBezTo>
                  <a:cubicBezTo>
                    <a:pt x="628" y="4780"/>
                    <a:pt x="613" y="4795"/>
                    <a:pt x="613" y="4810"/>
                  </a:cubicBezTo>
                  <a:cubicBezTo>
                    <a:pt x="598" y="4885"/>
                    <a:pt x="583" y="4974"/>
                    <a:pt x="568" y="5064"/>
                  </a:cubicBezTo>
                  <a:cubicBezTo>
                    <a:pt x="568" y="5094"/>
                    <a:pt x="568" y="5124"/>
                    <a:pt x="553" y="5139"/>
                  </a:cubicBezTo>
                  <a:cubicBezTo>
                    <a:pt x="568" y="5169"/>
                    <a:pt x="538" y="5198"/>
                    <a:pt x="553" y="5228"/>
                  </a:cubicBezTo>
                  <a:cubicBezTo>
                    <a:pt x="568" y="5258"/>
                    <a:pt x="613" y="5258"/>
                    <a:pt x="643" y="5288"/>
                  </a:cubicBezTo>
                  <a:cubicBezTo>
                    <a:pt x="643" y="5288"/>
                    <a:pt x="643" y="5303"/>
                    <a:pt x="643" y="5303"/>
                  </a:cubicBezTo>
                  <a:cubicBezTo>
                    <a:pt x="643" y="5308"/>
                    <a:pt x="643" y="5310"/>
                    <a:pt x="642" y="5310"/>
                  </a:cubicBezTo>
                  <a:cubicBezTo>
                    <a:pt x="641" y="5310"/>
                    <a:pt x="638" y="5303"/>
                    <a:pt x="628" y="5303"/>
                  </a:cubicBezTo>
                  <a:cubicBezTo>
                    <a:pt x="613" y="5303"/>
                    <a:pt x="613" y="5303"/>
                    <a:pt x="598" y="5288"/>
                  </a:cubicBezTo>
                  <a:cubicBezTo>
                    <a:pt x="587" y="5284"/>
                    <a:pt x="577" y="5282"/>
                    <a:pt x="569" y="5282"/>
                  </a:cubicBezTo>
                  <a:cubicBezTo>
                    <a:pt x="545" y="5282"/>
                    <a:pt x="534" y="5299"/>
                    <a:pt x="523" y="5333"/>
                  </a:cubicBezTo>
                  <a:cubicBezTo>
                    <a:pt x="523" y="5422"/>
                    <a:pt x="478" y="5497"/>
                    <a:pt x="463" y="5572"/>
                  </a:cubicBezTo>
                  <a:cubicBezTo>
                    <a:pt x="448" y="5691"/>
                    <a:pt x="433" y="5796"/>
                    <a:pt x="433" y="5915"/>
                  </a:cubicBezTo>
                  <a:cubicBezTo>
                    <a:pt x="418" y="6005"/>
                    <a:pt x="418" y="6109"/>
                    <a:pt x="404" y="6199"/>
                  </a:cubicBezTo>
                  <a:cubicBezTo>
                    <a:pt x="404" y="6259"/>
                    <a:pt x="418" y="6319"/>
                    <a:pt x="404" y="6378"/>
                  </a:cubicBezTo>
                  <a:cubicBezTo>
                    <a:pt x="404" y="6393"/>
                    <a:pt x="389" y="6438"/>
                    <a:pt x="404" y="6453"/>
                  </a:cubicBezTo>
                  <a:cubicBezTo>
                    <a:pt x="418" y="6528"/>
                    <a:pt x="359" y="6543"/>
                    <a:pt x="209" y="6767"/>
                  </a:cubicBezTo>
                  <a:cubicBezTo>
                    <a:pt x="194" y="6782"/>
                    <a:pt x="194" y="6797"/>
                    <a:pt x="180" y="6811"/>
                  </a:cubicBezTo>
                  <a:cubicBezTo>
                    <a:pt x="165" y="6856"/>
                    <a:pt x="135" y="6901"/>
                    <a:pt x="120" y="6946"/>
                  </a:cubicBezTo>
                  <a:cubicBezTo>
                    <a:pt x="105" y="6991"/>
                    <a:pt x="90" y="7050"/>
                    <a:pt x="60" y="7095"/>
                  </a:cubicBezTo>
                  <a:cubicBezTo>
                    <a:pt x="67" y="7103"/>
                    <a:pt x="75" y="7103"/>
                    <a:pt x="81" y="7103"/>
                  </a:cubicBezTo>
                  <a:cubicBezTo>
                    <a:pt x="86" y="7103"/>
                    <a:pt x="90" y="7103"/>
                    <a:pt x="90" y="7110"/>
                  </a:cubicBezTo>
                  <a:cubicBezTo>
                    <a:pt x="90" y="7121"/>
                    <a:pt x="88" y="7124"/>
                    <a:pt x="85" y="7124"/>
                  </a:cubicBezTo>
                  <a:cubicBezTo>
                    <a:pt x="81" y="7124"/>
                    <a:pt x="76" y="7121"/>
                    <a:pt x="70" y="7121"/>
                  </a:cubicBezTo>
                  <a:cubicBezTo>
                    <a:pt x="67" y="7121"/>
                    <a:pt x="63" y="7122"/>
                    <a:pt x="60" y="7125"/>
                  </a:cubicBezTo>
                  <a:cubicBezTo>
                    <a:pt x="45" y="7140"/>
                    <a:pt x="45" y="7155"/>
                    <a:pt x="30" y="7170"/>
                  </a:cubicBezTo>
                  <a:cubicBezTo>
                    <a:pt x="0" y="7260"/>
                    <a:pt x="30" y="7334"/>
                    <a:pt x="75" y="7409"/>
                  </a:cubicBezTo>
                  <a:cubicBezTo>
                    <a:pt x="75" y="7424"/>
                    <a:pt x="90" y="7424"/>
                    <a:pt x="105" y="7439"/>
                  </a:cubicBezTo>
                  <a:cubicBezTo>
                    <a:pt x="120" y="7439"/>
                    <a:pt x="120" y="7424"/>
                    <a:pt x="120" y="7424"/>
                  </a:cubicBezTo>
                  <a:cubicBezTo>
                    <a:pt x="145" y="7419"/>
                    <a:pt x="165" y="7416"/>
                    <a:pt x="181" y="7416"/>
                  </a:cubicBezTo>
                  <a:cubicBezTo>
                    <a:pt x="214" y="7416"/>
                    <a:pt x="234" y="7429"/>
                    <a:pt x="254" y="7469"/>
                  </a:cubicBezTo>
                  <a:cubicBezTo>
                    <a:pt x="269" y="7484"/>
                    <a:pt x="269" y="7498"/>
                    <a:pt x="284" y="7498"/>
                  </a:cubicBezTo>
                  <a:cubicBezTo>
                    <a:pt x="284" y="7513"/>
                    <a:pt x="299" y="7513"/>
                    <a:pt x="299" y="7513"/>
                  </a:cubicBezTo>
                  <a:cubicBezTo>
                    <a:pt x="344" y="7528"/>
                    <a:pt x="374" y="7558"/>
                    <a:pt x="404" y="7573"/>
                  </a:cubicBezTo>
                  <a:cubicBezTo>
                    <a:pt x="493" y="7618"/>
                    <a:pt x="598" y="7648"/>
                    <a:pt x="702" y="7648"/>
                  </a:cubicBezTo>
                  <a:cubicBezTo>
                    <a:pt x="725" y="7655"/>
                    <a:pt x="743" y="7655"/>
                    <a:pt x="760" y="7655"/>
                  </a:cubicBezTo>
                  <a:cubicBezTo>
                    <a:pt x="777" y="7655"/>
                    <a:pt x="792" y="7655"/>
                    <a:pt x="807" y="7663"/>
                  </a:cubicBezTo>
                  <a:cubicBezTo>
                    <a:pt x="956" y="7663"/>
                    <a:pt x="1091" y="7678"/>
                    <a:pt x="1225" y="7693"/>
                  </a:cubicBezTo>
                  <a:cubicBezTo>
                    <a:pt x="1315" y="7693"/>
                    <a:pt x="1389" y="7708"/>
                    <a:pt x="1464" y="7708"/>
                  </a:cubicBezTo>
                  <a:cubicBezTo>
                    <a:pt x="1569" y="7708"/>
                    <a:pt x="1673" y="7723"/>
                    <a:pt x="1763" y="7723"/>
                  </a:cubicBezTo>
                  <a:cubicBezTo>
                    <a:pt x="1808" y="7737"/>
                    <a:pt x="1837" y="7737"/>
                    <a:pt x="1882" y="7737"/>
                  </a:cubicBezTo>
                  <a:cubicBezTo>
                    <a:pt x="1927" y="7723"/>
                    <a:pt x="1957" y="7723"/>
                    <a:pt x="2002" y="7723"/>
                  </a:cubicBezTo>
                  <a:lnTo>
                    <a:pt x="2106" y="7723"/>
                  </a:lnTo>
                  <a:cubicBezTo>
                    <a:pt x="2256" y="7708"/>
                    <a:pt x="2390" y="7693"/>
                    <a:pt x="2524" y="7678"/>
                  </a:cubicBezTo>
                  <a:cubicBezTo>
                    <a:pt x="2659" y="7663"/>
                    <a:pt x="2778" y="7603"/>
                    <a:pt x="2913" y="7543"/>
                  </a:cubicBezTo>
                  <a:cubicBezTo>
                    <a:pt x="2943" y="7528"/>
                    <a:pt x="2958" y="7513"/>
                    <a:pt x="2987" y="7513"/>
                  </a:cubicBezTo>
                  <a:cubicBezTo>
                    <a:pt x="3002" y="7484"/>
                    <a:pt x="3032" y="7469"/>
                    <a:pt x="3062" y="7454"/>
                  </a:cubicBezTo>
                  <a:cubicBezTo>
                    <a:pt x="3107" y="7424"/>
                    <a:pt x="3152" y="7379"/>
                    <a:pt x="3197" y="7349"/>
                  </a:cubicBezTo>
                  <a:cubicBezTo>
                    <a:pt x="3211" y="7334"/>
                    <a:pt x="3226" y="7319"/>
                    <a:pt x="3241" y="7319"/>
                  </a:cubicBezTo>
                  <a:cubicBezTo>
                    <a:pt x="3256" y="7304"/>
                    <a:pt x="3271" y="7304"/>
                    <a:pt x="3286" y="7289"/>
                  </a:cubicBezTo>
                  <a:cubicBezTo>
                    <a:pt x="3346" y="7230"/>
                    <a:pt x="3421" y="7185"/>
                    <a:pt x="3495" y="7125"/>
                  </a:cubicBezTo>
                  <a:cubicBezTo>
                    <a:pt x="3525" y="7095"/>
                    <a:pt x="3540" y="7080"/>
                    <a:pt x="3570" y="7050"/>
                  </a:cubicBezTo>
                  <a:cubicBezTo>
                    <a:pt x="3600" y="7021"/>
                    <a:pt x="3645" y="7006"/>
                    <a:pt x="3674" y="6976"/>
                  </a:cubicBezTo>
                  <a:cubicBezTo>
                    <a:pt x="3689" y="6961"/>
                    <a:pt x="3689" y="6946"/>
                    <a:pt x="3689" y="6946"/>
                  </a:cubicBezTo>
                  <a:cubicBezTo>
                    <a:pt x="3734" y="6931"/>
                    <a:pt x="3749" y="6886"/>
                    <a:pt x="3794" y="6871"/>
                  </a:cubicBezTo>
                  <a:cubicBezTo>
                    <a:pt x="3839" y="6826"/>
                    <a:pt x="3884" y="6782"/>
                    <a:pt x="3943" y="6737"/>
                  </a:cubicBezTo>
                  <a:lnTo>
                    <a:pt x="3958" y="6737"/>
                  </a:lnTo>
                  <a:cubicBezTo>
                    <a:pt x="3958" y="6737"/>
                    <a:pt x="3958" y="6722"/>
                    <a:pt x="3958" y="6722"/>
                  </a:cubicBezTo>
                  <a:cubicBezTo>
                    <a:pt x="3988" y="6692"/>
                    <a:pt x="3973" y="6692"/>
                    <a:pt x="3943" y="6677"/>
                  </a:cubicBezTo>
                  <a:cubicBezTo>
                    <a:pt x="3938" y="6666"/>
                    <a:pt x="3932" y="6663"/>
                    <a:pt x="3927" y="6663"/>
                  </a:cubicBezTo>
                  <a:cubicBezTo>
                    <a:pt x="3921" y="6663"/>
                    <a:pt x="3915" y="6667"/>
                    <a:pt x="3909" y="6667"/>
                  </a:cubicBezTo>
                  <a:cubicBezTo>
                    <a:pt x="3905" y="6667"/>
                    <a:pt x="3902" y="6665"/>
                    <a:pt x="3899" y="6662"/>
                  </a:cubicBezTo>
                  <a:cubicBezTo>
                    <a:pt x="3595" y="6607"/>
                    <a:pt x="3750" y="6373"/>
                    <a:pt x="3917" y="6373"/>
                  </a:cubicBezTo>
                  <a:cubicBezTo>
                    <a:pt x="3931" y="6373"/>
                    <a:pt x="3945" y="6375"/>
                    <a:pt x="3958" y="6378"/>
                  </a:cubicBezTo>
                  <a:cubicBezTo>
                    <a:pt x="3973" y="6378"/>
                    <a:pt x="3973" y="6393"/>
                    <a:pt x="3973" y="6393"/>
                  </a:cubicBezTo>
                  <a:cubicBezTo>
                    <a:pt x="3988" y="6393"/>
                    <a:pt x="3988" y="6393"/>
                    <a:pt x="3988" y="6408"/>
                  </a:cubicBezTo>
                  <a:lnTo>
                    <a:pt x="4003" y="6408"/>
                  </a:lnTo>
                  <a:cubicBezTo>
                    <a:pt x="4018" y="6408"/>
                    <a:pt x="4018" y="6393"/>
                    <a:pt x="4018" y="6393"/>
                  </a:cubicBezTo>
                  <a:cubicBezTo>
                    <a:pt x="4018" y="6378"/>
                    <a:pt x="4018" y="6378"/>
                    <a:pt x="4033" y="6378"/>
                  </a:cubicBezTo>
                  <a:cubicBezTo>
                    <a:pt x="4063" y="6378"/>
                    <a:pt x="4048" y="6393"/>
                    <a:pt x="4048" y="6408"/>
                  </a:cubicBezTo>
                  <a:lnTo>
                    <a:pt x="4152" y="6408"/>
                  </a:lnTo>
                  <a:cubicBezTo>
                    <a:pt x="4160" y="6401"/>
                    <a:pt x="4167" y="6401"/>
                    <a:pt x="4175" y="6401"/>
                  </a:cubicBezTo>
                  <a:cubicBezTo>
                    <a:pt x="4182" y="6401"/>
                    <a:pt x="4190" y="6401"/>
                    <a:pt x="4197" y="6393"/>
                  </a:cubicBezTo>
                  <a:cubicBezTo>
                    <a:pt x="4202" y="6389"/>
                    <a:pt x="4206" y="6387"/>
                    <a:pt x="4210" y="6387"/>
                  </a:cubicBezTo>
                  <a:cubicBezTo>
                    <a:pt x="4221" y="6387"/>
                    <a:pt x="4231" y="6398"/>
                    <a:pt x="4242" y="6408"/>
                  </a:cubicBezTo>
                  <a:lnTo>
                    <a:pt x="4257" y="6408"/>
                  </a:lnTo>
                  <a:cubicBezTo>
                    <a:pt x="4272" y="6408"/>
                    <a:pt x="4272" y="6378"/>
                    <a:pt x="4287" y="6378"/>
                  </a:cubicBezTo>
                  <a:cubicBezTo>
                    <a:pt x="4302" y="6393"/>
                    <a:pt x="4302" y="6393"/>
                    <a:pt x="4302" y="6393"/>
                  </a:cubicBezTo>
                  <a:lnTo>
                    <a:pt x="4317" y="6393"/>
                  </a:lnTo>
                  <a:cubicBezTo>
                    <a:pt x="4332" y="6393"/>
                    <a:pt x="4332" y="6378"/>
                    <a:pt x="4332" y="6363"/>
                  </a:cubicBezTo>
                  <a:cubicBezTo>
                    <a:pt x="4347" y="6363"/>
                    <a:pt x="4347" y="6363"/>
                    <a:pt x="4347" y="6348"/>
                  </a:cubicBezTo>
                  <a:cubicBezTo>
                    <a:pt x="4357" y="6309"/>
                    <a:pt x="4360" y="6295"/>
                    <a:pt x="4374" y="6295"/>
                  </a:cubicBezTo>
                  <a:cubicBezTo>
                    <a:pt x="4381" y="6295"/>
                    <a:pt x="4391" y="6299"/>
                    <a:pt x="4406" y="6304"/>
                  </a:cubicBezTo>
                  <a:cubicBezTo>
                    <a:pt x="4406" y="6304"/>
                    <a:pt x="4406" y="6289"/>
                    <a:pt x="4421" y="6289"/>
                  </a:cubicBezTo>
                  <a:cubicBezTo>
                    <a:pt x="4421" y="6276"/>
                    <a:pt x="4442" y="6253"/>
                    <a:pt x="4431" y="6228"/>
                  </a:cubicBezTo>
                  <a:lnTo>
                    <a:pt x="4431" y="6228"/>
                  </a:lnTo>
                  <a:cubicBezTo>
                    <a:pt x="4434" y="6229"/>
                    <a:pt x="4436" y="6229"/>
                    <a:pt x="4436" y="6229"/>
                  </a:cubicBezTo>
                  <a:cubicBezTo>
                    <a:pt x="4451" y="6229"/>
                    <a:pt x="4451" y="6229"/>
                    <a:pt x="4451" y="6214"/>
                  </a:cubicBezTo>
                  <a:cubicBezTo>
                    <a:pt x="4481" y="6199"/>
                    <a:pt x="4466" y="6169"/>
                    <a:pt x="4481" y="6139"/>
                  </a:cubicBezTo>
                  <a:cubicBezTo>
                    <a:pt x="4481" y="6124"/>
                    <a:pt x="4481" y="6109"/>
                    <a:pt x="4496" y="6095"/>
                  </a:cubicBezTo>
                  <a:lnTo>
                    <a:pt x="4511" y="6095"/>
                  </a:lnTo>
                  <a:cubicBezTo>
                    <a:pt x="4529" y="6077"/>
                    <a:pt x="4525" y="6064"/>
                    <a:pt x="4516" y="6054"/>
                  </a:cubicBezTo>
                  <a:lnTo>
                    <a:pt x="4516" y="6054"/>
                  </a:lnTo>
                  <a:cubicBezTo>
                    <a:pt x="4525" y="6060"/>
                    <a:pt x="4533" y="6065"/>
                    <a:pt x="4541" y="6065"/>
                  </a:cubicBezTo>
                  <a:cubicBezTo>
                    <a:pt x="4556" y="6065"/>
                    <a:pt x="4556" y="6050"/>
                    <a:pt x="4556" y="6050"/>
                  </a:cubicBezTo>
                  <a:cubicBezTo>
                    <a:pt x="4571" y="6035"/>
                    <a:pt x="4556" y="6005"/>
                    <a:pt x="4571" y="6005"/>
                  </a:cubicBezTo>
                  <a:cubicBezTo>
                    <a:pt x="4571" y="6005"/>
                    <a:pt x="4586" y="6005"/>
                    <a:pt x="4586" y="5990"/>
                  </a:cubicBezTo>
                  <a:cubicBezTo>
                    <a:pt x="4590" y="5986"/>
                    <a:pt x="4594" y="5984"/>
                    <a:pt x="4599" y="5984"/>
                  </a:cubicBezTo>
                  <a:cubicBezTo>
                    <a:pt x="4609" y="5984"/>
                    <a:pt x="4620" y="5994"/>
                    <a:pt x="4630" y="6005"/>
                  </a:cubicBezTo>
                  <a:cubicBezTo>
                    <a:pt x="4690" y="6005"/>
                    <a:pt x="4645" y="5975"/>
                    <a:pt x="4660" y="5960"/>
                  </a:cubicBezTo>
                  <a:lnTo>
                    <a:pt x="4660" y="5960"/>
                  </a:lnTo>
                  <a:cubicBezTo>
                    <a:pt x="4660" y="5960"/>
                    <a:pt x="4660" y="5975"/>
                    <a:pt x="4660" y="5975"/>
                  </a:cubicBezTo>
                  <a:cubicBezTo>
                    <a:pt x="4665" y="5980"/>
                    <a:pt x="4669" y="5982"/>
                    <a:pt x="4671" y="5982"/>
                  </a:cubicBezTo>
                  <a:cubicBezTo>
                    <a:pt x="4677" y="5982"/>
                    <a:pt x="4680" y="5975"/>
                    <a:pt x="4690" y="5975"/>
                  </a:cubicBezTo>
                  <a:cubicBezTo>
                    <a:pt x="4705" y="5960"/>
                    <a:pt x="4705" y="5945"/>
                    <a:pt x="4705" y="5915"/>
                  </a:cubicBezTo>
                  <a:cubicBezTo>
                    <a:pt x="4713" y="5919"/>
                    <a:pt x="4719" y="5921"/>
                    <a:pt x="4725" y="5921"/>
                  </a:cubicBezTo>
                  <a:cubicBezTo>
                    <a:pt x="4741" y="5921"/>
                    <a:pt x="4750" y="5904"/>
                    <a:pt x="4750" y="5870"/>
                  </a:cubicBezTo>
                  <a:cubicBezTo>
                    <a:pt x="4750" y="5870"/>
                    <a:pt x="4750" y="5856"/>
                    <a:pt x="4735" y="5856"/>
                  </a:cubicBezTo>
                  <a:cubicBezTo>
                    <a:pt x="4720" y="5856"/>
                    <a:pt x="4735" y="5841"/>
                    <a:pt x="4735" y="5841"/>
                  </a:cubicBezTo>
                  <a:cubicBezTo>
                    <a:pt x="4750" y="5826"/>
                    <a:pt x="4765" y="5826"/>
                    <a:pt x="4765" y="5826"/>
                  </a:cubicBezTo>
                  <a:cubicBezTo>
                    <a:pt x="4780" y="5811"/>
                    <a:pt x="4795" y="5811"/>
                    <a:pt x="4795" y="5796"/>
                  </a:cubicBezTo>
                  <a:cubicBezTo>
                    <a:pt x="4795" y="5796"/>
                    <a:pt x="4795" y="5781"/>
                    <a:pt x="4780" y="5781"/>
                  </a:cubicBezTo>
                  <a:cubicBezTo>
                    <a:pt x="4810" y="5781"/>
                    <a:pt x="4810" y="5766"/>
                    <a:pt x="4810" y="5751"/>
                  </a:cubicBezTo>
                  <a:cubicBezTo>
                    <a:pt x="4810" y="5751"/>
                    <a:pt x="4810" y="5736"/>
                    <a:pt x="4810" y="5736"/>
                  </a:cubicBezTo>
                  <a:cubicBezTo>
                    <a:pt x="4810" y="5736"/>
                    <a:pt x="4825" y="5736"/>
                    <a:pt x="4825" y="5721"/>
                  </a:cubicBezTo>
                  <a:cubicBezTo>
                    <a:pt x="4825" y="5721"/>
                    <a:pt x="4825" y="5706"/>
                    <a:pt x="4825" y="5706"/>
                  </a:cubicBezTo>
                  <a:lnTo>
                    <a:pt x="4854" y="5706"/>
                  </a:lnTo>
                  <a:cubicBezTo>
                    <a:pt x="4854" y="5691"/>
                    <a:pt x="4854" y="5691"/>
                    <a:pt x="4854" y="5691"/>
                  </a:cubicBezTo>
                  <a:cubicBezTo>
                    <a:pt x="4869" y="5661"/>
                    <a:pt x="4884" y="5646"/>
                    <a:pt x="4899" y="5617"/>
                  </a:cubicBezTo>
                  <a:cubicBezTo>
                    <a:pt x="4899" y="5602"/>
                    <a:pt x="4884" y="5602"/>
                    <a:pt x="4884" y="5602"/>
                  </a:cubicBezTo>
                  <a:cubicBezTo>
                    <a:pt x="4884" y="5587"/>
                    <a:pt x="4884" y="5572"/>
                    <a:pt x="4869" y="5557"/>
                  </a:cubicBezTo>
                  <a:cubicBezTo>
                    <a:pt x="4854" y="5557"/>
                    <a:pt x="4839" y="5572"/>
                    <a:pt x="4839" y="5587"/>
                  </a:cubicBezTo>
                  <a:cubicBezTo>
                    <a:pt x="4825" y="5587"/>
                    <a:pt x="4825" y="5587"/>
                    <a:pt x="4825" y="5602"/>
                  </a:cubicBezTo>
                  <a:cubicBezTo>
                    <a:pt x="4825" y="5602"/>
                    <a:pt x="4825" y="5602"/>
                    <a:pt x="4825" y="5617"/>
                  </a:cubicBezTo>
                  <a:cubicBezTo>
                    <a:pt x="4810" y="5602"/>
                    <a:pt x="4795" y="5587"/>
                    <a:pt x="4780" y="5572"/>
                  </a:cubicBezTo>
                  <a:lnTo>
                    <a:pt x="4750" y="5572"/>
                  </a:lnTo>
                  <a:cubicBezTo>
                    <a:pt x="4765" y="5572"/>
                    <a:pt x="4765" y="5572"/>
                    <a:pt x="4750" y="5557"/>
                  </a:cubicBezTo>
                  <a:cubicBezTo>
                    <a:pt x="4750" y="5557"/>
                    <a:pt x="4750" y="5557"/>
                    <a:pt x="4750" y="5542"/>
                  </a:cubicBezTo>
                  <a:cubicBezTo>
                    <a:pt x="4765" y="5527"/>
                    <a:pt x="4780" y="5512"/>
                    <a:pt x="4810" y="5512"/>
                  </a:cubicBezTo>
                  <a:lnTo>
                    <a:pt x="4825" y="5512"/>
                  </a:lnTo>
                  <a:cubicBezTo>
                    <a:pt x="4839" y="5497"/>
                    <a:pt x="4854" y="5482"/>
                    <a:pt x="4869" y="5467"/>
                  </a:cubicBezTo>
                  <a:lnTo>
                    <a:pt x="4884" y="5467"/>
                  </a:lnTo>
                  <a:cubicBezTo>
                    <a:pt x="4899" y="5452"/>
                    <a:pt x="4914" y="5437"/>
                    <a:pt x="4899" y="5422"/>
                  </a:cubicBezTo>
                  <a:cubicBezTo>
                    <a:pt x="4899" y="5422"/>
                    <a:pt x="4899" y="5422"/>
                    <a:pt x="4914" y="5407"/>
                  </a:cubicBezTo>
                  <a:cubicBezTo>
                    <a:pt x="4929" y="5393"/>
                    <a:pt x="4944" y="5363"/>
                    <a:pt x="4959" y="5363"/>
                  </a:cubicBezTo>
                  <a:cubicBezTo>
                    <a:pt x="5004" y="5348"/>
                    <a:pt x="5004" y="5318"/>
                    <a:pt x="5004" y="5288"/>
                  </a:cubicBezTo>
                  <a:cubicBezTo>
                    <a:pt x="5019" y="5273"/>
                    <a:pt x="5004" y="5258"/>
                    <a:pt x="5019" y="5258"/>
                  </a:cubicBezTo>
                  <a:cubicBezTo>
                    <a:pt x="5019" y="5273"/>
                    <a:pt x="5019" y="5273"/>
                    <a:pt x="5019" y="5288"/>
                  </a:cubicBezTo>
                  <a:cubicBezTo>
                    <a:pt x="5034" y="5288"/>
                    <a:pt x="5049" y="5303"/>
                    <a:pt x="5064" y="5303"/>
                  </a:cubicBezTo>
                  <a:cubicBezTo>
                    <a:pt x="5078" y="5303"/>
                    <a:pt x="5078" y="5288"/>
                    <a:pt x="5078" y="5273"/>
                  </a:cubicBezTo>
                  <a:cubicBezTo>
                    <a:pt x="5078" y="5258"/>
                    <a:pt x="5064" y="5258"/>
                    <a:pt x="5064" y="5243"/>
                  </a:cubicBezTo>
                  <a:lnTo>
                    <a:pt x="5064" y="5243"/>
                  </a:lnTo>
                  <a:cubicBezTo>
                    <a:pt x="5078" y="5258"/>
                    <a:pt x="5078" y="5258"/>
                    <a:pt x="5078" y="5258"/>
                  </a:cubicBezTo>
                  <a:cubicBezTo>
                    <a:pt x="5093" y="5258"/>
                    <a:pt x="5093" y="5258"/>
                    <a:pt x="5093" y="5243"/>
                  </a:cubicBezTo>
                  <a:cubicBezTo>
                    <a:pt x="5093" y="5243"/>
                    <a:pt x="5093" y="5228"/>
                    <a:pt x="5093" y="5228"/>
                  </a:cubicBezTo>
                  <a:cubicBezTo>
                    <a:pt x="5108" y="5228"/>
                    <a:pt x="5108" y="5228"/>
                    <a:pt x="5108" y="5213"/>
                  </a:cubicBezTo>
                  <a:lnTo>
                    <a:pt x="5123" y="5213"/>
                  </a:lnTo>
                  <a:cubicBezTo>
                    <a:pt x="5123" y="5198"/>
                    <a:pt x="5123" y="5198"/>
                    <a:pt x="5123" y="5198"/>
                  </a:cubicBezTo>
                  <a:cubicBezTo>
                    <a:pt x="5123" y="5193"/>
                    <a:pt x="5123" y="5192"/>
                    <a:pt x="5124" y="5192"/>
                  </a:cubicBezTo>
                  <a:cubicBezTo>
                    <a:pt x="5125" y="5192"/>
                    <a:pt x="5128" y="5198"/>
                    <a:pt x="5138" y="5198"/>
                  </a:cubicBezTo>
                  <a:cubicBezTo>
                    <a:pt x="5138" y="5213"/>
                    <a:pt x="5138" y="5213"/>
                    <a:pt x="5153" y="5213"/>
                  </a:cubicBezTo>
                  <a:cubicBezTo>
                    <a:pt x="5153" y="5228"/>
                    <a:pt x="5168" y="5228"/>
                    <a:pt x="5168" y="5228"/>
                  </a:cubicBezTo>
                  <a:cubicBezTo>
                    <a:pt x="5183" y="5228"/>
                    <a:pt x="5183" y="5213"/>
                    <a:pt x="5183" y="5213"/>
                  </a:cubicBezTo>
                  <a:cubicBezTo>
                    <a:pt x="5183" y="5198"/>
                    <a:pt x="5183" y="5183"/>
                    <a:pt x="5183" y="5169"/>
                  </a:cubicBezTo>
                  <a:lnTo>
                    <a:pt x="5168" y="5169"/>
                  </a:lnTo>
                  <a:cubicBezTo>
                    <a:pt x="5168" y="5169"/>
                    <a:pt x="5168" y="5169"/>
                    <a:pt x="5168" y="5154"/>
                  </a:cubicBezTo>
                  <a:cubicBezTo>
                    <a:pt x="5168" y="5139"/>
                    <a:pt x="5183" y="5124"/>
                    <a:pt x="5183" y="5109"/>
                  </a:cubicBezTo>
                  <a:cubicBezTo>
                    <a:pt x="5168" y="5094"/>
                    <a:pt x="5183" y="5079"/>
                    <a:pt x="5183" y="5079"/>
                  </a:cubicBezTo>
                  <a:cubicBezTo>
                    <a:pt x="5198" y="5064"/>
                    <a:pt x="5213" y="5049"/>
                    <a:pt x="5228" y="5034"/>
                  </a:cubicBezTo>
                  <a:cubicBezTo>
                    <a:pt x="5228" y="5034"/>
                    <a:pt x="5243" y="5019"/>
                    <a:pt x="5243" y="5019"/>
                  </a:cubicBezTo>
                  <a:cubicBezTo>
                    <a:pt x="5243" y="5004"/>
                    <a:pt x="5243" y="4989"/>
                    <a:pt x="5258" y="4974"/>
                  </a:cubicBezTo>
                  <a:cubicBezTo>
                    <a:pt x="5258" y="4959"/>
                    <a:pt x="5258" y="4944"/>
                    <a:pt x="5243" y="4944"/>
                  </a:cubicBezTo>
                  <a:lnTo>
                    <a:pt x="5258" y="4944"/>
                  </a:lnTo>
                  <a:cubicBezTo>
                    <a:pt x="5268" y="4955"/>
                    <a:pt x="5271" y="4966"/>
                    <a:pt x="5278" y="4966"/>
                  </a:cubicBezTo>
                  <a:cubicBezTo>
                    <a:pt x="5280" y="4966"/>
                    <a:pt x="5283" y="4964"/>
                    <a:pt x="5288" y="4959"/>
                  </a:cubicBezTo>
                  <a:cubicBezTo>
                    <a:pt x="5302" y="4959"/>
                    <a:pt x="5302" y="4944"/>
                    <a:pt x="5288" y="4930"/>
                  </a:cubicBezTo>
                  <a:cubicBezTo>
                    <a:pt x="5288" y="4930"/>
                    <a:pt x="5288" y="4915"/>
                    <a:pt x="5288" y="4915"/>
                  </a:cubicBezTo>
                  <a:cubicBezTo>
                    <a:pt x="5288" y="4900"/>
                    <a:pt x="5280" y="4896"/>
                    <a:pt x="5271" y="4896"/>
                  </a:cubicBezTo>
                  <a:cubicBezTo>
                    <a:pt x="5261" y="4896"/>
                    <a:pt x="5250" y="4900"/>
                    <a:pt x="5243" y="4900"/>
                  </a:cubicBezTo>
                  <a:cubicBezTo>
                    <a:pt x="5253" y="4900"/>
                    <a:pt x="5263" y="4893"/>
                    <a:pt x="5273" y="4893"/>
                  </a:cubicBezTo>
                  <a:cubicBezTo>
                    <a:pt x="5278" y="4893"/>
                    <a:pt x="5283" y="4895"/>
                    <a:pt x="5288" y="4900"/>
                  </a:cubicBezTo>
                  <a:cubicBezTo>
                    <a:pt x="5302" y="4915"/>
                    <a:pt x="5302" y="4915"/>
                    <a:pt x="5302" y="4930"/>
                  </a:cubicBezTo>
                  <a:cubicBezTo>
                    <a:pt x="5312" y="4930"/>
                    <a:pt x="5322" y="4936"/>
                    <a:pt x="5332" y="4936"/>
                  </a:cubicBezTo>
                  <a:cubicBezTo>
                    <a:pt x="5337" y="4936"/>
                    <a:pt x="5342" y="4935"/>
                    <a:pt x="5347" y="4930"/>
                  </a:cubicBezTo>
                  <a:cubicBezTo>
                    <a:pt x="5362" y="4915"/>
                    <a:pt x="5347" y="4900"/>
                    <a:pt x="5332" y="4900"/>
                  </a:cubicBezTo>
                  <a:cubicBezTo>
                    <a:pt x="5317" y="4900"/>
                    <a:pt x="5317" y="4885"/>
                    <a:pt x="5317" y="4885"/>
                  </a:cubicBezTo>
                  <a:cubicBezTo>
                    <a:pt x="5302" y="4855"/>
                    <a:pt x="5273" y="4840"/>
                    <a:pt x="5258" y="4825"/>
                  </a:cubicBezTo>
                  <a:lnTo>
                    <a:pt x="5243" y="4810"/>
                  </a:lnTo>
                  <a:lnTo>
                    <a:pt x="5288" y="4765"/>
                  </a:lnTo>
                  <a:cubicBezTo>
                    <a:pt x="5302" y="4765"/>
                    <a:pt x="5317" y="4765"/>
                    <a:pt x="5332" y="4750"/>
                  </a:cubicBezTo>
                  <a:cubicBezTo>
                    <a:pt x="5332" y="4735"/>
                    <a:pt x="5332" y="4735"/>
                    <a:pt x="5332" y="4735"/>
                  </a:cubicBezTo>
                  <a:cubicBezTo>
                    <a:pt x="5332" y="4720"/>
                    <a:pt x="5317" y="4720"/>
                    <a:pt x="5317" y="4705"/>
                  </a:cubicBezTo>
                  <a:lnTo>
                    <a:pt x="5332" y="4691"/>
                  </a:lnTo>
                  <a:cubicBezTo>
                    <a:pt x="5347" y="4705"/>
                    <a:pt x="5347" y="4720"/>
                    <a:pt x="5362" y="4750"/>
                  </a:cubicBezTo>
                  <a:cubicBezTo>
                    <a:pt x="5377" y="4765"/>
                    <a:pt x="5392" y="4795"/>
                    <a:pt x="5407" y="4810"/>
                  </a:cubicBezTo>
                  <a:cubicBezTo>
                    <a:pt x="5437" y="4810"/>
                    <a:pt x="5452" y="4795"/>
                    <a:pt x="5467" y="4780"/>
                  </a:cubicBezTo>
                  <a:cubicBezTo>
                    <a:pt x="5467" y="4780"/>
                    <a:pt x="5467" y="4765"/>
                    <a:pt x="5482" y="4765"/>
                  </a:cubicBezTo>
                  <a:cubicBezTo>
                    <a:pt x="5482" y="4765"/>
                    <a:pt x="5482" y="4772"/>
                    <a:pt x="5486" y="4772"/>
                  </a:cubicBezTo>
                  <a:cubicBezTo>
                    <a:pt x="5488" y="4772"/>
                    <a:pt x="5492" y="4770"/>
                    <a:pt x="5497" y="4765"/>
                  </a:cubicBezTo>
                  <a:cubicBezTo>
                    <a:pt x="5500" y="4765"/>
                    <a:pt x="5503" y="4765"/>
                    <a:pt x="5505" y="4763"/>
                  </a:cubicBezTo>
                  <a:lnTo>
                    <a:pt x="5505" y="4763"/>
                  </a:lnTo>
                  <a:cubicBezTo>
                    <a:pt x="5505" y="4769"/>
                    <a:pt x="5507" y="4776"/>
                    <a:pt x="5512" y="4780"/>
                  </a:cubicBezTo>
                  <a:cubicBezTo>
                    <a:pt x="5527" y="4765"/>
                    <a:pt x="5527" y="4765"/>
                    <a:pt x="5527" y="4765"/>
                  </a:cubicBezTo>
                  <a:cubicBezTo>
                    <a:pt x="5527" y="4750"/>
                    <a:pt x="5527" y="4735"/>
                    <a:pt x="5527" y="4720"/>
                  </a:cubicBezTo>
                  <a:cubicBezTo>
                    <a:pt x="5527" y="4720"/>
                    <a:pt x="5527" y="4720"/>
                    <a:pt x="5527" y="4705"/>
                  </a:cubicBezTo>
                  <a:cubicBezTo>
                    <a:pt x="5527" y="4705"/>
                    <a:pt x="5541" y="4691"/>
                    <a:pt x="5541" y="4676"/>
                  </a:cubicBezTo>
                  <a:cubicBezTo>
                    <a:pt x="5556" y="4676"/>
                    <a:pt x="5556" y="4661"/>
                    <a:pt x="5556" y="4646"/>
                  </a:cubicBezTo>
                  <a:cubicBezTo>
                    <a:pt x="5564" y="4638"/>
                    <a:pt x="5571" y="4638"/>
                    <a:pt x="5577" y="4638"/>
                  </a:cubicBezTo>
                  <a:cubicBezTo>
                    <a:pt x="5583" y="4638"/>
                    <a:pt x="5586" y="4638"/>
                    <a:pt x="5586" y="4631"/>
                  </a:cubicBezTo>
                  <a:cubicBezTo>
                    <a:pt x="5586" y="4616"/>
                    <a:pt x="5601" y="4616"/>
                    <a:pt x="5601" y="4601"/>
                  </a:cubicBezTo>
                  <a:cubicBezTo>
                    <a:pt x="5601" y="4590"/>
                    <a:pt x="5601" y="4580"/>
                    <a:pt x="5612" y="4580"/>
                  </a:cubicBezTo>
                  <a:cubicBezTo>
                    <a:pt x="5616" y="4580"/>
                    <a:pt x="5622" y="4582"/>
                    <a:pt x="5631" y="4586"/>
                  </a:cubicBezTo>
                  <a:cubicBezTo>
                    <a:pt x="5631" y="4586"/>
                    <a:pt x="5646" y="4586"/>
                    <a:pt x="5646" y="4571"/>
                  </a:cubicBezTo>
                  <a:lnTo>
                    <a:pt x="5661" y="4571"/>
                  </a:lnTo>
                  <a:cubicBezTo>
                    <a:pt x="5646" y="4541"/>
                    <a:pt x="5661" y="4541"/>
                    <a:pt x="5676" y="4526"/>
                  </a:cubicBezTo>
                  <a:cubicBezTo>
                    <a:pt x="5676" y="4526"/>
                    <a:pt x="5676" y="4526"/>
                    <a:pt x="5676" y="4511"/>
                  </a:cubicBezTo>
                  <a:cubicBezTo>
                    <a:pt x="5691" y="4496"/>
                    <a:pt x="5691" y="4496"/>
                    <a:pt x="5691" y="4496"/>
                  </a:cubicBezTo>
                  <a:cubicBezTo>
                    <a:pt x="5676" y="4481"/>
                    <a:pt x="5676" y="4467"/>
                    <a:pt x="5661" y="4452"/>
                  </a:cubicBezTo>
                  <a:cubicBezTo>
                    <a:pt x="5599" y="4402"/>
                    <a:pt x="5702" y="4218"/>
                    <a:pt x="5851" y="4218"/>
                  </a:cubicBezTo>
                  <a:cubicBezTo>
                    <a:pt x="5881" y="4218"/>
                    <a:pt x="5912" y="4225"/>
                    <a:pt x="5945" y="4242"/>
                  </a:cubicBezTo>
                  <a:cubicBezTo>
                    <a:pt x="5960" y="4242"/>
                    <a:pt x="5960" y="4242"/>
                    <a:pt x="5975" y="4228"/>
                  </a:cubicBezTo>
                  <a:cubicBezTo>
                    <a:pt x="5975" y="4228"/>
                    <a:pt x="5975" y="4213"/>
                    <a:pt x="5990" y="4213"/>
                  </a:cubicBezTo>
                  <a:lnTo>
                    <a:pt x="6004" y="4213"/>
                  </a:lnTo>
                  <a:cubicBezTo>
                    <a:pt x="6019" y="4198"/>
                    <a:pt x="6019" y="4198"/>
                    <a:pt x="6019" y="4198"/>
                  </a:cubicBezTo>
                  <a:cubicBezTo>
                    <a:pt x="6019" y="4183"/>
                    <a:pt x="6019" y="4168"/>
                    <a:pt x="6004" y="4153"/>
                  </a:cubicBezTo>
                  <a:cubicBezTo>
                    <a:pt x="6004" y="4142"/>
                    <a:pt x="6004" y="4132"/>
                    <a:pt x="5999" y="4132"/>
                  </a:cubicBezTo>
                  <a:cubicBezTo>
                    <a:pt x="5997" y="4132"/>
                    <a:pt x="5994" y="4134"/>
                    <a:pt x="5990" y="4138"/>
                  </a:cubicBezTo>
                  <a:cubicBezTo>
                    <a:pt x="6004" y="4123"/>
                    <a:pt x="6004" y="4123"/>
                    <a:pt x="5990" y="4108"/>
                  </a:cubicBezTo>
                  <a:cubicBezTo>
                    <a:pt x="6004" y="4093"/>
                    <a:pt x="6004" y="4093"/>
                    <a:pt x="6004" y="4078"/>
                  </a:cubicBezTo>
                  <a:cubicBezTo>
                    <a:pt x="5992" y="4041"/>
                    <a:pt x="6000" y="4015"/>
                    <a:pt x="6028" y="4015"/>
                  </a:cubicBezTo>
                  <a:cubicBezTo>
                    <a:pt x="6034" y="4015"/>
                    <a:pt x="6041" y="4016"/>
                    <a:pt x="6049" y="4018"/>
                  </a:cubicBezTo>
                  <a:cubicBezTo>
                    <a:pt x="6064" y="4018"/>
                    <a:pt x="6064" y="4033"/>
                    <a:pt x="6064" y="4033"/>
                  </a:cubicBezTo>
                  <a:cubicBezTo>
                    <a:pt x="6064" y="4048"/>
                    <a:pt x="6079" y="4048"/>
                    <a:pt x="6079" y="4048"/>
                  </a:cubicBezTo>
                  <a:cubicBezTo>
                    <a:pt x="6086" y="4048"/>
                    <a:pt x="6091" y="4047"/>
                    <a:pt x="6094" y="4046"/>
                  </a:cubicBezTo>
                  <a:lnTo>
                    <a:pt x="6094" y="4046"/>
                  </a:lnTo>
                  <a:cubicBezTo>
                    <a:pt x="6094" y="4048"/>
                    <a:pt x="6094" y="4048"/>
                    <a:pt x="6094" y="4048"/>
                  </a:cubicBezTo>
                  <a:cubicBezTo>
                    <a:pt x="6094" y="4063"/>
                    <a:pt x="6094" y="4063"/>
                    <a:pt x="6109" y="4063"/>
                  </a:cubicBezTo>
                  <a:lnTo>
                    <a:pt x="6124" y="4063"/>
                  </a:lnTo>
                  <a:cubicBezTo>
                    <a:pt x="6124" y="4078"/>
                    <a:pt x="6124" y="4078"/>
                    <a:pt x="6139" y="4093"/>
                  </a:cubicBezTo>
                  <a:cubicBezTo>
                    <a:pt x="6139" y="4093"/>
                    <a:pt x="6139" y="4123"/>
                    <a:pt x="6154" y="4123"/>
                  </a:cubicBezTo>
                  <a:cubicBezTo>
                    <a:pt x="6169" y="4123"/>
                    <a:pt x="6169" y="4108"/>
                    <a:pt x="6184" y="4093"/>
                  </a:cubicBezTo>
                  <a:cubicBezTo>
                    <a:pt x="6184" y="4093"/>
                    <a:pt x="6184" y="4078"/>
                    <a:pt x="6184" y="4078"/>
                  </a:cubicBezTo>
                  <a:cubicBezTo>
                    <a:pt x="6184" y="4063"/>
                    <a:pt x="6169" y="4063"/>
                    <a:pt x="6169" y="4063"/>
                  </a:cubicBezTo>
                  <a:cubicBezTo>
                    <a:pt x="6176" y="4048"/>
                    <a:pt x="6180" y="4045"/>
                    <a:pt x="6184" y="4045"/>
                  </a:cubicBezTo>
                  <a:cubicBezTo>
                    <a:pt x="6187" y="4045"/>
                    <a:pt x="6191" y="4048"/>
                    <a:pt x="6199" y="4048"/>
                  </a:cubicBezTo>
                  <a:lnTo>
                    <a:pt x="6214" y="4048"/>
                  </a:lnTo>
                  <a:cubicBezTo>
                    <a:pt x="6214" y="4018"/>
                    <a:pt x="6229" y="4004"/>
                    <a:pt x="6243" y="3974"/>
                  </a:cubicBezTo>
                  <a:cubicBezTo>
                    <a:pt x="6243" y="3959"/>
                    <a:pt x="6288" y="3944"/>
                    <a:pt x="6288" y="3929"/>
                  </a:cubicBezTo>
                  <a:cubicBezTo>
                    <a:pt x="6303" y="3914"/>
                    <a:pt x="6303" y="3914"/>
                    <a:pt x="6303" y="3899"/>
                  </a:cubicBezTo>
                  <a:cubicBezTo>
                    <a:pt x="6318" y="3899"/>
                    <a:pt x="6318" y="3899"/>
                    <a:pt x="6318" y="3884"/>
                  </a:cubicBezTo>
                  <a:cubicBezTo>
                    <a:pt x="6318" y="3884"/>
                    <a:pt x="6333" y="3869"/>
                    <a:pt x="6333" y="3869"/>
                  </a:cubicBezTo>
                  <a:lnTo>
                    <a:pt x="6318" y="3869"/>
                  </a:lnTo>
                  <a:cubicBezTo>
                    <a:pt x="6318" y="3854"/>
                    <a:pt x="6318" y="3854"/>
                    <a:pt x="6318" y="3854"/>
                  </a:cubicBezTo>
                  <a:lnTo>
                    <a:pt x="6303" y="3854"/>
                  </a:lnTo>
                  <a:cubicBezTo>
                    <a:pt x="6303" y="3839"/>
                    <a:pt x="6303" y="3824"/>
                    <a:pt x="6303" y="3824"/>
                  </a:cubicBezTo>
                  <a:cubicBezTo>
                    <a:pt x="6318" y="3809"/>
                    <a:pt x="6303" y="3809"/>
                    <a:pt x="6303" y="3809"/>
                  </a:cubicBezTo>
                  <a:cubicBezTo>
                    <a:pt x="6288" y="3794"/>
                    <a:pt x="6273" y="3779"/>
                    <a:pt x="6303" y="3765"/>
                  </a:cubicBezTo>
                  <a:cubicBezTo>
                    <a:pt x="6303" y="3750"/>
                    <a:pt x="6303" y="3735"/>
                    <a:pt x="6318" y="3720"/>
                  </a:cubicBezTo>
                  <a:cubicBezTo>
                    <a:pt x="6318" y="3690"/>
                    <a:pt x="6303" y="3660"/>
                    <a:pt x="6333" y="3645"/>
                  </a:cubicBezTo>
                  <a:cubicBezTo>
                    <a:pt x="6333" y="3645"/>
                    <a:pt x="6348" y="3645"/>
                    <a:pt x="6348" y="3630"/>
                  </a:cubicBezTo>
                  <a:cubicBezTo>
                    <a:pt x="6363" y="3615"/>
                    <a:pt x="6363" y="3600"/>
                    <a:pt x="6378" y="3585"/>
                  </a:cubicBezTo>
                  <a:cubicBezTo>
                    <a:pt x="6400" y="3552"/>
                    <a:pt x="6423" y="3535"/>
                    <a:pt x="6458" y="3535"/>
                  </a:cubicBezTo>
                  <a:cubicBezTo>
                    <a:pt x="6469" y="3535"/>
                    <a:pt x="6482" y="3537"/>
                    <a:pt x="6497" y="3540"/>
                  </a:cubicBezTo>
                  <a:cubicBezTo>
                    <a:pt x="6518" y="3551"/>
                    <a:pt x="6540" y="3562"/>
                    <a:pt x="6561" y="3562"/>
                  </a:cubicBezTo>
                  <a:cubicBezTo>
                    <a:pt x="6569" y="3562"/>
                    <a:pt x="6578" y="3560"/>
                    <a:pt x="6587" y="3555"/>
                  </a:cubicBezTo>
                  <a:cubicBezTo>
                    <a:pt x="6602" y="3555"/>
                    <a:pt x="6602" y="3540"/>
                    <a:pt x="6602" y="3540"/>
                  </a:cubicBezTo>
                  <a:cubicBezTo>
                    <a:pt x="6602" y="3526"/>
                    <a:pt x="6617" y="3511"/>
                    <a:pt x="6632" y="3496"/>
                  </a:cubicBezTo>
                  <a:cubicBezTo>
                    <a:pt x="6647" y="3496"/>
                    <a:pt x="6647" y="3496"/>
                    <a:pt x="6662" y="3481"/>
                  </a:cubicBezTo>
                  <a:cubicBezTo>
                    <a:pt x="6662" y="3481"/>
                    <a:pt x="6677" y="3466"/>
                    <a:pt x="6677" y="3466"/>
                  </a:cubicBezTo>
                  <a:cubicBezTo>
                    <a:pt x="6677" y="3451"/>
                    <a:pt x="6677" y="3451"/>
                    <a:pt x="6677" y="3451"/>
                  </a:cubicBezTo>
                  <a:lnTo>
                    <a:pt x="6692" y="3451"/>
                  </a:lnTo>
                  <a:cubicBezTo>
                    <a:pt x="6692" y="3451"/>
                    <a:pt x="6692" y="3466"/>
                    <a:pt x="6692" y="3466"/>
                  </a:cubicBezTo>
                  <a:cubicBezTo>
                    <a:pt x="6706" y="3481"/>
                    <a:pt x="6706" y="3481"/>
                    <a:pt x="6721" y="3496"/>
                  </a:cubicBezTo>
                  <a:cubicBezTo>
                    <a:pt x="6736" y="3481"/>
                    <a:pt x="6721" y="3466"/>
                    <a:pt x="6721" y="3451"/>
                  </a:cubicBezTo>
                  <a:lnTo>
                    <a:pt x="6736" y="3451"/>
                  </a:lnTo>
                  <a:cubicBezTo>
                    <a:pt x="6744" y="3443"/>
                    <a:pt x="6751" y="3443"/>
                    <a:pt x="6759" y="3443"/>
                  </a:cubicBezTo>
                  <a:cubicBezTo>
                    <a:pt x="6766" y="3443"/>
                    <a:pt x="6774" y="3443"/>
                    <a:pt x="6781" y="3436"/>
                  </a:cubicBezTo>
                  <a:cubicBezTo>
                    <a:pt x="6781" y="3421"/>
                    <a:pt x="6781" y="3406"/>
                    <a:pt x="6796" y="3406"/>
                  </a:cubicBezTo>
                  <a:cubicBezTo>
                    <a:pt x="6796" y="3391"/>
                    <a:pt x="6811" y="3391"/>
                    <a:pt x="6811" y="3391"/>
                  </a:cubicBezTo>
                  <a:cubicBezTo>
                    <a:pt x="6826" y="3376"/>
                    <a:pt x="6841" y="3361"/>
                    <a:pt x="6826" y="3346"/>
                  </a:cubicBezTo>
                  <a:cubicBezTo>
                    <a:pt x="6796" y="3346"/>
                    <a:pt x="6796" y="3331"/>
                    <a:pt x="6811" y="3316"/>
                  </a:cubicBezTo>
                  <a:cubicBezTo>
                    <a:pt x="6811" y="3316"/>
                    <a:pt x="6826" y="3302"/>
                    <a:pt x="6826" y="3302"/>
                  </a:cubicBezTo>
                  <a:lnTo>
                    <a:pt x="6841" y="3302"/>
                  </a:lnTo>
                  <a:cubicBezTo>
                    <a:pt x="6856" y="3287"/>
                    <a:pt x="6871" y="3272"/>
                    <a:pt x="6856" y="3257"/>
                  </a:cubicBezTo>
                  <a:cubicBezTo>
                    <a:pt x="6886" y="3257"/>
                    <a:pt x="6871" y="3287"/>
                    <a:pt x="6886" y="3287"/>
                  </a:cubicBezTo>
                  <a:lnTo>
                    <a:pt x="6901" y="3287"/>
                  </a:lnTo>
                  <a:cubicBezTo>
                    <a:pt x="6916" y="3287"/>
                    <a:pt x="6930" y="3272"/>
                    <a:pt x="6930" y="3272"/>
                  </a:cubicBezTo>
                  <a:cubicBezTo>
                    <a:pt x="6930" y="3261"/>
                    <a:pt x="6923" y="3251"/>
                    <a:pt x="6913" y="3251"/>
                  </a:cubicBezTo>
                  <a:cubicBezTo>
                    <a:pt x="6909" y="3251"/>
                    <a:pt x="6905" y="3252"/>
                    <a:pt x="6901" y="3257"/>
                  </a:cubicBezTo>
                  <a:cubicBezTo>
                    <a:pt x="6916" y="3242"/>
                    <a:pt x="6930" y="3227"/>
                    <a:pt x="6930" y="3212"/>
                  </a:cubicBezTo>
                  <a:cubicBezTo>
                    <a:pt x="6930" y="3197"/>
                    <a:pt x="6916" y="3182"/>
                    <a:pt x="6916" y="3152"/>
                  </a:cubicBezTo>
                  <a:cubicBezTo>
                    <a:pt x="6916" y="3137"/>
                    <a:pt x="6901" y="3122"/>
                    <a:pt x="6901" y="3107"/>
                  </a:cubicBezTo>
                  <a:cubicBezTo>
                    <a:pt x="6871" y="3077"/>
                    <a:pt x="6826" y="3048"/>
                    <a:pt x="6796" y="3003"/>
                  </a:cubicBezTo>
                  <a:cubicBezTo>
                    <a:pt x="6751" y="2958"/>
                    <a:pt x="6706" y="2898"/>
                    <a:pt x="6662" y="2839"/>
                  </a:cubicBezTo>
                  <a:cubicBezTo>
                    <a:pt x="6662" y="2794"/>
                    <a:pt x="6662" y="2749"/>
                    <a:pt x="6647" y="2704"/>
                  </a:cubicBezTo>
                  <a:cubicBezTo>
                    <a:pt x="6482" y="2316"/>
                    <a:pt x="6572" y="1778"/>
                    <a:pt x="6945" y="1539"/>
                  </a:cubicBezTo>
                  <a:cubicBezTo>
                    <a:pt x="7199" y="1405"/>
                    <a:pt x="7498" y="1360"/>
                    <a:pt x="7468" y="1270"/>
                  </a:cubicBezTo>
                  <a:cubicBezTo>
                    <a:pt x="7468" y="1270"/>
                    <a:pt x="7483" y="1270"/>
                    <a:pt x="7483" y="1255"/>
                  </a:cubicBezTo>
                  <a:cubicBezTo>
                    <a:pt x="7498" y="1225"/>
                    <a:pt x="7483" y="1225"/>
                    <a:pt x="7453" y="1211"/>
                  </a:cubicBezTo>
                  <a:lnTo>
                    <a:pt x="7438" y="1211"/>
                  </a:lnTo>
                  <a:cubicBezTo>
                    <a:pt x="7169" y="733"/>
                    <a:pt x="6587" y="538"/>
                    <a:pt x="5721" y="255"/>
                  </a:cubicBezTo>
                  <a:lnTo>
                    <a:pt x="5691" y="255"/>
                  </a:lnTo>
                  <a:cubicBezTo>
                    <a:pt x="5676" y="240"/>
                    <a:pt x="5661" y="240"/>
                    <a:pt x="5646" y="240"/>
                  </a:cubicBezTo>
                  <a:cubicBezTo>
                    <a:pt x="5616" y="210"/>
                    <a:pt x="5571" y="210"/>
                    <a:pt x="5541" y="195"/>
                  </a:cubicBezTo>
                  <a:cubicBezTo>
                    <a:pt x="5527" y="180"/>
                    <a:pt x="5527" y="180"/>
                    <a:pt x="5527" y="180"/>
                  </a:cubicBezTo>
                  <a:lnTo>
                    <a:pt x="5497" y="180"/>
                  </a:lnTo>
                  <a:cubicBezTo>
                    <a:pt x="5422" y="135"/>
                    <a:pt x="5362" y="120"/>
                    <a:pt x="5288" y="90"/>
                  </a:cubicBezTo>
                  <a:cubicBezTo>
                    <a:pt x="5198" y="75"/>
                    <a:pt x="5108" y="31"/>
                    <a:pt x="5019" y="31"/>
                  </a:cubicBezTo>
                  <a:lnTo>
                    <a:pt x="5004" y="31"/>
                  </a:lnTo>
                  <a:cubicBezTo>
                    <a:pt x="5004" y="31"/>
                    <a:pt x="4989" y="31"/>
                    <a:pt x="4989" y="16"/>
                  </a:cubicBezTo>
                  <a:lnTo>
                    <a:pt x="4944" y="16"/>
                  </a:lnTo>
                  <a:cubicBezTo>
                    <a:pt x="4939" y="21"/>
                    <a:pt x="4932" y="22"/>
                    <a:pt x="4925" y="22"/>
                  </a:cubicBezTo>
                  <a:cubicBezTo>
                    <a:pt x="4911" y="22"/>
                    <a:pt x="4894" y="16"/>
                    <a:pt x="4884" y="16"/>
                  </a:cubicBezTo>
                  <a:lnTo>
                    <a:pt x="4869" y="16"/>
                  </a:lnTo>
                  <a:cubicBezTo>
                    <a:pt x="4765" y="1"/>
                    <a:pt x="4675" y="1"/>
                    <a:pt x="4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6"/>
            <p:cNvSpPr/>
            <p:nvPr/>
          </p:nvSpPr>
          <p:spPr>
            <a:xfrm rot="-2700000">
              <a:off x="6025930" y="3752035"/>
              <a:ext cx="948379" cy="2278276"/>
            </a:xfrm>
            <a:custGeom>
              <a:avLst/>
              <a:gdLst/>
              <a:ahLst/>
              <a:cxnLst/>
              <a:rect l="l" t="t" r="r" b="b"/>
              <a:pathLst>
                <a:path w="3601" h="6961" extrusionOk="0">
                  <a:moveTo>
                    <a:pt x="1912" y="2300"/>
                  </a:moveTo>
                  <a:cubicBezTo>
                    <a:pt x="1957" y="2330"/>
                    <a:pt x="2002" y="2330"/>
                    <a:pt x="2047" y="2330"/>
                  </a:cubicBezTo>
                  <a:cubicBezTo>
                    <a:pt x="2144" y="2338"/>
                    <a:pt x="2241" y="2341"/>
                    <a:pt x="2338" y="2341"/>
                  </a:cubicBezTo>
                  <a:cubicBezTo>
                    <a:pt x="2435" y="2341"/>
                    <a:pt x="2532" y="2338"/>
                    <a:pt x="2629" y="2330"/>
                  </a:cubicBezTo>
                  <a:cubicBezTo>
                    <a:pt x="2689" y="2330"/>
                    <a:pt x="2734" y="2330"/>
                    <a:pt x="2779" y="2300"/>
                  </a:cubicBezTo>
                  <a:lnTo>
                    <a:pt x="2779" y="2300"/>
                  </a:lnTo>
                  <a:cubicBezTo>
                    <a:pt x="2704" y="2405"/>
                    <a:pt x="2719" y="2539"/>
                    <a:pt x="2704" y="2659"/>
                  </a:cubicBezTo>
                  <a:cubicBezTo>
                    <a:pt x="2674" y="2823"/>
                    <a:pt x="2704" y="3002"/>
                    <a:pt x="2540" y="3092"/>
                  </a:cubicBezTo>
                  <a:cubicBezTo>
                    <a:pt x="2525" y="3077"/>
                    <a:pt x="2510" y="3077"/>
                    <a:pt x="2495" y="3077"/>
                  </a:cubicBezTo>
                  <a:cubicBezTo>
                    <a:pt x="2316" y="3047"/>
                    <a:pt x="2121" y="3062"/>
                    <a:pt x="1927" y="3047"/>
                  </a:cubicBezTo>
                  <a:cubicBezTo>
                    <a:pt x="1912" y="3032"/>
                    <a:pt x="1897" y="3017"/>
                    <a:pt x="1868" y="3002"/>
                  </a:cubicBezTo>
                  <a:cubicBezTo>
                    <a:pt x="1868" y="2868"/>
                    <a:pt x="1853" y="2748"/>
                    <a:pt x="1853" y="2614"/>
                  </a:cubicBezTo>
                  <a:cubicBezTo>
                    <a:pt x="1853" y="2599"/>
                    <a:pt x="1853" y="2599"/>
                    <a:pt x="1853" y="2584"/>
                  </a:cubicBezTo>
                  <a:cubicBezTo>
                    <a:pt x="1853" y="2509"/>
                    <a:pt x="1853" y="2420"/>
                    <a:pt x="1853" y="2330"/>
                  </a:cubicBezTo>
                  <a:cubicBezTo>
                    <a:pt x="1853" y="2330"/>
                    <a:pt x="1868" y="2330"/>
                    <a:pt x="1882" y="2315"/>
                  </a:cubicBezTo>
                  <a:lnTo>
                    <a:pt x="1912" y="2300"/>
                  </a:lnTo>
                  <a:close/>
                  <a:moveTo>
                    <a:pt x="1285" y="2326"/>
                  </a:moveTo>
                  <a:cubicBezTo>
                    <a:pt x="1390" y="2326"/>
                    <a:pt x="1494" y="2330"/>
                    <a:pt x="1599" y="2330"/>
                  </a:cubicBezTo>
                  <a:lnTo>
                    <a:pt x="1629" y="2330"/>
                  </a:lnTo>
                  <a:lnTo>
                    <a:pt x="1629" y="3077"/>
                  </a:lnTo>
                  <a:lnTo>
                    <a:pt x="1614" y="3077"/>
                  </a:lnTo>
                  <a:cubicBezTo>
                    <a:pt x="1569" y="3077"/>
                    <a:pt x="1524" y="3092"/>
                    <a:pt x="1479" y="3092"/>
                  </a:cubicBezTo>
                  <a:cubicBezTo>
                    <a:pt x="1390" y="3122"/>
                    <a:pt x="1300" y="3107"/>
                    <a:pt x="1195" y="3122"/>
                  </a:cubicBezTo>
                  <a:cubicBezTo>
                    <a:pt x="1195" y="3137"/>
                    <a:pt x="1180" y="3137"/>
                    <a:pt x="1180" y="3137"/>
                  </a:cubicBezTo>
                  <a:cubicBezTo>
                    <a:pt x="1168" y="3138"/>
                    <a:pt x="1156" y="3138"/>
                    <a:pt x="1145" y="3138"/>
                  </a:cubicBezTo>
                  <a:cubicBezTo>
                    <a:pt x="1024" y="3138"/>
                    <a:pt x="986" y="3067"/>
                    <a:pt x="986" y="2957"/>
                  </a:cubicBezTo>
                  <a:cubicBezTo>
                    <a:pt x="971" y="2748"/>
                    <a:pt x="971" y="2554"/>
                    <a:pt x="956" y="2345"/>
                  </a:cubicBezTo>
                  <a:lnTo>
                    <a:pt x="971" y="2345"/>
                  </a:lnTo>
                  <a:cubicBezTo>
                    <a:pt x="1076" y="2330"/>
                    <a:pt x="1180" y="2326"/>
                    <a:pt x="1285" y="2326"/>
                  </a:cubicBezTo>
                  <a:close/>
                  <a:moveTo>
                    <a:pt x="1001" y="3271"/>
                  </a:moveTo>
                  <a:cubicBezTo>
                    <a:pt x="1016" y="3286"/>
                    <a:pt x="1031" y="3316"/>
                    <a:pt x="1031" y="3331"/>
                  </a:cubicBezTo>
                  <a:cubicBezTo>
                    <a:pt x="1121" y="3346"/>
                    <a:pt x="1210" y="3353"/>
                    <a:pt x="1302" y="3353"/>
                  </a:cubicBezTo>
                  <a:cubicBezTo>
                    <a:pt x="1393" y="3353"/>
                    <a:pt x="1487" y="3346"/>
                    <a:pt x="1584" y="3331"/>
                  </a:cubicBezTo>
                  <a:cubicBezTo>
                    <a:pt x="1584" y="3331"/>
                    <a:pt x="1599" y="3331"/>
                    <a:pt x="1599" y="3316"/>
                  </a:cubicBezTo>
                  <a:lnTo>
                    <a:pt x="1599" y="3316"/>
                  </a:lnTo>
                  <a:cubicBezTo>
                    <a:pt x="1599" y="3555"/>
                    <a:pt x="1643" y="3794"/>
                    <a:pt x="1509" y="4018"/>
                  </a:cubicBezTo>
                  <a:lnTo>
                    <a:pt x="1434" y="4018"/>
                  </a:lnTo>
                  <a:cubicBezTo>
                    <a:pt x="1390" y="4003"/>
                    <a:pt x="1345" y="3995"/>
                    <a:pt x="1298" y="3995"/>
                  </a:cubicBezTo>
                  <a:cubicBezTo>
                    <a:pt x="1251" y="3995"/>
                    <a:pt x="1203" y="4003"/>
                    <a:pt x="1151" y="4018"/>
                  </a:cubicBezTo>
                  <a:cubicBezTo>
                    <a:pt x="1121" y="4003"/>
                    <a:pt x="1091" y="4003"/>
                    <a:pt x="1061" y="4003"/>
                  </a:cubicBezTo>
                  <a:lnTo>
                    <a:pt x="1016" y="4003"/>
                  </a:lnTo>
                  <a:cubicBezTo>
                    <a:pt x="1001" y="4003"/>
                    <a:pt x="1001" y="4003"/>
                    <a:pt x="1001" y="3988"/>
                  </a:cubicBezTo>
                  <a:cubicBezTo>
                    <a:pt x="1031" y="3958"/>
                    <a:pt x="1046" y="3928"/>
                    <a:pt x="1046" y="3883"/>
                  </a:cubicBezTo>
                  <a:cubicBezTo>
                    <a:pt x="1031" y="3749"/>
                    <a:pt x="1061" y="3600"/>
                    <a:pt x="1016" y="3465"/>
                  </a:cubicBezTo>
                  <a:cubicBezTo>
                    <a:pt x="1016" y="3450"/>
                    <a:pt x="1001" y="3435"/>
                    <a:pt x="986" y="3435"/>
                  </a:cubicBezTo>
                  <a:cubicBezTo>
                    <a:pt x="986" y="3390"/>
                    <a:pt x="986" y="3361"/>
                    <a:pt x="986" y="3316"/>
                  </a:cubicBezTo>
                  <a:cubicBezTo>
                    <a:pt x="1001" y="3301"/>
                    <a:pt x="1001" y="3286"/>
                    <a:pt x="1001" y="3271"/>
                  </a:cubicBezTo>
                  <a:close/>
                  <a:moveTo>
                    <a:pt x="2704" y="3346"/>
                  </a:moveTo>
                  <a:cubicBezTo>
                    <a:pt x="2614" y="3570"/>
                    <a:pt x="2629" y="3779"/>
                    <a:pt x="2674" y="4003"/>
                  </a:cubicBezTo>
                  <a:lnTo>
                    <a:pt x="2689" y="4018"/>
                  </a:lnTo>
                  <a:lnTo>
                    <a:pt x="2002" y="4018"/>
                  </a:lnTo>
                  <a:cubicBezTo>
                    <a:pt x="1957" y="4003"/>
                    <a:pt x="1897" y="3988"/>
                    <a:pt x="1853" y="3973"/>
                  </a:cubicBezTo>
                  <a:lnTo>
                    <a:pt x="1853" y="3973"/>
                  </a:lnTo>
                  <a:lnTo>
                    <a:pt x="1897" y="4003"/>
                  </a:lnTo>
                  <a:cubicBezTo>
                    <a:pt x="1882" y="4003"/>
                    <a:pt x="1853" y="4003"/>
                    <a:pt x="1853" y="3973"/>
                  </a:cubicBezTo>
                  <a:lnTo>
                    <a:pt x="1853" y="3973"/>
                  </a:lnTo>
                  <a:cubicBezTo>
                    <a:pt x="1853" y="3973"/>
                    <a:pt x="1853" y="3973"/>
                    <a:pt x="1853" y="3973"/>
                  </a:cubicBezTo>
                  <a:cubicBezTo>
                    <a:pt x="1853" y="3958"/>
                    <a:pt x="1853" y="3958"/>
                    <a:pt x="1838" y="3943"/>
                  </a:cubicBezTo>
                  <a:lnTo>
                    <a:pt x="1778" y="3973"/>
                  </a:lnTo>
                  <a:cubicBezTo>
                    <a:pt x="1789" y="3951"/>
                    <a:pt x="1808" y="3937"/>
                    <a:pt x="1823" y="3937"/>
                  </a:cubicBezTo>
                  <a:cubicBezTo>
                    <a:pt x="1829" y="3937"/>
                    <a:pt x="1834" y="3939"/>
                    <a:pt x="1838" y="3943"/>
                  </a:cubicBezTo>
                  <a:cubicBezTo>
                    <a:pt x="1853" y="3794"/>
                    <a:pt x="1853" y="3629"/>
                    <a:pt x="1868" y="3465"/>
                  </a:cubicBezTo>
                  <a:cubicBezTo>
                    <a:pt x="1853" y="3435"/>
                    <a:pt x="1868" y="3390"/>
                    <a:pt x="1853" y="3361"/>
                  </a:cubicBezTo>
                  <a:cubicBezTo>
                    <a:pt x="1868" y="3353"/>
                    <a:pt x="1882" y="3349"/>
                    <a:pt x="1896" y="3349"/>
                  </a:cubicBezTo>
                  <a:cubicBezTo>
                    <a:pt x="1909" y="3349"/>
                    <a:pt x="1920" y="3353"/>
                    <a:pt x="1927" y="3361"/>
                  </a:cubicBezTo>
                  <a:cubicBezTo>
                    <a:pt x="2054" y="3353"/>
                    <a:pt x="2181" y="3353"/>
                    <a:pt x="2308" y="3353"/>
                  </a:cubicBezTo>
                  <a:cubicBezTo>
                    <a:pt x="2435" y="3353"/>
                    <a:pt x="2562" y="3353"/>
                    <a:pt x="2689" y="3346"/>
                  </a:cubicBezTo>
                  <a:close/>
                  <a:moveTo>
                    <a:pt x="2674" y="4182"/>
                  </a:moveTo>
                  <a:cubicBezTo>
                    <a:pt x="2674" y="4197"/>
                    <a:pt x="2689" y="4197"/>
                    <a:pt x="2689" y="4197"/>
                  </a:cubicBezTo>
                  <a:cubicBezTo>
                    <a:pt x="2689" y="4391"/>
                    <a:pt x="2689" y="4585"/>
                    <a:pt x="2689" y="4780"/>
                  </a:cubicBezTo>
                  <a:cubicBezTo>
                    <a:pt x="2689" y="4794"/>
                    <a:pt x="2674" y="4809"/>
                    <a:pt x="2659" y="4824"/>
                  </a:cubicBezTo>
                  <a:lnTo>
                    <a:pt x="2629" y="4824"/>
                  </a:lnTo>
                  <a:cubicBezTo>
                    <a:pt x="2614" y="4839"/>
                    <a:pt x="2599" y="4839"/>
                    <a:pt x="2584" y="4839"/>
                  </a:cubicBezTo>
                  <a:lnTo>
                    <a:pt x="2570" y="4854"/>
                  </a:lnTo>
                  <a:cubicBezTo>
                    <a:pt x="2486" y="4816"/>
                    <a:pt x="2400" y="4805"/>
                    <a:pt x="2313" y="4805"/>
                  </a:cubicBezTo>
                  <a:cubicBezTo>
                    <a:pt x="2196" y="4805"/>
                    <a:pt x="2077" y="4824"/>
                    <a:pt x="1957" y="4824"/>
                  </a:cubicBezTo>
                  <a:cubicBezTo>
                    <a:pt x="1942" y="4839"/>
                    <a:pt x="1927" y="4839"/>
                    <a:pt x="1912" y="4839"/>
                  </a:cubicBezTo>
                  <a:lnTo>
                    <a:pt x="1882" y="4197"/>
                  </a:lnTo>
                  <a:cubicBezTo>
                    <a:pt x="2121" y="4197"/>
                    <a:pt x="2360" y="4182"/>
                    <a:pt x="2584" y="4182"/>
                  </a:cubicBezTo>
                  <a:close/>
                  <a:moveTo>
                    <a:pt x="1599" y="4182"/>
                  </a:moveTo>
                  <a:lnTo>
                    <a:pt x="1614" y="4197"/>
                  </a:lnTo>
                  <a:cubicBezTo>
                    <a:pt x="1599" y="4212"/>
                    <a:pt x="1599" y="4212"/>
                    <a:pt x="1584" y="4227"/>
                  </a:cubicBezTo>
                  <a:cubicBezTo>
                    <a:pt x="1599" y="4421"/>
                    <a:pt x="1539" y="4630"/>
                    <a:pt x="1614" y="4839"/>
                  </a:cubicBezTo>
                  <a:cubicBezTo>
                    <a:pt x="1569" y="4824"/>
                    <a:pt x="1524" y="4824"/>
                    <a:pt x="1479" y="4824"/>
                  </a:cubicBezTo>
                  <a:cubicBezTo>
                    <a:pt x="1449" y="4824"/>
                    <a:pt x="1419" y="4823"/>
                    <a:pt x="1390" y="4823"/>
                  </a:cubicBezTo>
                  <a:cubicBezTo>
                    <a:pt x="1316" y="4823"/>
                    <a:pt x="1245" y="4831"/>
                    <a:pt x="1180" y="4884"/>
                  </a:cubicBezTo>
                  <a:lnTo>
                    <a:pt x="1151" y="4884"/>
                  </a:lnTo>
                  <a:cubicBezTo>
                    <a:pt x="1106" y="4884"/>
                    <a:pt x="1061" y="4869"/>
                    <a:pt x="1016" y="4854"/>
                  </a:cubicBezTo>
                  <a:cubicBezTo>
                    <a:pt x="1016" y="4765"/>
                    <a:pt x="1001" y="4660"/>
                    <a:pt x="986" y="4555"/>
                  </a:cubicBezTo>
                  <a:cubicBezTo>
                    <a:pt x="956" y="4526"/>
                    <a:pt x="971" y="4496"/>
                    <a:pt x="986" y="4481"/>
                  </a:cubicBezTo>
                  <a:lnTo>
                    <a:pt x="986" y="4555"/>
                  </a:lnTo>
                  <a:cubicBezTo>
                    <a:pt x="986" y="4541"/>
                    <a:pt x="1001" y="4511"/>
                    <a:pt x="1001" y="4481"/>
                  </a:cubicBezTo>
                  <a:lnTo>
                    <a:pt x="1001" y="4391"/>
                  </a:lnTo>
                  <a:lnTo>
                    <a:pt x="1001" y="4361"/>
                  </a:lnTo>
                  <a:cubicBezTo>
                    <a:pt x="1001" y="4317"/>
                    <a:pt x="1001" y="4257"/>
                    <a:pt x="986" y="4212"/>
                  </a:cubicBezTo>
                  <a:cubicBezTo>
                    <a:pt x="1001" y="4197"/>
                    <a:pt x="1001" y="4197"/>
                    <a:pt x="1001" y="4197"/>
                  </a:cubicBezTo>
                  <a:lnTo>
                    <a:pt x="1121" y="4197"/>
                  </a:lnTo>
                  <a:cubicBezTo>
                    <a:pt x="1147" y="4206"/>
                    <a:pt x="1168" y="4214"/>
                    <a:pt x="1186" y="4214"/>
                  </a:cubicBezTo>
                  <a:cubicBezTo>
                    <a:pt x="1200" y="4214"/>
                    <a:pt x="1213" y="4210"/>
                    <a:pt x="1225" y="4197"/>
                  </a:cubicBezTo>
                  <a:cubicBezTo>
                    <a:pt x="1360" y="4197"/>
                    <a:pt x="1479" y="4197"/>
                    <a:pt x="1599" y="4182"/>
                  </a:cubicBezTo>
                  <a:close/>
                  <a:moveTo>
                    <a:pt x="2062" y="6348"/>
                  </a:moveTo>
                  <a:cubicBezTo>
                    <a:pt x="2047" y="6348"/>
                    <a:pt x="2036" y="6352"/>
                    <a:pt x="2024" y="6355"/>
                  </a:cubicBezTo>
                  <a:lnTo>
                    <a:pt x="2024" y="6355"/>
                  </a:lnTo>
                  <a:lnTo>
                    <a:pt x="2062" y="6348"/>
                  </a:lnTo>
                  <a:close/>
                  <a:moveTo>
                    <a:pt x="2024" y="6355"/>
                  </a:moveTo>
                  <a:lnTo>
                    <a:pt x="1987" y="6363"/>
                  </a:lnTo>
                  <a:cubicBezTo>
                    <a:pt x="2002" y="6363"/>
                    <a:pt x="2013" y="6359"/>
                    <a:pt x="2024" y="6355"/>
                  </a:cubicBezTo>
                  <a:close/>
                  <a:moveTo>
                    <a:pt x="792" y="0"/>
                  </a:moveTo>
                  <a:cubicBezTo>
                    <a:pt x="732" y="269"/>
                    <a:pt x="703" y="523"/>
                    <a:pt x="688" y="792"/>
                  </a:cubicBezTo>
                  <a:cubicBezTo>
                    <a:pt x="673" y="1225"/>
                    <a:pt x="658" y="1673"/>
                    <a:pt x="643" y="2106"/>
                  </a:cubicBezTo>
                  <a:cubicBezTo>
                    <a:pt x="523" y="2106"/>
                    <a:pt x="419" y="2106"/>
                    <a:pt x="299" y="2091"/>
                  </a:cubicBezTo>
                  <a:cubicBezTo>
                    <a:pt x="282" y="2074"/>
                    <a:pt x="254" y="2066"/>
                    <a:pt x="225" y="2066"/>
                  </a:cubicBezTo>
                  <a:cubicBezTo>
                    <a:pt x="205" y="2066"/>
                    <a:pt x="183" y="2070"/>
                    <a:pt x="165" y="2076"/>
                  </a:cubicBezTo>
                  <a:cubicBezTo>
                    <a:pt x="135" y="2091"/>
                    <a:pt x="105" y="2106"/>
                    <a:pt x="90" y="2136"/>
                  </a:cubicBezTo>
                  <a:lnTo>
                    <a:pt x="30" y="2136"/>
                  </a:lnTo>
                  <a:cubicBezTo>
                    <a:pt x="16" y="2151"/>
                    <a:pt x="16" y="2166"/>
                    <a:pt x="16" y="2181"/>
                  </a:cubicBezTo>
                  <a:cubicBezTo>
                    <a:pt x="16" y="2196"/>
                    <a:pt x="1" y="2225"/>
                    <a:pt x="1" y="2240"/>
                  </a:cubicBezTo>
                  <a:cubicBezTo>
                    <a:pt x="1" y="2255"/>
                    <a:pt x="1" y="2255"/>
                    <a:pt x="1" y="2270"/>
                  </a:cubicBezTo>
                  <a:cubicBezTo>
                    <a:pt x="105" y="2270"/>
                    <a:pt x="210" y="2270"/>
                    <a:pt x="314" y="2285"/>
                  </a:cubicBezTo>
                  <a:cubicBezTo>
                    <a:pt x="344" y="2270"/>
                    <a:pt x="374" y="2270"/>
                    <a:pt x="404" y="2270"/>
                  </a:cubicBezTo>
                  <a:cubicBezTo>
                    <a:pt x="479" y="2270"/>
                    <a:pt x="553" y="2285"/>
                    <a:pt x="628" y="2300"/>
                  </a:cubicBezTo>
                  <a:cubicBezTo>
                    <a:pt x="658" y="2330"/>
                    <a:pt x="658" y="2390"/>
                    <a:pt x="658" y="2464"/>
                  </a:cubicBezTo>
                  <a:cubicBezTo>
                    <a:pt x="643" y="2599"/>
                    <a:pt x="643" y="2748"/>
                    <a:pt x="628" y="2883"/>
                  </a:cubicBezTo>
                  <a:cubicBezTo>
                    <a:pt x="628" y="2972"/>
                    <a:pt x="613" y="3062"/>
                    <a:pt x="598" y="3152"/>
                  </a:cubicBezTo>
                  <a:lnTo>
                    <a:pt x="269" y="3166"/>
                  </a:lnTo>
                  <a:cubicBezTo>
                    <a:pt x="254" y="3166"/>
                    <a:pt x="254" y="3166"/>
                    <a:pt x="240" y="3152"/>
                  </a:cubicBezTo>
                  <a:cubicBezTo>
                    <a:pt x="195" y="3181"/>
                    <a:pt x="150" y="3211"/>
                    <a:pt x="120" y="3241"/>
                  </a:cubicBezTo>
                  <a:cubicBezTo>
                    <a:pt x="165" y="3241"/>
                    <a:pt x="210" y="3256"/>
                    <a:pt x="254" y="3271"/>
                  </a:cubicBezTo>
                  <a:lnTo>
                    <a:pt x="434" y="3271"/>
                  </a:lnTo>
                  <a:cubicBezTo>
                    <a:pt x="459" y="3284"/>
                    <a:pt x="484" y="3288"/>
                    <a:pt x="509" y="3288"/>
                  </a:cubicBezTo>
                  <a:cubicBezTo>
                    <a:pt x="544" y="3288"/>
                    <a:pt x="578" y="3280"/>
                    <a:pt x="613" y="3271"/>
                  </a:cubicBezTo>
                  <a:lnTo>
                    <a:pt x="613" y="3286"/>
                  </a:lnTo>
                  <a:cubicBezTo>
                    <a:pt x="613" y="3286"/>
                    <a:pt x="628" y="3286"/>
                    <a:pt x="628" y="3301"/>
                  </a:cubicBezTo>
                  <a:cubicBezTo>
                    <a:pt x="583" y="3435"/>
                    <a:pt x="658" y="3570"/>
                    <a:pt x="613" y="3704"/>
                  </a:cubicBezTo>
                  <a:cubicBezTo>
                    <a:pt x="598" y="3809"/>
                    <a:pt x="717" y="3958"/>
                    <a:pt x="538" y="4003"/>
                  </a:cubicBezTo>
                  <a:cubicBezTo>
                    <a:pt x="523" y="4003"/>
                    <a:pt x="523" y="4003"/>
                    <a:pt x="508" y="4018"/>
                  </a:cubicBezTo>
                  <a:cubicBezTo>
                    <a:pt x="471" y="4033"/>
                    <a:pt x="434" y="4036"/>
                    <a:pt x="394" y="4036"/>
                  </a:cubicBezTo>
                  <a:cubicBezTo>
                    <a:pt x="355" y="4036"/>
                    <a:pt x="314" y="4033"/>
                    <a:pt x="269" y="4033"/>
                  </a:cubicBezTo>
                  <a:cubicBezTo>
                    <a:pt x="210" y="4033"/>
                    <a:pt x="150" y="4033"/>
                    <a:pt x="105" y="4048"/>
                  </a:cubicBezTo>
                  <a:cubicBezTo>
                    <a:pt x="45" y="4167"/>
                    <a:pt x="180" y="4107"/>
                    <a:pt x="195" y="4152"/>
                  </a:cubicBezTo>
                  <a:lnTo>
                    <a:pt x="449" y="4182"/>
                  </a:lnTo>
                  <a:cubicBezTo>
                    <a:pt x="471" y="4197"/>
                    <a:pt x="493" y="4201"/>
                    <a:pt x="518" y="4201"/>
                  </a:cubicBezTo>
                  <a:cubicBezTo>
                    <a:pt x="542" y="4201"/>
                    <a:pt x="568" y="4197"/>
                    <a:pt x="598" y="4197"/>
                  </a:cubicBezTo>
                  <a:lnTo>
                    <a:pt x="613" y="4197"/>
                  </a:lnTo>
                  <a:cubicBezTo>
                    <a:pt x="613" y="4212"/>
                    <a:pt x="613" y="4212"/>
                    <a:pt x="613" y="4227"/>
                  </a:cubicBezTo>
                  <a:cubicBezTo>
                    <a:pt x="613" y="4257"/>
                    <a:pt x="628" y="4302"/>
                    <a:pt x="628" y="4331"/>
                  </a:cubicBezTo>
                  <a:cubicBezTo>
                    <a:pt x="628" y="4511"/>
                    <a:pt x="628" y="4690"/>
                    <a:pt x="643" y="4854"/>
                  </a:cubicBezTo>
                  <a:cubicBezTo>
                    <a:pt x="613" y="4869"/>
                    <a:pt x="583" y="4869"/>
                    <a:pt x="553" y="4869"/>
                  </a:cubicBezTo>
                  <a:cubicBezTo>
                    <a:pt x="523" y="4879"/>
                    <a:pt x="493" y="4882"/>
                    <a:pt x="464" y="4882"/>
                  </a:cubicBezTo>
                  <a:cubicBezTo>
                    <a:pt x="404" y="4882"/>
                    <a:pt x="344" y="4869"/>
                    <a:pt x="284" y="4869"/>
                  </a:cubicBezTo>
                  <a:lnTo>
                    <a:pt x="269" y="4869"/>
                  </a:lnTo>
                  <a:cubicBezTo>
                    <a:pt x="225" y="4899"/>
                    <a:pt x="195" y="4914"/>
                    <a:pt x="165" y="4929"/>
                  </a:cubicBezTo>
                  <a:cubicBezTo>
                    <a:pt x="165" y="4944"/>
                    <a:pt x="180" y="4944"/>
                    <a:pt x="180" y="4959"/>
                  </a:cubicBezTo>
                  <a:lnTo>
                    <a:pt x="210" y="5048"/>
                  </a:lnTo>
                  <a:lnTo>
                    <a:pt x="195" y="5048"/>
                  </a:lnTo>
                  <a:cubicBezTo>
                    <a:pt x="195" y="5063"/>
                    <a:pt x="210" y="5063"/>
                    <a:pt x="210" y="5078"/>
                  </a:cubicBezTo>
                  <a:lnTo>
                    <a:pt x="568" y="5078"/>
                  </a:lnTo>
                  <a:cubicBezTo>
                    <a:pt x="598" y="5213"/>
                    <a:pt x="643" y="5332"/>
                    <a:pt x="643" y="5467"/>
                  </a:cubicBezTo>
                  <a:cubicBezTo>
                    <a:pt x="643" y="5601"/>
                    <a:pt x="583" y="5735"/>
                    <a:pt x="598" y="5870"/>
                  </a:cubicBezTo>
                  <a:cubicBezTo>
                    <a:pt x="643" y="6198"/>
                    <a:pt x="703" y="6527"/>
                    <a:pt x="747" y="6856"/>
                  </a:cubicBezTo>
                  <a:cubicBezTo>
                    <a:pt x="772" y="6868"/>
                    <a:pt x="776" y="6890"/>
                    <a:pt x="801" y="6890"/>
                  </a:cubicBezTo>
                  <a:cubicBezTo>
                    <a:pt x="807" y="6890"/>
                    <a:pt x="813" y="6888"/>
                    <a:pt x="822" y="6885"/>
                  </a:cubicBezTo>
                  <a:cubicBezTo>
                    <a:pt x="852" y="6632"/>
                    <a:pt x="882" y="6378"/>
                    <a:pt x="927" y="6124"/>
                  </a:cubicBezTo>
                  <a:cubicBezTo>
                    <a:pt x="942" y="6094"/>
                    <a:pt x="942" y="6064"/>
                    <a:pt x="956" y="6034"/>
                  </a:cubicBezTo>
                  <a:cubicBezTo>
                    <a:pt x="971" y="5840"/>
                    <a:pt x="986" y="5646"/>
                    <a:pt x="1001" y="5452"/>
                  </a:cubicBezTo>
                  <a:cubicBezTo>
                    <a:pt x="1016" y="5332"/>
                    <a:pt x="1001" y="5213"/>
                    <a:pt x="1001" y="5093"/>
                  </a:cubicBezTo>
                  <a:cubicBezTo>
                    <a:pt x="1001" y="5093"/>
                    <a:pt x="1016" y="5093"/>
                    <a:pt x="1016" y="5078"/>
                  </a:cubicBezTo>
                  <a:cubicBezTo>
                    <a:pt x="1121" y="5078"/>
                    <a:pt x="1225" y="5078"/>
                    <a:pt x="1330" y="5063"/>
                  </a:cubicBezTo>
                  <a:lnTo>
                    <a:pt x="1390" y="5063"/>
                  </a:lnTo>
                  <a:cubicBezTo>
                    <a:pt x="1427" y="5056"/>
                    <a:pt x="1464" y="5052"/>
                    <a:pt x="1500" y="5052"/>
                  </a:cubicBezTo>
                  <a:cubicBezTo>
                    <a:pt x="1535" y="5052"/>
                    <a:pt x="1569" y="5056"/>
                    <a:pt x="1599" y="5063"/>
                  </a:cubicBezTo>
                  <a:lnTo>
                    <a:pt x="1584" y="5063"/>
                  </a:lnTo>
                  <a:cubicBezTo>
                    <a:pt x="1554" y="5213"/>
                    <a:pt x="1629" y="5347"/>
                    <a:pt x="1644" y="5496"/>
                  </a:cubicBezTo>
                  <a:lnTo>
                    <a:pt x="1658" y="5511"/>
                  </a:lnTo>
                  <a:lnTo>
                    <a:pt x="1629" y="5556"/>
                  </a:lnTo>
                  <a:cubicBezTo>
                    <a:pt x="1614" y="5586"/>
                    <a:pt x="1644" y="5616"/>
                    <a:pt x="1658" y="5646"/>
                  </a:cubicBezTo>
                  <a:cubicBezTo>
                    <a:pt x="1673" y="5765"/>
                    <a:pt x="1688" y="5885"/>
                    <a:pt x="1703" y="5989"/>
                  </a:cubicBezTo>
                  <a:cubicBezTo>
                    <a:pt x="1688" y="6034"/>
                    <a:pt x="1673" y="6064"/>
                    <a:pt x="1703" y="6094"/>
                  </a:cubicBezTo>
                  <a:cubicBezTo>
                    <a:pt x="1718" y="6124"/>
                    <a:pt x="1703" y="6154"/>
                    <a:pt x="1733" y="6169"/>
                  </a:cubicBezTo>
                  <a:lnTo>
                    <a:pt x="1763" y="6169"/>
                  </a:lnTo>
                  <a:cubicBezTo>
                    <a:pt x="1778" y="6049"/>
                    <a:pt x="1793" y="5945"/>
                    <a:pt x="1808" y="5825"/>
                  </a:cubicBezTo>
                  <a:cubicBezTo>
                    <a:pt x="1808" y="5780"/>
                    <a:pt x="1808" y="5720"/>
                    <a:pt x="1823" y="5676"/>
                  </a:cubicBezTo>
                  <a:cubicBezTo>
                    <a:pt x="1823" y="5601"/>
                    <a:pt x="1838" y="5526"/>
                    <a:pt x="1838" y="5452"/>
                  </a:cubicBezTo>
                  <a:cubicBezTo>
                    <a:pt x="1853" y="5332"/>
                    <a:pt x="1868" y="5198"/>
                    <a:pt x="1882" y="5078"/>
                  </a:cubicBezTo>
                  <a:lnTo>
                    <a:pt x="2659" y="5078"/>
                  </a:lnTo>
                  <a:cubicBezTo>
                    <a:pt x="2674" y="5078"/>
                    <a:pt x="2689" y="5093"/>
                    <a:pt x="2704" y="5108"/>
                  </a:cubicBezTo>
                  <a:lnTo>
                    <a:pt x="2689" y="5108"/>
                  </a:lnTo>
                  <a:cubicBezTo>
                    <a:pt x="2719" y="5496"/>
                    <a:pt x="2749" y="5900"/>
                    <a:pt x="2764" y="6303"/>
                  </a:cubicBezTo>
                  <a:cubicBezTo>
                    <a:pt x="2779" y="6482"/>
                    <a:pt x="2779" y="6661"/>
                    <a:pt x="2794" y="6841"/>
                  </a:cubicBezTo>
                  <a:cubicBezTo>
                    <a:pt x="2794" y="6871"/>
                    <a:pt x="2823" y="6900"/>
                    <a:pt x="2853" y="6960"/>
                  </a:cubicBezTo>
                  <a:cubicBezTo>
                    <a:pt x="2868" y="6706"/>
                    <a:pt x="2883" y="6497"/>
                    <a:pt x="2898" y="6303"/>
                  </a:cubicBezTo>
                  <a:lnTo>
                    <a:pt x="2898" y="6303"/>
                  </a:lnTo>
                  <a:lnTo>
                    <a:pt x="2883" y="6348"/>
                  </a:lnTo>
                  <a:cubicBezTo>
                    <a:pt x="2883" y="6333"/>
                    <a:pt x="2883" y="6318"/>
                    <a:pt x="2883" y="6318"/>
                  </a:cubicBezTo>
                  <a:cubicBezTo>
                    <a:pt x="2898" y="6303"/>
                    <a:pt x="2898" y="6303"/>
                    <a:pt x="2898" y="6303"/>
                  </a:cubicBezTo>
                  <a:lnTo>
                    <a:pt x="2898" y="6303"/>
                  </a:lnTo>
                  <a:cubicBezTo>
                    <a:pt x="2898" y="6303"/>
                    <a:pt x="2898" y="6303"/>
                    <a:pt x="2898" y="6303"/>
                  </a:cubicBezTo>
                  <a:cubicBezTo>
                    <a:pt x="2913" y="6154"/>
                    <a:pt x="2928" y="6019"/>
                    <a:pt x="2943" y="5885"/>
                  </a:cubicBezTo>
                  <a:cubicBezTo>
                    <a:pt x="2958" y="5616"/>
                    <a:pt x="2988" y="5347"/>
                    <a:pt x="3018" y="5078"/>
                  </a:cubicBezTo>
                  <a:cubicBezTo>
                    <a:pt x="3167" y="5063"/>
                    <a:pt x="3316" y="5048"/>
                    <a:pt x="3466" y="5033"/>
                  </a:cubicBezTo>
                  <a:cubicBezTo>
                    <a:pt x="3600" y="5004"/>
                    <a:pt x="3600" y="5004"/>
                    <a:pt x="3540" y="4944"/>
                  </a:cubicBezTo>
                  <a:cubicBezTo>
                    <a:pt x="3376" y="4929"/>
                    <a:pt x="3212" y="4914"/>
                    <a:pt x="3047" y="4899"/>
                  </a:cubicBezTo>
                  <a:cubicBezTo>
                    <a:pt x="2958" y="4854"/>
                    <a:pt x="3018" y="4780"/>
                    <a:pt x="3003" y="4735"/>
                  </a:cubicBezTo>
                  <a:cubicBezTo>
                    <a:pt x="3003" y="4660"/>
                    <a:pt x="3003" y="4585"/>
                    <a:pt x="3003" y="4511"/>
                  </a:cubicBezTo>
                  <a:cubicBezTo>
                    <a:pt x="3018" y="4406"/>
                    <a:pt x="3033" y="4302"/>
                    <a:pt x="3047" y="4197"/>
                  </a:cubicBezTo>
                  <a:lnTo>
                    <a:pt x="3047" y="4182"/>
                  </a:lnTo>
                  <a:cubicBezTo>
                    <a:pt x="3137" y="4167"/>
                    <a:pt x="3227" y="4152"/>
                    <a:pt x="3301" y="4137"/>
                  </a:cubicBezTo>
                  <a:cubicBezTo>
                    <a:pt x="3331" y="4122"/>
                    <a:pt x="3346" y="4092"/>
                    <a:pt x="3361" y="4063"/>
                  </a:cubicBezTo>
                  <a:cubicBezTo>
                    <a:pt x="3331" y="4048"/>
                    <a:pt x="3316" y="4018"/>
                    <a:pt x="3286" y="4018"/>
                  </a:cubicBezTo>
                  <a:cubicBezTo>
                    <a:pt x="3197" y="4003"/>
                    <a:pt x="3092" y="3988"/>
                    <a:pt x="3003" y="3988"/>
                  </a:cubicBezTo>
                  <a:cubicBezTo>
                    <a:pt x="3003" y="3749"/>
                    <a:pt x="3003" y="3525"/>
                    <a:pt x="3003" y="3301"/>
                  </a:cubicBezTo>
                  <a:cubicBezTo>
                    <a:pt x="3062" y="3286"/>
                    <a:pt x="3122" y="3271"/>
                    <a:pt x="3167" y="3241"/>
                  </a:cubicBezTo>
                  <a:cubicBezTo>
                    <a:pt x="3197" y="3226"/>
                    <a:pt x="3197" y="3166"/>
                    <a:pt x="3197" y="3137"/>
                  </a:cubicBezTo>
                  <a:cubicBezTo>
                    <a:pt x="2958" y="3122"/>
                    <a:pt x="2958" y="2942"/>
                    <a:pt x="2958" y="2763"/>
                  </a:cubicBezTo>
                  <a:cubicBezTo>
                    <a:pt x="2943" y="2599"/>
                    <a:pt x="2928" y="2450"/>
                    <a:pt x="2913" y="2285"/>
                  </a:cubicBezTo>
                  <a:cubicBezTo>
                    <a:pt x="3077" y="2255"/>
                    <a:pt x="3257" y="2240"/>
                    <a:pt x="3436" y="2225"/>
                  </a:cubicBezTo>
                  <a:lnTo>
                    <a:pt x="3436" y="2166"/>
                  </a:lnTo>
                  <a:cubicBezTo>
                    <a:pt x="3361" y="2136"/>
                    <a:pt x="3301" y="2106"/>
                    <a:pt x="3227" y="2091"/>
                  </a:cubicBezTo>
                  <a:cubicBezTo>
                    <a:pt x="3122" y="2076"/>
                    <a:pt x="3003" y="2076"/>
                    <a:pt x="2898" y="2076"/>
                  </a:cubicBezTo>
                  <a:cubicBezTo>
                    <a:pt x="2868" y="2016"/>
                    <a:pt x="2838" y="1957"/>
                    <a:pt x="2808" y="1882"/>
                  </a:cubicBezTo>
                  <a:cubicBezTo>
                    <a:pt x="2779" y="1957"/>
                    <a:pt x="2749" y="2031"/>
                    <a:pt x="2734" y="2091"/>
                  </a:cubicBezTo>
                  <a:cubicBezTo>
                    <a:pt x="2674" y="2106"/>
                    <a:pt x="2629" y="2106"/>
                    <a:pt x="2584" y="2106"/>
                  </a:cubicBezTo>
                  <a:lnTo>
                    <a:pt x="2450" y="2106"/>
                  </a:lnTo>
                  <a:cubicBezTo>
                    <a:pt x="2443" y="2099"/>
                    <a:pt x="2431" y="2095"/>
                    <a:pt x="2418" y="2095"/>
                  </a:cubicBezTo>
                  <a:cubicBezTo>
                    <a:pt x="2405" y="2095"/>
                    <a:pt x="2390" y="2099"/>
                    <a:pt x="2375" y="2106"/>
                  </a:cubicBezTo>
                  <a:lnTo>
                    <a:pt x="1882" y="2106"/>
                  </a:lnTo>
                  <a:cubicBezTo>
                    <a:pt x="1853" y="1927"/>
                    <a:pt x="1838" y="1762"/>
                    <a:pt x="1808" y="1598"/>
                  </a:cubicBezTo>
                  <a:cubicBezTo>
                    <a:pt x="1793" y="1464"/>
                    <a:pt x="1778" y="1329"/>
                    <a:pt x="1778" y="1180"/>
                  </a:cubicBezTo>
                  <a:lnTo>
                    <a:pt x="1718" y="1180"/>
                  </a:lnTo>
                  <a:cubicBezTo>
                    <a:pt x="1703" y="1479"/>
                    <a:pt x="1688" y="1777"/>
                    <a:pt x="1658" y="2061"/>
                  </a:cubicBezTo>
                  <a:cubicBezTo>
                    <a:pt x="1673" y="2076"/>
                    <a:pt x="1673" y="2076"/>
                    <a:pt x="1673" y="2076"/>
                  </a:cubicBezTo>
                  <a:cubicBezTo>
                    <a:pt x="1644" y="2091"/>
                    <a:pt x="1614" y="2091"/>
                    <a:pt x="1584" y="2091"/>
                  </a:cubicBezTo>
                  <a:cubicBezTo>
                    <a:pt x="1554" y="2091"/>
                    <a:pt x="1524" y="2091"/>
                    <a:pt x="1494" y="2106"/>
                  </a:cubicBezTo>
                  <a:cubicBezTo>
                    <a:pt x="1315" y="2091"/>
                    <a:pt x="1136" y="2076"/>
                    <a:pt x="956" y="2076"/>
                  </a:cubicBezTo>
                  <a:cubicBezTo>
                    <a:pt x="927" y="1374"/>
                    <a:pt x="942" y="687"/>
                    <a:pt x="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1" name="Google Shape;611;p57"/>
          <p:cNvGrpSpPr/>
          <p:nvPr/>
        </p:nvGrpSpPr>
        <p:grpSpPr>
          <a:xfrm>
            <a:off x="-1141460" y="-1096060"/>
            <a:ext cx="11314327" cy="7409777"/>
            <a:chOff x="-1141460" y="-1096060"/>
            <a:chExt cx="11314327" cy="7409777"/>
          </a:xfrm>
        </p:grpSpPr>
        <p:grpSp>
          <p:nvGrpSpPr>
            <p:cNvPr id="612" name="Google Shape;612;p57"/>
            <p:cNvGrpSpPr/>
            <p:nvPr/>
          </p:nvGrpSpPr>
          <p:grpSpPr>
            <a:xfrm rot="-2700000">
              <a:off x="-996508" y="520122"/>
              <a:ext cx="1616417" cy="1079529"/>
              <a:chOff x="521732" y="3858675"/>
              <a:chExt cx="1280076" cy="854902"/>
            </a:xfrm>
          </p:grpSpPr>
          <p:sp>
            <p:nvSpPr>
              <p:cNvPr id="613" name="Google Shape;613;p57"/>
              <p:cNvSpPr/>
              <p:nvPr/>
            </p:nvSpPr>
            <p:spPr>
              <a:xfrm>
                <a:off x="806637" y="4225743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57"/>
              <p:cNvSpPr/>
              <p:nvPr/>
            </p:nvSpPr>
            <p:spPr>
              <a:xfrm>
                <a:off x="1355835" y="4224051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57"/>
              <p:cNvSpPr/>
              <p:nvPr/>
            </p:nvSpPr>
            <p:spPr>
              <a:xfrm>
                <a:off x="1172154" y="4224051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57"/>
              <p:cNvSpPr/>
              <p:nvPr/>
            </p:nvSpPr>
            <p:spPr>
              <a:xfrm>
                <a:off x="988165" y="4223897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57"/>
              <p:cNvSpPr/>
              <p:nvPr/>
            </p:nvSpPr>
            <p:spPr>
              <a:xfrm>
                <a:off x="1075698" y="4333740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57"/>
              <p:cNvSpPr/>
              <p:nvPr/>
            </p:nvSpPr>
            <p:spPr>
              <a:xfrm>
                <a:off x="1073698" y="3950057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57"/>
              <p:cNvSpPr/>
              <p:nvPr/>
            </p:nvSpPr>
            <p:spPr>
              <a:xfrm>
                <a:off x="1077852" y="4515736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57"/>
              <p:cNvSpPr/>
              <p:nvPr/>
            </p:nvSpPr>
            <p:spPr>
              <a:xfrm>
                <a:off x="1077852" y="4131438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57"/>
              <p:cNvSpPr/>
              <p:nvPr/>
            </p:nvSpPr>
            <p:spPr>
              <a:xfrm>
                <a:off x="1532747" y="4230820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57"/>
              <p:cNvSpPr/>
              <p:nvPr/>
            </p:nvSpPr>
            <p:spPr>
              <a:xfrm>
                <a:off x="1714275" y="4230358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57"/>
              <p:cNvSpPr/>
              <p:nvPr/>
            </p:nvSpPr>
            <p:spPr>
              <a:xfrm>
                <a:off x="808945" y="3865598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57"/>
              <p:cNvSpPr/>
              <p:nvPr/>
            </p:nvSpPr>
            <p:spPr>
              <a:xfrm>
                <a:off x="1176615" y="4423738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57"/>
              <p:cNvSpPr/>
              <p:nvPr/>
            </p:nvSpPr>
            <p:spPr>
              <a:xfrm>
                <a:off x="988165" y="3863290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57"/>
              <p:cNvSpPr/>
              <p:nvPr/>
            </p:nvSpPr>
            <p:spPr>
              <a:xfrm>
                <a:off x="1530594" y="4046978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57"/>
              <p:cNvSpPr/>
              <p:nvPr/>
            </p:nvSpPr>
            <p:spPr>
              <a:xfrm>
                <a:off x="811253" y="4046824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57"/>
              <p:cNvSpPr/>
              <p:nvPr/>
            </p:nvSpPr>
            <p:spPr>
              <a:xfrm>
                <a:off x="1445522" y="4329125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57"/>
              <p:cNvSpPr/>
              <p:nvPr/>
            </p:nvSpPr>
            <p:spPr>
              <a:xfrm>
                <a:off x="1714429" y="3865444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57"/>
              <p:cNvSpPr/>
              <p:nvPr/>
            </p:nvSpPr>
            <p:spPr>
              <a:xfrm>
                <a:off x="985857" y="4428507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57"/>
              <p:cNvSpPr/>
              <p:nvPr/>
            </p:nvSpPr>
            <p:spPr>
              <a:xfrm>
                <a:off x="1710121" y="4046670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57"/>
              <p:cNvSpPr/>
              <p:nvPr/>
            </p:nvSpPr>
            <p:spPr>
              <a:xfrm>
                <a:off x="627418" y="3858675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57"/>
              <p:cNvSpPr/>
              <p:nvPr/>
            </p:nvSpPr>
            <p:spPr>
              <a:xfrm>
                <a:off x="900939" y="4513274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57"/>
              <p:cNvSpPr/>
              <p:nvPr/>
            </p:nvSpPr>
            <p:spPr>
              <a:xfrm>
                <a:off x="1351220" y="4049440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57"/>
              <p:cNvSpPr/>
              <p:nvPr/>
            </p:nvSpPr>
            <p:spPr>
              <a:xfrm>
                <a:off x="1622434" y="4328356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57"/>
              <p:cNvSpPr/>
              <p:nvPr/>
            </p:nvSpPr>
            <p:spPr>
              <a:xfrm>
                <a:off x="898632" y="4134361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57"/>
              <p:cNvSpPr/>
              <p:nvPr/>
            </p:nvSpPr>
            <p:spPr>
              <a:xfrm>
                <a:off x="1261687" y="4329740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57"/>
              <p:cNvSpPr/>
              <p:nvPr/>
            </p:nvSpPr>
            <p:spPr>
              <a:xfrm>
                <a:off x="724027" y="4327433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57"/>
              <p:cNvSpPr/>
              <p:nvPr/>
            </p:nvSpPr>
            <p:spPr>
              <a:xfrm>
                <a:off x="1535055" y="3865598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57"/>
              <p:cNvSpPr/>
              <p:nvPr/>
            </p:nvSpPr>
            <p:spPr>
              <a:xfrm>
                <a:off x="1266302" y="4511275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57"/>
              <p:cNvSpPr/>
              <p:nvPr/>
            </p:nvSpPr>
            <p:spPr>
              <a:xfrm>
                <a:off x="1441061" y="3956365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57"/>
              <p:cNvSpPr/>
              <p:nvPr/>
            </p:nvSpPr>
            <p:spPr>
              <a:xfrm>
                <a:off x="813560" y="4419123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57"/>
              <p:cNvSpPr/>
              <p:nvPr/>
            </p:nvSpPr>
            <p:spPr>
              <a:xfrm>
                <a:off x="1351220" y="3860983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57"/>
              <p:cNvSpPr/>
              <p:nvPr/>
            </p:nvSpPr>
            <p:spPr>
              <a:xfrm>
                <a:off x="1353527" y="4421584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57"/>
              <p:cNvSpPr/>
              <p:nvPr/>
            </p:nvSpPr>
            <p:spPr>
              <a:xfrm>
                <a:off x="898632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57"/>
              <p:cNvSpPr/>
              <p:nvPr/>
            </p:nvSpPr>
            <p:spPr>
              <a:xfrm>
                <a:off x="1627049" y="3955134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57"/>
              <p:cNvSpPr/>
              <p:nvPr/>
            </p:nvSpPr>
            <p:spPr>
              <a:xfrm>
                <a:off x="521732" y="4141130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57"/>
              <p:cNvSpPr/>
              <p:nvPr/>
            </p:nvSpPr>
            <p:spPr>
              <a:xfrm>
                <a:off x="1443214" y="4138976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57"/>
              <p:cNvSpPr/>
              <p:nvPr/>
            </p:nvSpPr>
            <p:spPr>
              <a:xfrm>
                <a:off x="1443214" y="4511275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57"/>
              <p:cNvSpPr/>
              <p:nvPr/>
            </p:nvSpPr>
            <p:spPr>
              <a:xfrm>
                <a:off x="537885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57"/>
              <p:cNvSpPr/>
              <p:nvPr/>
            </p:nvSpPr>
            <p:spPr>
              <a:xfrm>
                <a:off x="988165" y="404482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57"/>
              <p:cNvSpPr/>
              <p:nvPr/>
            </p:nvSpPr>
            <p:spPr>
              <a:xfrm>
                <a:off x="714797" y="4508813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57"/>
              <p:cNvSpPr/>
              <p:nvPr/>
            </p:nvSpPr>
            <p:spPr>
              <a:xfrm>
                <a:off x="1172154" y="4602965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57"/>
              <p:cNvSpPr/>
              <p:nvPr/>
            </p:nvSpPr>
            <p:spPr>
              <a:xfrm>
                <a:off x="988165" y="4604965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57"/>
              <p:cNvSpPr/>
              <p:nvPr/>
            </p:nvSpPr>
            <p:spPr>
              <a:xfrm>
                <a:off x="625572" y="4048363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57"/>
              <p:cNvSpPr/>
              <p:nvPr/>
            </p:nvSpPr>
            <p:spPr>
              <a:xfrm>
                <a:off x="1268609" y="4154822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57"/>
              <p:cNvSpPr/>
              <p:nvPr/>
            </p:nvSpPr>
            <p:spPr>
              <a:xfrm>
                <a:off x="751564" y="4148206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57"/>
              <p:cNvSpPr/>
              <p:nvPr/>
            </p:nvSpPr>
            <p:spPr>
              <a:xfrm>
                <a:off x="811253" y="4600811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57"/>
              <p:cNvSpPr/>
              <p:nvPr/>
            </p:nvSpPr>
            <p:spPr>
              <a:xfrm>
                <a:off x="680337" y="4433123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57"/>
              <p:cNvSpPr/>
              <p:nvPr/>
            </p:nvSpPr>
            <p:spPr>
              <a:xfrm>
                <a:off x="776793" y="3966672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57"/>
              <p:cNvSpPr/>
              <p:nvPr/>
            </p:nvSpPr>
            <p:spPr>
              <a:xfrm>
                <a:off x="1615512" y="4139283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57"/>
              <p:cNvSpPr/>
              <p:nvPr/>
            </p:nvSpPr>
            <p:spPr>
              <a:xfrm>
                <a:off x="1525825" y="4694501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3" name="Google Shape;663;p57"/>
            <p:cNvSpPr/>
            <p:nvPr/>
          </p:nvSpPr>
          <p:spPr>
            <a:xfrm flipH="1">
              <a:off x="7285457" y="4714599"/>
              <a:ext cx="2013656" cy="1599103"/>
            </a:xfrm>
            <a:custGeom>
              <a:avLst/>
              <a:gdLst/>
              <a:ahLst/>
              <a:cxnLst/>
              <a:rect l="l" t="t" r="r" b="b"/>
              <a:pathLst>
                <a:path w="7723" h="6133" extrusionOk="0">
                  <a:moveTo>
                    <a:pt x="1644" y="1996"/>
                  </a:moveTo>
                  <a:lnTo>
                    <a:pt x="1644" y="1996"/>
                  </a:lnTo>
                  <a:cubicBezTo>
                    <a:pt x="1644" y="1998"/>
                    <a:pt x="1643" y="2000"/>
                    <a:pt x="1643" y="2001"/>
                  </a:cubicBezTo>
                  <a:cubicBezTo>
                    <a:pt x="1583" y="2046"/>
                    <a:pt x="1568" y="2136"/>
                    <a:pt x="1494" y="2180"/>
                  </a:cubicBezTo>
                  <a:cubicBezTo>
                    <a:pt x="1553" y="2110"/>
                    <a:pt x="1593" y="2048"/>
                    <a:pt x="1644" y="1996"/>
                  </a:cubicBezTo>
                  <a:close/>
                  <a:moveTo>
                    <a:pt x="5875" y="1"/>
                  </a:moveTo>
                  <a:cubicBezTo>
                    <a:pt x="5809" y="1"/>
                    <a:pt x="5738" y="15"/>
                    <a:pt x="5661" y="45"/>
                  </a:cubicBezTo>
                  <a:cubicBezTo>
                    <a:pt x="5347" y="164"/>
                    <a:pt x="5034" y="179"/>
                    <a:pt x="4720" y="209"/>
                  </a:cubicBezTo>
                  <a:cubicBezTo>
                    <a:pt x="4630" y="239"/>
                    <a:pt x="4541" y="269"/>
                    <a:pt x="4466" y="284"/>
                  </a:cubicBezTo>
                  <a:cubicBezTo>
                    <a:pt x="4152" y="403"/>
                    <a:pt x="3809" y="463"/>
                    <a:pt x="3659" y="821"/>
                  </a:cubicBezTo>
                  <a:cubicBezTo>
                    <a:pt x="3650" y="850"/>
                    <a:pt x="3567" y="1007"/>
                    <a:pt x="3485" y="1007"/>
                  </a:cubicBezTo>
                  <a:cubicBezTo>
                    <a:pt x="3439" y="1007"/>
                    <a:pt x="3393" y="957"/>
                    <a:pt x="3361" y="806"/>
                  </a:cubicBezTo>
                  <a:cubicBezTo>
                    <a:pt x="3346" y="732"/>
                    <a:pt x="3226" y="762"/>
                    <a:pt x="3182" y="717"/>
                  </a:cubicBezTo>
                  <a:cubicBezTo>
                    <a:pt x="3167" y="687"/>
                    <a:pt x="3137" y="657"/>
                    <a:pt x="3107" y="627"/>
                  </a:cubicBezTo>
                  <a:cubicBezTo>
                    <a:pt x="3032" y="702"/>
                    <a:pt x="3077" y="806"/>
                    <a:pt x="3047" y="896"/>
                  </a:cubicBezTo>
                  <a:cubicBezTo>
                    <a:pt x="3030" y="953"/>
                    <a:pt x="3016" y="973"/>
                    <a:pt x="3004" y="973"/>
                  </a:cubicBezTo>
                  <a:cubicBezTo>
                    <a:pt x="2978" y="973"/>
                    <a:pt x="2962" y="878"/>
                    <a:pt x="2935" y="878"/>
                  </a:cubicBezTo>
                  <a:cubicBezTo>
                    <a:pt x="2933" y="878"/>
                    <a:pt x="2930" y="879"/>
                    <a:pt x="2928" y="881"/>
                  </a:cubicBezTo>
                  <a:cubicBezTo>
                    <a:pt x="2873" y="837"/>
                    <a:pt x="2820" y="818"/>
                    <a:pt x="2773" y="818"/>
                  </a:cubicBezTo>
                  <a:cubicBezTo>
                    <a:pt x="2692" y="818"/>
                    <a:pt x="2627" y="876"/>
                    <a:pt x="2599" y="971"/>
                  </a:cubicBezTo>
                  <a:cubicBezTo>
                    <a:pt x="2524" y="1284"/>
                    <a:pt x="2285" y="1434"/>
                    <a:pt x="2031" y="1523"/>
                  </a:cubicBezTo>
                  <a:cubicBezTo>
                    <a:pt x="1857" y="1589"/>
                    <a:pt x="1754" y="1687"/>
                    <a:pt x="1693" y="1828"/>
                  </a:cubicBezTo>
                  <a:lnTo>
                    <a:pt x="1693" y="1828"/>
                  </a:lnTo>
                  <a:cubicBezTo>
                    <a:pt x="1695" y="1743"/>
                    <a:pt x="1698" y="1663"/>
                    <a:pt x="1748" y="1583"/>
                  </a:cubicBezTo>
                  <a:cubicBezTo>
                    <a:pt x="1793" y="1493"/>
                    <a:pt x="1793" y="1389"/>
                    <a:pt x="1688" y="1329"/>
                  </a:cubicBezTo>
                  <a:cubicBezTo>
                    <a:pt x="1655" y="1310"/>
                    <a:pt x="1630" y="1301"/>
                    <a:pt x="1609" y="1301"/>
                  </a:cubicBezTo>
                  <a:cubicBezTo>
                    <a:pt x="1536" y="1301"/>
                    <a:pt x="1529" y="1405"/>
                    <a:pt x="1494" y="1464"/>
                  </a:cubicBezTo>
                  <a:cubicBezTo>
                    <a:pt x="1464" y="1523"/>
                    <a:pt x="1434" y="1598"/>
                    <a:pt x="1374" y="1628"/>
                  </a:cubicBezTo>
                  <a:cubicBezTo>
                    <a:pt x="1031" y="1762"/>
                    <a:pt x="971" y="2061"/>
                    <a:pt x="1001" y="2345"/>
                  </a:cubicBezTo>
                  <a:cubicBezTo>
                    <a:pt x="1046" y="2614"/>
                    <a:pt x="956" y="2778"/>
                    <a:pt x="762" y="2927"/>
                  </a:cubicBezTo>
                  <a:cubicBezTo>
                    <a:pt x="239" y="3345"/>
                    <a:pt x="0" y="3868"/>
                    <a:pt x="135" y="4540"/>
                  </a:cubicBezTo>
                  <a:cubicBezTo>
                    <a:pt x="299" y="4764"/>
                    <a:pt x="179" y="5063"/>
                    <a:pt x="299" y="5302"/>
                  </a:cubicBezTo>
                  <a:cubicBezTo>
                    <a:pt x="359" y="5422"/>
                    <a:pt x="374" y="5556"/>
                    <a:pt x="463" y="5646"/>
                  </a:cubicBezTo>
                  <a:cubicBezTo>
                    <a:pt x="493" y="5705"/>
                    <a:pt x="523" y="5765"/>
                    <a:pt x="553" y="5810"/>
                  </a:cubicBezTo>
                  <a:cubicBezTo>
                    <a:pt x="727" y="5868"/>
                    <a:pt x="746" y="6124"/>
                    <a:pt x="953" y="6124"/>
                  </a:cubicBezTo>
                  <a:cubicBezTo>
                    <a:pt x="959" y="6124"/>
                    <a:pt x="965" y="6124"/>
                    <a:pt x="971" y="6124"/>
                  </a:cubicBezTo>
                  <a:cubicBezTo>
                    <a:pt x="1016" y="6122"/>
                    <a:pt x="1061" y="6121"/>
                    <a:pt x="1106" y="6121"/>
                  </a:cubicBezTo>
                  <a:cubicBezTo>
                    <a:pt x="1284" y="6121"/>
                    <a:pt x="1463" y="6132"/>
                    <a:pt x="1634" y="6132"/>
                  </a:cubicBezTo>
                  <a:cubicBezTo>
                    <a:pt x="1779" y="6132"/>
                    <a:pt x="1919" y="6124"/>
                    <a:pt x="2046" y="6094"/>
                  </a:cubicBezTo>
                  <a:cubicBezTo>
                    <a:pt x="2539" y="5974"/>
                    <a:pt x="3032" y="5900"/>
                    <a:pt x="3525" y="5825"/>
                  </a:cubicBezTo>
                  <a:cubicBezTo>
                    <a:pt x="3704" y="5705"/>
                    <a:pt x="3869" y="5586"/>
                    <a:pt x="4063" y="5496"/>
                  </a:cubicBezTo>
                  <a:cubicBezTo>
                    <a:pt x="4511" y="5287"/>
                    <a:pt x="4974" y="5108"/>
                    <a:pt x="5437" y="4914"/>
                  </a:cubicBezTo>
                  <a:cubicBezTo>
                    <a:pt x="5661" y="4824"/>
                    <a:pt x="5945" y="4809"/>
                    <a:pt x="6109" y="4675"/>
                  </a:cubicBezTo>
                  <a:cubicBezTo>
                    <a:pt x="6572" y="4301"/>
                    <a:pt x="7005" y="3898"/>
                    <a:pt x="7423" y="3480"/>
                  </a:cubicBezTo>
                  <a:cubicBezTo>
                    <a:pt x="7662" y="3256"/>
                    <a:pt x="7722" y="2972"/>
                    <a:pt x="7617" y="2629"/>
                  </a:cubicBezTo>
                  <a:cubicBezTo>
                    <a:pt x="7453" y="2076"/>
                    <a:pt x="7110" y="1628"/>
                    <a:pt x="6841" y="1135"/>
                  </a:cubicBezTo>
                  <a:cubicBezTo>
                    <a:pt x="6572" y="956"/>
                    <a:pt x="6617" y="597"/>
                    <a:pt x="6423" y="373"/>
                  </a:cubicBezTo>
                  <a:cubicBezTo>
                    <a:pt x="6272" y="165"/>
                    <a:pt x="6103" y="1"/>
                    <a:pt x="5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7"/>
            <p:cNvSpPr/>
            <p:nvPr/>
          </p:nvSpPr>
          <p:spPr>
            <a:xfrm rot="3837894">
              <a:off x="-446798" y="-644202"/>
              <a:ext cx="1447225" cy="1357784"/>
            </a:xfrm>
            <a:custGeom>
              <a:avLst/>
              <a:gdLst/>
              <a:ahLst/>
              <a:cxnLst/>
              <a:rect l="l" t="t" r="r" b="b"/>
              <a:pathLst>
                <a:path w="8948" h="8395" extrusionOk="0">
                  <a:moveTo>
                    <a:pt x="4765" y="822"/>
                  </a:moveTo>
                  <a:lnTo>
                    <a:pt x="4810" y="837"/>
                  </a:lnTo>
                  <a:cubicBezTo>
                    <a:pt x="4795" y="837"/>
                    <a:pt x="4765" y="837"/>
                    <a:pt x="4750" y="822"/>
                  </a:cubicBezTo>
                  <a:close/>
                  <a:moveTo>
                    <a:pt x="6528" y="2733"/>
                  </a:moveTo>
                  <a:cubicBezTo>
                    <a:pt x="6528" y="2733"/>
                    <a:pt x="6528" y="2748"/>
                    <a:pt x="6528" y="2748"/>
                  </a:cubicBezTo>
                  <a:lnTo>
                    <a:pt x="6498" y="2748"/>
                  </a:lnTo>
                  <a:lnTo>
                    <a:pt x="6528" y="2733"/>
                  </a:lnTo>
                  <a:close/>
                  <a:moveTo>
                    <a:pt x="4915" y="2584"/>
                  </a:moveTo>
                  <a:cubicBezTo>
                    <a:pt x="4870" y="2644"/>
                    <a:pt x="4840" y="2718"/>
                    <a:pt x="4810" y="2778"/>
                  </a:cubicBezTo>
                  <a:cubicBezTo>
                    <a:pt x="4855" y="2808"/>
                    <a:pt x="4915" y="2838"/>
                    <a:pt x="4915" y="2853"/>
                  </a:cubicBezTo>
                  <a:cubicBezTo>
                    <a:pt x="4900" y="2913"/>
                    <a:pt x="4870" y="2972"/>
                    <a:pt x="4840" y="3032"/>
                  </a:cubicBezTo>
                  <a:cubicBezTo>
                    <a:pt x="4855" y="3047"/>
                    <a:pt x="4855" y="3062"/>
                    <a:pt x="4870" y="3062"/>
                  </a:cubicBezTo>
                  <a:cubicBezTo>
                    <a:pt x="4989" y="3017"/>
                    <a:pt x="5109" y="2957"/>
                    <a:pt x="5228" y="2898"/>
                  </a:cubicBezTo>
                  <a:cubicBezTo>
                    <a:pt x="5273" y="2898"/>
                    <a:pt x="5333" y="2898"/>
                    <a:pt x="5378" y="2883"/>
                  </a:cubicBezTo>
                  <a:cubicBezTo>
                    <a:pt x="5333" y="2868"/>
                    <a:pt x="5273" y="2838"/>
                    <a:pt x="5228" y="2808"/>
                  </a:cubicBezTo>
                  <a:lnTo>
                    <a:pt x="5213" y="2808"/>
                  </a:lnTo>
                  <a:cubicBezTo>
                    <a:pt x="5213" y="2793"/>
                    <a:pt x="5198" y="2763"/>
                    <a:pt x="5184" y="2748"/>
                  </a:cubicBezTo>
                  <a:cubicBezTo>
                    <a:pt x="5213" y="2718"/>
                    <a:pt x="5243" y="2689"/>
                    <a:pt x="5258" y="2674"/>
                  </a:cubicBezTo>
                  <a:cubicBezTo>
                    <a:pt x="5228" y="2674"/>
                    <a:pt x="5198" y="2674"/>
                    <a:pt x="5169" y="2689"/>
                  </a:cubicBezTo>
                  <a:cubicBezTo>
                    <a:pt x="5139" y="2704"/>
                    <a:pt x="5124" y="2733"/>
                    <a:pt x="5109" y="2748"/>
                  </a:cubicBezTo>
                  <a:lnTo>
                    <a:pt x="4930" y="2748"/>
                  </a:lnTo>
                  <a:cubicBezTo>
                    <a:pt x="4945" y="2718"/>
                    <a:pt x="4974" y="2689"/>
                    <a:pt x="4989" y="2659"/>
                  </a:cubicBezTo>
                  <a:cubicBezTo>
                    <a:pt x="4960" y="2629"/>
                    <a:pt x="4930" y="2599"/>
                    <a:pt x="4915" y="2584"/>
                  </a:cubicBezTo>
                  <a:close/>
                  <a:moveTo>
                    <a:pt x="7063" y="3531"/>
                  </a:moveTo>
                  <a:cubicBezTo>
                    <a:pt x="7069" y="3531"/>
                    <a:pt x="7075" y="3537"/>
                    <a:pt x="7080" y="3555"/>
                  </a:cubicBezTo>
                  <a:lnTo>
                    <a:pt x="7036" y="3555"/>
                  </a:lnTo>
                  <a:cubicBezTo>
                    <a:pt x="7045" y="3546"/>
                    <a:pt x="7054" y="3531"/>
                    <a:pt x="7063" y="3531"/>
                  </a:cubicBezTo>
                  <a:close/>
                  <a:moveTo>
                    <a:pt x="4989" y="3570"/>
                  </a:moveTo>
                  <a:cubicBezTo>
                    <a:pt x="4974" y="3600"/>
                    <a:pt x="4945" y="3630"/>
                    <a:pt x="4930" y="3659"/>
                  </a:cubicBezTo>
                  <a:cubicBezTo>
                    <a:pt x="4915" y="3689"/>
                    <a:pt x="4915" y="3734"/>
                    <a:pt x="4900" y="3779"/>
                  </a:cubicBezTo>
                  <a:cubicBezTo>
                    <a:pt x="4900" y="3824"/>
                    <a:pt x="4900" y="3869"/>
                    <a:pt x="4885" y="3913"/>
                  </a:cubicBezTo>
                  <a:cubicBezTo>
                    <a:pt x="5094" y="3854"/>
                    <a:pt x="5139" y="3779"/>
                    <a:pt x="5079" y="3674"/>
                  </a:cubicBezTo>
                  <a:cubicBezTo>
                    <a:pt x="5064" y="3659"/>
                    <a:pt x="5049" y="3644"/>
                    <a:pt x="5034" y="3644"/>
                  </a:cubicBezTo>
                  <a:cubicBezTo>
                    <a:pt x="5019" y="3615"/>
                    <a:pt x="5004" y="3585"/>
                    <a:pt x="4989" y="3570"/>
                  </a:cubicBezTo>
                  <a:close/>
                  <a:moveTo>
                    <a:pt x="4840" y="4317"/>
                  </a:moveTo>
                  <a:cubicBezTo>
                    <a:pt x="4825" y="4332"/>
                    <a:pt x="4795" y="4332"/>
                    <a:pt x="4780" y="4332"/>
                  </a:cubicBezTo>
                  <a:cubicBezTo>
                    <a:pt x="4795" y="4376"/>
                    <a:pt x="4810" y="4421"/>
                    <a:pt x="4810" y="4466"/>
                  </a:cubicBezTo>
                  <a:cubicBezTo>
                    <a:pt x="4825" y="4421"/>
                    <a:pt x="4825" y="4376"/>
                    <a:pt x="4840" y="4317"/>
                  </a:cubicBezTo>
                  <a:close/>
                  <a:moveTo>
                    <a:pt x="4511" y="4078"/>
                  </a:moveTo>
                  <a:cubicBezTo>
                    <a:pt x="4482" y="4137"/>
                    <a:pt x="4422" y="4182"/>
                    <a:pt x="4422" y="4227"/>
                  </a:cubicBezTo>
                  <a:cubicBezTo>
                    <a:pt x="4437" y="4302"/>
                    <a:pt x="4496" y="4376"/>
                    <a:pt x="4526" y="4436"/>
                  </a:cubicBezTo>
                  <a:cubicBezTo>
                    <a:pt x="4482" y="4571"/>
                    <a:pt x="4601" y="4556"/>
                    <a:pt x="4661" y="4585"/>
                  </a:cubicBezTo>
                  <a:lnTo>
                    <a:pt x="4750" y="4585"/>
                  </a:lnTo>
                  <a:cubicBezTo>
                    <a:pt x="4758" y="4593"/>
                    <a:pt x="4765" y="4597"/>
                    <a:pt x="4773" y="4597"/>
                  </a:cubicBezTo>
                  <a:cubicBezTo>
                    <a:pt x="4780" y="4597"/>
                    <a:pt x="4788" y="4593"/>
                    <a:pt x="4795" y="4585"/>
                  </a:cubicBezTo>
                  <a:cubicBezTo>
                    <a:pt x="4795" y="4556"/>
                    <a:pt x="4810" y="4511"/>
                    <a:pt x="4810" y="4466"/>
                  </a:cubicBezTo>
                  <a:lnTo>
                    <a:pt x="4810" y="4466"/>
                  </a:lnTo>
                  <a:cubicBezTo>
                    <a:pt x="4795" y="4496"/>
                    <a:pt x="4765" y="4511"/>
                    <a:pt x="4735" y="4541"/>
                  </a:cubicBezTo>
                  <a:lnTo>
                    <a:pt x="4706" y="4541"/>
                  </a:lnTo>
                  <a:cubicBezTo>
                    <a:pt x="4676" y="4481"/>
                    <a:pt x="4661" y="4421"/>
                    <a:pt x="4646" y="4361"/>
                  </a:cubicBezTo>
                  <a:cubicBezTo>
                    <a:pt x="4661" y="4332"/>
                    <a:pt x="4646" y="4287"/>
                    <a:pt x="4676" y="4272"/>
                  </a:cubicBezTo>
                  <a:lnTo>
                    <a:pt x="4676" y="4272"/>
                  </a:lnTo>
                  <a:cubicBezTo>
                    <a:pt x="4676" y="4272"/>
                    <a:pt x="4676" y="4272"/>
                    <a:pt x="4676" y="4272"/>
                  </a:cubicBezTo>
                  <a:cubicBezTo>
                    <a:pt x="4646" y="4242"/>
                    <a:pt x="4616" y="4197"/>
                    <a:pt x="4586" y="4167"/>
                  </a:cubicBezTo>
                  <a:cubicBezTo>
                    <a:pt x="4571" y="4137"/>
                    <a:pt x="4541" y="4108"/>
                    <a:pt x="4511" y="4078"/>
                  </a:cubicBezTo>
                  <a:close/>
                  <a:moveTo>
                    <a:pt x="4885" y="4675"/>
                  </a:moveTo>
                  <a:cubicBezTo>
                    <a:pt x="4885" y="4675"/>
                    <a:pt x="4870" y="4690"/>
                    <a:pt x="4885" y="4705"/>
                  </a:cubicBezTo>
                  <a:cubicBezTo>
                    <a:pt x="4885" y="4720"/>
                    <a:pt x="4900" y="4720"/>
                    <a:pt x="4900" y="4735"/>
                  </a:cubicBezTo>
                  <a:cubicBezTo>
                    <a:pt x="4915" y="4735"/>
                    <a:pt x="4915" y="4720"/>
                    <a:pt x="4930" y="4705"/>
                  </a:cubicBezTo>
                  <a:cubicBezTo>
                    <a:pt x="4915" y="4690"/>
                    <a:pt x="4900" y="4675"/>
                    <a:pt x="4885" y="4675"/>
                  </a:cubicBezTo>
                  <a:close/>
                  <a:moveTo>
                    <a:pt x="5079" y="4660"/>
                  </a:moveTo>
                  <a:cubicBezTo>
                    <a:pt x="5079" y="4705"/>
                    <a:pt x="5079" y="4735"/>
                    <a:pt x="5079" y="4780"/>
                  </a:cubicBezTo>
                  <a:cubicBezTo>
                    <a:pt x="5079" y="4780"/>
                    <a:pt x="5079" y="4780"/>
                    <a:pt x="5079" y="4795"/>
                  </a:cubicBezTo>
                  <a:cubicBezTo>
                    <a:pt x="5094" y="4750"/>
                    <a:pt x="5109" y="4720"/>
                    <a:pt x="5124" y="4675"/>
                  </a:cubicBezTo>
                  <a:cubicBezTo>
                    <a:pt x="5124" y="4675"/>
                    <a:pt x="5094" y="4675"/>
                    <a:pt x="5079" y="4660"/>
                  </a:cubicBezTo>
                  <a:close/>
                  <a:moveTo>
                    <a:pt x="4048" y="4615"/>
                  </a:moveTo>
                  <a:cubicBezTo>
                    <a:pt x="4004" y="4690"/>
                    <a:pt x="3974" y="4765"/>
                    <a:pt x="3929" y="4854"/>
                  </a:cubicBezTo>
                  <a:cubicBezTo>
                    <a:pt x="4108" y="4780"/>
                    <a:pt x="4108" y="4765"/>
                    <a:pt x="4048" y="4615"/>
                  </a:cubicBezTo>
                  <a:close/>
                  <a:moveTo>
                    <a:pt x="7618" y="4944"/>
                  </a:moveTo>
                  <a:cubicBezTo>
                    <a:pt x="7618" y="4959"/>
                    <a:pt x="7633" y="4974"/>
                    <a:pt x="7633" y="4974"/>
                  </a:cubicBezTo>
                  <a:lnTo>
                    <a:pt x="7618" y="4974"/>
                  </a:lnTo>
                  <a:cubicBezTo>
                    <a:pt x="7618" y="4974"/>
                    <a:pt x="7618" y="4959"/>
                    <a:pt x="7618" y="4944"/>
                  </a:cubicBezTo>
                  <a:close/>
                  <a:moveTo>
                    <a:pt x="4482" y="4974"/>
                  </a:moveTo>
                  <a:cubicBezTo>
                    <a:pt x="4467" y="4974"/>
                    <a:pt x="4452" y="4989"/>
                    <a:pt x="4452" y="4989"/>
                  </a:cubicBezTo>
                  <a:cubicBezTo>
                    <a:pt x="4452" y="5004"/>
                    <a:pt x="4467" y="5019"/>
                    <a:pt x="4482" y="5019"/>
                  </a:cubicBezTo>
                  <a:cubicBezTo>
                    <a:pt x="4482" y="5019"/>
                    <a:pt x="4496" y="5019"/>
                    <a:pt x="4496" y="5004"/>
                  </a:cubicBezTo>
                  <a:cubicBezTo>
                    <a:pt x="4496" y="4989"/>
                    <a:pt x="4482" y="4989"/>
                    <a:pt x="4482" y="4974"/>
                  </a:cubicBezTo>
                  <a:close/>
                  <a:moveTo>
                    <a:pt x="5079" y="4795"/>
                  </a:moveTo>
                  <a:lnTo>
                    <a:pt x="5079" y="4795"/>
                  </a:lnTo>
                  <a:cubicBezTo>
                    <a:pt x="4945" y="4824"/>
                    <a:pt x="5109" y="4884"/>
                    <a:pt x="5079" y="4929"/>
                  </a:cubicBezTo>
                  <a:cubicBezTo>
                    <a:pt x="5004" y="5034"/>
                    <a:pt x="5094" y="5063"/>
                    <a:pt x="5154" y="5108"/>
                  </a:cubicBezTo>
                  <a:cubicBezTo>
                    <a:pt x="5169" y="5108"/>
                    <a:pt x="5198" y="5093"/>
                    <a:pt x="5198" y="5078"/>
                  </a:cubicBezTo>
                  <a:cubicBezTo>
                    <a:pt x="5213" y="5063"/>
                    <a:pt x="5198" y="5034"/>
                    <a:pt x="5184" y="5019"/>
                  </a:cubicBezTo>
                  <a:cubicBezTo>
                    <a:pt x="5154" y="4989"/>
                    <a:pt x="5124" y="4959"/>
                    <a:pt x="5094" y="4929"/>
                  </a:cubicBezTo>
                  <a:cubicBezTo>
                    <a:pt x="5169" y="4899"/>
                    <a:pt x="5198" y="4869"/>
                    <a:pt x="5109" y="4839"/>
                  </a:cubicBezTo>
                  <a:cubicBezTo>
                    <a:pt x="5094" y="4824"/>
                    <a:pt x="5079" y="4809"/>
                    <a:pt x="5079" y="4795"/>
                  </a:cubicBezTo>
                  <a:close/>
                  <a:moveTo>
                    <a:pt x="7289" y="5138"/>
                  </a:moveTo>
                  <a:lnTo>
                    <a:pt x="7289" y="5138"/>
                  </a:lnTo>
                  <a:cubicBezTo>
                    <a:pt x="7275" y="5153"/>
                    <a:pt x="7260" y="5168"/>
                    <a:pt x="7230" y="5183"/>
                  </a:cubicBezTo>
                  <a:cubicBezTo>
                    <a:pt x="7245" y="5183"/>
                    <a:pt x="7260" y="5198"/>
                    <a:pt x="7260" y="5198"/>
                  </a:cubicBezTo>
                  <a:cubicBezTo>
                    <a:pt x="7275" y="5183"/>
                    <a:pt x="7275" y="5153"/>
                    <a:pt x="7289" y="5138"/>
                  </a:cubicBezTo>
                  <a:close/>
                  <a:moveTo>
                    <a:pt x="4063" y="4929"/>
                  </a:moveTo>
                  <a:cubicBezTo>
                    <a:pt x="4004" y="4974"/>
                    <a:pt x="3944" y="5004"/>
                    <a:pt x="3914" y="5048"/>
                  </a:cubicBezTo>
                  <a:cubicBezTo>
                    <a:pt x="3899" y="5078"/>
                    <a:pt x="3944" y="5138"/>
                    <a:pt x="3959" y="5198"/>
                  </a:cubicBezTo>
                  <a:cubicBezTo>
                    <a:pt x="3929" y="5228"/>
                    <a:pt x="3899" y="5258"/>
                    <a:pt x="3869" y="5302"/>
                  </a:cubicBezTo>
                  <a:cubicBezTo>
                    <a:pt x="4004" y="5273"/>
                    <a:pt x="4004" y="5273"/>
                    <a:pt x="3989" y="5198"/>
                  </a:cubicBezTo>
                  <a:lnTo>
                    <a:pt x="3989" y="5183"/>
                  </a:lnTo>
                  <a:cubicBezTo>
                    <a:pt x="4019" y="5153"/>
                    <a:pt x="4063" y="5123"/>
                    <a:pt x="4108" y="5093"/>
                  </a:cubicBezTo>
                  <a:cubicBezTo>
                    <a:pt x="4078" y="5078"/>
                    <a:pt x="4048" y="5063"/>
                    <a:pt x="4019" y="5048"/>
                  </a:cubicBezTo>
                  <a:cubicBezTo>
                    <a:pt x="4048" y="5019"/>
                    <a:pt x="4078" y="5004"/>
                    <a:pt x="4093" y="4974"/>
                  </a:cubicBezTo>
                  <a:cubicBezTo>
                    <a:pt x="4093" y="4974"/>
                    <a:pt x="4063" y="4944"/>
                    <a:pt x="4063" y="4929"/>
                  </a:cubicBezTo>
                  <a:close/>
                  <a:moveTo>
                    <a:pt x="3570" y="5108"/>
                  </a:moveTo>
                  <a:lnTo>
                    <a:pt x="3630" y="5183"/>
                  </a:lnTo>
                  <a:lnTo>
                    <a:pt x="3645" y="5183"/>
                  </a:lnTo>
                  <a:cubicBezTo>
                    <a:pt x="3705" y="5243"/>
                    <a:pt x="3750" y="5287"/>
                    <a:pt x="3809" y="5332"/>
                  </a:cubicBezTo>
                  <a:cubicBezTo>
                    <a:pt x="3854" y="5153"/>
                    <a:pt x="3839" y="5138"/>
                    <a:pt x="3675" y="5108"/>
                  </a:cubicBezTo>
                  <a:close/>
                  <a:moveTo>
                    <a:pt x="7604" y="5318"/>
                  </a:moveTo>
                  <a:cubicBezTo>
                    <a:pt x="7618" y="5333"/>
                    <a:pt x="7618" y="5347"/>
                    <a:pt x="7618" y="5362"/>
                  </a:cubicBezTo>
                  <a:lnTo>
                    <a:pt x="7603" y="5362"/>
                  </a:lnTo>
                  <a:cubicBezTo>
                    <a:pt x="7618" y="5347"/>
                    <a:pt x="7618" y="5333"/>
                    <a:pt x="7604" y="5318"/>
                  </a:cubicBezTo>
                  <a:close/>
                  <a:moveTo>
                    <a:pt x="4078" y="5228"/>
                  </a:moveTo>
                  <a:cubicBezTo>
                    <a:pt x="4078" y="5302"/>
                    <a:pt x="4063" y="5377"/>
                    <a:pt x="4063" y="5452"/>
                  </a:cubicBezTo>
                  <a:cubicBezTo>
                    <a:pt x="4078" y="5437"/>
                    <a:pt x="4108" y="5422"/>
                    <a:pt x="4123" y="5422"/>
                  </a:cubicBezTo>
                  <a:cubicBezTo>
                    <a:pt x="4138" y="5362"/>
                    <a:pt x="4138" y="5302"/>
                    <a:pt x="4138" y="5243"/>
                  </a:cubicBezTo>
                  <a:cubicBezTo>
                    <a:pt x="4123" y="5228"/>
                    <a:pt x="4108" y="5228"/>
                    <a:pt x="4078" y="5228"/>
                  </a:cubicBezTo>
                  <a:close/>
                  <a:moveTo>
                    <a:pt x="4960" y="5810"/>
                  </a:moveTo>
                  <a:cubicBezTo>
                    <a:pt x="4930" y="5825"/>
                    <a:pt x="4900" y="5855"/>
                    <a:pt x="4915" y="5855"/>
                  </a:cubicBezTo>
                  <a:cubicBezTo>
                    <a:pt x="4930" y="5885"/>
                    <a:pt x="4960" y="5915"/>
                    <a:pt x="4989" y="5930"/>
                  </a:cubicBezTo>
                  <a:cubicBezTo>
                    <a:pt x="4989" y="5930"/>
                    <a:pt x="5034" y="5900"/>
                    <a:pt x="5034" y="5900"/>
                  </a:cubicBezTo>
                  <a:cubicBezTo>
                    <a:pt x="5004" y="5870"/>
                    <a:pt x="4989" y="5840"/>
                    <a:pt x="4960" y="5810"/>
                  </a:cubicBezTo>
                  <a:close/>
                  <a:moveTo>
                    <a:pt x="5960" y="5885"/>
                  </a:moveTo>
                  <a:cubicBezTo>
                    <a:pt x="5930" y="5930"/>
                    <a:pt x="5886" y="5974"/>
                    <a:pt x="5856" y="6019"/>
                  </a:cubicBezTo>
                  <a:cubicBezTo>
                    <a:pt x="5841" y="6034"/>
                    <a:pt x="5856" y="6064"/>
                    <a:pt x="5871" y="6094"/>
                  </a:cubicBezTo>
                  <a:cubicBezTo>
                    <a:pt x="5886" y="6079"/>
                    <a:pt x="5930" y="6064"/>
                    <a:pt x="5930" y="6049"/>
                  </a:cubicBezTo>
                  <a:cubicBezTo>
                    <a:pt x="5960" y="6004"/>
                    <a:pt x="5960" y="5945"/>
                    <a:pt x="5975" y="5900"/>
                  </a:cubicBezTo>
                  <a:cubicBezTo>
                    <a:pt x="5975" y="5885"/>
                    <a:pt x="5960" y="5885"/>
                    <a:pt x="5960" y="5885"/>
                  </a:cubicBezTo>
                  <a:close/>
                  <a:moveTo>
                    <a:pt x="1031" y="6094"/>
                  </a:moveTo>
                  <a:cubicBezTo>
                    <a:pt x="1031" y="6094"/>
                    <a:pt x="1031" y="6094"/>
                    <a:pt x="1031" y="6109"/>
                  </a:cubicBezTo>
                  <a:lnTo>
                    <a:pt x="1016" y="6109"/>
                  </a:lnTo>
                  <a:lnTo>
                    <a:pt x="1031" y="6094"/>
                  </a:lnTo>
                  <a:close/>
                  <a:moveTo>
                    <a:pt x="6558" y="6258"/>
                  </a:moveTo>
                  <a:lnTo>
                    <a:pt x="6558" y="6258"/>
                  </a:lnTo>
                  <a:cubicBezTo>
                    <a:pt x="6543" y="6318"/>
                    <a:pt x="6528" y="6378"/>
                    <a:pt x="6513" y="6438"/>
                  </a:cubicBezTo>
                  <a:cubicBezTo>
                    <a:pt x="6423" y="6408"/>
                    <a:pt x="6334" y="6378"/>
                    <a:pt x="6244" y="6363"/>
                  </a:cubicBezTo>
                  <a:cubicBezTo>
                    <a:pt x="6229" y="6363"/>
                    <a:pt x="6214" y="6393"/>
                    <a:pt x="6199" y="6393"/>
                  </a:cubicBezTo>
                  <a:cubicBezTo>
                    <a:pt x="6214" y="6423"/>
                    <a:pt x="6229" y="6438"/>
                    <a:pt x="6259" y="6452"/>
                  </a:cubicBezTo>
                  <a:cubicBezTo>
                    <a:pt x="6274" y="6482"/>
                    <a:pt x="6304" y="6482"/>
                    <a:pt x="6334" y="6482"/>
                  </a:cubicBezTo>
                  <a:lnTo>
                    <a:pt x="6334" y="6482"/>
                  </a:lnTo>
                  <a:lnTo>
                    <a:pt x="6334" y="6482"/>
                  </a:lnTo>
                  <a:cubicBezTo>
                    <a:pt x="6363" y="6497"/>
                    <a:pt x="6378" y="6497"/>
                    <a:pt x="6393" y="6512"/>
                  </a:cubicBezTo>
                  <a:cubicBezTo>
                    <a:pt x="6408" y="6527"/>
                    <a:pt x="6438" y="6527"/>
                    <a:pt x="6453" y="6542"/>
                  </a:cubicBezTo>
                  <a:lnTo>
                    <a:pt x="6513" y="6572"/>
                  </a:lnTo>
                  <a:cubicBezTo>
                    <a:pt x="6528" y="6542"/>
                    <a:pt x="6528" y="6512"/>
                    <a:pt x="6543" y="6482"/>
                  </a:cubicBezTo>
                  <a:cubicBezTo>
                    <a:pt x="6647" y="6423"/>
                    <a:pt x="6647" y="6348"/>
                    <a:pt x="6558" y="6258"/>
                  </a:cubicBezTo>
                  <a:close/>
                  <a:moveTo>
                    <a:pt x="5751" y="7901"/>
                  </a:moveTo>
                  <a:cubicBezTo>
                    <a:pt x="5751" y="7901"/>
                    <a:pt x="5751" y="7901"/>
                    <a:pt x="5751" y="7916"/>
                  </a:cubicBezTo>
                  <a:lnTo>
                    <a:pt x="5721" y="7901"/>
                  </a:lnTo>
                  <a:close/>
                  <a:moveTo>
                    <a:pt x="5975" y="7946"/>
                  </a:moveTo>
                  <a:lnTo>
                    <a:pt x="6005" y="7976"/>
                  </a:lnTo>
                  <a:cubicBezTo>
                    <a:pt x="5990" y="7976"/>
                    <a:pt x="5975" y="7961"/>
                    <a:pt x="5975" y="7946"/>
                  </a:cubicBezTo>
                  <a:close/>
                  <a:moveTo>
                    <a:pt x="5557" y="538"/>
                  </a:moveTo>
                  <a:cubicBezTo>
                    <a:pt x="5617" y="657"/>
                    <a:pt x="5676" y="777"/>
                    <a:pt x="5736" y="896"/>
                  </a:cubicBezTo>
                  <a:cubicBezTo>
                    <a:pt x="5736" y="911"/>
                    <a:pt x="5766" y="911"/>
                    <a:pt x="5796" y="926"/>
                  </a:cubicBezTo>
                  <a:cubicBezTo>
                    <a:pt x="5796" y="956"/>
                    <a:pt x="5796" y="971"/>
                    <a:pt x="5796" y="986"/>
                  </a:cubicBezTo>
                  <a:cubicBezTo>
                    <a:pt x="5796" y="1016"/>
                    <a:pt x="5811" y="1031"/>
                    <a:pt x="5811" y="1046"/>
                  </a:cubicBezTo>
                  <a:cubicBezTo>
                    <a:pt x="5796" y="1135"/>
                    <a:pt x="5841" y="1255"/>
                    <a:pt x="5900" y="1300"/>
                  </a:cubicBezTo>
                  <a:cubicBezTo>
                    <a:pt x="5900" y="1300"/>
                    <a:pt x="5900" y="1315"/>
                    <a:pt x="5886" y="1329"/>
                  </a:cubicBezTo>
                  <a:cubicBezTo>
                    <a:pt x="5886" y="1359"/>
                    <a:pt x="5900" y="1389"/>
                    <a:pt x="5930" y="1404"/>
                  </a:cubicBezTo>
                  <a:cubicBezTo>
                    <a:pt x="5945" y="1404"/>
                    <a:pt x="5945" y="1419"/>
                    <a:pt x="5945" y="1419"/>
                  </a:cubicBezTo>
                  <a:cubicBezTo>
                    <a:pt x="6005" y="1539"/>
                    <a:pt x="6050" y="1673"/>
                    <a:pt x="6110" y="1792"/>
                  </a:cubicBezTo>
                  <a:cubicBezTo>
                    <a:pt x="6124" y="1807"/>
                    <a:pt x="6169" y="1822"/>
                    <a:pt x="6199" y="1837"/>
                  </a:cubicBezTo>
                  <a:cubicBezTo>
                    <a:pt x="6199" y="1882"/>
                    <a:pt x="6095" y="1927"/>
                    <a:pt x="6184" y="1972"/>
                  </a:cubicBezTo>
                  <a:cubicBezTo>
                    <a:pt x="6184" y="1972"/>
                    <a:pt x="6184" y="1987"/>
                    <a:pt x="6184" y="2002"/>
                  </a:cubicBezTo>
                  <a:cubicBezTo>
                    <a:pt x="6184" y="2031"/>
                    <a:pt x="6199" y="2076"/>
                    <a:pt x="6229" y="2091"/>
                  </a:cubicBezTo>
                  <a:cubicBezTo>
                    <a:pt x="6239" y="2091"/>
                    <a:pt x="6236" y="2085"/>
                    <a:pt x="6237" y="2085"/>
                  </a:cubicBezTo>
                  <a:lnTo>
                    <a:pt x="6237" y="2085"/>
                  </a:lnTo>
                  <a:cubicBezTo>
                    <a:pt x="6237" y="2085"/>
                    <a:pt x="6239" y="2086"/>
                    <a:pt x="6244" y="2091"/>
                  </a:cubicBezTo>
                  <a:cubicBezTo>
                    <a:pt x="6244" y="2091"/>
                    <a:pt x="6244" y="2106"/>
                    <a:pt x="6244" y="2106"/>
                  </a:cubicBezTo>
                  <a:cubicBezTo>
                    <a:pt x="6229" y="2181"/>
                    <a:pt x="6259" y="2241"/>
                    <a:pt x="6274" y="2300"/>
                  </a:cubicBezTo>
                  <a:cubicBezTo>
                    <a:pt x="6283" y="2355"/>
                    <a:pt x="6303" y="2387"/>
                    <a:pt x="6335" y="2387"/>
                  </a:cubicBezTo>
                  <a:cubicBezTo>
                    <a:pt x="6355" y="2387"/>
                    <a:pt x="6379" y="2374"/>
                    <a:pt x="6408" y="2345"/>
                  </a:cubicBezTo>
                  <a:lnTo>
                    <a:pt x="6408" y="2330"/>
                  </a:lnTo>
                  <a:cubicBezTo>
                    <a:pt x="6423" y="2345"/>
                    <a:pt x="6438" y="2345"/>
                    <a:pt x="6408" y="2390"/>
                  </a:cubicBezTo>
                  <a:cubicBezTo>
                    <a:pt x="6349" y="2450"/>
                    <a:pt x="6393" y="2479"/>
                    <a:pt x="6453" y="2509"/>
                  </a:cubicBezTo>
                  <a:lnTo>
                    <a:pt x="6468" y="2509"/>
                  </a:lnTo>
                  <a:cubicBezTo>
                    <a:pt x="6498" y="2569"/>
                    <a:pt x="6513" y="2614"/>
                    <a:pt x="6543" y="2659"/>
                  </a:cubicBezTo>
                  <a:cubicBezTo>
                    <a:pt x="6513" y="2674"/>
                    <a:pt x="6483" y="2689"/>
                    <a:pt x="6483" y="2704"/>
                  </a:cubicBezTo>
                  <a:cubicBezTo>
                    <a:pt x="6483" y="2748"/>
                    <a:pt x="6498" y="2808"/>
                    <a:pt x="6513" y="2853"/>
                  </a:cubicBezTo>
                  <a:lnTo>
                    <a:pt x="6573" y="2808"/>
                  </a:lnTo>
                  <a:lnTo>
                    <a:pt x="6573" y="2883"/>
                  </a:lnTo>
                  <a:cubicBezTo>
                    <a:pt x="6528" y="2943"/>
                    <a:pt x="6513" y="3002"/>
                    <a:pt x="6588" y="3032"/>
                  </a:cubicBezTo>
                  <a:lnTo>
                    <a:pt x="6602" y="3032"/>
                  </a:lnTo>
                  <a:cubicBezTo>
                    <a:pt x="6602" y="3107"/>
                    <a:pt x="6677" y="3152"/>
                    <a:pt x="6722" y="3196"/>
                  </a:cubicBezTo>
                  <a:cubicBezTo>
                    <a:pt x="6647" y="3346"/>
                    <a:pt x="6767" y="3420"/>
                    <a:pt x="6841" y="3510"/>
                  </a:cubicBezTo>
                  <a:cubicBezTo>
                    <a:pt x="6812" y="3525"/>
                    <a:pt x="6752" y="3540"/>
                    <a:pt x="6797" y="3600"/>
                  </a:cubicBezTo>
                  <a:lnTo>
                    <a:pt x="7065" y="4302"/>
                  </a:lnTo>
                  <a:cubicBezTo>
                    <a:pt x="7095" y="4317"/>
                    <a:pt x="7110" y="4317"/>
                    <a:pt x="7140" y="4332"/>
                  </a:cubicBezTo>
                  <a:lnTo>
                    <a:pt x="7155" y="4406"/>
                  </a:lnTo>
                  <a:cubicBezTo>
                    <a:pt x="7143" y="4406"/>
                    <a:pt x="7131" y="4404"/>
                    <a:pt x="7120" y="4404"/>
                  </a:cubicBezTo>
                  <a:cubicBezTo>
                    <a:pt x="7104" y="4404"/>
                    <a:pt x="7089" y="4409"/>
                    <a:pt x="7080" y="4436"/>
                  </a:cubicBezTo>
                  <a:cubicBezTo>
                    <a:pt x="7065" y="4481"/>
                    <a:pt x="7125" y="4496"/>
                    <a:pt x="7155" y="4526"/>
                  </a:cubicBezTo>
                  <a:lnTo>
                    <a:pt x="7170" y="4541"/>
                  </a:lnTo>
                  <a:cubicBezTo>
                    <a:pt x="7155" y="4585"/>
                    <a:pt x="7140" y="4615"/>
                    <a:pt x="7140" y="4660"/>
                  </a:cubicBezTo>
                  <a:cubicBezTo>
                    <a:pt x="7185" y="4795"/>
                    <a:pt x="7245" y="4914"/>
                    <a:pt x="7289" y="5048"/>
                  </a:cubicBezTo>
                  <a:cubicBezTo>
                    <a:pt x="7289" y="5078"/>
                    <a:pt x="7289" y="5108"/>
                    <a:pt x="7289" y="5138"/>
                  </a:cubicBezTo>
                  <a:cubicBezTo>
                    <a:pt x="7334" y="5243"/>
                    <a:pt x="7379" y="5347"/>
                    <a:pt x="7454" y="5497"/>
                  </a:cubicBezTo>
                  <a:cubicBezTo>
                    <a:pt x="7454" y="5422"/>
                    <a:pt x="7454" y="5392"/>
                    <a:pt x="7469" y="5362"/>
                  </a:cubicBezTo>
                  <a:cubicBezTo>
                    <a:pt x="7499" y="5422"/>
                    <a:pt x="7543" y="5482"/>
                    <a:pt x="7573" y="5541"/>
                  </a:cubicBezTo>
                  <a:lnTo>
                    <a:pt x="7573" y="5571"/>
                  </a:lnTo>
                  <a:cubicBezTo>
                    <a:pt x="7573" y="5586"/>
                    <a:pt x="7573" y="5586"/>
                    <a:pt x="7558" y="5601"/>
                  </a:cubicBezTo>
                  <a:cubicBezTo>
                    <a:pt x="7558" y="5661"/>
                    <a:pt x="7573" y="5706"/>
                    <a:pt x="7588" y="5750"/>
                  </a:cubicBezTo>
                  <a:cubicBezTo>
                    <a:pt x="7618" y="5870"/>
                    <a:pt x="7618" y="6004"/>
                    <a:pt x="7738" y="6079"/>
                  </a:cubicBezTo>
                  <a:lnTo>
                    <a:pt x="7752" y="6079"/>
                  </a:lnTo>
                  <a:lnTo>
                    <a:pt x="7782" y="6169"/>
                  </a:lnTo>
                  <a:lnTo>
                    <a:pt x="7782" y="6184"/>
                  </a:lnTo>
                  <a:lnTo>
                    <a:pt x="7752" y="6184"/>
                  </a:lnTo>
                  <a:cubicBezTo>
                    <a:pt x="7723" y="6213"/>
                    <a:pt x="7723" y="6258"/>
                    <a:pt x="7752" y="6288"/>
                  </a:cubicBezTo>
                  <a:lnTo>
                    <a:pt x="7752" y="6303"/>
                  </a:lnTo>
                  <a:cubicBezTo>
                    <a:pt x="7738" y="6303"/>
                    <a:pt x="7723" y="6318"/>
                    <a:pt x="7708" y="6333"/>
                  </a:cubicBezTo>
                  <a:cubicBezTo>
                    <a:pt x="7693" y="6333"/>
                    <a:pt x="7723" y="6363"/>
                    <a:pt x="7738" y="6378"/>
                  </a:cubicBezTo>
                  <a:lnTo>
                    <a:pt x="7782" y="6333"/>
                  </a:lnTo>
                  <a:cubicBezTo>
                    <a:pt x="7827" y="6408"/>
                    <a:pt x="7782" y="6512"/>
                    <a:pt x="7872" y="6557"/>
                  </a:cubicBezTo>
                  <a:lnTo>
                    <a:pt x="7902" y="6557"/>
                  </a:lnTo>
                  <a:lnTo>
                    <a:pt x="7902" y="6572"/>
                  </a:lnTo>
                  <a:lnTo>
                    <a:pt x="7902" y="6632"/>
                  </a:lnTo>
                  <a:cubicBezTo>
                    <a:pt x="7902" y="6647"/>
                    <a:pt x="7887" y="6676"/>
                    <a:pt x="7887" y="6691"/>
                  </a:cubicBezTo>
                  <a:cubicBezTo>
                    <a:pt x="7902" y="6721"/>
                    <a:pt x="7902" y="6751"/>
                    <a:pt x="7932" y="6766"/>
                  </a:cubicBezTo>
                  <a:cubicBezTo>
                    <a:pt x="7827" y="6826"/>
                    <a:pt x="7917" y="6915"/>
                    <a:pt x="7917" y="7005"/>
                  </a:cubicBezTo>
                  <a:cubicBezTo>
                    <a:pt x="7947" y="7035"/>
                    <a:pt x="7991" y="7020"/>
                    <a:pt x="8021" y="7050"/>
                  </a:cubicBezTo>
                  <a:cubicBezTo>
                    <a:pt x="8036" y="7050"/>
                    <a:pt x="8051" y="7050"/>
                    <a:pt x="8066" y="7065"/>
                  </a:cubicBezTo>
                  <a:cubicBezTo>
                    <a:pt x="8066" y="7095"/>
                    <a:pt x="8066" y="7110"/>
                    <a:pt x="8066" y="7139"/>
                  </a:cubicBezTo>
                  <a:lnTo>
                    <a:pt x="8141" y="7214"/>
                  </a:lnTo>
                  <a:cubicBezTo>
                    <a:pt x="8156" y="7229"/>
                    <a:pt x="8171" y="7229"/>
                    <a:pt x="8186" y="7244"/>
                  </a:cubicBezTo>
                  <a:lnTo>
                    <a:pt x="8216" y="7274"/>
                  </a:lnTo>
                  <a:cubicBezTo>
                    <a:pt x="8216" y="7274"/>
                    <a:pt x="8216" y="7274"/>
                    <a:pt x="8216" y="7289"/>
                  </a:cubicBezTo>
                  <a:cubicBezTo>
                    <a:pt x="8216" y="7304"/>
                    <a:pt x="8230" y="7319"/>
                    <a:pt x="8245" y="7334"/>
                  </a:cubicBezTo>
                  <a:cubicBezTo>
                    <a:pt x="8245" y="7349"/>
                    <a:pt x="8260" y="7349"/>
                    <a:pt x="8260" y="7364"/>
                  </a:cubicBezTo>
                  <a:lnTo>
                    <a:pt x="8245" y="7722"/>
                  </a:lnTo>
                  <a:cubicBezTo>
                    <a:pt x="8290" y="7677"/>
                    <a:pt x="8320" y="7662"/>
                    <a:pt x="8350" y="7632"/>
                  </a:cubicBezTo>
                  <a:cubicBezTo>
                    <a:pt x="8350" y="7662"/>
                    <a:pt x="8350" y="7677"/>
                    <a:pt x="8350" y="7692"/>
                  </a:cubicBezTo>
                  <a:lnTo>
                    <a:pt x="8335" y="7692"/>
                  </a:lnTo>
                  <a:cubicBezTo>
                    <a:pt x="8260" y="7737"/>
                    <a:pt x="8260" y="7797"/>
                    <a:pt x="8320" y="7856"/>
                  </a:cubicBezTo>
                  <a:cubicBezTo>
                    <a:pt x="8380" y="7901"/>
                    <a:pt x="8410" y="7946"/>
                    <a:pt x="8425" y="8006"/>
                  </a:cubicBezTo>
                  <a:lnTo>
                    <a:pt x="8230" y="8006"/>
                  </a:lnTo>
                  <a:cubicBezTo>
                    <a:pt x="8216" y="8006"/>
                    <a:pt x="8216" y="7991"/>
                    <a:pt x="8201" y="7991"/>
                  </a:cubicBezTo>
                  <a:cubicBezTo>
                    <a:pt x="8186" y="7991"/>
                    <a:pt x="8171" y="7991"/>
                    <a:pt x="8156" y="8006"/>
                  </a:cubicBezTo>
                  <a:lnTo>
                    <a:pt x="8156" y="7991"/>
                  </a:lnTo>
                  <a:cubicBezTo>
                    <a:pt x="8126" y="7976"/>
                    <a:pt x="8096" y="7976"/>
                    <a:pt x="8066" y="7976"/>
                  </a:cubicBezTo>
                  <a:cubicBezTo>
                    <a:pt x="8066" y="7961"/>
                    <a:pt x="8066" y="7946"/>
                    <a:pt x="8051" y="7931"/>
                  </a:cubicBezTo>
                  <a:cubicBezTo>
                    <a:pt x="8051" y="7946"/>
                    <a:pt x="8021" y="7961"/>
                    <a:pt x="8021" y="7976"/>
                  </a:cubicBezTo>
                  <a:cubicBezTo>
                    <a:pt x="8021" y="7991"/>
                    <a:pt x="8021" y="7991"/>
                    <a:pt x="8006" y="7991"/>
                  </a:cubicBezTo>
                  <a:cubicBezTo>
                    <a:pt x="7991" y="7976"/>
                    <a:pt x="7973" y="7968"/>
                    <a:pt x="7952" y="7968"/>
                  </a:cubicBezTo>
                  <a:cubicBezTo>
                    <a:pt x="7932" y="7968"/>
                    <a:pt x="7909" y="7976"/>
                    <a:pt x="7887" y="7991"/>
                  </a:cubicBezTo>
                  <a:cubicBezTo>
                    <a:pt x="7872" y="7991"/>
                    <a:pt x="7872" y="7976"/>
                    <a:pt x="7857" y="7976"/>
                  </a:cubicBezTo>
                  <a:cubicBezTo>
                    <a:pt x="7857" y="7946"/>
                    <a:pt x="7842" y="7901"/>
                    <a:pt x="7842" y="7871"/>
                  </a:cubicBezTo>
                  <a:cubicBezTo>
                    <a:pt x="7812" y="7871"/>
                    <a:pt x="7782" y="7886"/>
                    <a:pt x="7738" y="7901"/>
                  </a:cubicBezTo>
                  <a:cubicBezTo>
                    <a:pt x="7738" y="7886"/>
                    <a:pt x="7738" y="7886"/>
                    <a:pt x="7738" y="7871"/>
                  </a:cubicBezTo>
                  <a:cubicBezTo>
                    <a:pt x="7618" y="7797"/>
                    <a:pt x="7484" y="7782"/>
                    <a:pt x="7334" y="7782"/>
                  </a:cubicBezTo>
                  <a:cubicBezTo>
                    <a:pt x="7327" y="7789"/>
                    <a:pt x="7319" y="7800"/>
                    <a:pt x="7312" y="7812"/>
                  </a:cubicBezTo>
                  <a:lnTo>
                    <a:pt x="7312" y="7812"/>
                  </a:lnTo>
                  <a:cubicBezTo>
                    <a:pt x="7226" y="7812"/>
                    <a:pt x="7153" y="7827"/>
                    <a:pt x="7080" y="7827"/>
                  </a:cubicBezTo>
                  <a:cubicBezTo>
                    <a:pt x="7051" y="7827"/>
                    <a:pt x="7036" y="7827"/>
                    <a:pt x="7006" y="7812"/>
                  </a:cubicBezTo>
                  <a:cubicBezTo>
                    <a:pt x="7051" y="7758"/>
                    <a:pt x="7031" y="7747"/>
                    <a:pt x="7001" y="7747"/>
                  </a:cubicBezTo>
                  <a:cubicBezTo>
                    <a:pt x="6982" y="7747"/>
                    <a:pt x="6958" y="7752"/>
                    <a:pt x="6946" y="7752"/>
                  </a:cubicBezTo>
                  <a:cubicBezTo>
                    <a:pt x="6752" y="7707"/>
                    <a:pt x="6573" y="7662"/>
                    <a:pt x="6378" y="7632"/>
                  </a:cubicBezTo>
                  <a:cubicBezTo>
                    <a:pt x="6289" y="7617"/>
                    <a:pt x="6199" y="7602"/>
                    <a:pt x="6095" y="7588"/>
                  </a:cubicBezTo>
                  <a:cubicBezTo>
                    <a:pt x="6095" y="7573"/>
                    <a:pt x="6080" y="7573"/>
                    <a:pt x="6080" y="7558"/>
                  </a:cubicBezTo>
                  <a:cubicBezTo>
                    <a:pt x="6080" y="7543"/>
                    <a:pt x="6050" y="7543"/>
                    <a:pt x="6035" y="7528"/>
                  </a:cubicBezTo>
                  <a:cubicBezTo>
                    <a:pt x="5960" y="7513"/>
                    <a:pt x="5886" y="7498"/>
                    <a:pt x="5811" y="7498"/>
                  </a:cubicBezTo>
                  <a:cubicBezTo>
                    <a:pt x="5796" y="7498"/>
                    <a:pt x="5781" y="7513"/>
                    <a:pt x="5766" y="7513"/>
                  </a:cubicBezTo>
                  <a:lnTo>
                    <a:pt x="5617" y="7483"/>
                  </a:lnTo>
                  <a:cubicBezTo>
                    <a:pt x="5599" y="7466"/>
                    <a:pt x="5582" y="7458"/>
                    <a:pt x="5564" y="7458"/>
                  </a:cubicBezTo>
                  <a:cubicBezTo>
                    <a:pt x="5552" y="7458"/>
                    <a:pt x="5539" y="7462"/>
                    <a:pt x="5527" y="7468"/>
                  </a:cubicBezTo>
                  <a:cubicBezTo>
                    <a:pt x="5512" y="7468"/>
                    <a:pt x="5512" y="7468"/>
                    <a:pt x="5512" y="7483"/>
                  </a:cubicBezTo>
                  <a:lnTo>
                    <a:pt x="5363" y="7408"/>
                  </a:lnTo>
                  <a:cubicBezTo>
                    <a:pt x="5306" y="7363"/>
                    <a:pt x="5250" y="7318"/>
                    <a:pt x="5187" y="7318"/>
                  </a:cubicBezTo>
                  <a:cubicBezTo>
                    <a:pt x="5167" y="7318"/>
                    <a:pt x="5146" y="7323"/>
                    <a:pt x="5124" y="7334"/>
                  </a:cubicBezTo>
                  <a:lnTo>
                    <a:pt x="5109" y="7334"/>
                  </a:lnTo>
                  <a:cubicBezTo>
                    <a:pt x="5099" y="7330"/>
                    <a:pt x="5089" y="7329"/>
                    <a:pt x="5081" y="7329"/>
                  </a:cubicBezTo>
                  <a:cubicBezTo>
                    <a:pt x="5065" y="7329"/>
                    <a:pt x="5051" y="7333"/>
                    <a:pt x="5038" y="7333"/>
                  </a:cubicBezTo>
                  <a:cubicBezTo>
                    <a:pt x="5026" y="7333"/>
                    <a:pt x="5015" y="7330"/>
                    <a:pt x="5004" y="7319"/>
                  </a:cubicBezTo>
                  <a:cubicBezTo>
                    <a:pt x="4989" y="7319"/>
                    <a:pt x="4974" y="7319"/>
                    <a:pt x="4960" y="7334"/>
                  </a:cubicBezTo>
                  <a:lnTo>
                    <a:pt x="4780" y="7274"/>
                  </a:lnTo>
                  <a:cubicBezTo>
                    <a:pt x="4750" y="7244"/>
                    <a:pt x="4661" y="7259"/>
                    <a:pt x="4631" y="7199"/>
                  </a:cubicBezTo>
                  <a:cubicBezTo>
                    <a:pt x="4482" y="7154"/>
                    <a:pt x="4317" y="7139"/>
                    <a:pt x="4153" y="7080"/>
                  </a:cubicBezTo>
                  <a:cubicBezTo>
                    <a:pt x="3944" y="7020"/>
                    <a:pt x="3720" y="7050"/>
                    <a:pt x="3496" y="7005"/>
                  </a:cubicBezTo>
                  <a:cubicBezTo>
                    <a:pt x="3369" y="6984"/>
                    <a:pt x="3235" y="6963"/>
                    <a:pt x="3104" y="6963"/>
                  </a:cubicBezTo>
                  <a:cubicBezTo>
                    <a:pt x="3049" y="6963"/>
                    <a:pt x="2996" y="6966"/>
                    <a:pt x="2943" y="6975"/>
                  </a:cubicBezTo>
                  <a:lnTo>
                    <a:pt x="2898" y="6975"/>
                  </a:lnTo>
                  <a:cubicBezTo>
                    <a:pt x="2868" y="6975"/>
                    <a:pt x="2854" y="6960"/>
                    <a:pt x="2824" y="6960"/>
                  </a:cubicBezTo>
                  <a:cubicBezTo>
                    <a:pt x="2510" y="6915"/>
                    <a:pt x="2211" y="6886"/>
                    <a:pt x="1898" y="6856"/>
                  </a:cubicBezTo>
                  <a:cubicBezTo>
                    <a:pt x="1778" y="6841"/>
                    <a:pt x="1674" y="6811"/>
                    <a:pt x="1554" y="6796"/>
                  </a:cubicBezTo>
                  <a:cubicBezTo>
                    <a:pt x="1345" y="6781"/>
                    <a:pt x="1121" y="6766"/>
                    <a:pt x="912" y="6736"/>
                  </a:cubicBezTo>
                  <a:lnTo>
                    <a:pt x="882" y="6647"/>
                  </a:lnTo>
                  <a:cubicBezTo>
                    <a:pt x="957" y="6602"/>
                    <a:pt x="1002" y="6557"/>
                    <a:pt x="1031" y="6482"/>
                  </a:cubicBezTo>
                  <a:cubicBezTo>
                    <a:pt x="1061" y="6423"/>
                    <a:pt x="1091" y="6363"/>
                    <a:pt x="1091" y="6303"/>
                  </a:cubicBezTo>
                  <a:cubicBezTo>
                    <a:pt x="1091" y="6273"/>
                    <a:pt x="1061" y="6243"/>
                    <a:pt x="1016" y="6213"/>
                  </a:cubicBezTo>
                  <a:lnTo>
                    <a:pt x="1016" y="6199"/>
                  </a:lnTo>
                  <a:cubicBezTo>
                    <a:pt x="1016" y="6184"/>
                    <a:pt x="1016" y="6184"/>
                    <a:pt x="1016" y="6169"/>
                  </a:cubicBezTo>
                  <a:lnTo>
                    <a:pt x="1091" y="6124"/>
                  </a:lnTo>
                  <a:lnTo>
                    <a:pt x="1151" y="6124"/>
                  </a:lnTo>
                  <a:cubicBezTo>
                    <a:pt x="1226" y="6064"/>
                    <a:pt x="1285" y="5989"/>
                    <a:pt x="1345" y="5900"/>
                  </a:cubicBezTo>
                  <a:cubicBezTo>
                    <a:pt x="1405" y="5795"/>
                    <a:pt x="1494" y="5721"/>
                    <a:pt x="1509" y="5586"/>
                  </a:cubicBezTo>
                  <a:cubicBezTo>
                    <a:pt x="1584" y="5571"/>
                    <a:pt x="1614" y="5526"/>
                    <a:pt x="1614" y="5452"/>
                  </a:cubicBezTo>
                  <a:cubicBezTo>
                    <a:pt x="1614" y="5452"/>
                    <a:pt x="1614" y="5452"/>
                    <a:pt x="1614" y="5437"/>
                  </a:cubicBezTo>
                  <a:cubicBezTo>
                    <a:pt x="1733" y="5287"/>
                    <a:pt x="1868" y="5138"/>
                    <a:pt x="1987" y="5004"/>
                  </a:cubicBezTo>
                  <a:cubicBezTo>
                    <a:pt x="2152" y="4929"/>
                    <a:pt x="2226" y="4765"/>
                    <a:pt x="2361" y="4645"/>
                  </a:cubicBezTo>
                  <a:cubicBezTo>
                    <a:pt x="2361" y="4645"/>
                    <a:pt x="2361" y="4630"/>
                    <a:pt x="2361" y="4630"/>
                  </a:cubicBezTo>
                  <a:cubicBezTo>
                    <a:pt x="2376" y="4645"/>
                    <a:pt x="2391" y="4645"/>
                    <a:pt x="2391" y="4645"/>
                  </a:cubicBezTo>
                  <a:cubicBezTo>
                    <a:pt x="2435" y="4645"/>
                    <a:pt x="2480" y="4630"/>
                    <a:pt x="2510" y="4615"/>
                  </a:cubicBezTo>
                  <a:cubicBezTo>
                    <a:pt x="2510" y="4585"/>
                    <a:pt x="2495" y="4556"/>
                    <a:pt x="2480" y="4541"/>
                  </a:cubicBezTo>
                  <a:cubicBezTo>
                    <a:pt x="2465" y="4526"/>
                    <a:pt x="2450" y="4511"/>
                    <a:pt x="2435" y="4511"/>
                  </a:cubicBezTo>
                  <a:cubicBezTo>
                    <a:pt x="2435" y="4511"/>
                    <a:pt x="2435" y="4511"/>
                    <a:pt x="2435" y="4496"/>
                  </a:cubicBezTo>
                  <a:cubicBezTo>
                    <a:pt x="2585" y="4376"/>
                    <a:pt x="2674" y="4212"/>
                    <a:pt x="2764" y="4033"/>
                  </a:cubicBezTo>
                  <a:cubicBezTo>
                    <a:pt x="2883" y="3839"/>
                    <a:pt x="2988" y="3630"/>
                    <a:pt x="3122" y="3450"/>
                  </a:cubicBezTo>
                  <a:cubicBezTo>
                    <a:pt x="3182" y="3376"/>
                    <a:pt x="3242" y="3301"/>
                    <a:pt x="3257" y="3211"/>
                  </a:cubicBezTo>
                  <a:lnTo>
                    <a:pt x="3257" y="3196"/>
                  </a:lnTo>
                  <a:lnTo>
                    <a:pt x="3331" y="3077"/>
                  </a:lnTo>
                  <a:lnTo>
                    <a:pt x="3346" y="3077"/>
                  </a:lnTo>
                  <a:cubicBezTo>
                    <a:pt x="3376" y="3062"/>
                    <a:pt x="3391" y="3062"/>
                    <a:pt x="3406" y="3047"/>
                  </a:cubicBezTo>
                  <a:cubicBezTo>
                    <a:pt x="3645" y="2748"/>
                    <a:pt x="3884" y="2435"/>
                    <a:pt x="4108" y="2136"/>
                  </a:cubicBezTo>
                  <a:cubicBezTo>
                    <a:pt x="4123" y="2106"/>
                    <a:pt x="4153" y="2091"/>
                    <a:pt x="4138" y="2061"/>
                  </a:cubicBezTo>
                  <a:cubicBezTo>
                    <a:pt x="4243" y="1987"/>
                    <a:pt x="4317" y="1897"/>
                    <a:pt x="4377" y="1807"/>
                  </a:cubicBezTo>
                  <a:cubicBezTo>
                    <a:pt x="4377" y="1792"/>
                    <a:pt x="4392" y="1778"/>
                    <a:pt x="4377" y="1763"/>
                  </a:cubicBezTo>
                  <a:lnTo>
                    <a:pt x="4467" y="1658"/>
                  </a:lnTo>
                  <a:cubicBezTo>
                    <a:pt x="4467" y="1628"/>
                    <a:pt x="4467" y="1598"/>
                    <a:pt x="4452" y="1583"/>
                  </a:cubicBezTo>
                  <a:lnTo>
                    <a:pt x="4452" y="1583"/>
                  </a:lnTo>
                  <a:cubicBezTo>
                    <a:pt x="4471" y="1590"/>
                    <a:pt x="4487" y="1592"/>
                    <a:pt x="4501" y="1592"/>
                  </a:cubicBezTo>
                  <a:cubicBezTo>
                    <a:pt x="4587" y="1592"/>
                    <a:pt x="4595" y="1490"/>
                    <a:pt x="4646" y="1464"/>
                  </a:cubicBezTo>
                  <a:cubicBezTo>
                    <a:pt x="4691" y="1404"/>
                    <a:pt x="4735" y="1359"/>
                    <a:pt x="4795" y="1315"/>
                  </a:cubicBezTo>
                  <a:cubicBezTo>
                    <a:pt x="4825" y="1270"/>
                    <a:pt x="4855" y="1240"/>
                    <a:pt x="4885" y="1210"/>
                  </a:cubicBezTo>
                  <a:lnTo>
                    <a:pt x="4930" y="1210"/>
                  </a:lnTo>
                  <a:cubicBezTo>
                    <a:pt x="4989" y="1150"/>
                    <a:pt x="5049" y="1105"/>
                    <a:pt x="5064" y="1016"/>
                  </a:cubicBezTo>
                  <a:lnTo>
                    <a:pt x="5124" y="971"/>
                  </a:lnTo>
                  <a:cubicBezTo>
                    <a:pt x="5228" y="866"/>
                    <a:pt x="5318" y="762"/>
                    <a:pt x="5423" y="642"/>
                  </a:cubicBezTo>
                  <a:cubicBezTo>
                    <a:pt x="5452" y="613"/>
                    <a:pt x="5482" y="568"/>
                    <a:pt x="5512" y="538"/>
                  </a:cubicBezTo>
                  <a:close/>
                  <a:moveTo>
                    <a:pt x="5647" y="0"/>
                  </a:moveTo>
                  <a:cubicBezTo>
                    <a:pt x="5497" y="0"/>
                    <a:pt x="5363" y="120"/>
                    <a:pt x="5363" y="209"/>
                  </a:cubicBezTo>
                  <a:cubicBezTo>
                    <a:pt x="5348" y="239"/>
                    <a:pt x="5318" y="254"/>
                    <a:pt x="5303" y="269"/>
                  </a:cubicBezTo>
                  <a:cubicBezTo>
                    <a:pt x="5258" y="299"/>
                    <a:pt x="5213" y="314"/>
                    <a:pt x="5169" y="329"/>
                  </a:cubicBezTo>
                  <a:cubicBezTo>
                    <a:pt x="5109" y="374"/>
                    <a:pt x="5049" y="403"/>
                    <a:pt x="5004" y="448"/>
                  </a:cubicBezTo>
                  <a:cubicBezTo>
                    <a:pt x="4870" y="598"/>
                    <a:pt x="4721" y="732"/>
                    <a:pt x="4586" y="881"/>
                  </a:cubicBezTo>
                  <a:cubicBezTo>
                    <a:pt x="4511" y="1016"/>
                    <a:pt x="4317" y="1046"/>
                    <a:pt x="4272" y="1225"/>
                  </a:cubicBezTo>
                  <a:cubicBezTo>
                    <a:pt x="4287" y="1210"/>
                    <a:pt x="4302" y="1195"/>
                    <a:pt x="4317" y="1180"/>
                  </a:cubicBezTo>
                  <a:lnTo>
                    <a:pt x="4317" y="1180"/>
                  </a:lnTo>
                  <a:cubicBezTo>
                    <a:pt x="4317" y="1195"/>
                    <a:pt x="4302" y="1195"/>
                    <a:pt x="4302" y="1210"/>
                  </a:cubicBezTo>
                  <a:cubicBezTo>
                    <a:pt x="4302" y="1210"/>
                    <a:pt x="4287" y="1210"/>
                    <a:pt x="4272" y="1225"/>
                  </a:cubicBezTo>
                  <a:cubicBezTo>
                    <a:pt x="4243" y="1255"/>
                    <a:pt x="4213" y="1285"/>
                    <a:pt x="4183" y="1315"/>
                  </a:cubicBezTo>
                  <a:cubicBezTo>
                    <a:pt x="4165" y="1307"/>
                    <a:pt x="4150" y="1304"/>
                    <a:pt x="4137" y="1304"/>
                  </a:cubicBezTo>
                  <a:cubicBezTo>
                    <a:pt x="4072" y="1304"/>
                    <a:pt x="4056" y="1384"/>
                    <a:pt x="4019" y="1434"/>
                  </a:cubicBezTo>
                  <a:cubicBezTo>
                    <a:pt x="3974" y="1479"/>
                    <a:pt x="3929" y="1524"/>
                    <a:pt x="3899" y="1568"/>
                  </a:cubicBezTo>
                  <a:lnTo>
                    <a:pt x="3884" y="1568"/>
                  </a:lnTo>
                  <a:lnTo>
                    <a:pt x="3660" y="1852"/>
                  </a:lnTo>
                  <a:cubicBezTo>
                    <a:pt x="3630" y="1897"/>
                    <a:pt x="3570" y="1942"/>
                    <a:pt x="3541" y="1987"/>
                  </a:cubicBezTo>
                  <a:cubicBezTo>
                    <a:pt x="3481" y="2076"/>
                    <a:pt x="3361" y="2121"/>
                    <a:pt x="3406" y="2255"/>
                  </a:cubicBezTo>
                  <a:lnTo>
                    <a:pt x="3376" y="2300"/>
                  </a:lnTo>
                  <a:lnTo>
                    <a:pt x="3376" y="2315"/>
                  </a:lnTo>
                  <a:cubicBezTo>
                    <a:pt x="3331" y="2315"/>
                    <a:pt x="3302" y="2330"/>
                    <a:pt x="3272" y="2345"/>
                  </a:cubicBezTo>
                  <a:lnTo>
                    <a:pt x="3257" y="2345"/>
                  </a:lnTo>
                  <a:cubicBezTo>
                    <a:pt x="3227" y="2420"/>
                    <a:pt x="3182" y="2479"/>
                    <a:pt x="3152" y="2539"/>
                  </a:cubicBezTo>
                  <a:cubicBezTo>
                    <a:pt x="3107" y="2599"/>
                    <a:pt x="3078" y="2644"/>
                    <a:pt x="3033" y="2689"/>
                  </a:cubicBezTo>
                  <a:cubicBezTo>
                    <a:pt x="3033" y="2689"/>
                    <a:pt x="3018" y="2704"/>
                    <a:pt x="3018" y="2704"/>
                  </a:cubicBezTo>
                  <a:cubicBezTo>
                    <a:pt x="2988" y="2733"/>
                    <a:pt x="2943" y="2763"/>
                    <a:pt x="2913" y="2808"/>
                  </a:cubicBezTo>
                  <a:cubicBezTo>
                    <a:pt x="2809" y="2957"/>
                    <a:pt x="2704" y="3107"/>
                    <a:pt x="2615" y="3256"/>
                  </a:cubicBezTo>
                  <a:cubicBezTo>
                    <a:pt x="2510" y="3406"/>
                    <a:pt x="2405" y="3555"/>
                    <a:pt x="2301" y="3704"/>
                  </a:cubicBezTo>
                  <a:cubicBezTo>
                    <a:pt x="2167" y="3913"/>
                    <a:pt x="2032" y="4108"/>
                    <a:pt x="1898" y="4302"/>
                  </a:cubicBezTo>
                  <a:cubicBezTo>
                    <a:pt x="1838" y="4332"/>
                    <a:pt x="1808" y="4361"/>
                    <a:pt x="1808" y="4421"/>
                  </a:cubicBezTo>
                  <a:cubicBezTo>
                    <a:pt x="1689" y="4571"/>
                    <a:pt x="1569" y="4735"/>
                    <a:pt x="1465" y="4884"/>
                  </a:cubicBezTo>
                  <a:cubicBezTo>
                    <a:pt x="1435" y="4944"/>
                    <a:pt x="1435" y="5019"/>
                    <a:pt x="1390" y="5063"/>
                  </a:cubicBezTo>
                  <a:cubicBezTo>
                    <a:pt x="1315" y="5153"/>
                    <a:pt x="1226" y="5213"/>
                    <a:pt x="1151" y="5287"/>
                  </a:cubicBezTo>
                  <a:cubicBezTo>
                    <a:pt x="1136" y="5302"/>
                    <a:pt x="1136" y="5347"/>
                    <a:pt x="1121" y="5362"/>
                  </a:cubicBezTo>
                  <a:cubicBezTo>
                    <a:pt x="1121" y="5392"/>
                    <a:pt x="1121" y="5407"/>
                    <a:pt x="1106" y="5422"/>
                  </a:cubicBezTo>
                  <a:cubicBezTo>
                    <a:pt x="1046" y="5497"/>
                    <a:pt x="987" y="5571"/>
                    <a:pt x="927" y="5646"/>
                  </a:cubicBezTo>
                  <a:cubicBezTo>
                    <a:pt x="912" y="5676"/>
                    <a:pt x="882" y="5706"/>
                    <a:pt x="867" y="5736"/>
                  </a:cubicBezTo>
                  <a:lnTo>
                    <a:pt x="852" y="5736"/>
                  </a:lnTo>
                  <a:cubicBezTo>
                    <a:pt x="777" y="5870"/>
                    <a:pt x="718" y="6004"/>
                    <a:pt x="643" y="6139"/>
                  </a:cubicBezTo>
                  <a:cubicBezTo>
                    <a:pt x="598" y="6184"/>
                    <a:pt x="553" y="6228"/>
                    <a:pt x="509" y="6288"/>
                  </a:cubicBezTo>
                  <a:lnTo>
                    <a:pt x="389" y="6333"/>
                  </a:lnTo>
                  <a:cubicBezTo>
                    <a:pt x="374" y="6348"/>
                    <a:pt x="374" y="6363"/>
                    <a:pt x="359" y="6363"/>
                  </a:cubicBezTo>
                  <a:cubicBezTo>
                    <a:pt x="329" y="6408"/>
                    <a:pt x="314" y="6438"/>
                    <a:pt x="285" y="6467"/>
                  </a:cubicBezTo>
                  <a:cubicBezTo>
                    <a:pt x="285" y="6467"/>
                    <a:pt x="270" y="6482"/>
                    <a:pt x="270" y="6482"/>
                  </a:cubicBezTo>
                  <a:lnTo>
                    <a:pt x="240" y="6482"/>
                  </a:lnTo>
                  <a:cubicBezTo>
                    <a:pt x="195" y="6542"/>
                    <a:pt x="150" y="6602"/>
                    <a:pt x="90" y="6647"/>
                  </a:cubicBezTo>
                  <a:cubicBezTo>
                    <a:pt x="1" y="6721"/>
                    <a:pt x="1" y="6796"/>
                    <a:pt x="105" y="6856"/>
                  </a:cubicBezTo>
                  <a:cubicBezTo>
                    <a:pt x="150" y="6886"/>
                    <a:pt x="180" y="6915"/>
                    <a:pt x="225" y="6945"/>
                  </a:cubicBezTo>
                  <a:cubicBezTo>
                    <a:pt x="225" y="6945"/>
                    <a:pt x="240" y="6960"/>
                    <a:pt x="255" y="6960"/>
                  </a:cubicBezTo>
                  <a:cubicBezTo>
                    <a:pt x="270" y="6975"/>
                    <a:pt x="285" y="6990"/>
                    <a:pt x="300" y="7005"/>
                  </a:cubicBezTo>
                  <a:cubicBezTo>
                    <a:pt x="300" y="7005"/>
                    <a:pt x="314" y="7020"/>
                    <a:pt x="314" y="7020"/>
                  </a:cubicBezTo>
                  <a:cubicBezTo>
                    <a:pt x="344" y="7035"/>
                    <a:pt x="389" y="7065"/>
                    <a:pt x="419" y="7095"/>
                  </a:cubicBezTo>
                  <a:cubicBezTo>
                    <a:pt x="434" y="7095"/>
                    <a:pt x="449" y="7110"/>
                    <a:pt x="479" y="7125"/>
                  </a:cubicBezTo>
                  <a:cubicBezTo>
                    <a:pt x="539" y="7139"/>
                    <a:pt x="583" y="7154"/>
                    <a:pt x="643" y="7184"/>
                  </a:cubicBezTo>
                  <a:cubicBezTo>
                    <a:pt x="673" y="7184"/>
                    <a:pt x="688" y="7199"/>
                    <a:pt x="703" y="7199"/>
                  </a:cubicBezTo>
                  <a:lnTo>
                    <a:pt x="972" y="7289"/>
                  </a:lnTo>
                  <a:cubicBezTo>
                    <a:pt x="1061" y="7289"/>
                    <a:pt x="1151" y="7304"/>
                    <a:pt x="1240" y="7304"/>
                  </a:cubicBezTo>
                  <a:cubicBezTo>
                    <a:pt x="1268" y="7322"/>
                    <a:pt x="1290" y="7335"/>
                    <a:pt x="1317" y="7335"/>
                  </a:cubicBezTo>
                  <a:cubicBezTo>
                    <a:pt x="1334" y="7335"/>
                    <a:pt x="1352" y="7330"/>
                    <a:pt x="1375" y="7319"/>
                  </a:cubicBezTo>
                  <a:cubicBezTo>
                    <a:pt x="1599" y="7364"/>
                    <a:pt x="1823" y="7393"/>
                    <a:pt x="2062" y="7438"/>
                  </a:cubicBezTo>
                  <a:lnTo>
                    <a:pt x="2107" y="7438"/>
                  </a:lnTo>
                  <a:cubicBezTo>
                    <a:pt x="2152" y="7438"/>
                    <a:pt x="2196" y="7453"/>
                    <a:pt x="2226" y="7453"/>
                  </a:cubicBezTo>
                  <a:cubicBezTo>
                    <a:pt x="2331" y="7468"/>
                    <a:pt x="2420" y="7468"/>
                    <a:pt x="2525" y="7483"/>
                  </a:cubicBezTo>
                  <a:cubicBezTo>
                    <a:pt x="2883" y="7528"/>
                    <a:pt x="3257" y="7573"/>
                    <a:pt x="3615" y="7617"/>
                  </a:cubicBezTo>
                  <a:cubicBezTo>
                    <a:pt x="3780" y="7632"/>
                    <a:pt x="3959" y="7647"/>
                    <a:pt x="4123" y="7662"/>
                  </a:cubicBezTo>
                  <a:cubicBezTo>
                    <a:pt x="4138" y="7677"/>
                    <a:pt x="4138" y="7677"/>
                    <a:pt x="4153" y="7677"/>
                  </a:cubicBezTo>
                  <a:cubicBezTo>
                    <a:pt x="4228" y="7692"/>
                    <a:pt x="4302" y="7692"/>
                    <a:pt x="4377" y="7707"/>
                  </a:cubicBezTo>
                  <a:cubicBezTo>
                    <a:pt x="4526" y="7737"/>
                    <a:pt x="4691" y="7767"/>
                    <a:pt x="4840" y="7812"/>
                  </a:cubicBezTo>
                  <a:cubicBezTo>
                    <a:pt x="4885" y="7812"/>
                    <a:pt x="4915" y="7827"/>
                    <a:pt x="4960" y="7841"/>
                  </a:cubicBezTo>
                  <a:lnTo>
                    <a:pt x="5079" y="7856"/>
                  </a:lnTo>
                  <a:lnTo>
                    <a:pt x="5363" y="7901"/>
                  </a:lnTo>
                  <a:cubicBezTo>
                    <a:pt x="5418" y="7920"/>
                    <a:pt x="5479" y="7955"/>
                    <a:pt x="5538" y="7955"/>
                  </a:cubicBezTo>
                  <a:cubicBezTo>
                    <a:pt x="5576" y="7955"/>
                    <a:pt x="5612" y="7941"/>
                    <a:pt x="5647" y="7901"/>
                  </a:cubicBezTo>
                  <a:lnTo>
                    <a:pt x="5676" y="7901"/>
                  </a:lnTo>
                  <a:cubicBezTo>
                    <a:pt x="5691" y="7931"/>
                    <a:pt x="5721" y="7961"/>
                    <a:pt x="5736" y="7976"/>
                  </a:cubicBezTo>
                  <a:cubicBezTo>
                    <a:pt x="5945" y="8021"/>
                    <a:pt x="6154" y="8066"/>
                    <a:pt x="6349" y="8095"/>
                  </a:cubicBezTo>
                  <a:cubicBezTo>
                    <a:pt x="6378" y="8095"/>
                    <a:pt x="6423" y="8080"/>
                    <a:pt x="6453" y="8066"/>
                  </a:cubicBezTo>
                  <a:cubicBezTo>
                    <a:pt x="6522" y="8111"/>
                    <a:pt x="6599" y="8175"/>
                    <a:pt x="6686" y="8175"/>
                  </a:cubicBezTo>
                  <a:cubicBezTo>
                    <a:pt x="6712" y="8175"/>
                    <a:pt x="6739" y="8169"/>
                    <a:pt x="6767" y="8155"/>
                  </a:cubicBezTo>
                  <a:cubicBezTo>
                    <a:pt x="6871" y="8170"/>
                    <a:pt x="6976" y="8200"/>
                    <a:pt x="7080" y="8215"/>
                  </a:cubicBezTo>
                  <a:cubicBezTo>
                    <a:pt x="7155" y="8215"/>
                    <a:pt x="7245" y="8230"/>
                    <a:pt x="7319" y="8245"/>
                  </a:cubicBezTo>
                  <a:cubicBezTo>
                    <a:pt x="7343" y="8263"/>
                    <a:pt x="7364" y="8270"/>
                    <a:pt x="7385" y="8270"/>
                  </a:cubicBezTo>
                  <a:cubicBezTo>
                    <a:pt x="7431" y="8270"/>
                    <a:pt x="7472" y="8235"/>
                    <a:pt x="7514" y="8215"/>
                  </a:cubicBezTo>
                  <a:cubicBezTo>
                    <a:pt x="7543" y="8230"/>
                    <a:pt x="7573" y="8230"/>
                    <a:pt x="7588" y="8245"/>
                  </a:cubicBezTo>
                  <a:cubicBezTo>
                    <a:pt x="7614" y="8285"/>
                    <a:pt x="7630" y="8300"/>
                    <a:pt x="7643" y="8300"/>
                  </a:cubicBezTo>
                  <a:cubicBezTo>
                    <a:pt x="7666" y="8300"/>
                    <a:pt x="7673" y="8244"/>
                    <a:pt x="7693" y="8215"/>
                  </a:cubicBezTo>
                  <a:lnTo>
                    <a:pt x="7857" y="8200"/>
                  </a:lnTo>
                  <a:cubicBezTo>
                    <a:pt x="7887" y="8230"/>
                    <a:pt x="7917" y="8245"/>
                    <a:pt x="7947" y="8260"/>
                  </a:cubicBezTo>
                  <a:cubicBezTo>
                    <a:pt x="7947" y="8290"/>
                    <a:pt x="7932" y="8334"/>
                    <a:pt x="7932" y="8334"/>
                  </a:cubicBezTo>
                  <a:cubicBezTo>
                    <a:pt x="7977" y="8334"/>
                    <a:pt x="8021" y="8334"/>
                    <a:pt x="8066" y="8349"/>
                  </a:cubicBezTo>
                  <a:cubicBezTo>
                    <a:pt x="8081" y="8349"/>
                    <a:pt x="8096" y="8379"/>
                    <a:pt x="8126" y="8394"/>
                  </a:cubicBezTo>
                  <a:cubicBezTo>
                    <a:pt x="8126" y="8364"/>
                    <a:pt x="8141" y="8319"/>
                    <a:pt x="8156" y="8290"/>
                  </a:cubicBezTo>
                  <a:lnTo>
                    <a:pt x="8201" y="8304"/>
                  </a:lnTo>
                  <a:cubicBezTo>
                    <a:pt x="8245" y="8304"/>
                    <a:pt x="8275" y="8290"/>
                    <a:pt x="8320" y="8290"/>
                  </a:cubicBezTo>
                  <a:cubicBezTo>
                    <a:pt x="8320" y="8290"/>
                    <a:pt x="8320" y="8275"/>
                    <a:pt x="8320" y="8275"/>
                  </a:cubicBezTo>
                  <a:cubicBezTo>
                    <a:pt x="8350" y="8275"/>
                    <a:pt x="8365" y="8290"/>
                    <a:pt x="8380" y="8290"/>
                  </a:cubicBezTo>
                  <a:lnTo>
                    <a:pt x="8395" y="8290"/>
                  </a:lnTo>
                  <a:cubicBezTo>
                    <a:pt x="8420" y="8302"/>
                    <a:pt x="8468" y="8337"/>
                    <a:pt x="8500" y="8337"/>
                  </a:cubicBezTo>
                  <a:cubicBezTo>
                    <a:pt x="8505" y="8337"/>
                    <a:pt x="8510" y="8336"/>
                    <a:pt x="8514" y="8334"/>
                  </a:cubicBezTo>
                  <a:cubicBezTo>
                    <a:pt x="8589" y="8319"/>
                    <a:pt x="8634" y="8260"/>
                    <a:pt x="8693" y="8215"/>
                  </a:cubicBezTo>
                  <a:cubicBezTo>
                    <a:pt x="8708" y="8200"/>
                    <a:pt x="8723" y="8185"/>
                    <a:pt x="8738" y="8185"/>
                  </a:cubicBezTo>
                  <a:lnTo>
                    <a:pt x="8693" y="8215"/>
                  </a:lnTo>
                  <a:cubicBezTo>
                    <a:pt x="8732" y="8215"/>
                    <a:pt x="8781" y="8248"/>
                    <a:pt x="8813" y="8248"/>
                  </a:cubicBezTo>
                  <a:cubicBezTo>
                    <a:pt x="8819" y="8248"/>
                    <a:pt x="8824" y="8247"/>
                    <a:pt x="8828" y="8245"/>
                  </a:cubicBezTo>
                  <a:cubicBezTo>
                    <a:pt x="8873" y="8215"/>
                    <a:pt x="8947" y="8170"/>
                    <a:pt x="8873" y="8095"/>
                  </a:cubicBezTo>
                  <a:cubicBezTo>
                    <a:pt x="8873" y="8080"/>
                    <a:pt x="8873" y="8066"/>
                    <a:pt x="8873" y="8036"/>
                  </a:cubicBezTo>
                  <a:lnTo>
                    <a:pt x="8858" y="8036"/>
                  </a:lnTo>
                  <a:cubicBezTo>
                    <a:pt x="8843" y="8006"/>
                    <a:pt x="8813" y="7976"/>
                    <a:pt x="8783" y="7961"/>
                  </a:cubicBezTo>
                  <a:lnTo>
                    <a:pt x="8783" y="7946"/>
                  </a:lnTo>
                  <a:cubicBezTo>
                    <a:pt x="8796" y="7893"/>
                    <a:pt x="8832" y="7806"/>
                    <a:pt x="8739" y="7806"/>
                  </a:cubicBezTo>
                  <a:cubicBezTo>
                    <a:pt x="8727" y="7806"/>
                    <a:pt x="8711" y="7808"/>
                    <a:pt x="8693" y="7812"/>
                  </a:cubicBezTo>
                  <a:lnTo>
                    <a:pt x="8708" y="7722"/>
                  </a:lnTo>
                  <a:lnTo>
                    <a:pt x="8708" y="7722"/>
                  </a:lnTo>
                  <a:cubicBezTo>
                    <a:pt x="8664" y="7737"/>
                    <a:pt x="8634" y="7752"/>
                    <a:pt x="8589" y="7782"/>
                  </a:cubicBezTo>
                  <a:cubicBezTo>
                    <a:pt x="8589" y="7752"/>
                    <a:pt x="8604" y="7722"/>
                    <a:pt x="8619" y="7692"/>
                  </a:cubicBezTo>
                  <a:lnTo>
                    <a:pt x="8664" y="7602"/>
                  </a:lnTo>
                  <a:cubicBezTo>
                    <a:pt x="8664" y="7573"/>
                    <a:pt x="8649" y="7543"/>
                    <a:pt x="8634" y="7513"/>
                  </a:cubicBezTo>
                  <a:lnTo>
                    <a:pt x="8574" y="7378"/>
                  </a:lnTo>
                  <a:cubicBezTo>
                    <a:pt x="8559" y="7334"/>
                    <a:pt x="8544" y="7304"/>
                    <a:pt x="8514" y="7259"/>
                  </a:cubicBezTo>
                  <a:lnTo>
                    <a:pt x="8440" y="7259"/>
                  </a:lnTo>
                  <a:cubicBezTo>
                    <a:pt x="8469" y="7229"/>
                    <a:pt x="8499" y="7199"/>
                    <a:pt x="8514" y="7169"/>
                  </a:cubicBezTo>
                  <a:cubicBezTo>
                    <a:pt x="8514" y="7169"/>
                    <a:pt x="8499" y="7154"/>
                    <a:pt x="8499" y="7139"/>
                  </a:cubicBezTo>
                  <a:lnTo>
                    <a:pt x="8440" y="7065"/>
                  </a:lnTo>
                  <a:lnTo>
                    <a:pt x="8410" y="7065"/>
                  </a:lnTo>
                  <a:cubicBezTo>
                    <a:pt x="8425" y="7035"/>
                    <a:pt x="8454" y="7005"/>
                    <a:pt x="8440" y="6990"/>
                  </a:cubicBezTo>
                  <a:cubicBezTo>
                    <a:pt x="8410" y="6886"/>
                    <a:pt x="8365" y="6766"/>
                    <a:pt x="8320" y="6662"/>
                  </a:cubicBezTo>
                  <a:cubicBezTo>
                    <a:pt x="8260" y="6632"/>
                    <a:pt x="8201" y="6617"/>
                    <a:pt x="8156" y="6602"/>
                  </a:cubicBezTo>
                  <a:lnTo>
                    <a:pt x="8126" y="6602"/>
                  </a:lnTo>
                  <a:cubicBezTo>
                    <a:pt x="8111" y="6572"/>
                    <a:pt x="8111" y="6557"/>
                    <a:pt x="8096" y="6542"/>
                  </a:cubicBezTo>
                  <a:cubicBezTo>
                    <a:pt x="8111" y="6527"/>
                    <a:pt x="8111" y="6512"/>
                    <a:pt x="8111" y="6497"/>
                  </a:cubicBezTo>
                  <a:cubicBezTo>
                    <a:pt x="8111" y="6482"/>
                    <a:pt x="8111" y="6467"/>
                    <a:pt x="8126" y="6452"/>
                  </a:cubicBezTo>
                  <a:lnTo>
                    <a:pt x="8126" y="6452"/>
                  </a:lnTo>
                  <a:lnTo>
                    <a:pt x="8126" y="6452"/>
                  </a:lnTo>
                  <a:lnTo>
                    <a:pt x="8141" y="6452"/>
                  </a:lnTo>
                  <a:cubicBezTo>
                    <a:pt x="8171" y="6452"/>
                    <a:pt x="8201" y="6438"/>
                    <a:pt x="8230" y="6438"/>
                  </a:cubicBezTo>
                  <a:cubicBezTo>
                    <a:pt x="8230" y="6423"/>
                    <a:pt x="8230" y="6408"/>
                    <a:pt x="8216" y="6393"/>
                  </a:cubicBezTo>
                  <a:cubicBezTo>
                    <a:pt x="8201" y="6408"/>
                    <a:pt x="8171" y="6423"/>
                    <a:pt x="8141" y="6438"/>
                  </a:cubicBezTo>
                  <a:cubicBezTo>
                    <a:pt x="8141" y="6423"/>
                    <a:pt x="8126" y="6408"/>
                    <a:pt x="8126" y="6393"/>
                  </a:cubicBezTo>
                  <a:cubicBezTo>
                    <a:pt x="8111" y="6363"/>
                    <a:pt x="8096" y="6348"/>
                    <a:pt x="8096" y="6318"/>
                  </a:cubicBezTo>
                  <a:cubicBezTo>
                    <a:pt x="8096" y="6288"/>
                    <a:pt x="8096" y="6273"/>
                    <a:pt x="8096" y="6258"/>
                  </a:cubicBezTo>
                  <a:cubicBezTo>
                    <a:pt x="8111" y="6199"/>
                    <a:pt x="8260" y="6154"/>
                    <a:pt x="8081" y="6094"/>
                  </a:cubicBezTo>
                  <a:cubicBezTo>
                    <a:pt x="8066" y="6094"/>
                    <a:pt x="8066" y="6034"/>
                    <a:pt x="8066" y="5989"/>
                  </a:cubicBezTo>
                  <a:cubicBezTo>
                    <a:pt x="8066" y="5989"/>
                    <a:pt x="8066" y="5974"/>
                    <a:pt x="8066" y="5974"/>
                  </a:cubicBezTo>
                  <a:cubicBezTo>
                    <a:pt x="8066" y="5930"/>
                    <a:pt x="8081" y="5900"/>
                    <a:pt x="8081" y="5855"/>
                  </a:cubicBezTo>
                  <a:lnTo>
                    <a:pt x="8081" y="5855"/>
                  </a:lnTo>
                  <a:cubicBezTo>
                    <a:pt x="8066" y="5870"/>
                    <a:pt x="8051" y="5900"/>
                    <a:pt x="8021" y="5915"/>
                  </a:cubicBezTo>
                  <a:cubicBezTo>
                    <a:pt x="8008" y="5915"/>
                    <a:pt x="7994" y="5927"/>
                    <a:pt x="7981" y="5940"/>
                  </a:cubicBezTo>
                  <a:lnTo>
                    <a:pt x="7981" y="5940"/>
                  </a:lnTo>
                  <a:cubicBezTo>
                    <a:pt x="7978" y="5938"/>
                    <a:pt x="7977" y="5935"/>
                    <a:pt x="7977" y="5930"/>
                  </a:cubicBezTo>
                  <a:cubicBezTo>
                    <a:pt x="7977" y="5915"/>
                    <a:pt x="7977" y="5900"/>
                    <a:pt x="7977" y="5885"/>
                  </a:cubicBezTo>
                  <a:cubicBezTo>
                    <a:pt x="8036" y="5706"/>
                    <a:pt x="7902" y="5706"/>
                    <a:pt x="7782" y="5661"/>
                  </a:cubicBezTo>
                  <a:cubicBezTo>
                    <a:pt x="7827" y="5646"/>
                    <a:pt x="7872" y="5646"/>
                    <a:pt x="7872" y="5646"/>
                  </a:cubicBezTo>
                  <a:cubicBezTo>
                    <a:pt x="7842" y="5601"/>
                    <a:pt x="7797" y="5571"/>
                    <a:pt x="7782" y="5526"/>
                  </a:cubicBezTo>
                  <a:cubicBezTo>
                    <a:pt x="7767" y="5437"/>
                    <a:pt x="7767" y="5362"/>
                    <a:pt x="7752" y="5287"/>
                  </a:cubicBezTo>
                  <a:cubicBezTo>
                    <a:pt x="7767" y="5273"/>
                    <a:pt x="7767" y="5258"/>
                    <a:pt x="7782" y="5243"/>
                  </a:cubicBezTo>
                  <a:cubicBezTo>
                    <a:pt x="7782" y="5168"/>
                    <a:pt x="7782" y="5078"/>
                    <a:pt x="7782" y="4989"/>
                  </a:cubicBezTo>
                  <a:cubicBezTo>
                    <a:pt x="7752" y="4959"/>
                    <a:pt x="7738" y="4914"/>
                    <a:pt x="7723" y="4884"/>
                  </a:cubicBezTo>
                  <a:lnTo>
                    <a:pt x="7723" y="4869"/>
                  </a:lnTo>
                  <a:cubicBezTo>
                    <a:pt x="7711" y="4821"/>
                    <a:pt x="7747" y="4733"/>
                    <a:pt x="7683" y="4733"/>
                  </a:cubicBezTo>
                  <a:cubicBezTo>
                    <a:pt x="7667" y="4733"/>
                    <a:pt x="7647" y="4738"/>
                    <a:pt x="7618" y="4750"/>
                  </a:cubicBezTo>
                  <a:cubicBezTo>
                    <a:pt x="7603" y="4750"/>
                    <a:pt x="7588" y="4720"/>
                    <a:pt x="7573" y="4705"/>
                  </a:cubicBezTo>
                  <a:lnTo>
                    <a:pt x="7588" y="4675"/>
                  </a:lnTo>
                  <a:cubicBezTo>
                    <a:pt x="7618" y="4660"/>
                    <a:pt x="7648" y="4630"/>
                    <a:pt x="7633" y="4585"/>
                  </a:cubicBezTo>
                  <a:cubicBezTo>
                    <a:pt x="7543" y="4571"/>
                    <a:pt x="7528" y="4511"/>
                    <a:pt x="7543" y="4436"/>
                  </a:cubicBezTo>
                  <a:cubicBezTo>
                    <a:pt x="7558" y="4406"/>
                    <a:pt x="7558" y="4361"/>
                    <a:pt x="7558" y="4361"/>
                  </a:cubicBezTo>
                  <a:cubicBezTo>
                    <a:pt x="7454" y="4346"/>
                    <a:pt x="7528" y="4287"/>
                    <a:pt x="7514" y="4242"/>
                  </a:cubicBezTo>
                  <a:cubicBezTo>
                    <a:pt x="7514" y="4197"/>
                    <a:pt x="7514" y="4167"/>
                    <a:pt x="7514" y="4122"/>
                  </a:cubicBezTo>
                  <a:cubicBezTo>
                    <a:pt x="7469" y="4033"/>
                    <a:pt x="7424" y="3928"/>
                    <a:pt x="7379" y="3824"/>
                  </a:cubicBezTo>
                  <a:cubicBezTo>
                    <a:pt x="7379" y="3824"/>
                    <a:pt x="7379" y="3824"/>
                    <a:pt x="7379" y="3809"/>
                  </a:cubicBezTo>
                  <a:cubicBezTo>
                    <a:pt x="7349" y="3659"/>
                    <a:pt x="7334" y="3644"/>
                    <a:pt x="7230" y="3615"/>
                  </a:cubicBezTo>
                  <a:cubicBezTo>
                    <a:pt x="7215" y="3615"/>
                    <a:pt x="7215" y="3600"/>
                    <a:pt x="7215" y="3585"/>
                  </a:cubicBezTo>
                  <a:cubicBezTo>
                    <a:pt x="7230" y="3525"/>
                    <a:pt x="7215" y="3510"/>
                    <a:pt x="7191" y="3510"/>
                  </a:cubicBezTo>
                  <a:cubicBezTo>
                    <a:pt x="7166" y="3510"/>
                    <a:pt x="7133" y="3525"/>
                    <a:pt x="7110" y="3525"/>
                  </a:cubicBezTo>
                  <a:cubicBezTo>
                    <a:pt x="7140" y="3450"/>
                    <a:pt x="7155" y="3391"/>
                    <a:pt x="7170" y="3316"/>
                  </a:cubicBezTo>
                  <a:cubicBezTo>
                    <a:pt x="7185" y="3301"/>
                    <a:pt x="7155" y="3271"/>
                    <a:pt x="7140" y="3241"/>
                  </a:cubicBezTo>
                  <a:cubicBezTo>
                    <a:pt x="7140" y="3271"/>
                    <a:pt x="7125" y="3286"/>
                    <a:pt x="7110" y="3316"/>
                  </a:cubicBezTo>
                  <a:cubicBezTo>
                    <a:pt x="7110" y="3331"/>
                    <a:pt x="7095" y="3361"/>
                    <a:pt x="7080" y="3420"/>
                  </a:cubicBezTo>
                  <a:cubicBezTo>
                    <a:pt x="7065" y="3361"/>
                    <a:pt x="7065" y="3331"/>
                    <a:pt x="7051" y="3286"/>
                  </a:cubicBezTo>
                  <a:cubicBezTo>
                    <a:pt x="7021" y="3271"/>
                    <a:pt x="6991" y="3241"/>
                    <a:pt x="6961" y="3211"/>
                  </a:cubicBezTo>
                  <a:cubicBezTo>
                    <a:pt x="7021" y="3167"/>
                    <a:pt x="7036" y="3122"/>
                    <a:pt x="6991" y="3077"/>
                  </a:cubicBezTo>
                  <a:cubicBezTo>
                    <a:pt x="6961" y="3047"/>
                    <a:pt x="6961" y="3002"/>
                    <a:pt x="6946" y="2972"/>
                  </a:cubicBezTo>
                  <a:cubicBezTo>
                    <a:pt x="6916" y="2913"/>
                    <a:pt x="6901" y="2853"/>
                    <a:pt x="6886" y="2778"/>
                  </a:cubicBezTo>
                  <a:cubicBezTo>
                    <a:pt x="6886" y="2704"/>
                    <a:pt x="6886" y="2644"/>
                    <a:pt x="6886" y="2569"/>
                  </a:cubicBezTo>
                  <a:cubicBezTo>
                    <a:pt x="6841" y="2479"/>
                    <a:pt x="6797" y="2390"/>
                    <a:pt x="6767" y="2330"/>
                  </a:cubicBezTo>
                  <a:cubicBezTo>
                    <a:pt x="6767" y="2330"/>
                    <a:pt x="6737" y="2375"/>
                    <a:pt x="6707" y="2405"/>
                  </a:cubicBezTo>
                  <a:cubicBezTo>
                    <a:pt x="6632" y="2315"/>
                    <a:pt x="6752" y="2270"/>
                    <a:pt x="6767" y="2211"/>
                  </a:cubicBezTo>
                  <a:lnTo>
                    <a:pt x="6767" y="2196"/>
                  </a:lnTo>
                  <a:lnTo>
                    <a:pt x="6662" y="1972"/>
                  </a:lnTo>
                  <a:cubicBezTo>
                    <a:pt x="6632" y="1942"/>
                    <a:pt x="6617" y="1927"/>
                    <a:pt x="6602" y="1912"/>
                  </a:cubicBezTo>
                  <a:cubicBezTo>
                    <a:pt x="6602" y="1867"/>
                    <a:pt x="6602" y="1807"/>
                    <a:pt x="6602" y="1763"/>
                  </a:cubicBezTo>
                  <a:cubicBezTo>
                    <a:pt x="6588" y="1733"/>
                    <a:pt x="6588" y="1703"/>
                    <a:pt x="6573" y="1688"/>
                  </a:cubicBezTo>
                  <a:cubicBezTo>
                    <a:pt x="6558" y="1658"/>
                    <a:pt x="6528" y="1643"/>
                    <a:pt x="6513" y="1628"/>
                  </a:cubicBezTo>
                  <a:lnTo>
                    <a:pt x="6423" y="1374"/>
                  </a:lnTo>
                  <a:cubicBezTo>
                    <a:pt x="6393" y="1315"/>
                    <a:pt x="6363" y="1255"/>
                    <a:pt x="6334" y="1195"/>
                  </a:cubicBezTo>
                  <a:cubicBezTo>
                    <a:pt x="6304" y="1150"/>
                    <a:pt x="6289" y="1120"/>
                    <a:pt x="6259" y="1076"/>
                  </a:cubicBezTo>
                  <a:cubicBezTo>
                    <a:pt x="6199" y="941"/>
                    <a:pt x="6154" y="792"/>
                    <a:pt x="6110" y="657"/>
                  </a:cubicBezTo>
                  <a:cubicBezTo>
                    <a:pt x="6095" y="642"/>
                    <a:pt x="6095" y="627"/>
                    <a:pt x="6080" y="627"/>
                  </a:cubicBezTo>
                  <a:lnTo>
                    <a:pt x="6080" y="613"/>
                  </a:lnTo>
                  <a:cubicBezTo>
                    <a:pt x="6065" y="583"/>
                    <a:pt x="6065" y="553"/>
                    <a:pt x="6050" y="508"/>
                  </a:cubicBezTo>
                  <a:cubicBezTo>
                    <a:pt x="6050" y="478"/>
                    <a:pt x="6035" y="463"/>
                    <a:pt x="6020" y="448"/>
                  </a:cubicBezTo>
                  <a:cubicBezTo>
                    <a:pt x="6005" y="403"/>
                    <a:pt x="5990" y="359"/>
                    <a:pt x="5960" y="314"/>
                  </a:cubicBezTo>
                  <a:lnTo>
                    <a:pt x="5960" y="299"/>
                  </a:lnTo>
                  <a:cubicBezTo>
                    <a:pt x="5960" y="284"/>
                    <a:pt x="5945" y="254"/>
                    <a:pt x="5930" y="224"/>
                  </a:cubicBezTo>
                  <a:cubicBezTo>
                    <a:pt x="5915" y="224"/>
                    <a:pt x="5900" y="224"/>
                    <a:pt x="5886" y="209"/>
                  </a:cubicBezTo>
                  <a:lnTo>
                    <a:pt x="5886" y="209"/>
                  </a:lnTo>
                  <a:lnTo>
                    <a:pt x="5930" y="224"/>
                  </a:lnTo>
                  <a:cubicBezTo>
                    <a:pt x="5871" y="194"/>
                    <a:pt x="5826" y="164"/>
                    <a:pt x="5766" y="135"/>
                  </a:cubicBezTo>
                  <a:cubicBezTo>
                    <a:pt x="5721" y="90"/>
                    <a:pt x="5676" y="0"/>
                    <a:pt x="5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7"/>
            <p:cNvSpPr/>
            <p:nvPr/>
          </p:nvSpPr>
          <p:spPr>
            <a:xfrm rot="2374215">
              <a:off x="1320305" y="-921050"/>
              <a:ext cx="1034289" cy="1347755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7"/>
            <p:cNvSpPr/>
            <p:nvPr/>
          </p:nvSpPr>
          <p:spPr>
            <a:xfrm rot="9926757">
              <a:off x="8116832" y="4559018"/>
              <a:ext cx="1892703" cy="1541621"/>
            </a:xfrm>
            <a:custGeom>
              <a:avLst/>
              <a:gdLst/>
              <a:ahLst/>
              <a:cxnLst/>
              <a:rect l="l" t="t" r="r" b="b"/>
              <a:pathLst>
                <a:path w="11412" h="13904" extrusionOk="0">
                  <a:moveTo>
                    <a:pt x="6519" y="1887"/>
                  </a:moveTo>
                  <a:lnTo>
                    <a:pt x="6519" y="1887"/>
                  </a:lnTo>
                  <a:cubicBezTo>
                    <a:pt x="6521" y="1889"/>
                    <a:pt x="6524" y="1892"/>
                    <a:pt x="6528" y="1896"/>
                  </a:cubicBezTo>
                  <a:cubicBezTo>
                    <a:pt x="6525" y="1893"/>
                    <a:pt x="6522" y="1890"/>
                    <a:pt x="6519" y="1887"/>
                  </a:cubicBezTo>
                  <a:close/>
                  <a:moveTo>
                    <a:pt x="6244" y="2762"/>
                  </a:moveTo>
                  <a:lnTo>
                    <a:pt x="6240" y="2783"/>
                  </a:lnTo>
                  <a:lnTo>
                    <a:pt x="6240" y="2783"/>
                  </a:lnTo>
                  <a:cubicBezTo>
                    <a:pt x="6242" y="2776"/>
                    <a:pt x="6244" y="2768"/>
                    <a:pt x="6244" y="2762"/>
                  </a:cubicBezTo>
                  <a:close/>
                  <a:moveTo>
                    <a:pt x="6240" y="2783"/>
                  </a:moveTo>
                  <a:cubicBezTo>
                    <a:pt x="6233" y="2810"/>
                    <a:pt x="6217" y="2840"/>
                    <a:pt x="6229" y="2851"/>
                  </a:cubicBezTo>
                  <a:lnTo>
                    <a:pt x="6240" y="2783"/>
                  </a:lnTo>
                  <a:close/>
                  <a:moveTo>
                    <a:pt x="7872" y="4539"/>
                  </a:moveTo>
                  <a:cubicBezTo>
                    <a:pt x="7887" y="4554"/>
                    <a:pt x="7887" y="4554"/>
                    <a:pt x="7887" y="4569"/>
                  </a:cubicBezTo>
                  <a:lnTo>
                    <a:pt x="7872" y="4554"/>
                  </a:lnTo>
                  <a:cubicBezTo>
                    <a:pt x="7872" y="4554"/>
                    <a:pt x="7872" y="4554"/>
                    <a:pt x="7872" y="4539"/>
                  </a:cubicBezTo>
                  <a:close/>
                  <a:moveTo>
                    <a:pt x="6095" y="4285"/>
                  </a:moveTo>
                  <a:lnTo>
                    <a:pt x="6095" y="4285"/>
                  </a:lnTo>
                  <a:cubicBezTo>
                    <a:pt x="6184" y="4405"/>
                    <a:pt x="6289" y="4524"/>
                    <a:pt x="6378" y="4659"/>
                  </a:cubicBezTo>
                  <a:cubicBezTo>
                    <a:pt x="6289" y="4524"/>
                    <a:pt x="6199" y="4405"/>
                    <a:pt x="6095" y="4285"/>
                  </a:cubicBezTo>
                  <a:close/>
                  <a:moveTo>
                    <a:pt x="6378" y="4659"/>
                  </a:moveTo>
                  <a:lnTo>
                    <a:pt x="6528" y="4883"/>
                  </a:lnTo>
                  <a:cubicBezTo>
                    <a:pt x="6483" y="4808"/>
                    <a:pt x="6438" y="4733"/>
                    <a:pt x="6378" y="4659"/>
                  </a:cubicBezTo>
                  <a:close/>
                  <a:moveTo>
                    <a:pt x="6528" y="4883"/>
                  </a:moveTo>
                  <a:cubicBezTo>
                    <a:pt x="6558" y="4957"/>
                    <a:pt x="6587" y="5017"/>
                    <a:pt x="6617" y="5077"/>
                  </a:cubicBezTo>
                  <a:cubicBezTo>
                    <a:pt x="6632" y="5077"/>
                    <a:pt x="6647" y="5062"/>
                    <a:pt x="6662" y="5062"/>
                  </a:cubicBezTo>
                  <a:cubicBezTo>
                    <a:pt x="6617" y="5002"/>
                    <a:pt x="6572" y="4942"/>
                    <a:pt x="6528" y="4883"/>
                  </a:cubicBezTo>
                  <a:close/>
                  <a:moveTo>
                    <a:pt x="7422" y="5942"/>
                  </a:moveTo>
                  <a:cubicBezTo>
                    <a:pt x="7365" y="5942"/>
                    <a:pt x="7316" y="5991"/>
                    <a:pt x="7274" y="6033"/>
                  </a:cubicBezTo>
                  <a:cubicBezTo>
                    <a:pt x="7349" y="6018"/>
                    <a:pt x="7424" y="5988"/>
                    <a:pt x="7498" y="5973"/>
                  </a:cubicBezTo>
                  <a:cubicBezTo>
                    <a:pt x="7472" y="5951"/>
                    <a:pt x="7446" y="5942"/>
                    <a:pt x="7422" y="5942"/>
                  </a:cubicBezTo>
                  <a:close/>
                  <a:moveTo>
                    <a:pt x="7618" y="5973"/>
                  </a:moveTo>
                  <a:lnTo>
                    <a:pt x="7618" y="5973"/>
                  </a:lnTo>
                  <a:cubicBezTo>
                    <a:pt x="7633" y="6018"/>
                    <a:pt x="7663" y="6048"/>
                    <a:pt x="7678" y="6093"/>
                  </a:cubicBezTo>
                  <a:cubicBezTo>
                    <a:pt x="7708" y="6078"/>
                    <a:pt x="7737" y="6063"/>
                    <a:pt x="7767" y="6033"/>
                  </a:cubicBezTo>
                  <a:cubicBezTo>
                    <a:pt x="7723" y="6018"/>
                    <a:pt x="7663" y="6003"/>
                    <a:pt x="7618" y="5973"/>
                  </a:cubicBezTo>
                  <a:close/>
                  <a:moveTo>
                    <a:pt x="6333" y="6063"/>
                  </a:moveTo>
                  <a:cubicBezTo>
                    <a:pt x="6259" y="6093"/>
                    <a:pt x="6199" y="6122"/>
                    <a:pt x="6124" y="6152"/>
                  </a:cubicBezTo>
                  <a:cubicBezTo>
                    <a:pt x="6149" y="6166"/>
                    <a:pt x="6170" y="6172"/>
                    <a:pt x="6189" y="6172"/>
                  </a:cubicBezTo>
                  <a:cubicBezTo>
                    <a:pt x="6251" y="6172"/>
                    <a:pt x="6288" y="6108"/>
                    <a:pt x="6333" y="6063"/>
                  </a:cubicBezTo>
                  <a:close/>
                  <a:moveTo>
                    <a:pt x="6378" y="6122"/>
                  </a:moveTo>
                  <a:cubicBezTo>
                    <a:pt x="6378" y="6152"/>
                    <a:pt x="6378" y="6167"/>
                    <a:pt x="6378" y="6197"/>
                  </a:cubicBezTo>
                  <a:lnTo>
                    <a:pt x="6423" y="6197"/>
                  </a:lnTo>
                  <a:cubicBezTo>
                    <a:pt x="6408" y="6167"/>
                    <a:pt x="6393" y="6152"/>
                    <a:pt x="6378" y="6122"/>
                  </a:cubicBezTo>
                  <a:close/>
                  <a:moveTo>
                    <a:pt x="6662" y="6152"/>
                  </a:moveTo>
                  <a:cubicBezTo>
                    <a:pt x="6632" y="6167"/>
                    <a:pt x="6617" y="6197"/>
                    <a:pt x="6602" y="6227"/>
                  </a:cubicBezTo>
                  <a:cubicBezTo>
                    <a:pt x="6617" y="6227"/>
                    <a:pt x="6632" y="6242"/>
                    <a:pt x="6647" y="6242"/>
                  </a:cubicBezTo>
                  <a:cubicBezTo>
                    <a:pt x="6662" y="6212"/>
                    <a:pt x="6677" y="6197"/>
                    <a:pt x="6692" y="6167"/>
                  </a:cubicBezTo>
                  <a:cubicBezTo>
                    <a:pt x="6677" y="6167"/>
                    <a:pt x="6662" y="6152"/>
                    <a:pt x="6662" y="6152"/>
                  </a:cubicBezTo>
                  <a:close/>
                  <a:moveTo>
                    <a:pt x="5497" y="6959"/>
                  </a:moveTo>
                  <a:cubicBezTo>
                    <a:pt x="5497" y="6974"/>
                    <a:pt x="5497" y="6974"/>
                    <a:pt x="5497" y="6989"/>
                  </a:cubicBezTo>
                  <a:lnTo>
                    <a:pt x="5482" y="6974"/>
                  </a:lnTo>
                  <a:lnTo>
                    <a:pt x="5497" y="6959"/>
                  </a:lnTo>
                  <a:close/>
                  <a:moveTo>
                    <a:pt x="5436" y="7087"/>
                  </a:moveTo>
                  <a:cubicBezTo>
                    <a:pt x="5446" y="7087"/>
                    <a:pt x="5457" y="7098"/>
                    <a:pt x="5467" y="7108"/>
                  </a:cubicBezTo>
                  <a:cubicBezTo>
                    <a:pt x="5452" y="7093"/>
                    <a:pt x="5437" y="7093"/>
                    <a:pt x="5422" y="7093"/>
                  </a:cubicBezTo>
                  <a:cubicBezTo>
                    <a:pt x="5427" y="7089"/>
                    <a:pt x="5431" y="7087"/>
                    <a:pt x="5436" y="7087"/>
                  </a:cubicBezTo>
                  <a:close/>
                  <a:moveTo>
                    <a:pt x="5572" y="7108"/>
                  </a:moveTo>
                  <a:cubicBezTo>
                    <a:pt x="5587" y="7123"/>
                    <a:pt x="5602" y="7153"/>
                    <a:pt x="5602" y="7168"/>
                  </a:cubicBezTo>
                  <a:lnTo>
                    <a:pt x="5602" y="7168"/>
                  </a:lnTo>
                  <a:cubicBezTo>
                    <a:pt x="5602" y="7153"/>
                    <a:pt x="5587" y="7138"/>
                    <a:pt x="5557" y="7108"/>
                  </a:cubicBezTo>
                  <a:close/>
                  <a:moveTo>
                    <a:pt x="9545" y="7213"/>
                  </a:moveTo>
                  <a:lnTo>
                    <a:pt x="9589" y="7310"/>
                  </a:lnTo>
                  <a:lnTo>
                    <a:pt x="9589" y="7310"/>
                  </a:lnTo>
                  <a:cubicBezTo>
                    <a:pt x="9575" y="7276"/>
                    <a:pt x="9560" y="7243"/>
                    <a:pt x="9545" y="7213"/>
                  </a:cubicBezTo>
                  <a:close/>
                  <a:moveTo>
                    <a:pt x="9589" y="7310"/>
                  </a:moveTo>
                  <a:cubicBezTo>
                    <a:pt x="9604" y="7343"/>
                    <a:pt x="9619" y="7377"/>
                    <a:pt x="9634" y="7407"/>
                  </a:cubicBezTo>
                  <a:lnTo>
                    <a:pt x="9589" y="7310"/>
                  </a:lnTo>
                  <a:close/>
                  <a:moveTo>
                    <a:pt x="5624" y="1"/>
                  </a:moveTo>
                  <a:cubicBezTo>
                    <a:pt x="5530" y="1"/>
                    <a:pt x="5446" y="50"/>
                    <a:pt x="5363" y="133"/>
                  </a:cubicBezTo>
                  <a:cubicBezTo>
                    <a:pt x="5273" y="208"/>
                    <a:pt x="5183" y="297"/>
                    <a:pt x="5094" y="372"/>
                  </a:cubicBezTo>
                  <a:cubicBezTo>
                    <a:pt x="5064" y="402"/>
                    <a:pt x="5034" y="432"/>
                    <a:pt x="5004" y="462"/>
                  </a:cubicBezTo>
                  <a:lnTo>
                    <a:pt x="4915" y="566"/>
                  </a:lnTo>
                  <a:lnTo>
                    <a:pt x="4900" y="566"/>
                  </a:lnTo>
                  <a:lnTo>
                    <a:pt x="4885" y="596"/>
                  </a:lnTo>
                  <a:cubicBezTo>
                    <a:pt x="4870" y="611"/>
                    <a:pt x="4855" y="641"/>
                    <a:pt x="4825" y="656"/>
                  </a:cubicBezTo>
                  <a:cubicBezTo>
                    <a:pt x="4810" y="686"/>
                    <a:pt x="4765" y="731"/>
                    <a:pt x="4780" y="760"/>
                  </a:cubicBezTo>
                  <a:cubicBezTo>
                    <a:pt x="4795" y="895"/>
                    <a:pt x="4825" y="1014"/>
                    <a:pt x="4855" y="1149"/>
                  </a:cubicBezTo>
                  <a:cubicBezTo>
                    <a:pt x="4915" y="1223"/>
                    <a:pt x="4974" y="1283"/>
                    <a:pt x="5004" y="1373"/>
                  </a:cubicBezTo>
                  <a:cubicBezTo>
                    <a:pt x="5064" y="1657"/>
                    <a:pt x="5288" y="1806"/>
                    <a:pt x="5467" y="2015"/>
                  </a:cubicBezTo>
                  <a:cubicBezTo>
                    <a:pt x="5497" y="2075"/>
                    <a:pt x="5512" y="2149"/>
                    <a:pt x="5542" y="2179"/>
                  </a:cubicBezTo>
                  <a:cubicBezTo>
                    <a:pt x="5691" y="2329"/>
                    <a:pt x="5841" y="2478"/>
                    <a:pt x="5975" y="2627"/>
                  </a:cubicBezTo>
                  <a:cubicBezTo>
                    <a:pt x="6043" y="2696"/>
                    <a:pt x="6111" y="2764"/>
                    <a:pt x="6214" y="2764"/>
                  </a:cubicBezTo>
                  <a:cubicBezTo>
                    <a:pt x="6223" y="2764"/>
                    <a:pt x="6233" y="2763"/>
                    <a:pt x="6244" y="2762"/>
                  </a:cubicBezTo>
                  <a:lnTo>
                    <a:pt x="6244" y="2762"/>
                  </a:lnTo>
                  <a:cubicBezTo>
                    <a:pt x="6244" y="2762"/>
                    <a:pt x="6244" y="2762"/>
                    <a:pt x="6244" y="2762"/>
                  </a:cubicBezTo>
                  <a:lnTo>
                    <a:pt x="6348" y="2732"/>
                  </a:lnTo>
                  <a:lnTo>
                    <a:pt x="6363" y="2747"/>
                  </a:lnTo>
                  <a:cubicBezTo>
                    <a:pt x="6468" y="2881"/>
                    <a:pt x="6543" y="3016"/>
                    <a:pt x="6647" y="3165"/>
                  </a:cubicBezTo>
                  <a:lnTo>
                    <a:pt x="6767" y="3270"/>
                  </a:lnTo>
                  <a:lnTo>
                    <a:pt x="6677" y="3329"/>
                  </a:lnTo>
                  <a:lnTo>
                    <a:pt x="6722" y="3329"/>
                  </a:lnTo>
                  <a:cubicBezTo>
                    <a:pt x="6737" y="3344"/>
                    <a:pt x="6737" y="3344"/>
                    <a:pt x="6737" y="3359"/>
                  </a:cubicBezTo>
                  <a:cubicBezTo>
                    <a:pt x="6692" y="3449"/>
                    <a:pt x="6752" y="3449"/>
                    <a:pt x="6811" y="3449"/>
                  </a:cubicBezTo>
                  <a:cubicBezTo>
                    <a:pt x="6811" y="3494"/>
                    <a:pt x="6782" y="3553"/>
                    <a:pt x="6796" y="3583"/>
                  </a:cubicBezTo>
                  <a:cubicBezTo>
                    <a:pt x="6886" y="3703"/>
                    <a:pt x="6976" y="3822"/>
                    <a:pt x="7080" y="3942"/>
                  </a:cubicBezTo>
                  <a:cubicBezTo>
                    <a:pt x="7200" y="4076"/>
                    <a:pt x="7319" y="4211"/>
                    <a:pt x="7439" y="4345"/>
                  </a:cubicBezTo>
                  <a:cubicBezTo>
                    <a:pt x="7484" y="4420"/>
                    <a:pt x="7513" y="4494"/>
                    <a:pt x="7558" y="4569"/>
                  </a:cubicBezTo>
                  <a:cubicBezTo>
                    <a:pt x="7573" y="4599"/>
                    <a:pt x="7618" y="4614"/>
                    <a:pt x="7648" y="4629"/>
                  </a:cubicBezTo>
                  <a:cubicBezTo>
                    <a:pt x="7723" y="4703"/>
                    <a:pt x="7812" y="4763"/>
                    <a:pt x="7857" y="4853"/>
                  </a:cubicBezTo>
                  <a:cubicBezTo>
                    <a:pt x="7917" y="4957"/>
                    <a:pt x="7976" y="5002"/>
                    <a:pt x="8081" y="5032"/>
                  </a:cubicBezTo>
                  <a:lnTo>
                    <a:pt x="8081" y="5017"/>
                  </a:lnTo>
                  <a:cubicBezTo>
                    <a:pt x="8096" y="5032"/>
                    <a:pt x="8096" y="5047"/>
                    <a:pt x="8096" y="5047"/>
                  </a:cubicBezTo>
                  <a:lnTo>
                    <a:pt x="8081" y="5032"/>
                  </a:lnTo>
                  <a:lnTo>
                    <a:pt x="8081" y="5032"/>
                  </a:lnTo>
                  <a:cubicBezTo>
                    <a:pt x="8111" y="5241"/>
                    <a:pt x="8171" y="5316"/>
                    <a:pt x="8305" y="5346"/>
                  </a:cubicBezTo>
                  <a:cubicBezTo>
                    <a:pt x="8350" y="5391"/>
                    <a:pt x="8410" y="5435"/>
                    <a:pt x="8454" y="5495"/>
                  </a:cubicBezTo>
                  <a:cubicBezTo>
                    <a:pt x="8484" y="5540"/>
                    <a:pt x="8529" y="5600"/>
                    <a:pt x="8559" y="5659"/>
                  </a:cubicBezTo>
                  <a:cubicBezTo>
                    <a:pt x="8559" y="5674"/>
                    <a:pt x="8559" y="5689"/>
                    <a:pt x="8559" y="5704"/>
                  </a:cubicBezTo>
                  <a:cubicBezTo>
                    <a:pt x="8580" y="5715"/>
                    <a:pt x="8594" y="5725"/>
                    <a:pt x="8610" y="5725"/>
                  </a:cubicBezTo>
                  <a:cubicBezTo>
                    <a:pt x="8617" y="5725"/>
                    <a:pt x="8625" y="5723"/>
                    <a:pt x="8634" y="5719"/>
                  </a:cubicBezTo>
                  <a:cubicBezTo>
                    <a:pt x="8634" y="5734"/>
                    <a:pt x="8634" y="5764"/>
                    <a:pt x="8649" y="5779"/>
                  </a:cubicBezTo>
                  <a:cubicBezTo>
                    <a:pt x="8888" y="6167"/>
                    <a:pt x="9126" y="6570"/>
                    <a:pt x="9365" y="6959"/>
                  </a:cubicBezTo>
                  <a:cubicBezTo>
                    <a:pt x="9425" y="7048"/>
                    <a:pt x="9485" y="7123"/>
                    <a:pt x="9545" y="7213"/>
                  </a:cubicBezTo>
                  <a:cubicBezTo>
                    <a:pt x="9545" y="7213"/>
                    <a:pt x="9545" y="7213"/>
                    <a:pt x="9545" y="7213"/>
                  </a:cubicBezTo>
                  <a:lnTo>
                    <a:pt x="9545" y="7213"/>
                  </a:lnTo>
                  <a:cubicBezTo>
                    <a:pt x="9589" y="7272"/>
                    <a:pt x="9604" y="7332"/>
                    <a:pt x="9634" y="7407"/>
                  </a:cubicBezTo>
                  <a:cubicBezTo>
                    <a:pt x="9649" y="7422"/>
                    <a:pt x="9649" y="7437"/>
                    <a:pt x="9664" y="7437"/>
                  </a:cubicBezTo>
                  <a:lnTo>
                    <a:pt x="8335" y="2239"/>
                  </a:lnTo>
                  <a:lnTo>
                    <a:pt x="8335" y="2239"/>
                  </a:lnTo>
                  <a:lnTo>
                    <a:pt x="8335" y="2239"/>
                  </a:lnTo>
                  <a:lnTo>
                    <a:pt x="7678" y="2672"/>
                  </a:lnTo>
                  <a:cubicBezTo>
                    <a:pt x="7678" y="2672"/>
                    <a:pt x="7678" y="2657"/>
                    <a:pt x="7678" y="2657"/>
                  </a:cubicBezTo>
                  <a:lnTo>
                    <a:pt x="7678" y="2493"/>
                  </a:lnTo>
                  <a:cubicBezTo>
                    <a:pt x="7752" y="2478"/>
                    <a:pt x="7767" y="2433"/>
                    <a:pt x="7752" y="2388"/>
                  </a:cubicBezTo>
                  <a:lnTo>
                    <a:pt x="8335" y="2239"/>
                  </a:lnTo>
                  <a:cubicBezTo>
                    <a:pt x="8365" y="2209"/>
                    <a:pt x="8380" y="2179"/>
                    <a:pt x="8410" y="2135"/>
                  </a:cubicBezTo>
                  <a:cubicBezTo>
                    <a:pt x="8380" y="2135"/>
                    <a:pt x="8365" y="2135"/>
                    <a:pt x="8335" y="2120"/>
                  </a:cubicBezTo>
                  <a:cubicBezTo>
                    <a:pt x="8335" y="2120"/>
                    <a:pt x="8335" y="2105"/>
                    <a:pt x="8335" y="2090"/>
                  </a:cubicBezTo>
                  <a:cubicBezTo>
                    <a:pt x="8320" y="2075"/>
                    <a:pt x="8320" y="2060"/>
                    <a:pt x="8305" y="2030"/>
                  </a:cubicBezTo>
                  <a:cubicBezTo>
                    <a:pt x="8275" y="2060"/>
                    <a:pt x="8260" y="2075"/>
                    <a:pt x="8230" y="2105"/>
                  </a:cubicBezTo>
                  <a:cubicBezTo>
                    <a:pt x="8111" y="1955"/>
                    <a:pt x="7991" y="1806"/>
                    <a:pt x="7887" y="1671"/>
                  </a:cubicBezTo>
                  <a:lnTo>
                    <a:pt x="7872" y="1671"/>
                  </a:lnTo>
                  <a:cubicBezTo>
                    <a:pt x="7842" y="1627"/>
                    <a:pt x="7812" y="1582"/>
                    <a:pt x="7767" y="1552"/>
                  </a:cubicBezTo>
                  <a:lnTo>
                    <a:pt x="7618" y="1373"/>
                  </a:lnTo>
                  <a:cubicBezTo>
                    <a:pt x="7618" y="1358"/>
                    <a:pt x="7618" y="1358"/>
                    <a:pt x="7618" y="1343"/>
                  </a:cubicBezTo>
                  <a:cubicBezTo>
                    <a:pt x="7588" y="1298"/>
                    <a:pt x="7573" y="1283"/>
                    <a:pt x="7558" y="1283"/>
                  </a:cubicBezTo>
                  <a:lnTo>
                    <a:pt x="7424" y="1149"/>
                  </a:lnTo>
                  <a:cubicBezTo>
                    <a:pt x="7245" y="955"/>
                    <a:pt x="7050" y="790"/>
                    <a:pt x="6871" y="596"/>
                  </a:cubicBezTo>
                  <a:cubicBezTo>
                    <a:pt x="6692" y="432"/>
                    <a:pt x="6483" y="327"/>
                    <a:pt x="6274" y="223"/>
                  </a:cubicBezTo>
                  <a:cubicBezTo>
                    <a:pt x="6244" y="208"/>
                    <a:pt x="6214" y="178"/>
                    <a:pt x="6184" y="163"/>
                  </a:cubicBezTo>
                  <a:cubicBezTo>
                    <a:pt x="6139" y="133"/>
                    <a:pt x="6109" y="118"/>
                    <a:pt x="6065" y="88"/>
                  </a:cubicBezTo>
                  <a:cubicBezTo>
                    <a:pt x="6035" y="73"/>
                    <a:pt x="5990" y="73"/>
                    <a:pt x="5960" y="73"/>
                  </a:cubicBezTo>
                  <a:lnTo>
                    <a:pt x="5811" y="58"/>
                  </a:lnTo>
                  <a:cubicBezTo>
                    <a:pt x="5743" y="19"/>
                    <a:pt x="5681" y="1"/>
                    <a:pt x="5624" y="1"/>
                  </a:cubicBezTo>
                  <a:close/>
                  <a:moveTo>
                    <a:pt x="9664" y="7437"/>
                  </a:moveTo>
                  <a:cubicBezTo>
                    <a:pt x="9664" y="7444"/>
                    <a:pt x="9668" y="7452"/>
                    <a:pt x="9672" y="7459"/>
                  </a:cubicBezTo>
                  <a:lnTo>
                    <a:pt x="9672" y="7459"/>
                  </a:lnTo>
                  <a:lnTo>
                    <a:pt x="9664" y="7437"/>
                  </a:lnTo>
                  <a:close/>
                  <a:moveTo>
                    <a:pt x="9675" y="7467"/>
                  </a:moveTo>
                  <a:cubicBezTo>
                    <a:pt x="9677" y="7472"/>
                    <a:pt x="9679" y="7477"/>
                    <a:pt x="9679" y="7482"/>
                  </a:cubicBezTo>
                  <a:lnTo>
                    <a:pt x="9679" y="7482"/>
                  </a:lnTo>
                  <a:lnTo>
                    <a:pt x="9675" y="7467"/>
                  </a:lnTo>
                  <a:close/>
                  <a:moveTo>
                    <a:pt x="11023" y="7452"/>
                  </a:moveTo>
                  <a:cubicBezTo>
                    <a:pt x="11008" y="7452"/>
                    <a:pt x="11008" y="7467"/>
                    <a:pt x="10993" y="7496"/>
                  </a:cubicBezTo>
                  <a:cubicBezTo>
                    <a:pt x="11001" y="7489"/>
                    <a:pt x="11008" y="7489"/>
                    <a:pt x="11016" y="7489"/>
                  </a:cubicBezTo>
                  <a:cubicBezTo>
                    <a:pt x="11023" y="7489"/>
                    <a:pt x="11031" y="7489"/>
                    <a:pt x="11038" y="7482"/>
                  </a:cubicBezTo>
                  <a:cubicBezTo>
                    <a:pt x="11053" y="7482"/>
                    <a:pt x="11068" y="7467"/>
                    <a:pt x="11068" y="7467"/>
                  </a:cubicBezTo>
                  <a:cubicBezTo>
                    <a:pt x="11053" y="7452"/>
                    <a:pt x="11038" y="7452"/>
                    <a:pt x="11023" y="7452"/>
                  </a:cubicBezTo>
                  <a:close/>
                  <a:moveTo>
                    <a:pt x="10321" y="8034"/>
                  </a:moveTo>
                  <a:cubicBezTo>
                    <a:pt x="10306" y="8034"/>
                    <a:pt x="10306" y="8049"/>
                    <a:pt x="10291" y="8049"/>
                  </a:cubicBezTo>
                  <a:cubicBezTo>
                    <a:pt x="10291" y="8049"/>
                    <a:pt x="10291" y="8034"/>
                    <a:pt x="10291" y="8034"/>
                  </a:cubicBezTo>
                  <a:close/>
                  <a:moveTo>
                    <a:pt x="5437" y="8243"/>
                  </a:moveTo>
                  <a:cubicBezTo>
                    <a:pt x="5437" y="8243"/>
                    <a:pt x="5422" y="8258"/>
                    <a:pt x="5407" y="8258"/>
                  </a:cubicBezTo>
                  <a:lnTo>
                    <a:pt x="5437" y="8243"/>
                  </a:lnTo>
                  <a:close/>
                  <a:moveTo>
                    <a:pt x="11173" y="8348"/>
                  </a:moveTo>
                  <a:cubicBezTo>
                    <a:pt x="11143" y="8378"/>
                    <a:pt x="11128" y="8393"/>
                    <a:pt x="11098" y="8422"/>
                  </a:cubicBezTo>
                  <a:cubicBezTo>
                    <a:pt x="11128" y="8408"/>
                    <a:pt x="11158" y="8378"/>
                    <a:pt x="11188" y="8363"/>
                  </a:cubicBezTo>
                  <a:cubicBezTo>
                    <a:pt x="11188" y="8363"/>
                    <a:pt x="11173" y="8348"/>
                    <a:pt x="11173" y="8348"/>
                  </a:cubicBezTo>
                  <a:close/>
                  <a:moveTo>
                    <a:pt x="11173" y="8452"/>
                  </a:moveTo>
                  <a:cubicBezTo>
                    <a:pt x="11158" y="8467"/>
                    <a:pt x="11158" y="8482"/>
                    <a:pt x="11143" y="8482"/>
                  </a:cubicBezTo>
                  <a:cubicBezTo>
                    <a:pt x="11143" y="8497"/>
                    <a:pt x="11158" y="8497"/>
                    <a:pt x="11173" y="8512"/>
                  </a:cubicBezTo>
                  <a:cubicBezTo>
                    <a:pt x="11188" y="8497"/>
                    <a:pt x="11203" y="8482"/>
                    <a:pt x="11203" y="8482"/>
                  </a:cubicBezTo>
                  <a:cubicBezTo>
                    <a:pt x="11203" y="8467"/>
                    <a:pt x="11173" y="8452"/>
                    <a:pt x="11173" y="8452"/>
                  </a:cubicBezTo>
                  <a:close/>
                  <a:moveTo>
                    <a:pt x="11412" y="8736"/>
                  </a:moveTo>
                  <a:cubicBezTo>
                    <a:pt x="11382" y="8766"/>
                    <a:pt x="11367" y="8796"/>
                    <a:pt x="11337" y="8811"/>
                  </a:cubicBezTo>
                  <a:cubicBezTo>
                    <a:pt x="11367" y="8841"/>
                    <a:pt x="11382" y="8856"/>
                    <a:pt x="11412" y="8886"/>
                  </a:cubicBezTo>
                  <a:lnTo>
                    <a:pt x="11412" y="8736"/>
                  </a:lnTo>
                  <a:close/>
                  <a:moveTo>
                    <a:pt x="6035" y="9124"/>
                  </a:moveTo>
                  <a:lnTo>
                    <a:pt x="6020" y="9139"/>
                  </a:lnTo>
                  <a:cubicBezTo>
                    <a:pt x="6020" y="9124"/>
                    <a:pt x="6020" y="9124"/>
                    <a:pt x="6035" y="9124"/>
                  </a:cubicBezTo>
                  <a:close/>
                  <a:moveTo>
                    <a:pt x="2151" y="9289"/>
                  </a:moveTo>
                  <a:cubicBezTo>
                    <a:pt x="2151" y="9289"/>
                    <a:pt x="2151" y="9304"/>
                    <a:pt x="2151" y="9304"/>
                  </a:cubicBezTo>
                  <a:lnTo>
                    <a:pt x="2137" y="9304"/>
                  </a:lnTo>
                  <a:lnTo>
                    <a:pt x="2151" y="9289"/>
                  </a:lnTo>
                  <a:close/>
                  <a:moveTo>
                    <a:pt x="11053" y="9289"/>
                  </a:moveTo>
                  <a:lnTo>
                    <a:pt x="11038" y="9304"/>
                  </a:lnTo>
                  <a:cubicBezTo>
                    <a:pt x="11038" y="9289"/>
                    <a:pt x="11038" y="9289"/>
                    <a:pt x="11038" y="9289"/>
                  </a:cubicBezTo>
                  <a:close/>
                  <a:moveTo>
                    <a:pt x="1211" y="11081"/>
                  </a:moveTo>
                  <a:cubicBezTo>
                    <a:pt x="1225" y="11096"/>
                    <a:pt x="1240" y="11096"/>
                    <a:pt x="1255" y="11111"/>
                  </a:cubicBezTo>
                  <a:cubicBezTo>
                    <a:pt x="1225" y="11111"/>
                    <a:pt x="1211" y="11096"/>
                    <a:pt x="1211" y="11081"/>
                  </a:cubicBezTo>
                  <a:close/>
                  <a:moveTo>
                    <a:pt x="3003" y="12097"/>
                  </a:moveTo>
                  <a:cubicBezTo>
                    <a:pt x="3003" y="12112"/>
                    <a:pt x="2988" y="12127"/>
                    <a:pt x="2988" y="12142"/>
                  </a:cubicBezTo>
                  <a:lnTo>
                    <a:pt x="3018" y="12142"/>
                  </a:lnTo>
                  <a:cubicBezTo>
                    <a:pt x="3018" y="12142"/>
                    <a:pt x="3033" y="12127"/>
                    <a:pt x="3033" y="12097"/>
                  </a:cubicBezTo>
                  <a:close/>
                  <a:moveTo>
                    <a:pt x="2361" y="12306"/>
                  </a:moveTo>
                  <a:lnTo>
                    <a:pt x="2359" y="12312"/>
                  </a:lnTo>
                  <a:lnTo>
                    <a:pt x="2359" y="12312"/>
                  </a:lnTo>
                  <a:cubicBezTo>
                    <a:pt x="2360" y="12310"/>
                    <a:pt x="2361" y="12308"/>
                    <a:pt x="2361" y="12306"/>
                  </a:cubicBezTo>
                  <a:close/>
                  <a:moveTo>
                    <a:pt x="2359" y="12312"/>
                  </a:moveTo>
                  <a:cubicBezTo>
                    <a:pt x="2354" y="12328"/>
                    <a:pt x="2333" y="12354"/>
                    <a:pt x="2346" y="12381"/>
                  </a:cubicBezTo>
                  <a:lnTo>
                    <a:pt x="2359" y="12312"/>
                  </a:lnTo>
                  <a:close/>
                  <a:moveTo>
                    <a:pt x="3660" y="12366"/>
                  </a:moveTo>
                  <a:lnTo>
                    <a:pt x="3645" y="12395"/>
                  </a:lnTo>
                  <a:lnTo>
                    <a:pt x="3630" y="12381"/>
                  </a:lnTo>
                  <a:lnTo>
                    <a:pt x="3660" y="12366"/>
                  </a:lnTo>
                  <a:close/>
                  <a:moveTo>
                    <a:pt x="4750" y="12366"/>
                  </a:moveTo>
                  <a:cubicBezTo>
                    <a:pt x="4735" y="12395"/>
                    <a:pt x="4720" y="12410"/>
                    <a:pt x="4705" y="12425"/>
                  </a:cubicBezTo>
                  <a:cubicBezTo>
                    <a:pt x="4691" y="12425"/>
                    <a:pt x="4720" y="12455"/>
                    <a:pt x="4720" y="12455"/>
                  </a:cubicBezTo>
                  <a:cubicBezTo>
                    <a:pt x="4735" y="12440"/>
                    <a:pt x="4750" y="12425"/>
                    <a:pt x="4780" y="12410"/>
                  </a:cubicBezTo>
                  <a:cubicBezTo>
                    <a:pt x="4765" y="12395"/>
                    <a:pt x="4765" y="12381"/>
                    <a:pt x="4750" y="12366"/>
                  </a:cubicBezTo>
                  <a:close/>
                  <a:moveTo>
                    <a:pt x="4496" y="12455"/>
                  </a:moveTo>
                  <a:cubicBezTo>
                    <a:pt x="4481" y="12470"/>
                    <a:pt x="4467" y="12485"/>
                    <a:pt x="4467" y="12485"/>
                  </a:cubicBezTo>
                  <a:cubicBezTo>
                    <a:pt x="4467" y="12500"/>
                    <a:pt x="4481" y="12515"/>
                    <a:pt x="4481" y="12530"/>
                  </a:cubicBezTo>
                  <a:cubicBezTo>
                    <a:pt x="4496" y="12515"/>
                    <a:pt x="4511" y="12500"/>
                    <a:pt x="4511" y="12485"/>
                  </a:cubicBezTo>
                  <a:cubicBezTo>
                    <a:pt x="4511" y="12485"/>
                    <a:pt x="4496" y="12470"/>
                    <a:pt x="4496" y="12455"/>
                  </a:cubicBezTo>
                  <a:close/>
                  <a:moveTo>
                    <a:pt x="5288" y="12784"/>
                  </a:moveTo>
                  <a:cubicBezTo>
                    <a:pt x="5273" y="12814"/>
                    <a:pt x="5258" y="12829"/>
                    <a:pt x="5243" y="12844"/>
                  </a:cubicBezTo>
                  <a:lnTo>
                    <a:pt x="5318" y="12844"/>
                  </a:lnTo>
                  <a:cubicBezTo>
                    <a:pt x="5303" y="12829"/>
                    <a:pt x="5303" y="12814"/>
                    <a:pt x="5288" y="12784"/>
                  </a:cubicBezTo>
                  <a:close/>
                  <a:moveTo>
                    <a:pt x="8335" y="2239"/>
                  </a:moveTo>
                  <a:lnTo>
                    <a:pt x="9675" y="7467"/>
                  </a:lnTo>
                  <a:lnTo>
                    <a:pt x="9675" y="7467"/>
                  </a:lnTo>
                  <a:cubicBezTo>
                    <a:pt x="9674" y="7464"/>
                    <a:pt x="9673" y="7462"/>
                    <a:pt x="9672" y="7459"/>
                  </a:cubicBezTo>
                  <a:lnTo>
                    <a:pt x="9672" y="7459"/>
                  </a:lnTo>
                  <a:lnTo>
                    <a:pt x="9679" y="7482"/>
                  </a:lnTo>
                  <a:cubicBezTo>
                    <a:pt x="9694" y="7511"/>
                    <a:pt x="9694" y="7541"/>
                    <a:pt x="9724" y="7556"/>
                  </a:cubicBezTo>
                  <a:cubicBezTo>
                    <a:pt x="9739" y="7616"/>
                    <a:pt x="9754" y="7661"/>
                    <a:pt x="9769" y="7721"/>
                  </a:cubicBezTo>
                  <a:cubicBezTo>
                    <a:pt x="9918" y="8049"/>
                    <a:pt x="10067" y="8378"/>
                    <a:pt x="10202" y="8706"/>
                  </a:cubicBezTo>
                  <a:cubicBezTo>
                    <a:pt x="10277" y="8915"/>
                    <a:pt x="10306" y="9124"/>
                    <a:pt x="10366" y="9334"/>
                  </a:cubicBezTo>
                  <a:cubicBezTo>
                    <a:pt x="10426" y="9558"/>
                    <a:pt x="10486" y="9782"/>
                    <a:pt x="10545" y="10021"/>
                  </a:cubicBezTo>
                  <a:cubicBezTo>
                    <a:pt x="10560" y="10125"/>
                    <a:pt x="10590" y="10245"/>
                    <a:pt x="10590" y="10349"/>
                  </a:cubicBezTo>
                  <a:cubicBezTo>
                    <a:pt x="10620" y="10723"/>
                    <a:pt x="10650" y="11081"/>
                    <a:pt x="10680" y="11454"/>
                  </a:cubicBezTo>
                  <a:cubicBezTo>
                    <a:pt x="10710" y="11679"/>
                    <a:pt x="10710" y="11917"/>
                    <a:pt x="10665" y="12142"/>
                  </a:cubicBezTo>
                  <a:cubicBezTo>
                    <a:pt x="10635" y="12201"/>
                    <a:pt x="10605" y="12276"/>
                    <a:pt x="10590" y="12351"/>
                  </a:cubicBezTo>
                  <a:cubicBezTo>
                    <a:pt x="10575" y="12395"/>
                    <a:pt x="10560" y="12455"/>
                    <a:pt x="10530" y="12500"/>
                  </a:cubicBezTo>
                  <a:cubicBezTo>
                    <a:pt x="10516" y="12500"/>
                    <a:pt x="10501" y="12515"/>
                    <a:pt x="10486" y="12515"/>
                  </a:cubicBezTo>
                  <a:cubicBezTo>
                    <a:pt x="10478" y="12516"/>
                    <a:pt x="10470" y="12517"/>
                    <a:pt x="10463" y="12517"/>
                  </a:cubicBezTo>
                  <a:cubicBezTo>
                    <a:pt x="10374" y="12517"/>
                    <a:pt x="10332" y="12436"/>
                    <a:pt x="10277" y="12381"/>
                  </a:cubicBezTo>
                  <a:cubicBezTo>
                    <a:pt x="10217" y="12336"/>
                    <a:pt x="10202" y="12261"/>
                    <a:pt x="10127" y="12261"/>
                  </a:cubicBezTo>
                  <a:lnTo>
                    <a:pt x="10112" y="12261"/>
                  </a:lnTo>
                  <a:cubicBezTo>
                    <a:pt x="9888" y="11828"/>
                    <a:pt x="9649" y="11410"/>
                    <a:pt x="9440" y="10962"/>
                  </a:cubicBezTo>
                  <a:cubicBezTo>
                    <a:pt x="9246" y="10558"/>
                    <a:pt x="9097" y="10140"/>
                    <a:pt x="8917" y="9737"/>
                  </a:cubicBezTo>
                  <a:cubicBezTo>
                    <a:pt x="8783" y="9393"/>
                    <a:pt x="8649" y="9065"/>
                    <a:pt x="8499" y="8736"/>
                  </a:cubicBezTo>
                  <a:cubicBezTo>
                    <a:pt x="8320" y="8333"/>
                    <a:pt x="8111" y="7945"/>
                    <a:pt x="7917" y="7556"/>
                  </a:cubicBezTo>
                  <a:cubicBezTo>
                    <a:pt x="7917" y="7541"/>
                    <a:pt x="7917" y="7526"/>
                    <a:pt x="7932" y="7511"/>
                  </a:cubicBezTo>
                  <a:cubicBezTo>
                    <a:pt x="7812" y="7168"/>
                    <a:pt x="7633" y="6839"/>
                    <a:pt x="7469" y="6496"/>
                  </a:cubicBezTo>
                  <a:cubicBezTo>
                    <a:pt x="7424" y="6406"/>
                    <a:pt x="7394" y="6287"/>
                    <a:pt x="7304" y="6212"/>
                  </a:cubicBezTo>
                  <a:cubicBezTo>
                    <a:pt x="7304" y="6182"/>
                    <a:pt x="7319" y="6152"/>
                    <a:pt x="7334" y="6122"/>
                  </a:cubicBezTo>
                  <a:lnTo>
                    <a:pt x="7245" y="6122"/>
                  </a:lnTo>
                  <a:cubicBezTo>
                    <a:pt x="7230" y="6107"/>
                    <a:pt x="7230" y="6107"/>
                    <a:pt x="7215" y="6093"/>
                  </a:cubicBezTo>
                  <a:cubicBezTo>
                    <a:pt x="7215" y="6078"/>
                    <a:pt x="7215" y="6078"/>
                    <a:pt x="7215" y="6063"/>
                  </a:cubicBezTo>
                  <a:cubicBezTo>
                    <a:pt x="7170" y="5973"/>
                    <a:pt x="7125" y="5898"/>
                    <a:pt x="7065" y="5809"/>
                  </a:cubicBezTo>
                  <a:cubicBezTo>
                    <a:pt x="7021" y="5719"/>
                    <a:pt x="6976" y="5615"/>
                    <a:pt x="6931" y="5525"/>
                  </a:cubicBezTo>
                  <a:cubicBezTo>
                    <a:pt x="6856" y="5391"/>
                    <a:pt x="6782" y="5256"/>
                    <a:pt x="6707" y="5122"/>
                  </a:cubicBezTo>
                  <a:cubicBezTo>
                    <a:pt x="6692" y="5137"/>
                    <a:pt x="6677" y="5137"/>
                    <a:pt x="6662" y="5152"/>
                  </a:cubicBezTo>
                  <a:cubicBezTo>
                    <a:pt x="6752" y="5286"/>
                    <a:pt x="6826" y="5420"/>
                    <a:pt x="6901" y="5555"/>
                  </a:cubicBezTo>
                  <a:cubicBezTo>
                    <a:pt x="6946" y="5659"/>
                    <a:pt x="6991" y="5764"/>
                    <a:pt x="7035" y="5868"/>
                  </a:cubicBezTo>
                  <a:lnTo>
                    <a:pt x="7050" y="5868"/>
                  </a:lnTo>
                  <a:cubicBezTo>
                    <a:pt x="7065" y="5928"/>
                    <a:pt x="7095" y="6003"/>
                    <a:pt x="7110" y="6063"/>
                  </a:cubicBezTo>
                  <a:cubicBezTo>
                    <a:pt x="7125" y="6078"/>
                    <a:pt x="7125" y="6107"/>
                    <a:pt x="7140" y="6122"/>
                  </a:cubicBezTo>
                  <a:cubicBezTo>
                    <a:pt x="7125" y="6137"/>
                    <a:pt x="7095" y="6137"/>
                    <a:pt x="7080" y="6152"/>
                  </a:cubicBezTo>
                  <a:lnTo>
                    <a:pt x="7155" y="6152"/>
                  </a:lnTo>
                  <a:cubicBezTo>
                    <a:pt x="7439" y="6660"/>
                    <a:pt x="7618" y="7228"/>
                    <a:pt x="7797" y="7780"/>
                  </a:cubicBezTo>
                  <a:cubicBezTo>
                    <a:pt x="7917" y="8154"/>
                    <a:pt x="8021" y="8512"/>
                    <a:pt x="8141" y="8871"/>
                  </a:cubicBezTo>
                  <a:cubicBezTo>
                    <a:pt x="8171" y="8960"/>
                    <a:pt x="8200" y="9050"/>
                    <a:pt x="8230" y="9139"/>
                  </a:cubicBezTo>
                  <a:cubicBezTo>
                    <a:pt x="8305" y="9378"/>
                    <a:pt x="8380" y="9632"/>
                    <a:pt x="8469" y="9871"/>
                  </a:cubicBezTo>
                  <a:cubicBezTo>
                    <a:pt x="8529" y="10051"/>
                    <a:pt x="8604" y="10215"/>
                    <a:pt x="8678" y="10394"/>
                  </a:cubicBezTo>
                  <a:cubicBezTo>
                    <a:pt x="8678" y="10394"/>
                    <a:pt x="8678" y="10409"/>
                    <a:pt x="8678" y="10409"/>
                  </a:cubicBezTo>
                  <a:cubicBezTo>
                    <a:pt x="8798" y="10708"/>
                    <a:pt x="8902" y="11006"/>
                    <a:pt x="9052" y="11290"/>
                  </a:cubicBezTo>
                  <a:cubicBezTo>
                    <a:pt x="9201" y="11604"/>
                    <a:pt x="9380" y="11888"/>
                    <a:pt x="9545" y="12186"/>
                  </a:cubicBezTo>
                  <a:cubicBezTo>
                    <a:pt x="9634" y="12336"/>
                    <a:pt x="9709" y="12485"/>
                    <a:pt x="9814" y="12605"/>
                  </a:cubicBezTo>
                  <a:cubicBezTo>
                    <a:pt x="9956" y="12773"/>
                    <a:pt x="10156" y="12855"/>
                    <a:pt x="10354" y="12855"/>
                  </a:cubicBezTo>
                  <a:cubicBezTo>
                    <a:pt x="10611" y="12855"/>
                    <a:pt x="10867" y="12717"/>
                    <a:pt x="10993" y="12455"/>
                  </a:cubicBezTo>
                  <a:cubicBezTo>
                    <a:pt x="11083" y="12261"/>
                    <a:pt x="11143" y="12052"/>
                    <a:pt x="11217" y="11843"/>
                  </a:cubicBezTo>
                  <a:cubicBezTo>
                    <a:pt x="11217" y="11843"/>
                    <a:pt x="11217" y="11828"/>
                    <a:pt x="11217" y="11813"/>
                  </a:cubicBezTo>
                  <a:cubicBezTo>
                    <a:pt x="11232" y="11708"/>
                    <a:pt x="11232" y="11604"/>
                    <a:pt x="11247" y="11499"/>
                  </a:cubicBezTo>
                  <a:cubicBezTo>
                    <a:pt x="11277" y="11171"/>
                    <a:pt x="11322" y="10842"/>
                    <a:pt x="11322" y="10528"/>
                  </a:cubicBezTo>
                  <a:cubicBezTo>
                    <a:pt x="11307" y="10140"/>
                    <a:pt x="11247" y="9752"/>
                    <a:pt x="11217" y="9363"/>
                  </a:cubicBezTo>
                  <a:cubicBezTo>
                    <a:pt x="11232" y="9319"/>
                    <a:pt x="11232" y="9289"/>
                    <a:pt x="11247" y="9259"/>
                  </a:cubicBezTo>
                  <a:cubicBezTo>
                    <a:pt x="11277" y="9229"/>
                    <a:pt x="11277" y="9184"/>
                    <a:pt x="11277" y="9139"/>
                  </a:cubicBezTo>
                  <a:cubicBezTo>
                    <a:pt x="11247" y="9095"/>
                    <a:pt x="11247" y="9020"/>
                    <a:pt x="11188" y="8990"/>
                  </a:cubicBezTo>
                  <a:cubicBezTo>
                    <a:pt x="11203" y="8960"/>
                    <a:pt x="11188" y="8930"/>
                    <a:pt x="11158" y="8900"/>
                  </a:cubicBezTo>
                  <a:cubicBezTo>
                    <a:pt x="11158" y="8886"/>
                    <a:pt x="11158" y="8871"/>
                    <a:pt x="11158" y="8856"/>
                  </a:cubicBezTo>
                  <a:lnTo>
                    <a:pt x="11173" y="8841"/>
                  </a:lnTo>
                  <a:cubicBezTo>
                    <a:pt x="11188" y="8811"/>
                    <a:pt x="11188" y="8781"/>
                    <a:pt x="11188" y="8736"/>
                  </a:cubicBezTo>
                  <a:cubicBezTo>
                    <a:pt x="11173" y="8706"/>
                    <a:pt x="11158" y="8676"/>
                    <a:pt x="11128" y="8661"/>
                  </a:cubicBezTo>
                  <a:cubicBezTo>
                    <a:pt x="11113" y="8572"/>
                    <a:pt x="11113" y="8497"/>
                    <a:pt x="11098" y="8422"/>
                  </a:cubicBezTo>
                  <a:lnTo>
                    <a:pt x="11068" y="8228"/>
                  </a:lnTo>
                  <a:cubicBezTo>
                    <a:pt x="11083" y="8184"/>
                    <a:pt x="11098" y="8154"/>
                    <a:pt x="11113" y="8124"/>
                  </a:cubicBezTo>
                  <a:lnTo>
                    <a:pt x="11113" y="8124"/>
                  </a:lnTo>
                  <a:cubicBezTo>
                    <a:pt x="11083" y="8139"/>
                    <a:pt x="11068" y="8154"/>
                    <a:pt x="11038" y="8154"/>
                  </a:cubicBezTo>
                  <a:cubicBezTo>
                    <a:pt x="11038" y="8139"/>
                    <a:pt x="11023" y="8124"/>
                    <a:pt x="11008" y="8109"/>
                  </a:cubicBezTo>
                  <a:cubicBezTo>
                    <a:pt x="10979" y="7989"/>
                    <a:pt x="10949" y="7885"/>
                    <a:pt x="10919" y="7765"/>
                  </a:cubicBezTo>
                  <a:lnTo>
                    <a:pt x="10919" y="7750"/>
                  </a:lnTo>
                  <a:cubicBezTo>
                    <a:pt x="10919" y="7735"/>
                    <a:pt x="10904" y="7721"/>
                    <a:pt x="10904" y="7706"/>
                  </a:cubicBezTo>
                  <a:lnTo>
                    <a:pt x="10874" y="7601"/>
                  </a:lnTo>
                  <a:cubicBezTo>
                    <a:pt x="10889" y="7601"/>
                    <a:pt x="10889" y="7586"/>
                    <a:pt x="10904" y="7571"/>
                  </a:cubicBezTo>
                  <a:cubicBezTo>
                    <a:pt x="10919" y="7467"/>
                    <a:pt x="10889" y="7377"/>
                    <a:pt x="10859" y="7302"/>
                  </a:cubicBezTo>
                  <a:cubicBezTo>
                    <a:pt x="10769" y="7078"/>
                    <a:pt x="10725" y="6839"/>
                    <a:pt x="10680" y="6600"/>
                  </a:cubicBezTo>
                  <a:cubicBezTo>
                    <a:pt x="10635" y="6466"/>
                    <a:pt x="10590" y="6331"/>
                    <a:pt x="10530" y="6212"/>
                  </a:cubicBezTo>
                  <a:cubicBezTo>
                    <a:pt x="10441" y="5973"/>
                    <a:pt x="10366" y="5734"/>
                    <a:pt x="10291" y="5510"/>
                  </a:cubicBezTo>
                  <a:cubicBezTo>
                    <a:pt x="10232" y="5346"/>
                    <a:pt x="10187" y="5166"/>
                    <a:pt x="10112" y="5002"/>
                  </a:cubicBezTo>
                  <a:cubicBezTo>
                    <a:pt x="10038" y="4808"/>
                    <a:pt x="9948" y="4614"/>
                    <a:pt x="9858" y="4420"/>
                  </a:cubicBezTo>
                  <a:cubicBezTo>
                    <a:pt x="9799" y="4270"/>
                    <a:pt x="9724" y="4121"/>
                    <a:pt x="9649" y="3987"/>
                  </a:cubicBezTo>
                  <a:cubicBezTo>
                    <a:pt x="9560" y="3837"/>
                    <a:pt x="9470" y="3688"/>
                    <a:pt x="9365" y="3553"/>
                  </a:cubicBezTo>
                  <a:cubicBezTo>
                    <a:pt x="9186" y="3300"/>
                    <a:pt x="9007" y="3061"/>
                    <a:pt x="8828" y="2836"/>
                  </a:cubicBezTo>
                  <a:cubicBezTo>
                    <a:pt x="8663" y="2627"/>
                    <a:pt x="8499" y="2433"/>
                    <a:pt x="8335" y="2239"/>
                  </a:cubicBezTo>
                  <a:close/>
                  <a:moveTo>
                    <a:pt x="5318" y="12844"/>
                  </a:moveTo>
                  <a:lnTo>
                    <a:pt x="5318" y="12873"/>
                  </a:lnTo>
                  <a:cubicBezTo>
                    <a:pt x="5348" y="12873"/>
                    <a:pt x="5363" y="12873"/>
                    <a:pt x="5393" y="12888"/>
                  </a:cubicBezTo>
                  <a:cubicBezTo>
                    <a:pt x="5363" y="12873"/>
                    <a:pt x="5348" y="12858"/>
                    <a:pt x="5318" y="12844"/>
                  </a:cubicBezTo>
                  <a:close/>
                  <a:moveTo>
                    <a:pt x="5318" y="12873"/>
                  </a:moveTo>
                  <a:cubicBezTo>
                    <a:pt x="5303" y="12888"/>
                    <a:pt x="5288" y="12918"/>
                    <a:pt x="5273" y="12933"/>
                  </a:cubicBezTo>
                  <a:cubicBezTo>
                    <a:pt x="5288" y="12933"/>
                    <a:pt x="5303" y="12948"/>
                    <a:pt x="5318" y="12948"/>
                  </a:cubicBezTo>
                  <a:cubicBezTo>
                    <a:pt x="5318" y="12918"/>
                    <a:pt x="5318" y="12903"/>
                    <a:pt x="5318" y="12873"/>
                  </a:cubicBezTo>
                  <a:close/>
                  <a:moveTo>
                    <a:pt x="5437" y="12993"/>
                  </a:moveTo>
                  <a:cubicBezTo>
                    <a:pt x="5422" y="12993"/>
                    <a:pt x="5407" y="12993"/>
                    <a:pt x="5393" y="13008"/>
                  </a:cubicBezTo>
                  <a:cubicBezTo>
                    <a:pt x="5407" y="13008"/>
                    <a:pt x="5422" y="13038"/>
                    <a:pt x="5422" y="13038"/>
                  </a:cubicBezTo>
                  <a:cubicBezTo>
                    <a:pt x="5437" y="13023"/>
                    <a:pt x="5452" y="13023"/>
                    <a:pt x="5467" y="13008"/>
                  </a:cubicBezTo>
                  <a:cubicBezTo>
                    <a:pt x="5452" y="13008"/>
                    <a:pt x="5452" y="12993"/>
                    <a:pt x="5437" y="12993"/>
                  </a:cubicBezTo>
                  <a:close/>
                  <a:moveTo>
                    <a:pt x="2674" y="12903"/>
                  </a:moveTo>
                  <a:lnTo>
                    <a:pt x="2555" y="13053"/>
                  </a:lnTo>
                  <a:cubicBezTo>
                    <a:pt x="2629" y="13023"/>
                    <a:pt x="2659" y="12963"/>
                    <a:pt x="2674" y="12903"/>
                  </a:cubicBezTo>
                  <a:close/>
                  <a:moveTo>
                    <a:pt x="5542" y="13053"/>
                  </a:moveTo>
                  <a:cubicBezTo>
                    <a:pt x="5497" y="13068"/>
                    <a:pt x="5467" y="13082"/>
                    <a:pt x="5422" y="13097"/>
                  </a:cubicBezTo>
                  <a:cubicBezTo>
                    <a:pt x="5437" y="13112"/>
                    <a:pt x="5437" y="13127"/>
                    <a:pt x="5437" y="13142"/>
                  </a:cubicBezTo>
                  <a:cubicBezTo>
                    <a:pt x="5482" y="13127"/>
                    <a:pt x="5527" y="13097"/>
                    <a:pt x="5572" y="13082"/>
                  </a:cubicBezTo>
                  <a:cubicBezTo>
                    <a:pt x="5557" y="13068"/>
                    <a:pt x="5557" y="13068"/>
                    <a:pt x="5542" y="13053"/>
                  </a:cubicBezTo>
                  <a:close/>
                  <a:moveTo>
                    <a:pt x="5482" y="13187"/>
                  </a:moveTo>
                  <a:cubicBezTo>
                    <a:pt x="5452" y="13202"/>
                    <a:pt x="5407" y="13202"/>
                    <a:pt x="5378" y="13217"/>
                  </a:cubicBezTo>
                  <a:cubicBezTo>
                    <a:pt x="5422" y="13247"/>
                    <a:pt x="5467" y="13262"/>
                    <a:pt x="5527" y="13292"/>
                  </a:cubicBezTo>
                  <a:cubicBezTo>
                    <a:pt x="5512" y="13247"/>
                    <a:pt x="5497" y="13217"/>
                    <a:pt x="5482" y="13187"/>
                  </a:cubicBezTo>
                  <a:close/>
                  <a:moveTo>
                    <a:pt x="5198" y="13336"/>
                  </a:moveTo>
                  <a:cubicBezTo>
                    <a:pt x="5213" y="13351"/>
                    <a:pt x="5213" y="13366"/>
                    <a:pt x="5213" y="13381"/>
                  </a:cubicBezTo>
                  <a:cubicBezTo>
                    <a:pt x="5258" y="13366"/>
                    <a:pt x="5288" y="13351"/>
                    <a:pt x="5318" y="13336"/>
                  </a:cubicBezTo>
                  <a:close/>
                  <a:moveTo>
                    <a:pt x="5587" y="13456"/>
                  </a:moveTo>
                  <a:cubicBezTo>
                    <a:pt x="5572" y="13471"/>
                    <a:pt x="5557" y="13471"/>
                    <a:pt x="5557" y="13486"/>
                  </a:cubicBezTo>
                  <a:cubicBezTo>
                    <a:pt x="5557" y="13501"/>
                    <a:pt x="5557" y="13501"/>
                    <a:pt x="5557" y="13516"/>
                  </a:cubicBezTo>
                  <a:cubicBezTo>
                    <a:pt x="5572" y="13501"/>
                    <a:pt x="5587" y="13501"/>
                    <a:pt x="5587" y="13486"/>
                  </a:cubicBezTo>
                  <a:cubicBezTo>
                    <a:pt x="5602" y="13486"/>
                    <a:pt x="5587" y="13471"/>
                    <a:pt x="5587" y="13456"/>
                  </a:cubicBezTo>
                  <a:close/>
                  <a:moveTo>
                    <a:pt x="4797" y="3220"/>
                  </a:moveTo>
                  <a:cubicBezTo>
                    <a:pt x="4716" y="3220"/>
                    <a:pt x="4653" y="3275"/>
                    <a:pt x="4541" y="3404"/>
                  </a:cubicBezTo>
                  <a:cubicBezTo>
                    <a:pt x="4467" y="3479"/>
                    <a:pt x="4422" y="3568"/>
                    <a:pt x="4377" y="3643"/>
                  </a:cubicBezTo>
                  <a:cubicBezTo>
                    <a:pt x="4362" y="3658"/>
                    <a:pt x="4347" y="3688"/>
                    <a:pt x="4332" y="3703"/>
                  </a:cubicBezTo>
                  <a:cubicBezTo>
                    <a:pt x="4287" y="3837"/>
                    <a:pt x="4242" y="3972"/>
                    <a:pt x="4198" y="4106"/>
                  </a:cubicBezTo>
                  <a:lnTo>
                    <a:pt x="4168" y="4136"/>
                  </a:lnTo>
                  <a:cubicBezTo>
                    <a:pt x="4063" y="4524"/>
                    <a:pt x="3959" y="4913"/>
                    <a:pt x="3854" y="5286"/>
                  </a:cubicBezTo>
                  <a:cubicBezTo>
                    <a:pt x="3824" y="5540"/>
                    <a:pt x="3839" y="5779"/>
                    <a:pt x="3854" y="6018"/>
                  </a:cubicBezTo>
                  <a:cubicBezTo>
                    <a:pt x="3869" y="6063"/>
                    <a:pt x="3884" y="6122"/>
                    <a:pt x="3899" y="6167"/>
                  </a:cubicBezTo>
                  <a:lnTo>
                    <a:pt x="3914" y="6242"/>
                  </a:lnTo>
                  <a:cubicBezTo>
                    <a:pt x="3914" y="6257"/>
                    <a:pt x="3929" y="6272"/>
                    <a:pt x="3929" y="6287"/>
                  </a:cubicBezTo>
                  <a:lnTo>
                    <a:pt x="3944" y="6302"/>
                  </a:lnTo>
                  <a:cubicBezTo>
                    <a:pt x="3929" y="6391"/>
                    <a:pt x="3914" y="6481"/>
                    <a:pt x="3914" y="6585"/>
                  </a:cubicBezTo>
                  <a:cubicBezTo>
                    <a:pt x="3944" y="6645"/>
                    <a:pt x="3974" y="6720"/>
                    <a:pt x="4003" y="6780"/>
                  </a:cubicBezTo>
                  <a:cubicBezTo>
                    <a:pt x="4063" y="6780"/>
                    <a:pt x="4078" y="6735"/>
                    <a:pt x="4078" y="6690"/>
                  </a:cubicBezTo>
                  <a:cubicBezTo>
                    <a:pt x="4093" y="6750"/>
                    <a:pt x="4123" y="6809"/>
                    <a:pt x="4153" y="6869"/>
                  </a:cubicBezTo>
                  <a:lnTo>
                    <a:pt x="4153" y="6884"/>
                  </a:lnTo>
                  <a:cubicBezTo>
                    <a:pt x="4153" y="6899"/>
                    <a:pt x="4153" y="6914"/>
                    <a:pt x="4168" y="6929"/>
                  </a:cubicBezTo>
                  <a:cubicBezTo>
                    <a:pt x="4153" y="6959"/>
                    <a:pt x="4108" y="7004"/>
                    <a:pt x="4123" y="7033"/>
                  </a:cubicBezTo>
                  <a:cubicBezTo>
                    <a:pt x="4168" y="7183"/>
                    <a:pt x="4198" y="7332"/>
                    <a:pt x="4272" y="7467"/>
                  </a:cubicBezTo>
                  <a:cubicBezTo>
                    <a:pt x="4377" y="7646"/>
                    <a:pt x="4526" y="7810"/>
                    <a:pt x="4661" y="7989"/>
                  </a:cubicBezTo>
                  <a:cubicBezTo>
                    <a:pt x="4705" y="8109"/>
                    <a:pt x="4691" y="8258"/>
                    <a:pt x="4840" y="8333"/>
                  </a:cubicBezTo>
                  <a:lnTo>
                    <a:pt x="4855" y="8333"/>
                  </a:lnTo>
                  <a:cubicBezTo>
                    <a:pt x="4915" y="8378"/>
                    <a:pt x="4959" y="8422"/>
                    <a:pt x="5004" y="8482"/>
                  </a:cubicBezTo>
                  <a:cubicBezTo>
                    <a:pt x="5034" y="8512"/>
                    <a:pt x="5064" y="8557"/>
                    <a:pt x="5094" y="8587"/>
                  </a:cubicBezTo>
                  <a:lnTo>
                    <a:pt x="5109" y="8617"/>
                  </a:lnTo>
                  <a:cubicBezTo>
                    <a:pt x="5109" y="8632"/>
                    <a:pt x="5124" y="8632"/>
                    <a:pt x="5124" y="8647"/>
                  </a:cubicBezTo>
                  <a:cubicBezTo>
                    <a:pt x="5183" y="8766"/>
                    <a:pt x="5273" y="8871"/>
                    <a:pt x="5378" y="8975"/>
                  </a:cubicBezTo>
                  <a:cubicBezTo>
                    <a:pt x="5482" y="9110"/>
                    <a:pt x="5587" y="9229"/>
                    <a:pt x="5691" y="9363"/>
                  </a:cubicBezTo>
                  <a:cubicBezTo>
                    <a:pt x="5900" y="9662"/>
                    <a:pt x="6109" y="9946"/>
                    <a:pt x="6304" y="10245"/>
                  </a:cubicBezTo>
                  <a:cubicBezTo>
                    <a:pt x="6408" y="10394"/>
                    <a:pt x="6498" y="10558"/>
                    <a:pt x="6587" y="10723"/>
                  </a:cubicBezTo>
                  <a:cubicBezTo>
                    <a:pt x="6587" y="10738"/>
                    <a:pt x="6587" y="10738"/>
                    <a:pt x="6602" y="10752"/>
                  </a:cubicBezTo>
                  <a:cubicBezTo>
                    <a:pt x="6632" y="10812"/>
                    <a:pt x="6662" y="10887"/>
                    <a:pt x="6692" y="10947"/>
                  </a:cubicBezTo>
                  <a:lnTo>
                    <a:pt x="6692" y="10962"/>
                  </a:lnTo>
                  <a:lnTo>
                    <a:pt x="6707" y="10962"/>
                  </a:lnTo>
                  <a:cubicBezTo>
                    <a:pt x="6752" y="11066"/>
                    <a:pt x="6782" y="11171"/>
                    <a:pt x="6826" y="11290"/>
                  </a:cubicBezTo>
                  <a:lnTo>
                    <a:pt x="6826" y="11305"/>
                  </a:lnTo>
                  <a:cubicBezTo>
                    <a:pt x="6871" y="11440"/>
                    <a:pt x="6901" y="11559"/>
                    <a:pt x="6931" y="11693"/>
                  </a:cubicBezTo>
                  <a:cubicBezTo>
                    <a:pt x="6931" y="11738"/>
                    <a:pt x="6946" y="11768"/>
                    <a:pt x="6946" y="11798"/>
                  </a:cubicBezTo>
                  <a:cubicBezTo>
                    <a:pt x="6961" y="11873"/>
                    <a:pt x="6946" y="11947"/>
                    <a:pt x="6961" y="12022"/>
                  </a:cubicBezTo>
                  <a:cubicBezTo>
                    <a:pt x="7006" y="12261"/>
                    <a:pt x="7021" y="12485"/>
                    <a:pt x="7035" y="12724"/>
                  </a:cubicBezTo>
                  <a:cubicBezTo>
                    <a:pt x="7035" y="12978"/>
                    <a:pt x="7006" y="13232"/>
                    <a:pt x="6886" y="13471"/>
                  </a:cubicBezTo>
                  <a:cubicBezTo>
                    <a:pt x="6818" y="13615"/>
                    <a:pt x="6727" y="13687"/>
                    <a:pt x="6625" y="13687"/>
                  </a:cubicBezTo>
                  <a:cubicBezTo>
                    <a:pt x="6547" y="13687"/>
                    <a:pt x="6462" y="13645"/>
                    <a:pt x="6378" y="13560"/>
                  </a:cubicBezTo>
                  <a:cubicBezTo>
                    <a:pt x="6244" y="13441"/>
                    <a:pt x="6154" y="13292"/>
                    <a:pt x="6065" y="13142"/>
                  </a:cubicBezTo>
                  <a:cubicBezTo>
                    <a:pt x="5781" y="12679"/>
                    <a:pt x="5617" y="12186"/>
                    <a:pt x="5452" y="11693"/>
                  </a:cubicBezTo>
                  <a:cubicBezTo>
                    <a:pt x="5094" y="10678"/>
                    <a:pt x="4661" y="9707"/>
                    <a:pt x="4003" y="8841"/>
                  </a:cubicBezTo>
                  <a:cubicBezTo>
                    <a:pt x="3959" y="8796"/>
                    <a:pt x="3914" y="8736"/>
                    <a:pt x="3839" y="8721"/>
                  </a:cubicBezTo>
                  <a:cubicBezTo>
                    <a:pt x="3854" y="8661"/>
                    <a:pt x="3809" y="8617"/>
                    <a:pt x="3779" y="8572"/>
                  </a:cubicBezTo>
                  <a:cubicBezTo>
                    <a:pt x="3690" y="8452"/>
                    <a:pt x="3585" y="8318"/>
                    <a:pt x="3466" y="8198"/>
                  </a:cubicBezTo>
                  <a:cubicBezTo>
                    <a:pt x="3346" y="8049"/>
                    <a:pt x="3212" y="7915"/>
                    <a:pt x="3063" y="7810"/>
                  </a:cubicBezTo>
                  <a:cubicBezTo>
                    <a:pt x="2946" y="7730"/>
                    <a:pt x="2843" y="7689"/>
                    <a:pt x="2744" y="7689"/>
                  </a:cubicBezTo>
                  <a:cubicBezTo>
                    <a:pt x="2641" y="7689"/>
                    <a:pt x="2542" y="7734"/>
                    <a:pt x="2435" y="7825"/>
                  </a:cubicBezTo>
                  <a:cubicBezTo>
                    <a:pt x="2166" y="8064"/>
                    <a:pt x="2062" y="8393"/>
                    <a:pt x="1972" y="8736"/>
                  </a:cubicBezTo>
                  <a:cubicBezTo>
                    <a:pt x="1972" y="8751"/>
                    <a:pt x="1972" y="8766"/>
                    <a:pt x="1972" y="8781"/>
                  </a:cubicBezTo>
                  <a:lnTo>
                    <a:pt x="1957" y="8796"/>
                  </a:lnTo>
                  <a:cubicBezTo>
                    <a:pt x="1957" y="8811"/>
                    <a:pt x="1957" y="8811"/>
                    <a:pt x="1957" y="8826"/>
                  </a:cubicBezTo>
                  <a:cubicBezTo>
                    <a:pt x="1942" y="8871"/>
                    <a:pt x="1927" y="8900"/>
                    <a:pt x="1912" y="8945"/>
                  </a:cubicBezTo>
                  <a:lnTo>
                    <a:pt x="1838" y="9199"/>
                  </a:lnTo>
                  <a:lnTo>
                    <a:pt x="1823" y="9199"/>
                  </a:lnTo>
                  <a:cubicBezTo>
                    <a:pt x="1703" y="9289"/>
                    <a:pt x="1718" y="9408"/>
                    <a:pt x="1838" y="9573"/>
                  </a:cubicBezTo>
                  <a:cubicBezTo>
                    <a:pt x="1853" y="9602"/>
                    <a:pt x="1868" y="9647"/>
                    <a:pt x="1868" y="9677"/>
                  </a:cubicBezTo>
                  <a:cubicBezTo>
                    <a:pt x="1868" y="9722"/>
                    <a:pt x="1868" y="9767"/>
                    <a:pt x="1853" y="9782"/>
                  </a:cubicBezTo>
                  <a:cubicBezTo>
                    <a:pt x="1688" y="9812"/>
                    <a:pt x="1808" y="9901"/>
                    <a:pt x="1823" y="9946"/>
                  </a:cubicBezTo>
                  <a:cubicBezTo>
                    <a:pt x="1987" y="10170"/>
                    <a:pt x="2032" y="10484"/>
                    <a:pt x="2256" y="10693"/>
                  </a:cubicBezTo>
                  <a:cubicBezTo>
                    <a:pt x="2294" y="10731"/>
                    <a:pt x="2321" y="10822"/>
                    <a:pt x="2401" y="10822"/>
                  </a:cubicBezTo>
                  <a:cubicBezTo>
                    <a:pt x="2416" y="10822"/>
                    <a:pt x="2432" y="10819"/>
                    <a:pt x="2450" y="10812"/>
                  </a:cubicBezTo>
                  <a:cubicBezTo>
                    <a:pt x="2480" y="10857"/>
                    <a:pt x="2540" y="10902"/>
                    <a:pt x="2585" y="10962"/>
                  </a:cubicBezTo>
                  <a:lnTo>
                    <a:pt x="2614" y="10991"/>
                  </a:lnTo>
                  <a:lnTo>
                    <a:pt x="2629" y="11006"/>
                  </a:lnTo>
                  <a:cubicBezTo>
                    <a:pt x="2764" y="11201"/>
                    <a:pt x="2883" y="11395"/>
                    <a:pt x="3018" y="11574"/>
                  </a:cubicBezTo>
                  <a:cubicBezTo>
                    <a:pt x="3018" y="11574"/>
                    <a:pt x="3018" y="11574"/>
                    <a:pt x="3018" y="11574"/>
                  </a:cubicBezTo>
                  <a:lnTo>
                    <a:pt x="3018" y="11574"/>
                  </a:lnTo>
                  <a:cubicBezTo>
                    <a:pt x="3033" y="11649"/>
                    <a:pt x="3077" y="11708"/>
                    <a:pt x="3137" y="11753"/>
                  </a:cubicBezTo>
                  <a:cubicBezTo>
                    <a:pt x="3167" y="11798"/>
                    <a:pt x="3182" y="11843"/>
                    <a:pt x="3212" y="11888"/>
                  </a:cubicBezTo>
                  <a:cubicBezTo>
                    <a:pt x="3257" y="11977"/>
                    <a:pt x="3302" y="12082"/>
                    <a:pt x="3361" y="12171"/>
                  </a:cubicBezTo>
                  <a:lnTo>
                    <a:pt x="3361" y="12186"/>
                  </a:lnTo>
                  <a:cubicBezTo>
                    <a:pt x="3481" y="12455"/>
                    <a:pt x="3570" y="12724"/>
                    <a:pt x="3585" y="13008"/>
                  </a:cubicBezTo>
                  <a:cubicBezTo>
                    <a:pt x="3585" y="13068"/>
                    <a:pt x="3585" y="13127"/>
                    <a:pt x="3555" y="13187"/>
                  </a:cubicBezTo>
                  <a:cubicBezTo>
                    <a:pt x="3526" y="13262"/>
                    <a:pt x="3466" y="13336"/>
                    <a:pt x="3496" y="13426"/>
                  </a:cubicBezTo>
                  <a:cubicBezTo>
                    <a:pt x="3379" y="13521"/>
                    <a:pt x="3248" y="13571"/>
                    <a:pt x="3107" y="13571"/>
                  </a:cubicBezTo>
                  <a:cubicBezTo>
                    <a:pt x="3049" y="13571"/>
                    <a:pt x="2989" y="13563"/>
                    <a:pt x="2928" y="13545"/>
                  </a:cubicBezTo>
                  <a:cubicBezTo>
                    <a:pt x="2883" y="13501"/>
                    <a:pt x="2824" y="13456"/>
                    <a:pt x="2764" y="13456"/>
                  </a:cubicBezTo>
                  <a:cubicBezTo>
                    <a:pt x="2749" y="13441"/>
                    <a:pt x="2719" y="13426"/>
                    <a:pt x="2704" y="13426"/>
                  </a:cubicBezTo>
                  <a:cubicBezTo>
                    <a:pt x="2525" y="13112"/>
                    <a:pt x="2331" y="12799"/>
                    <a:pt x="2166" y="12485"/>
                  </a:cubicBezTo>
                  <a:cubicBezTo>
                    <a:pt x="2032" y="12246"/>
                    <a:pt x="1942" y="11977"/>
                    <a:pt x="1838" y="11723"/>
                  </a:cubicBezTo>
                  <a:cubicBezTo>
                    <a:pt x="1808" y="11664"/>
                    <a:pt x="1778" y="11604"/>
                    <a:pt x="1763" y="11559"/>
                  </a:cubicBezTo>
                  <a:cubicBezTo>
                    <a:pt x="1674" y="11410"/>
                    <a:pt x="1599" y="11260"/>
                    <a:pt x="1524" y="11126"/>
                  </a:cubicBezTo>
                  <a:cubicBezTo>
                    <a:pt x="1464" y="10991"/>
                    <a:pt x="1405" y="10857"/>
                    <a:pt x="1315" y="10738"/>
                  </a:cubicBezTo>
                  <a:cubicBezTo>
                    <a:pt x="1225" y="10633"/>
                    <a:pt x="1106" y="10528"/>
                    <a:pt x="972" y="10499"/>
                  </a:cubicBezTo>
                  <a:cubicBezTo>
                    <a:pt x="909" y="10479"/>
                    <a:pt x="848" y="10470"/>
                    <a:pt x="788" y="10470"/>
                  </a:cubicBezTo>
                  <a:cubicBezTo>
                    <a:pt x="618" y="10470"/>
                    <a:pt x="458" y="10545"/>
                    <a:pt x="314" y="10678"/>
                  </a:cubicBezTo>
                  <a:cubicBezTo>
                    <a:pt x="180" y="10797"/>
                    <a:pt x="60" y="10962"/>
                    <a:pt x="60" y="11171"/>
                  </a:cubicBezTo>
                  <a:cubicBezTo>
                    <a:pt x="1" y="11425"/>
                    <a:pt x="46" y="11649"/>
                    <a:pt x="225" y="11843"/>
                  </a:cubicBezTo>
                  <a:lnTo>
                    <a:pt x="225" y="11858"/>
                  </a:lnTo>
                  <a:cubicBezTo>
                    <a:pt x="270" y="11903"/>
                    <a:pt x="299" y="11962"/>
                    <a:pt x="344" y="12022"/>
                  </a:cubicBezTo>
                  <a:cubicBezTo>
                    <a:pt x="494" y="12291"/>
                    <a:pt x="628" y="12590"/>
                    <a:pt x="897" y="12799"/>
                  </a:cubicBezTo>
                  <a:cubicBezTo>
                    <a:pt x="882" y="12739"/>
                    <a:pt x="852" y="12694"/>
                    <a:pt x="837" y="12634"/>
                  </a:cubicBezTo>
                  <a:cubicBezTo>
                    <a:pt x="777" y="12485"/>
                    <a:pt x="733" y="12351"/>
                    <a:pt x="673" y="12201"/>
                  </a:cubicBezTo>
                  <a:cubicBezTo>
                    <a:pt x="523" y="11843"/>
                    <a:pt x="329" y="11499"/>
                    <a:pt x="404" y="11081"/>
                  </a:cubicBezTo>
                  <a:cubicBezTo>
                    <a:pt x="434" y="10932"/>
                    <a:pt x="464" y="10797"/>
                    <a:pt x="598" y="10723"/>
                  </a:cubicBezTo>
                  <a:cubicBezTo>
                    <a:pt x="747" y="10723"/>
                    <a:pt x="882" y="10752"/>
                    <a:pt x="972" y="10857"/>
                  </a:cubicBezTo>
                  <a:cubicBezTo>
                    <a:pt x="1046" y="10947"/>
                    <a:pt x="1106" y="11051"/>
                    <a:pt x="1151" y="11156"/>
                  </a:cubicBezTo>
                  <a:cubicBezTo>
                    <a:pt x="1285" y="11410"/>
                    <a:pt x="1420" y="11649"/>
                    <a:pt x="1539" y="11903"/>
                  </a:cubicBezTo>
                  <a:cubicBezTo>
                    <a:pt x="1674" y="12231"/>
                    <a:pt x="1793" y="12575"/>
                    <a:pt x="1957" y="12888"/>
                  </a:cubicBezTo>
                  <a:cubicBezTo>
                    <a:pt x="2062" y="13112"/>
                    <a:pt x="2226" y="13321"/>
                    <a:pt x="2361" y="13545"/>
                  </a:cubicBezTo>
                  <a:lnTo>
                    <a:pt x="2361" y="13531"/>
                  </a:lnTo>
                  <a:cubicBezTo>
                    <a:pt x="2450" y="13620"/>
                    <a:pt x="2555" y="13695"/>
                    <a:pt x="2644" y="13770"/>
                  </a:cubicBezTo>
                  <a:lnTo>
                    <a:pt x="2719" y="13784"/>
                  </a:lnTo>
                  <a:cubicBezTo>
                    <a:pt x="2749" y="13814"/>
                    <a:pt x="2779" y="13814"/>
                    <a:pt x="2809" y="13814"/>
                  </a:cubicBezTo>
                  <a:lnTo>
                    <a:pt x="2868" y="13829"/>
                  </a:lnTo>
                  <a:lnTo>
                    <a:pt x="2839" y="13814"/>
                  </a:lnTo>
                  <a:cubicBezTo>
                    <a:pt x="2853" y="13814"/>
                    <a:pt x="2868" y="13814"/>
                    <a:pt x="2868" y="13829"/>
                  </a:cubicBezTo>
                  <a:lnTo>
                    <a:pt x="2883" y="13829"/>
                  </a:lnTo>
                  <a:cubicBezTo>
                    <a:pt x="2928" y="13829"/>
                    <a:pt x="2988" y="13844"/>
                    <a:pt x="3048" y="13844"/>
                  </a:cubicBezTo>
                  <a:cubicBezTo>
                    <a:pt x="3092" y="13844"/>
                    <a:pt x="3137" y="13829"/>
                    <a:pt x="3182" y="13829"/>
                  </a:cubicBezTo>
                  <a:cubicBezTo>
                    <a:pt x="3466" y="13784"/>
                    <a:pt x="3705" y="13680"/>
                    <a:pt x="3824" y="13396"/>
                  </a:cubicBezTo>
                  <a:cubicBezTo>
                    <a:pt x="3839" y="13396"/>
                    <a:pt x="3839" y="13381"/>
                    <a:pt x="3839" y="13381"/>
                  </a:cubicBezTo>
                  <a:cubicBezTo>
                    <a:pt x="3854" y="13321"/>
                    <a:pt x="3869" y="13277"/>
                    <a:pt x="3884" y="13217"/>
                  </a:cubicBezTo>
                  <a:cubicBezTo>
                    <a:pt x="3914" y="13097"/>
                    <a:pt x="3929" y="12978"/>
                    <a:pt x="3959" y="12873"/>
                  </a:cubicBezTo>
                  <a:cubicBezTo>
                    <a:pt x="4033" y="12485"/>
                    <a:pt x="4108" y="12097"/>
                    <a:pt x="4183" y="11708"/>
                  </a:cubicBezTo>
                  <a:cubicBezTo>
                    <a:pt x="4257" y="11290"/>
                    <a:pt x="4153" y="10872"/>
                    <a:pt x="4003" y="10484"/>
                  </a:cubicBezTo>
                  <a:lnTo>
                    <a:pt x="3974" y="10379"/>
                  </a:lnTo>
                  <a:cubicBezTo>
                    <a:pt x="3914" y="10230"/>
                    <a:pt x="3854" y="10080"/>
                    <a:pt x="3794" y="9946"/>
                  </a:cubicBezTo>
                  <a:cubicBezTo>
                    <a:pt x="3720" y="9812"/>
                    <a:pt x="3645" y="9677"/>
                    <a:pt x="3570" y="9543"/>
                  </a:cubicBezTo>
                  <a:lnTo>
                    <a:pt x="3451" y="9289"/>
                  </a:lnTo>
                  <a:cubicBezTo>
                    <a:pt x="3316" y="9020"/>
                    <a:pt x="3257" y="8736"/>
                    <a:pt x="3018" y="8527"/>
                  </a:cubicBezTo>
                  <a:cubicBezTo>
                    <a:pt x="3003" y="8497"/>
                    <a:pt x="2988" y="8467"/>
                    <a:pt x="2973" y="8437"/>
                  </a:cubicBezTo>
                  <a:cubicBezTo>
                    <a:pt x="2898" y="8333"/>
                    <a:pt x="2824" y="8228"/>
                    <a:pt x="2764" y="8124"/>
                  </a:cubicBezTo>
                  <a:cubicBezTo>
                    <a:pt x="2734" y="8079"/>
                    <a:pt x="2719" y="8019"/>
                    <a:pt x="2809" y="8019"/>
                  </a:cubicBezTo>
                  <a:cubicBezTo>
                    <a:pt x="2913" y="8094"/>
                    <a:pt x="3003" y="8154"/>
                    <a:pt x="3107" y="8228"/>
                  </a:cubicBezTo>
                  <a:cubicBezTo>
                    <a:pt x="3242" y="8378"/>
                    <a:pt x="3391" y="8527"/>
                    <a:pt x="3540" y="8676"/>
                  </a:cubicBezTo>
                  <a:cubicBezTo>
                    <a:pt x="3660" y="8826"/>
                    <a:pt x="3765" y="8960"/>
                    <a:pt x="3884" y="9110"/>
                  </a:cubicBezTo>
                  <a:cubicBezTo>
                    <a:pt x="3989" y="9259"/>
                    <a:pt x="4093" y="9393"/>
                    <a:pt x="4183" y="9543"/>
                  </a:cubicBezTo>
                  <a:cubicBezTo>
                    <a:pt x="4257" y="9662"/>
                    <a:pt x="4317" y="9782"/>
                    <a:pt x="4377" y="9901"/>
                  </a:cubicBezTo>
                  <a:cubicBezTo>
                    <a:pt x="4571" y="10334"/>
                    <a:pt x="4750" y="10767"/>
                    <a:pt x="4944" y="11201"/>
                  </a:cubicBezTo>
                  <a:cubicBezTo>
                    <a:pt x="5019" y="11425"/>
                    <a:pt x="5064" y="11649"/>
                    <a:pt x="5139" y="11858"/>
                  </a:cubicBezTo>
                  <a:cubicBezTo>
                    <a:pt x="5378" y="12500"/>
                    <a:pt x="5587" y="13142"/>
                    <a:pt x="6035" y="13680"/>
                  </a:cubicBezTo>
                  <a:cubicBezTo>
                    <a:pt x="5960" y="13695"/>
                    <a:pt x="5900" y="13695"/>
                    <a:pt x="5841" y="13710"/>
                  </a:cubicBezTo>
                  <a:cubicBezTo>
                    <a:pt x="5826" y="13740"/>
                    <a:pt x="5826" y="13770"/>
                    <a:pt x="5811" y="13799"/>
                  </a:cubicBezTo>
                  <a:cubicBezTo>
                    <a:pt x="5841" y="13799"/>
                    <a:pt x="5885" y="13799"/>
                    <a:pt x="5930" y="13784"/>
                  </a:cubicBezTo>
                  <a:cubicBezTo>
                    <a:pt x="5945" y="13770"/>
                    <a:pt x="5964" y="13766"/>
                    <a:pt x="5982" y="13766"/>
                  </a:cubicBezTo>
                  <a:cubicBezTo>
                    <a:pt x="6001" y="13766"/>
                    <a:pt x="6020" y="13770"/>
                    <a:pt x="6035" y="13770"/>
                  </a:cubicBezTo>
                  <a:lnTo>
                    <a:pt x="6095" y="13770"/>
                  </a:lnTo>
                  <a:cubicBezTo>
                    <a:pt x="6154" y="13814"/>
                    <a:pt x="6214" y="13859"/>
                    <a:pt x="6304" y="13889"/>
                  </a:cubicBezTo>
                  <a:lnTo>
                    <a:pt x="6333" y="13904"/>
                  </a:lnTo>
                  <a:cubicBezTo>
                    <a:pt x="6333" y="13889"/>
                    <a:pt x="6333" y="13889"/>
                    <a:pt x="6333" y="13889"/>
                  </a:cubicBezTo>
                  <a:cubicBezTo>
                    <a:pt x="6498" y="13859"/>
                    <a:pt x="6677" y="13859"/>
                    <a:pt x="6841" y="13814"/>
                  </a:cubicBezTo>
                  <a:cubicBezTo>
                    <a:pt x="7125" y="13710"/>
                    <a:pt x="7185" y="13441"/>
                    <a:pt x="7274" y="13202"/>
                  </a:cubicBezTo>
                  <a:cubicBezTo>
                    <a:pt x="7424" y="12799"/>
                    <a:pt x="7439" y="12381"/>
                    <a:pt x="7454" y="11962"/>
                  </a:cubicBezTo>
                  <a:lnTo>
                    <a:pt x="7454" y="11873"/>
                  </a:lnTo>
                  <a:cubicBezTo>
                    <a:pt x="7454" y="11828"/>
                    <a:pt x="7454" y="11768"/>
                    <a:pt x="7454" y="11723"/>
                  </a:cubicBezTo>
                  <a:cubicBezTo>
                    <a:pt x="7454" y="11693"/>
                    <a:pt x="7454" y="11664"/>
                    <a:pt x="7454" y="11634"/>
                  </a:cubicBezTo>
                  <a:cubicBezTo>
                    <a:pt x="7454" y="11574"/>
                    <a:pt x="7454" y="11499"/>
                    <a:pt x="7454" y="11440"/>
                  </a:cubicBezTo>
                  <a:cubicBezTo>
                    <a:pt x="7439" y="11365"/>
                    <a:pt x="7439" y="11290"/>
                    <a:pt x="7424" y="11216"/>
                  </a:cubicBezTo>
                  <a:cubicBezTo>
                    <a:pt x="7379" y="10812"/>
                    <a:pt x="7304" y="10394"/>
                    <a:pt x="7274" y="9991"/>
                  </a:cubicBezTo>
                  <a:cubicBezTo>
                    <a:pt x="7245" y="9528"/>
                    <a:pt x="7140" y="9065"/>
                    <a:pt x="7080" y="8602"/>
                  </a:cubicBezTo>
                  <a:cubicBezTo>
                    <a:pt x="7050" y="8184"/>
                    <a:pt x="6871" y="7840"/>
                    <a:pt x="6722" y="7467"/>
                  </a:cubicBezTo>
                  <a:lnTo>
                    <a:pt x="6558" y="7153"/>
                  </a:lnTo>
                  <a:cubicBezTo>
                    <a:pt x="6543" y="7123"/>
                    <a:pt x="6543" y="7093"/>
                    <a:pt x="6528" y="7078"/>
                  </a:cubicBezTo>
                  <a:cubicBezTo>
                    <a:pt x="6348" y="6765"/>
                    <a:pt x="6169" y="6466"/>
                    <a:pt x="6005" y="6152"/>
                  </a:cubicBezTo>
                  <a:cubicBezTo>
                    <a:pt x="5990" y="6137"/>
                    <a:pt x="5975" y="6107"/>
                    <a:pt x="5960" y="6093"/>
                  </a:cubicBezTo>
                  <a:cubicBezTo>
                    <a:pt x="5841" y="5854"/>
                    <a:pt x="5751" y="5600"/>
                    <a:pt x="5617" y="5376"/>
                  </a:cubicBezTo>
                  <a:cubicBezTo>
                    <a:pt x="5437" y="5077"/>
                    <a:pt x="5228" y="4793"/>
                    <a:pt x="5019" y="4509"/>
                  </a:cubicBezTo>
                  <a:cubicBezTo>
                    <a:pt x="4765" y="4166"/>
                    <a:pt x="4616" y="3792"/>
                    <a:pt x="4780" y="3374"/>
                  </a:cubicBezTo>
                  <a:cubicBezTo>
                    <a:pt x="4825" y="3374"/>
                    <a:pt x="4870" y="3359"/>
                    <a:pt x="4915" y="3359"/>
                  </a:cubicBezTo>
                  <a:lnTo>
                    <a:pt x="4930" y="3374"/>
                  </a:lnTo>
                  <a:lnTo>
                    <a:pt x="4944" y="3359"/>
                  </a:lnTo>
                  <a:cubicBezTo>
                    <a:pt x="5004" y="3389"/>
                    <a:pt x="5079" y="3419"/>
                    <a:pt x="5154" y="3449"/>
                  </a:cubicBezTo>
                  <a:cubicBezTo>
                    <a:pt x="5154" y="3449"/>
                    <a:pt x="5168" y="3464"/>
                    <a:pt x="5183" y="3464"/>
                  </a:cubicBezTo>
                  <a:lnTo>
                    <a:pt x="5183" y="3464"/>
                  </a:lnTo>
                  <a:lnTo>
                    <a:pt x="5183" y="3464"/>
                  </a:lnTo>
                  <a:cubicBezTo>
                    <a:pt x="5213" y="3494"/>
                    <a:pt x="5258" y="3509"/>
                    <a:pt x="5288" y="3538"/>
                  </a:cubicBezTo>
                  <a:cubicBezTo>
                    <a:pt x="5303" y="3553"/>
                    <a:pt x="5318" y="3553"/>
                    <a:pt x="5333" y="3568"/>
                  </a:cubicBezTo>
                  <a:cubicBezTo>
                    <a:pt x="5437" y="3643"/>
                    <a:pt x="5542" y="3718"/>
                    <a:pt x="5631" y="3792"/>
                  </a:cubicBezTo>
                  <a:cubicBezTo>
                    <a:pt x="5736" y="3897"/>
                    <a:pt x="5826" y="4001"/>
                    <a:pt x="5930" y="4106"/>
                  </a:cubicBezTo>
                  <a:cubicBezTo>
                    <a:pt x="5990" y="4166"/>
                    <a:pt x="6035" y="4226"/>
                    <a:pt x="6095" y="4285"/>
                  </a:cubicBezTo>
                  <a:cubicBezTo>
                    <a:pt x="6050" y="4211"/>
                    <a:pt x="6005" y="4151"/>
                    <a:pt x="5960" y="4091"/>
                  </a:cubicBezTo>
                  <a:cubicBezTo>
                    <a:pt x="5960" y="4091"/>
                    <a:pt x="5960" y="4076"/>
                    <a:pt x="5945" y="4076"/>
                  </a:cubicBezTo>
                  <a:cubicBezTo>
                    <a:pt x="5856" y="3972"/>
                    <a:pt x="5766" y="3867"/>
                    <a:pt x="5661" y="3763"/>
                  </a:cubicBezTo>
                  <a:cubicBezTo>
                    <a:pt x="5587" y="3703"/>
                    <a:pt x="5497" y="3628"/>
                    <a:pt x="5407" y="3553"/>
                  </a:cubicBezTo>
                  <a:cubicBezTo>
                    <a:pt x="5318" y="3479"/>
                    <a:pt x="5213" y="3404"/>
                    <a:pt x="5124" y="3329"/>
                  </a:cubicBezTo>
                  <a:lnTo>
                    <a:pt x="5109" y="3329"/>
                  </a:lnTo>
                  <a:cubicBezTo>
                    <a:pt x="5094" y="3329"/>
                    <a:pt x="5064" y="3314"/>
                    <a:pt x="5034" y="3300"/>
                  </a:cubicBezTo>
                  <a:cubicBezTo>
                    <a:pt x="4927" y="3249"/>
                    <a:pt x="4857" y="3220"/>
                    <a:pt x="4797" y="32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grpSp>
        <p:nvGrpSpPr>
          <p:cNvPr id="669" name="Google Shape;669;p58"/>
          <p:cNvGrpSpPr/>
          <p:nvPr/>
        </p:nvGrpSpPr>
        <p:grpSpPr>
          <a:xfrm>
            <a:off x="-2239065" y="-963109"/>
            <a:ext cx="12552831" cy="7445795"/>
            <a:chOff x="-2239065" y="-963109"/>
            <a:chExt cx="12552831" cy="7445795"/>
          </a:xfrm>
        </p:grpSpPr>
        <p:sp>
          <p:nvSpPr>
            <p:cNvPr id="670" name="Google Shape;670;p58"/>
            <p:cNvSpPr/>
            <p:nvPr/>
          </p:nvSpPr>
          <p:spPr>
            <a:xfrm rot="700178">
              <a:off x="-1943755" y="2992294"/>
              <a:ext cx="2969277" cy="3223410"/>
            </a:xfrm>
            <a:custGeom>
              <a:avLst/>
              <a:gdLst/>
              <a:ahLst/>
              <a:cxnLst/>
              <a:rect l="l" t="t" r="r" b="b"/>
              <a:pathLst>
                <a:path w="12368" h="13426" extrusionOk="0">
                  <a:moveTo>
                    <a:pt x="5060" y="1"/>
                  </a:moveTo>
                  <a:cubicBezTo>
                    <a:pt x="5035" y="1"/>
                    <a:pt x="5012" y="4"/>
                    <a:pt x="4989" y="11"/>
                  </a:cubicBezTo>
                  <a:cubicBezTo>
                    <a:pt x="4497" y="190"/>
                    <a:pt x="3959" y="175"/>
                    <a:pt x="3511" y="548"/>
                  </a:cubicBezTo>
                  <a:cubicBezTo>
                    <a:pt x="2600" y="1310"/>
                    <a:pt x="1614" y="1982"/>
                    <a:pt x="658" y="2669"/>
                  </a:cubicBezTo>
                  <a:cubicBezTo>
                    <a:pt x="210" y="2998"/>
                    <a:pt x="1" y="3416"/>
                    <a:pt x="150" y="3954"/>
                  </a:cubicBezTo>
                  <a:cubicBezTo>
                    <a:pt x="359" y="4700"/>
                    <a:pt x="359" y="5507"/>
                    <a:pt x="778" y="6209"/>
                  </a:cubicBezTo>
                  <a:cubicBezTo>
                    <a:pt x="1330" y="7135"/>
                    <a:pt x="1733" y="8151"/>
                    <a:pt x="2331" y="9032"/>
                  </a:cubicBezTo>
                  <a:cubicBezTo>
                    <a:pt x="2973" y="9973"/>
                    <a:pt x="3765" y="10794"/>
                    <a:pt x="4497" y="11660"/>
                  </a:cubicBezTo>
                  <a:cubicBezTo>
                    <a:pt x="4586" y="11765"/>
                    <a:pt x="4706" y="11870"/>
                    <a:pt x="4825" y="11914"/>
                  </a:cubicBezTo>
                  <a:cubicBezTo>
                    <a:pt x="5632" y="12153"/>
                    <a:pt x="6065" y="13005"/>
                    <a:pt x="6886" y="13199"/>
                  </a:cubicBezTo>
                  <a:cubicBezTo>
                    <a:pt x="7047" y="13233"/>
                    <a:pt x="7172" y="13426"/>
                    <a:pt x="7343" y="13426"/>
                  </a:cubicBezTo>
                  <a:cubicBezTo>
                    <a:pt x="7395" y="13426"/>
                    <a:pt x="7451" y="13408"/>
                    <a:pt x="7514" y="13363"/>
                  </a:cubicBezTo>
                  <a:cubicBezTo>
                    <a:pt x="7596" y="13388"/>
                    <a:pt x="7711" y="13399"/>
                    <a:pt x="7840" y="13399"/>
                  </a:cubicBezTo>
                  <a:cubicBezTo>
                    <a:pt x="8179" y="13399"/>
                    <a:pt x="8614" y="13322"/>
                    <a:pt x="8798" y="13214"/>
                  </a:cubicBezTo>
                  <a:cubicBezTo>
                    <a:pt x="8828" y="13184"/>
                    <a:pt x="8843" y="13139"/>
                    <a:pt x="8873" y="13109"/>
                  </a:cubicBezTo>
                  <a:lnTo>
                    <a:pt x="8962" y="13109"/>
                  </a:lnTo>
                  <a:cubicBezTo>
                    <a:pt x="8985" y="13057"/>
                    <a:pt x="9011" y="13031"/>
                    <a:pt x="9039" y="13031"/>
                  </a:cubicBezTo>
                  <a:cubicBezTo>
                    <a:pt x="9067" y="13031"/>
                    <a:pt x="9097" y="13057"/>
                    <a:pt x="9127" y="13109"/>
                  </a:cubicBezTo>
                  <a:cubicBezTo>
                    <a:pt x="9559" y="12947"/>
                    <a:pt x="9918" y="12589"/>
                    <a:pt x="10415" y="12589"/>
                  </a:cubicBezTo>
                  <a:cubicBezTo>
                    <a:pt x="10467" y="12589"/>
                    <a:pt x="10520" y="12593"/>
                    <a:pt x="10575" y="12601"/>
                  </a:cubicBezTo>
                  <a:cubicBezTo>
                    <a:pt x="11068" y="12467"/>
                    <a:pt x="11397" y="12049"/>
                    <a:pt x="11845" y="11840"/>
                  </a:cubicBezTo>
                  <a:cubicBezTo>
                    <a:pt x="11949" y="11690"/>
                    <a:pt x="11845" y="11601"/>
                    <a:pt x="11785" y="11496"/>
                  </a:cubicBezTo>
                  <a:lnTo>
                    <a:pt x="11785" y="11496"/>
                  </a:lnTo>
                  <a:cubicBezTo>
                    <a:pt x="11863" y="11522"/>
                    <a:pt x="11862" y="11672"/>
                    <a:pt x="11968" y="11672"/>
                  </a:cubicBezTo>
                  <a:cubicBezTo>
                    <a:pt x="11984" y="11672"/>
                    <a:pt x="12002" y="11668"/>
                    <a:pt x="12024" y="11660"/>
                  </a:cubicBezTo>
                  <a:cubicBezTo>
                    <a:pt x="12144" y="11586"/>
                    <a:pt x="12368" y="11571"/>
                    <a:pt x="12278" y="11332"/>
                  </a:cubicBezTo>
                  <a:lnTo>
                    <a:pt x="12278" y="11153"/>
                  </a:lnTo>
                  <a:cubicBezTo>
                    <a:pt x="11949" y="11108"/>
                    <a:pt x="11845" y="10958"/>
                    <a:pt x="12039" y="10660"/>
                  </a:cubicBezTo>
                  <a:cubicBezTo>
                    <a:pt x="12099" y="10585"/>
                    <a:pt x="12114" y="10495"/>
                    <a:pt x="12099" y="10391"/>
                  </a:cubicBezTo>
                  <a:lnTo>
                    <a:pt x="12099" y="10301"/>
                  </a:lnTo>
                  <a:cubicBezTo>
                    <a:pt x="11994" y="10271"/>
                    <a:pt x="11815" y="10331"/>
                    <a:pt x="11920" y="10107"/>
                  </a:cubicBezTo>
                  <a:cubicBezTo>
                    <a:pt x="11949" y="10062"/>
                    <a:pt x="11890" y="10003"/>
                    <a:pt x="11845" y="9973"/>
                  </a:cubicBezTo>
                  <a:cubicBezTo>
                    <a:pt x="11920" y="9510"/>
                    <a:pt x="11576" y="9181"/>
                    <a:pt x="11427" y="8808"/>
                  </a:cubicBezTo>
                  <a:cubicBezTo>
                    <a:pt x="11307" y="8494"/>
                    <a:pt x="11023" y="8165"/>
                    <a:pt x="10904" y="7807"/>
                  </a:cubicBezTo>
                  <a:cubicBezTo>
                    <a:pt x="10829" y="7568"/>
                    <a:pt x="10949" y="7284"/>
                    <a:pt x="10874" y="7060"/>
                  </a:cubicBezTo>
                  <a:cubicBezTo>
                    <a:pt x="10725" y="6657"/>
                    <a:pt x="10516" y="6284"/>
                    <a:pt x="10321" y="5895"/>
                  </a:cubicBezTo>
                  <a:cubicBezTo>
                    <a:pt x="9903" y="5119"/>
                    <a:pt x="9515" y="4327"/>
                    <a:pt x="9052" y="3580"/>
                  </a:cubicBezTo>
                  <a:cubicBezTo>
                    <a:pt x="8753" y="3087"/>
                    <a:pt x="8380" y="2639"/>
                    <a:pt x="7991" y="2206"/>
                  </a:cubicBezTo>
                  <a:cubicBezTo>
                    <a:pt x="7633" y="1818"/>
                    <a:pt x="7215" y="1474"/>
                    <a:pt x="6827" y="1116"/>
                  </a:cubicBezTo>
                  <a:cubicBezTo>
                    <a:pt x="6662" y="1041"/>
                    <a:pt x="6528" y="922"/>
                    <a:pt x="6408" y="787"/>
                  </a:cubicBezTo>
                  <a:cubicBezTo>
                    <a:pt x="6154" y="653"/>
                    <a:pt x="5945" y="444"/>
                    <a:pt x="5721" y="264"/>
                  </a:cubicBezTo>
                  <a:cubicBezTo>
                    <a:pt x="5510" y="185"/>
                    <a:pt x="5251" y="1"/>
                    <a:pt x="5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8"/>
            <p:cNvSpPr/>
            <p:nvPr/>
          </p:nvSpPr>
          <p:spPr>
            <a:xfrm rot="2531393">
              <a:off x="7878697" y="-336539"/>
              <a:ext cx="2331689" cy="1207356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grpSp>
        <p:nvGrpSpPr>
          <p:cNvPr id="674" name="Google Shape;674;p59"/>
          <p:cNvGrpSpPr/>
          <p:nvPr/>
        </p:nvGrpSpPr>
        <p:grpSpPr>
          <a:xfrm>
            <a:off x="-1833708" y="-729449"/>
            <a:ext cx="11988606" cy="5756680"/>
            <a:chOff x="-1833708" y="-729449"/>
            <a:chExt cx="11988606" cy="5756680"/>
          </a:xfrm>
        </p:grpSpPr>
        <p:sp>
          <p:nvSpPr>
            <p:cNvPr id="675" name="Google Shape;675;p59"/>
            <p:cNvSpPr/>
            <p:nvPr/>
          </p:nvSpPr>
          <p:spPr>
            <a:xfrm rot="-5612405">
              <a:off x="-1788856" y="2583908"/>
              <a:ext cx="2400191" cy="2346167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9"/>
            <p:cNvSpPr/>
            <p:nvPr/>
          </p:nvSpPr>
          <p:spPr>
            <a:xfrm rot="-1385359">
              <a:off x="8797779" y="720787"/>
              <a:ext cx="948375" cy="2278269"/>
            </a:xfrm>
            <a:custGeom>
              <a:avLst/>
              <a:gdLst/>
              <a:ahLst/>
              <a:cxnLst/>
              <a:rect l="l" t="t" r="r" b="b"/>
              <a:pathLst>
                <a:path w="3601" h="6961" extrusionOk="0">
                  <a:moveTo>
                    <a:pt x="1912" y="2300"/>
                  </a:moveTo>
                  <a:cubicBezTo>
                    <a:pt x="1957" y="2330"/>
                    <a:pt x="2002" y="2330"/>
                    <a:pt x="2047" y="2330"/>
                  </a:cubicBezTo>
                  <a:cubicBezTo>
                    <a:pt x="2144" y="2338"/>
                    <a:pt x="2241" y="2341"/>
                    <a:pt x="2338" y="2341"/>
                  </a:cubicBezTo>
                  <a:cubicBezTo>
                    <a:pt x="2435" y="2341"/>
                    <a:pt x="2532" y="2338"/>
                    <a:pt x="2629" y="2330"/>
                  </a:cubicBezTo>
                  <a:cubicBezTo>
                    <a:pt x="2689" y="2330"/>
                    <a:pt x="2734" y="2330"/>
                    <a:pt x="2779" y="2300"/>
                  </a:cubicBezTo>
                  <a:lnTo>
                    <a:pt x="2779" y="2300"/>
                  </a:lnTo>
                  <a:cubicBezTo>
                    <a:pt x="2704" y="2405"/>
                    <a:pt x="2719" y="2539"/>
                    <a:pt x="2704" y="2659"/>
                  </a:cubicBezTo>
                  <a:cubicBezTo>
                    <a:pt x="2674" y="2823"/>
                    <a:pt x="2704" y="3002"/>
                    <a:pt x="2540" y="3092"/>
                  </a:cubicBezTo>
                  <a:cubicBezTo>
                    <a:pt x="2525" y="3077"/>
                    <a:pt x="2510" y="3077"/>
                    <a:pt x="2495" y="3077"/>
                  </a:cubicBezTo>
                  <a:cubicBezTo>
                    <a:pt x="2316" y="3047"/>
                    <a:pt x="2121" y="3062"/>
                    <a:pt x="1927" y="3047"/>
                  </a:cubicBezTo>
                  <a:cubicBezTo>
                    <a:pt x="1912" y="3032"/>
                    <a:pt x="1897" y="3017"/>
                    <a:pt x="1868" y="3002"/>
                  </a:cubicBezTo>
                  <a:cubicBezTo>
                    <a:pt x="1868" y="2868"/>
                    <a:pt x="1853" y="2748"/>
                    <a:pt x="1853" y="2614"/>
                  </a:cubicBezTo>
                  <a:cubicBezTo>
                    <a:pt x="1853" y="2599"/>
                    <a:pt x="1853" y="2599"/>
                    <a:pt x="1853" y="2584"/>
                  </a:cubicBezTo>
                  <a:cubicBezTo>
                    <a:pt x="1853" y="2509"/>
                    <a:pt x="1853" y="2420"/>
                    <a:pt x="1853" y="2330"/>
                  </a:cubicBezTo>
                  <a:cubicBezTo>
                    <a:pt x="1853" y="2330"/>
                    <a:pt x="1868" y="2330"/>
                    <a:pt x="1882" y="2315"/>
                  </a:cubicBezTo>
                  <a:lnTo>
                    <a:pt x="1912" y="2300"/>
                  </a:lnTo>
                  <a:close/>
                  <a:moveTo>
                    <a:pt x="1285" y="2326"/>
                  </a:moveTo>
                  <a:cubicBezTo>
                    <a:pt x="1390" y="2326"/>
                    <a:pt x="1494" y="2330"/>
                    <a:pt x="1599" y="2330"/>
                  </a:cubicBezTo>
                  <a:lnTo>
                    <a:pt x="1629" y="2330"/>
                  </a:lnTo>
                  <a:lnTo>
                    <a:pt x="1629" y="3077"/>
                  </a:lnTo>
                  <a:lnTo>
                    <a:pt x="1614" y="3077"/>
                  </a:lnTo>
                  <a:cubicBezTo>
                    <a:pt x="1569" y="3077"/>
                    <a:pt x="1524" y="3092"/>
                    <a:pt x="1479" y="3092"/>
                  </a:cubicBezTo>
                  <a:cubicBezTo>
                    <a:pt x="1390" y="3122"/>
                    <a:pt x="1300" y="3107"/>
                    <a:pt x="1195" y="3122"/>
                  </a:cubicBezTo>
                  <a:cubicBezTo>
                    <a:pt x="1195" y="3137"/>
                    <a:pt x="1180" y="3137"/>
                    <a:pt x="1180" y="3137"/>
                  </a:cubicBezTo>
                  <a:cubicBezTo>
                    <a:pt x="1168" y="3138"/>
                    <a:pt x="1156" y="3138"/>
                    <a:pt x="1145" y="3138"/>
                  </a:cubicBezTo>
                  <a:cubicBezTo>
                    <a:pt x="1024" y="3138"/>
                    <a:pt x="986" y="3067"/>
                    <a:pt x="986" y="2957"/>
                  </a:cubicBezTo>
                  <a:cubicBezTo>
                    <a:pt x="971" y="2748"/>
                    <a:pt x="971" y="2554"/>
                    <a:pt x="956" y="2345"/>
                  </a:cubicBezTo>
                  <a:lnTo>
                    <a:pt x="971" y="2345"/>
                  </a:lnTo>
                  <a:cubicBezTo>
                    <a:pt x="1076" y="2330"/>
                    <a:pt x="1180" y="2326"/>
                    <a:pt x="1285" y="2326"/>
                  </a:cubicBezTo>
                  <a:close/>
                  <a:moveTo>
                    <a:pt x="1001" y="3271"/>
                  </a:moveTo>
                  <a:cubicBezTo>
                    <a:pt x="1016" y="3286"/>
                    <a:pt x="1031" y="3316"/>
                    <a:pt x="1031" y="3331"/>
                  </a:cubicBezTo>
                  <a:cubicBezTo>
                    <a:pt x="1121" y="3346"/>
                    <a:pt x="1210" y="3353"/>
                    <a:pt x="1302" y="3353"/>
                  </a:cubicBezTo>
                  <a:cubicBezTo>
                    <a:pt x="1393" y="3353"/>
                    <a:pt x="1487" y="3346"/>
                    <a:pt x="1584" y="3331"/>
                  </a:cubicBezTo>
                  <a:cubicBezTo>
                    <a:pt x="1584" y="3331"/>
                    <a:pt x="1599" y="3331"/>
                    <a:pt x="1599" y="3316"/>
                  </a:cubicBezTo>
                  <a:lnTo>
                    <a:pt x="1599" y="3316"/>
                  </a:lnTo>
                  <a:cubicBezTo>
                    <a:pt x="1599" y="3555"/>
                    <a:pt x="1643" y="3794"/>
                    <a:pt x="1509" y="4018"/>
                  </a:cubicBezTo>
                  <a:lnTo>
                    <a:pt x="1434" y="4018"/>
                  </a:lnTo>
                  <a:cubicBezTo>
                    <a:pt x="1390" y="4003"/>
                    <a:pt x="1345" y="3995"/>
                    <a:pt x="1298" y="3995"/>
                  </a:cubicBezTo>
                  <a:cubicBezTo>
                    <a:pt x="1251" y="3995"/>
                    <a:pt x="1203" y="4003"/>
                    <a:pt x="1151" y="4018"/>
                  </a:cubicBezTo>
                  <a:cubicBezTo>
                    <a:pt x="1121" y="4003"/>
                    <a:pt x="1091" y="4003"/>
                    <a:pt x="1061" y="4003"/>
                  </a:cubicBezTo>
                  <a:lnTo>
                    <a:pt x="1016" y="4003"/>
                  </a:lnTo>
                  <a:cubicBezTo>
                    <a:pt x="1001" y="4003"/>
                    <a:pt x="1001" y="4003"/>
                    <a:pt x="1001" y="3988"/>
                  </a:cubicBezTo>
                  <a:cubicBezTo>
                    <a:pt x="1031" y="3958"/>
                    <a:pt x="1046" y="3928"/>
                    <a:pt x="1046" y="3883"/>
                  </a:cubicBezTo>
                  <a:cubicBezTo>
                    <a:pt x="1031" y="3749"/>
                    <a:pt x="1061" y="3600"/>
                    <a:pt x="1016" y="3465"/>
                  </a:cubicBezTo>
                  <a:cubicBezTo>
                    <a:pt x="1016" y="3450"/>
                    <a:pt x="1001" y="3435"/>
                    <a:pt x="986" y="3435"/>
                  </a:cubicBezTo>
                  <a:cubicBezTo>
                    <a:pt x="986" y="3390"/>
                    <a:pt x="986" y="3361"/>
                    <a:pt x="986" y="3316"/>
                  </a:cubicBezTo>
                  <a:cubicBezTo>
                    <a:pt x="1001" y="3301"/>
                    <a:pt x="1001" y="3286"/>
                    <a:pt x="1001" y="3271"/>
                  </a:cubicBezTo>
                  <a:close/>
                  <a:moveTo>
                    <a:pt x="2704" y="3346"/>
                  </a:moveTo>
                  <a:cubicBezTo>
                    <a:pt x="2614" y="3570"/>
                    <a:pt x="2629" y="3779"/>
                    <a:pt x="2674" y="4003"/>
                  </a:cubicBezTo>
                  <a:lnTo>
                    <a:pt x="2689" y="4018"/>
                  </a:lnTo>
                  <a:lnTo>
                    <a:pt x="2002" y="4018"/>
                  </a:lnTo>
                  <a:cubicBezTo>
                    <a:pt x="1957" y="4003"/>
                    <a:pt x="1897" y="3988"/>
                    <a:pt x="1853" y="3973"/>
                  </a:cubicBezTo>
                  <a:lnTo>
                    <a:pt x="1853" y="3973"/>
                  </a:lnTo>
                  <a:lnTo>
                    <a:pt x="1897" y="4003"/>
                  </a:lnTo>
                  <a:cubicBezTo>
                    <a:pt x="1882" y="4003"/>
                    <a:pt x="1853" y="4003"/>
                    <a:pt x="1853" y="3973"/>
                  </a:cubicBezTo>
                  <a:lnTo>
                    <a:pt x="1853" y="3973"/>
                  </a:lnTo>
                  <a:cubicBezTo>
                    <a:pt x="1853" y="3973"/>
                    <a:pt x="1853" y="3973"/>
                    <a:pt x="1853" y="3973"/>
                  </a:cubicBezTo>
                  <a:cubicBezTo>
                    <a:pt x="1853" y="3958"/>
                    <a:pt x="1853" y="3958"/>
                    <a:pt x="1838" y="3943"/>
                  </a:cubicBezTo>
                  <a:lnTo>
                    <a:pt x="1778" y="3973"/>
                  </a:lnTo>
                  <a:cubicBezTo>
                    <a:pt x="1789" y="3951"/>
                    <a:pt x="1808" y="3937"/>
                    <a:pt x="1823" y="3937"/>
                  </a:cubicBezTo>
                  <a:cubicBezTo>
                    <a:pt x="1829" y="3937"/>
                    <a:pt x="1834" y="3939"/>
                    <a:pt x="1838" y="3943"/>
                  </a:cubicBezTo>
                  <a:cubicBezTo>
                    <a:pt x="1853" y="3794"/>
                    <a:pt x="1853" y="3629"/>
                    <a:pt x="1868" y="3465"/>
                  </a:cubicBezTo>
                  <a:cubicBezTo>
                    <a:pt x="1853" y="3435"/>
                    <a:pt x="1868" y="3390"/>
                    <a:pt x="1853" y="3361"/>
                  </a:cubicBezTo>
                  <a:cubicBezTo>
                    <a:pt x="1868" y="3353"/>
                    <a:pt x="1882" y="3349"/>
                    <a:pt x="1896" y="3349"/>
                  </a:cubicBezTo>
                  <a:cubicBezTo>
                    <a:pt x="1909" y="3349"/>
                    <a:pt x="1920" y="3353"/>
                    <a:pt x="1927" y="3361"/>
                  </a:cubicBezTo>
                  <a:cubicBezTo>
                    <a:pt x="2054" y="3353"/>
                    <a:pt x="2181" y="3353"/>
                    <a:pt x="2308" y="3353"/>
                  </a:cubicBezTo>
                  <a:cubicBezTo>
                    <a:pt x="2435" y="3353"/>
                    <a:pt x="2562" y="3353"/>
                    <a:pt x="2689" y="3346"/>
                  </a:cubicBezTo>
                  <a:close/>
                  <a:moveTo>
                    <a:pt x="2674" y="4182"/>
                  </a:moveTo>
                  <a:cubicBezTo>
                    <a:pt x="2674" y="4197"/>
                    <a:pt x="2689" y="4197"/>
                    <a:pt x="2689" y="4197"/>
                  </a:cubicBezTo>
                  <a:cubicBezTo>
                    <a:pt x="2689" y="4391"/>
                    <a:pt x="2689" y="4585"/>
                    <a:pt x="2689" y="4780"/>
                  </a:cubicBezTo>
                  <a:cubicBezTo>
                    <a:pt x="2689" y="4794"/>
                    <a:pt x="2674" y="4809"/>
                    <a:pt x="2659" y="4824"/>
                  </a:cubicBezTo>
                  <a:lnTo>
                    <a:pt x="2629" y="4824"/>
                  </a:lnTo>
                  <a:cubicBezTo>
                    <a:pt x="2614" y="4839"/>
                    <a:pt x="2599" y="4839"/>
                    <a:pt x="2584" y="4839"/>
                  </a:cubicBezTo>
                  <a:lnTo>
                    <a:pt x="2570" y="4854"/>
                  </a:lnTo>
                  <a:cubicBezTo>
                    <a:pt x="2486" y="4816"/>
                    <a:pt x="2400" y="4805"/>
                    <a:pt x="2313" y="4805"/>
                  </a:cubicBezTo>
                  <a:cubicBezTo>
                    <a:pt x="2196" y="4805"/>
                    <a:pt x="2077" y="4824"/>
                    <a:pt x="1957" y="4824"/>
                  </a:cubicBezTo>
                  <a:cubicBezTo>
                    <a:pt x="1942" y="4839"/>
                    <a:pt x="1927" y="4839"/>
                    <a:pt x="1912" y="4839"/>
                  </a:cubicBezTo>
                  <a:lnTo>
                    <a:pt x="1882" y="4197"/>
                  </a:lnTo>
                  <a:cubicBezTo>
                    <a:pt x="2121" y="4197"/>
                    <a:pt x="2360" y="4182"/>
                    <a:pt x="2584" y="4182"/>
                  </a:cubicBezTo>
                  <a:close/>
                  <a:moveTo>
                    <a:pt x="1599" y="4182"/>
                  </a:moveTo>
                  <a:lnTo>
                    <a:pt x="1614" y="4197"/>
                  </a:lnTo>
                  <a:cubicBezTo>
                    <a:pt x="1599" y="4212"/>
                    <a:pt x="1599" y="4212"/>
                    <a:pt x="1584" y="4227"/>
                  </a:cubicBezTo>
                  <a:cubicBezTo>
                    <a:pt x="1599" y="4421"/>
                    <a:pt x="1539" y="4630"/>
                    <a:pt x="1614" y="4839"/>
                  </a:cubicBezTo>
                  <a:cubicBezTo>
                    <a:pt x="1569" y="4824"/>
                    <a:pt x="1524" y="4824"/>
                    <a:pt x="1479" y="4824"/>
                  </a:cubicBezTo>
                  <a:cubicBezTo>
                    <a:pt x="1449" y="4824"/>
                    <a:pt x="1419" y="4823"/>
                    <a:pt x="1390" y="4823"/>
                  </a:cubicBezTo>
                  <a:cubicBezTo>
                    <a:pt x="1316" y="4823"/>
                    <a:pt x="1245" y="4831"/>
                    <a:pt x="1180" y="4884"/>
                  </a:cubicBezTo>
                  <a:lnTo>
                    <a:pt x="1151" y="4884"/>
                  </a:lnTo>
                  <a:cubicBezTo>
                    <a:pt x="1106" y="4884"/>
                    <a:pt x="1061" y="4869"/>
                    <a:pt x="1016" y="4854"/>
                  </a:cubicBezTo>
                  <a:cubicBezTo>
                    <a:pt x="1016" y="4765"/>
                    <a:pt x="1001" y="4660"/>
                    <a:pt x="986" y="4555"/>
                  </a:cubicBezTo>
                  <a:cubicBezTo>
                    <a:pt x="956" y="4526"/>
                    <a:pt x="971" y="4496"/>
                    <a:pt x="986" y="4481"/>
                  </a:cubicBezTo>
                  <a:lnTo>
                    <a:pt x="986" y="4555"/>
                  </a:lnTo>
                  <a:cubicBezTo>
                    <a:pt x="986" y="4541"/>
                    <a:pt x="1001" y="4511"/>
                    <a:pt x="1001" y="4481"/>
                  </a:cubicBezTo>
                  <a:lnTo>
                    <a:pt x="1001" y="4391"/>
                  </a:lnTo>
                  <a:lnTo>
                    <a:pt x="1001" y="4361"/>
                  </a:lnTo>
                  <a:cubicBezTo>
                    <a:pt x="1001" y="4317"/>
                    <a:pt x="1001" y="4257"/>
                    <a:pt x="986" y="4212"/>
                  </a:cubicBezTo>
                  <a:cubicBezTo>
                    <a:pt x="1001" y="4197"/>
                    <a:pt x="1001" y="4197"/>
                    <a:pt x="1001" y="4197"/>
                  </a:cubicBezTo>
                  <a:lnTo>
                    <a:pt x="1121" y="4197"/>
                  </a:lnTo>
                  <a:cubicBezTo>
                    <a:pt x="1147" y="4206"/>
                    <a:pt x="1168" y="4214"/>
                    <a:pt x="1186" y="4214"/>
                  </a:cubicBezTo>
                  <a:cubicBezTo>
                    <a:pt x="1200" y="4214"/>
                    <a:pt x="1213" y="4210"/>
                    <a:pt x="1225" y="4197"/>
                  </a:cubicBezTo>
                  <a:cubicBezTo>
                    <a:pt x="1360" y="4197"/>
                    <a:pt x="1479" y="4197"/>
                    <a:pt x="1599" y="4182"/>
                  </a:cubicBezTo>
                  <a:close/>
                  <a:moveTo>
                    <a:pt x="2062" y="6348"/>
                  </a:moveTo>
                  <a:cubicBezTo>
                    <a:pt x="2047" y="6348"/>
                    <a:pt x="2036" y="6352"/>
                    <a:pt x="2024" y="6355"/>
                  </a:cubicBezTo>
                  <a:lnTo>
                    <a:pt x="2024" y="6355"/>
                  </a:lnTo>
                  <a:lnTo>
                    <a:pt x="2062" y="6348"/>
                  </a:lnTo>
                  <a:close/>
                  <a:moveTo>
                    <a:pt x="2024" y="6355"/>
                  </a:moveTo>
                  <a:lnTo>
                    <a:pt x="1987" y="6363"/>
                  </a:lnTo>
                  <a:cubicBezTo>
                    <a:pt x="2002" y="6363"/>
                    <a:pt x="2013" y="6359"/>
                    <a:pt x="2024" y="6355"/>
                  </a:cubicBezTo>
                  <a:close/>
                  <a:moveTo>
                    <a:pt x="792" y="0"/>
                  </a:moveTo>
                  <a:cubicBezTo>
                    <a:pt x="732" y="269"/>
                    <a:pt x="703" y="523"/>
                    <a:pt x="688" y="792"/>
                  </a:cubicBezTo>
                  <a:cubicBezTo>
                    <a:pt x="673" y="1225"/>
                    <a:pt x="658" y="1673"/>
                    <a:pt x="643" y="2106"/>
                  </a:cubicBezTo>
                  <a:cubicBezTo>
                    <a:pt x="523" y="2106"/>
                    <a:pt x="419" y="2106"/>
                    <a:pt x="299" y="2091"/>
                  </a:cubicBezTo>
                  <a:cubicBezTo>
                    <a:pt x="282" y="2074"/>
                    <a:pt x="254" y="2066"/>
                    <a:pt x="225" y="2066"/>
                  </a:cubicBezTo>
                  <a:cubicBezTo>
                    <a:pt x="205" y="2066"/>
                    <a:pt x="183" y="2070"/>
                    <a:pt x="165" y="2076"/>
                  </a:cubicBezTo>
                  <a:cubicBezTo>
                    <a:pt x="135" y="2091"/>
                    <a:pt x="105" y="2106"/>
                    <a:pt x="90" y="2136"/>
                  </a:cubicBezTo>
                  <a:lnTo>
                    <a:pt x="30" y="2136"/>
                  </a:lnTo>
                  <a:cubicBezTo>
                    <a:pt x="16" y="2151"/>
                    <a:pt x="16" y="2166"/>
                    <a:pt x="16" y="2181"/>
                  </a:cubicBezTo>
                  <a:cubicBezTo>
                    <a:pt x="16" y="2196"/>
                    <a:pt x="1" y="2225"/>
                    <a:pt x="1" y="2240"/>
                  </a:cubicBezTo>
                  <a:cubicBezTo>
                    <a:pt x="1" y="2255"/>
                    <a:pt x="1" y="2255"/>
                    <a:pt x="1" y="2270"/>
                  </a:cubicBezTo>
                  <a:cubicBezTo>
                    <a:pt x="105" y="2270"/>
                    <a:pt x="210" y="2270"/>
                    <a:pt x="314" y="2285"/>
                  </a:cubicBezTo>
                  <a:cubicBezTo>
                    <a:pt x="344" y="2270"/>
                    <a:pt x="374" y="2270"/>
                    <a:pt x="404" y="2270"/>
                  </a:cubicBezTo>
                  <a:cubicBezTo>
                    <a:pt x="479" y="2270"/>
                    <a:pt x="553" y="2285"/>
                    <a:pt x="628" y="2300"/>
                  </a:cubicBezTo>
                  <a:cubicBezTo>
                    <a:pt x="658" y="2330"/>
                    <a:pt x="658" y="2390"/>
                    <a:pt x="658" y="2464"/>
                  </a:cubicBezTo>
                  <a:cubicBezTo>
                    <a:pt x="643" y="2599"/>
                    <a:pt x="643" y="2748"/>
                    <a:pt x="628" y="2883"/>
                  </a:cubicBezTo>
                  <a:cubicBezTo>
                    <a:pt x="628" y="2972"/>
                    <a:pt x="613" y="3062"/>
                    <a:pt x="598" y="3152"/>
                  </a:cubicBezTo>
                  <a:lnTo>
                    <a:pt x="269" y="3166"/>
                  </a:lnTo>
                  <a:cubicBezTo>
                    <a:pt x="254" y="3166"/>
                    <a:pt x="254" y="3166"/>
                    <a:pt x="240" y="3152"/>
                  </a:cubicBezTo>
                  <a:cubicBezTo>
                    <a:pt x="195" y="3181"/>
                    <a:pt x="150" y="3211"/>
                    <a:pt x="120" y="3241"/>
                  </a:cubicBezTo>
                  <a:cubicBezTo>
                    <a:pt x="165" y="3241"/>
                    <a:pt x="210" y="3256"/>
                    <a:pt x="254" y="3271"/>
                  </a:cubicBezTo>
                  <a:lnTo>
                    <a:pt x="434" y="3271"/>
                  </a:lnTo>
                  <a:cubicBezTo>
                    <a:pt x="459" y="3284"/>
                    <a:pt x="484" y="3288"/>
                    <a:pt x="509" y="3288"/>
                  </a:cubicBezTo>
                  <a:cubicBezTo>
                    <a:pt x="544" y="3288"/>
                    <a:pt x="578" y="3280"/>
                    <a:pt x="613" y="3271"/>
                  </a:cubicBezTo>
                  <a:lnTo>
                    <a:pt x="613" y="3286"/>
                  </a:lnTo>
                  <a:cubicBezTo>
                    <a:pt x="613" y="3286"/>
                    <a:pt x="628" y="3286"/>
                    <a:pt x="628" y="3301"/>
                  </a:cubicBezTo>
                  <a:cubicBezTo>
                    <a:pt x="583" y="3435"/>
                    <a:pt x="658" y="3570"/>
                    <a:pt x="613" y="3704"/>
                  </a:cubicBezTo>
                  <a:cubicBezTo>
                    <a:pt x="598" y="3809"/>
                    <a:pt x="717" y="3958"/>
                    <a:pt x="538" y="4003"/>
                  </a:cubicBezTo>
                  <a:cubicBezTo>
                    <a:pt x="523" y="4003"/>
                    <a:pt x="523" y="4003"/>
                    <a:pt x="508" y="4018"/>
                  </a:cubicBezTo>
                  <a:cubicBezTo>
                    <a:pt x="471" y="4033"/>
                    <a:pt x="434" y="4036"/>
                    <a:pt x="394" y="4036"/>
                  </a:cubicBezTo>
                  <a:cubicBezTo>
                    <a:pt x="355" y="4036"/>
                    <a:pt x="314" y="4033"/>
                    <a:pt x="269" y="4033"/>
                  </a:cubicBezTo>
                  <a:cubicBezTo>
                    <a:pt x="210" y="4033"/>
                    <a:pt x="150" y="4033"/>
                    <a:pt x="105" y="4048"/>
                  </a:cubicBezTo>
                  <a:cubicBezTo>
                    <a:pt x="45" y="4167"/>
                    <a:pt x="180" y="4107"/>
                    <a:pt x="195" y="4152"/>
                  </a:cubicBezTo>
                  <a:lnTo>
                    <a:pt x="449" y="4182"/>
                  </a:lnTo>
                  <a:cubicBezTo>
                    <a:pt x="471" y="4197"/>
                    <a:pt x="493" y="4201"/>
                    <a:pt x="518" y="4201"/>
                  </a:cubicBezTo>
                  <a:cubicBezTo>
                    <a:pt x="542" y="4201"/>
                    <a:pt x="568" y="4197"/>
                    <a:pt x="598" y="4197"/>
                  </a:cubicBezTo>
                  <a:lnTo>
                    <a:pt x="613" y="4197"/>
                  </a:lnTo>
                  <a:cubicBezTo>
                    <a:pt x="613" y="4212"/>
                    <a:pt x="613" y="4212"/>
                    <a:pt x="613" y="4227"/>
                  </a:cubicBezTo>
                  <a:cubicBezTo>
                    <a:pt x="613" y="4257"/>
                    <a:pt x="628" y="4302"/>
                    <a:pt x="628" y="4331"/>
                  </a:cubicBezTo>
                  <a:cubicBezTo>
                    <a:pt x="628" y="4511"/>
                    <a:pt x="628" y="4690"/>
                    <a:pt x="643" y="4854"/>
                  </a:cubicBezTo>
                  <a:cubicBezTo>
                    <a:pt x="613" y="4869"/>
                    <a:pt x="583" y="4869"/>
                    <a:pt x="553" y="4869"/>
                  </a:cubicBezTo>
                  <a:cubicBezTo>
                    <a:pt x="523" y="4879"/>
                    <a:pt x="493" y="4882"/>
                    <a:pt x="464" y="4882"/>
                  </a:cubicBezTo>
                  <a:cubicBezTo>
                    <a:pt x="404" y="4882"/>
                    <a:pt x="344" y="4869"/>
                    <a:pt x="284" y="4869"/>
                  </a:cubicBezTo>
                  <a:lnTo>
                    <a:pt x="269" y="4869"/>
                  </a:lnTo>
                  <a:cubicBezTo>
                    <a:pt x="225" y="4899"/>
                    <a:pt x="195" y="4914"/>
                    <a:pt x="165" y="4929"/>
                  </a:cubicBezTo>
                  <a:cubicBezTo>
                    <a:pt x="165" y="4944"/>
                    <a:pt x="180" y="4944"/>
                    <a:pt x="180" y="4959"/>
                  </a:cubicBezTo>
                  <a:lnTo>
                    <a:pt x="210" y="5048"/>
                  </a:lnTo>
                  <a:lnTo>
                    <a:pt x="195" y="5048"/>
                  </a:lnTo>
                  <a:cubicBezTo>
                    <a:pt x="195" y="5063"/>
                    <a:pt x="210" y="5063"/>
                    <a:pt x="210" y="5078"/>
                  </a:cubicBezTo>
                  <a:lnTo>
                    <a:pt x="568" y="5078"/>
                  </a:lnTo>
                  <a:cubicBezTo>
                    <a:pt x="598" y="5213"/>
                    <a:pt x="643" y="5332"/>
                    <a:pt x="643" y="5467"/>
                  </a:cubicBezTo>
                  <a:cubicBezTo>
                    <a:pt x="643" y="5601"/>
                    <a:pt x="583" y="5735"/>
                    <a:pt x="598" y="5870"/>
                  </a:cubicBezTo>
                  <a:cubicBezTo>
                    <a:pt x="643" y="6198"/>
                    <a:pt x="703" y="6527"/>
                    <a:pt x="747" y="6856"/>
                  </a:cubicBezTo>
                  <a:cubicBezTo>
                    <a:pt x="772" y="6868"/>
                    <a:pt x="776" y="6890"/>
                    <a:pt x="801" y="6890"/>
                  </a:cubicBezTo>
                  <a:cubicBezTo>
                    <a:pt x="807" y="6890"/>
                    <a:pt x="813" y="6888"/>
                    <a:pt x="822" y="6885"/>
                  </a:cubicBezTo>
                  <a:cubicBezTo>
                    <a:pt x="852" y="6632"/>
                    <a:pt x="882" y="6378"/>
                    <a:pt x="927" y="6124"/>
                  </a:cubicBezTo>
                  <a:cubicBezTo>
                    <a:pt x="942" y="6094"/>
                    <a:pt x="942" y="6064"/>
                    <a:pt x="956" y="6034"/>
                  </a:cubicBezTo>
                  <a:cubicBezTo>
                    <a:pt x="971" y="5840"/>
                    <a:pt x="986" y="5646"/>
                    <a:pt x="1001" y="5452"/>
                  </a:cubicBezTo>
                  <a:cubicBezTo>
                    <a:pt x="1016" y="5332"/>
                    <a:pt x="1001" y="5213"/>
                    <a:pt x="1001" y="5093"/>
                  </a:cubicBezTo>
                  <a:cubicBezTo>
                    <a:pt x="1001" y="5093"/>
                    <a:pt x="1016" y="5093"/>
                    <a:pt x="1016" y="5078"/>
                  </a:cubicBezTo>
                  <a:cubicBezTo>
                    <a:pt x="1121" y="5078"/>
                    <a:pt x="1225" y="5078"/>
                    <a:pt x="1330" y="5063"/>
                  </a:cubicBezTo>
                  <a:lnTo>
                    <a:pt x="1390" y="5063"/>
                  </a:lnTo>
                  <a:cubicBezTo>
                    <a:pt x="1427" y="5056"/>
                    <a:pt x="1464" y="5052"/>
                    <a:pt x="1500" y="5052"/>
                  </a:cubicBezTo>
                  <a:cubicBezTo>
                    <a:pt x="1535" y="5052"/>
                    <a:pt x="1569" y="5056"/>
                    <a:pt x="1599" y="5063"/>
                  </a:cubicBezTo>
                  <a:lnTo>
                    <a:pt x="1584" y="5063"/>
                  </a:lnTo>
                  <a:cubicBezTo>
                    <a:pt x="1554" y="5213"/>
                    <a:pt x="1629" y="5347"/>
                    <a:pt x="1644" y="5496"/>
                  </a:cubicBezTo>
                  <a:lnTo>
                    <a:pt x="1658" y="5511"/>
                  </a:lnTo>
                  <a:lnTo>
                    <a:pt x="1629" y="5556"/>
                  </a:lnTo>
                  <a:cubicBezTo>
                    <a:pt x="1614" y="5586"/>
                    <a:pt x="1644" y="5616"/>
                    <a:pt x="1658" y="5646"/>
                  </a:cubicBezTo>
                  <a:cubicBezTo>
                    <a:pt x="1673" y="5765"/>
                    <a:pt x="1688" y="5885"/>
                    <a:pt x="1703" y="5989"/>
                  </a:cubicBezTo>
                  <a:cubicBezTo>
                    <a:pt x="1688" y="6034"/>
                    <a:pt x="1673" y="6064"/>
                    <a:pt x="1703" y="6094"/>
                  </a:cubicBezTo>
                  <a:cubicBezTo>
                    <a:pt x="1718" y="6124"/>
                    <a:pt x="1703" y="6154"/>
                    <a:pt x="1733" y="6169"/>
                  </a:cubicBezTo>
                  <a:lnTo>
                    <a:pt x="1763" y="6169"/>
                  </a:lnTo>
                  <a:cubicBezTo>
                    <a:pt x="1778" y="6049"/>
                    <a:pt x="1793" y="5945"/>
                    <a:pt x="1808" y="5825"/>
                  </a:cubicBezTo>
                  <a:cubicBezTo>
                    <a:pt x="1808" y="5780"/>
                    <a:pt x="1808" y="5720"/>
                    <a:pt x="1823" y="5676"/>
                  </a:cubicBezTo>
                  <a:cubicBezTo>
                    <a:pt x="1823" y="5601"/>
                    <a:pt x="1838" y="5526"/>
                    <a:pt x="1838" y="5452"/>
                  </a:cubicBezTo>
                  <a:cubicBezTo>
                    <a:pt x="1853" y="5332"/>
                    <a:pt x="1868" y="5198"/>
                    <a:pt x="1882" y="5078"/>
                  </a:cubicBezTo>
                  <a:lnTo>
                    <a:pt x="2659" y="5078"/>
                  </a:lnTo>
                  <a:cubicBezTo>
                    <a:pt x="2674" y="5078"/>
                    <a:pt x="2689" y="5093"/>
                    <a:pt x="2704" y="5108"/>
                  </a:cubicBezTo>
                  <a:lnTo>
                    <a:pt x="2689" y="5108"/>
                  </a:lnTo>
                  <a:cubicBezTo>
                    <a:pt x="2719" y="5496"/>
                    <a:pt x="2749" y="5900"/>
                    <a:pt x="2764" y="6303"/>
                  </a:cubicBezTo>
                  <a:cubicBezTo>
                    <a:pt x="2779" y="6482"/>
                    <a:pt x="2779" y="6661"/>
                    <a:pt x="2794" y="6841"/>
                  </a:cubicBezTo>
                  <a:cubicBezTo>
                    <a:pt x="2794" y="6871"/>
                    <a:pt x="2823" y="6900"/>
                    <a:pt x="2853" y="6960"/>
                  </a:cubicBezTo>
                  <a:cubicBezTo>
                    <a:pt x="2868" y="6706"/>
                    <a:pt x="2883" y="6497"/>
                    <a:pt x="2898" y="6303"/>
                  </a:cubicBezTo>
                  <a:lnTo>
                    <a:pt x="2898" y="6303"/>
                  </a:lnTo>
                  <a:lnTo>
                    <a:pt x="2883" y="6348"/>
                  </a:lnTo>
                  <a:cubicBezTo>
                    <a:pt x="2883" y="6333"/>
                    <a:pt x="2883" y="6318"/>
                    <a:pt x="2883" y="6318"/>
                  </a:cubicBezTo>
                  <a:cubicBezTo>
                    <a:pt x="2898" y="6303"/>
                    <a:pt x="2898" y="6303"/>
                    <a:pt x="2898" y="6303"/>
                  </a:cubicBezTo>
                  <a:lnTo>
                    <a:pt x="2898" y="6303"/>
                  </a:lnTo>
                  <a:cubicBezTo>
                    <a:pt x="2898" y="6303"/>
                    <a:pt x="2898" y="6303"/>
                    <a:pt x="2898" y="6303"/>
                  </a:cubicBezTo>
                  <a:cubicBezTo>
                    <a:pt x="2913" y="6154"/>
                    <a:pt x="2928" y="6019"/>
                    <a:pt x="2943" y="5885"/>
                  </a:cubicBezTo>
                  <a:cubicBezTo>
                    <a:pt x="2958" y="5616"/>
                    <a:pt x="2988" y="5347"/>
                    <a:pt x="3018" y="5078"/>
                  </a:cubicBezTo>
                  <a:cubicBezTo>
                    <a:pt x="3167" y="5063"/>
                    <a:pt x="3316" y="5048"/>
                    <a:pt x="3466" y="5033"/>
                  </a:cubicBezTo>
                  <a:cubicBezTo>
                    <a:pt x="3600" y="5004"/>
                    <a:pt x="3600" y="5004"/>
                    <a:pt x="3540" y="4944"/>
                  </a:cubicBezTo>
                  <a:cubicBezTo>
                    <a:pt x="3376" y="4929"/>
                    <a:pt x="3212" y="4914"/>
                    <a:pt x="3047" y="4899"/>
                  </a:cubicBezTo>
                  <a:cubicBezTo>
                    <a:pt x="2958" y="4854"/>
                    <a:pt x="3018" y="4780"/>
                    <a:pt x="3003" y="4735"/>
                  </a:cubicBezTo>
                  <a:cubicBezTo>
                    <a:pt x="3003" y="4660"/>
                    <a:pt x="3003" y="4585"/>
                    <a:pt x="3003" y="4511"/>
                  </a:cubicBezTo>
                  <a:cubicBezTo>
                    <a:pt x="3018" y="4406"/>
                    <a:pt x="3033" y="4302"/>
                    <a:pt x="3047" y="4197"/>
                  </a:cubicBezTo>
                  <a:lnTo>
                    <a:pt x="3047" y="4182"/>
                  </a:lnTo>
                  <a:cubicBezTo>
                    <a:pt x="3137" y="4167"/>
                    <a:pt x="3227" y="4152"/>
                    <a:pt x="3301" y="4137"/>
                  </a:cubicBezTo>
                  <a:cubicBezTo>
                    <a:pt x="3331" y="4122"/>
                    <a:pt x="3346" y="4092"/>
                    <a:pt x="3361" y="4063"/>
                  </a:cubicBezTo>
                  <a:cubicBezTo>
                    <a:pt x="3331" y="4048"/>
                    <a:pt x="3316" y="4018"/>
                    <a:pt x="3286" y="4018"/>
                  </a:cubicBezTo>
                  <a:cubicBezTo>
                    <a:pt x="3197" y="4003"/>
                    <a:pt x="3092" y="3988"/>
                    <a:pt x="3003" y="3988"/>
                  </a:cubicBezTo>
                  <a:cubicBezTo>
                    <a:pt x="3003" y="3749"/>
                    <a:pt x="3003" y="3525"/>
                    <a:pt x="3003" y="3301"/>
                  </a:cubicBezTo>
                  <a:cubicBezTo>
                    <a:pt x="3062" y="3286"/>
                    <a:pt x="3122" y="3271"/>
                    <a:pt x="3167" y="3241"/>
                  </a:cubicBezTo>
                  <a:cubicBezTo>
                    <a:pt x="3197" y="3226"/>
                    <a:pt x="3197" y="3166"/>
                    <a:pt x="3197" y="3137"/>
                  </a:cubicBezTo>
                  <a:cubicBezTo>
                    <a:pt x="2958" y="3122"/>
                    <a:pt x="2958" y="2942"/>
                    <a:pt x="2958" y="2763"/>
                  </a:cubicBezTo>
                  <a:cubicBezTo>
                    <a:pt x="2943" y="2599"/>
                    <a:pt x="2928" y="2450"/>
                    <a:pt x="2913" y="2285"/>
                  </a:cubicBezTo>
                  <a:cubicBezTo>
                    <a:pt x="3077" y="2255"/>
                    <a:pt x="3257" y="2240"/>
                    <a:pt x="3436" y="2225"/>
                  </a:cubicBezTo>
                  <a:lnTo>
                    <a:pt x="3436" y="2166"/>
                  </a:lnTo>
                  <a:cubicBezTo>
                    <a:pt x="3361" y="2136"/>
                    <a:pt x="3301" y="2106"/>
                    <a:pt x="3227" y="2091"/>
                  </a:cubicBezTo>
                  <a:cubicBezTo>
                    <a:pt x="3122" y="2076"/>
                    <a:pt x="3003" y="2076"/>
                    <a:pt x="2898" y="2076"/>
                  </a:cubicBezTo>
                  <a:cubicBezTo>
                    <a:pt x="2868" y="2016"/>
                    <a:pt x="2838" y="1957"/>
                    <a:pt x="2808" y="1882"/>
                  </a:cubicBezTo>
                  <a:cubicBezTo>
                    <a:pt x="2779" y="1957"/>
                    <a:pt x="2749" y="2031"/>
                    <a:pt x="2734" y="2091"/>
                  </a:cubicBezTo>
                  <a:cubicBezTo>
                    <a:pt x="2674" y="2106"/>
                    <a:pt x="2629" y="2106"/>
                    <a:pt x="2584" y="2106"/>
                  </a:cubicBezTo>
                  <a:lnTo>
                    <a:pt x="2450" y="2106"/>
                  </a:lnTo>
                  <a:cubicBezTo>
                    <a:pt x="2443" y="2099"/>
                    <a:pt x="2431" y="2095"/>
                    <a:pt x="2418" y="2095"/>
                  </a:cubicBezTo>
                  <a:cubicBezTo>
                    <a:pt x="2405" y="2095"/>
                    <a:pt x="2390" y="2099"/>
                    <a:pt x="2375" y="2106"/>
                  </a:cubicBezTo>
                  <a:lnTo>
                    <a:pt x="1882" y="2106"/>
                  </a:lnTo>
                  <a:cubicBezTo>
                    <a:pt x="1853" y="1927"/>
                    <a:pt x="1838" y="1762"/>
                    <a:pt x="1808" y="1598"/>
                  </a:cubicBezTo>
                  <a:cubicBezTo>
                    <a:pt x="1793" y="1464"/>
                    <a:pt x="1778" y="1329"/>
                    <a:pt x="1778" y="1180"/>
                  </a:cubicBezTo>
                  <a:lnTo>
                    <a:pt x="1718" y="1180"/>
                  </a:lnTo>
                  <a:cubicBezTo>
                    <a:pt x="1703" y="1479"/>
                    <a:pt x="1688" y="1777"/>
                    <a:pt x="1658" y="2061"/>
                  </a:cubicBezTo>
                  <a:cubicBezTo>
                    <a:pt x="1673" y="2076"/>
                    <a:pt x="1673" y="2076"/>
                    <a:pt x="1673" y="2076"/>
                  </a:cubicBezTo>
                  <a:cubicBezTo>
                    <a:pt x="1644" y="2091"/>
                    <a:pt x="1614" y="2091"/>
                    <a:pt x="1584" y="2091"/>
                  </a:cubicBezTo>
                  <a:cubicBezTo>
                    <a:pt x="1554" y="2091"/>
                    <a:pt x="1524" y="2091"/>
                    <a:pt x="1494" y="2106"/>
                  </a:cubicBezTo>
                  <a:cubicBezTo>
                    <a:pt x="1315" y="2091"/>
                    <a:pt x="1136" y="2076"/>
                    <a:pt x="956" y="2076"/>
                  </a:cubicBezTo>
                  <a:cubicBezTo>
                    <a:pt x="927" y="1374"/>
                    <a:pt x="942" y="687"/>
                    <a:pt x="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9"/>
            <p:cNvSpPr/>
            <p:nvPr/>
          </p:nvSpPr>
          <p:spPr>
            <a:xfrm rot="-4886961">
              <a:off x="8187481" y="-798452"/>
              <a:ext cx="1146186" cy="1493513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0"/>
          <p:cNvSpPr txBox="1">
            <a:spLocks noGrp="1"/>
          </p:cNvSpPr>
          <p:nvPr>
            <p:ph type="title"/>
          </p:nvPr>
        </p:nvSpPr>
        <p:spPr>
          <a:xfrm>
            <a:off x="2347938" y="654463"/>
            <a:ext cx="4448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60"/>
          <p:cNvSpPr txBox="1">
            <a:spLocks noGrp="1"/>
          </p:cNvSpPr>
          <p:nvPr>
            <p:ph type="subTitle" idx="1"/>
          </p:nvPr>
        </p:nvSpPr>
        <p:spPr>
          <a:xfrm>
            <a:off x="2347900" y="1865937"/>
            <a:ext cx="4448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60"/>
          <p:cNvSpPr txBox="1"/>
          <p:nvPr/>
        </p:nvSpPr>
        <p:spPr>
          <a:xfrm>
            <a:off x="2099100" y="3636438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Diese Präsentationsvorlage wurde von </a:t>
            </a:r>
            <a:r>
              <a:rPr lang="en" sz="1000" b="1" i="0" u="sng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erstellt, inklusive icons von by </a:t>
            </a:r>
            <a:r>
              <a:rPr lang="en" sz="1000" b="1" i="0" u="sng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und Infografiken &amp; Bildern von </a:t>
            </a:r>
            <a:r>
              <a:rPr lang="en" sz="1000" b="1" i="0" u="sng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0" i="0" u="sng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1000" b="1" i="0" u="sng" strike="noStrike" cap="non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82" name="Google Shape;682;p60"/>
          <p:cNvGrpSpPr/>
          <p:nvPr/>
        </p:nvGrpSpPr>
        <p:grpSpPr>
          <a:xfrm>
            <a:off x="6864748" y="-1038920"/>
            <a:ext cx="4285744" cy="6504827"/>
            <a:chOff x="6864748" y="-1038920"/>
            <a:chExt cx="4285744" cy="6504827"/>
          </a:xfrm>
        </p:grpSpPr>
        <p:sp>
          <p:nvSpPr>
            <p:cNvPr id="683" name="Google Shape;683;p60"/>
            <p:cNvSpPr/>
            <p:nvPr/>
          </p:nvSpPr>
          <p:spPr>
            <a:xfrm rot="-330609">
              <a:off x="7652886" y="-887256"/>
              <a:ext cx="3332327" cy="3602892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60"/>
            <p:cNvSpPr/>
            <p:nvPr/>
          </p:nvSpPr>
          <p:spPr>
            <a:xfrm rot="-1335914" flipH="1">
              <a:off x="7025054" y="4218864"/>
              <a:ext cx="1141246" cy="1070754"/>
            </a:xfrm>
            <a:custGeom>
              <a:avLst/>
              <a:gdLst/>
              <a:ahLst/>
              <a:cxnLst/>
              <a:rect l="l" t="t" r="r" b="b"/>
              <a:pathLst>
                <a:path w="8948" h="8395" extrusionOk="0">
                  <a:moveTo>
                    <a:pt x="4765" y="822"/>
                  </a:moveTo>
                  <a:lnTo>
                    <a:pt x="4810" y="837"/>
                  </a:lnTo>
                  <a:cubicBezTo>
                    <a:pt x="4795" y="837"/>
                    <a:pt x="4765" y="837"/>
                    <a:pt x="4750" y="822"/>
                  </a:cubicBezTo>
                  <a:close/>
                  <a:moveTo>
                    <a:pt x="6528" y="2733"/>
                  </a:moveTo>
                  <a:cubicBezTo>
                    <a:pt x="6528" y="2733"/>
                    <a:pt x="6528" y="2748"/>
                    <a:pt x="6528" y="2748"/>
                  </a:cubicBezTo>
                  <a:lnTo>
                    <a:pt x="6498" y="2748"/>
                  </a:lnTo>
                  <a:lnTo>
                    <a:pt x="6528" y="2733"/>
                  </a:lnTo>
                  <a:close/>
                  <a:moveTo>
                    <a:pt x="4915" y="2584"/>
                  </a:moveTo>
                  <a:cubicBezTo>
                    <a:pt x="4870" y="2644"/>
                    <a:pt x="4840" y="2718"/>
                    <a:pt x="4810" y="2778"/>
                  </a:cubicBezTo>
                  <a:cubicBezTo>
                    <a:pt x="4855" y="2808"/>
                    <a:pt x="4915" y="2838"/>
                    <a:pt x="4915" y="2853"/>
                  </a:cubicBezTo>
                  <a:cubicBezTo>
                    <a:pt x="4900" y="2913"/>
                    <a:pt x="4870" y="2972"/>
                    <a:pt x="4840" y="3032"/>
                  </a:cubicBezTo>
                  <a:cubicBezTo>
                    <a:pt x="4855" y="3047"/>
                    <a:pt x="4855" y="3062"/>
                    <a:pt x="4870" y="3062"/>
                  </a:cubicBezTo>
                  <a:cubicBezTo>
                    <a:pt x="4989" y="3017"/>
                    <a:pt x="5109" y="2957"/>
                    <a:pt x="5228" y="2898"/>
                  </a:cubicBezTo>
                  <a:cubicBezTo>
                    <a:pt x="5273" y="2898"/>
                    <a:pt x="5333" y="2898"/>
                    <a:pt x="5378" y="2883"/>
                  </a:cubicBezTo>
                  <a:cubicBezTo>
                    <a:pt x="5333" y="2868"/>
                    <a:pt x="5273" y="2838"/>
                    <a:pt x="5228" y="2808"/>
                  </a:cubicBezTo>
                  <a:lnTo>
                    <a:pt x="5213" y="2808"/>
                  </a:lnTo>
                  <a:cubicBezTo>
                    <a:pt x="5213" y="2793"/>
                    <a:pt x="5198" y="2763"/>
                    <a:pt x="5184" y="2748"/>
                  </a:cubicBezTo>
                  <a:cubicBezTo>
                    <a:pt x="5213" y="2718"/>
                    <a:pt x="5243" y="2689"/>
                    <a:pt x="5258" y="2674"/>
                  </a:cubicBezTo>
                  <a:cubicBezTo>
                    <a:pt x="5228" y="2674"/>
                    <a:pt x="5198" y="2674"/>
                    <a:pt x="5169" y="2689"/>
                  </a:cubicBezTo>
                  <a:cubicBezTo>
                    <a:pt x="5139" y="2704"/>
                    <a:pt x="5124" y="2733"/>
                    <a:pt x="5109" y="2748"/>
                  </a:cubicBezTo>
                  <a:lnTo>
                    <a:pt x="4930" y="2748"/>
                  </a:lnTo>
                  <a:cubicBezTo>
                    <a:pt x="4945" y="2718"/>
                    <a:pt x="4974" y="2689"/>
                    <a:pt x="4989" y="2659"/>
                  </a:cubicBezTo>
                  <a:cubicBezTo>
                    <a:pt x="4960" y="2629"/>
                    <a:pt x="4930" y="2599"/>
                    <a:pt x="4915" y="2584"/>
                  </a:cubicBezTo>
                  <a:close/>
                  <a:moveTo>
                    <a:pt x="7063" y="3531"/>
                  </a:moveTo>
                  <a:cubicBezTo>
                    <a:pt x="7069" y="3531"/>
                    <a:pt x="7075" y="3537"/>
                    <a:pt x="7080" y="3555"/>
                  </a:cubicBezTo>
                  <a:lnTo>
                    <a:pt x="7036" y="3555"/>
                  </a:lnTo>
                  <a:cubicBezTo>
                    <a:pt x="7045" y="3546"/>
                    <a:pt x="7054" y="3531"/>
                    <a:pt x="7063" y="3531"/>
                  </a:cubicBezTo>
                  <a:close/>
                  <a:moveTo>
                    <a:pt x="4989" y="3570"/>
                  </a:moveTo>
                  <a:cubicBezTo>
                    <a:pt x="4974" y="3600"/>
                    <a:pt x="4945" y="3630"/>
                    <a:pt x="4930" y="3659"/>
                  </a:cubicBezTo>
                  <a:cubicBezTo>
                    <a:pt x="4915" y="3689"/>
                    <a:pt x="4915" y="3734"/>
                    <a:pt x="4900" y="3779"/>
                  </a:cubicBezTo>
                  <a:cubicBezTo>
                    <a:pt x="4900" y="3824"/>
                    <a:pt x="4900" y="3869"/>
                    <a:pt x="4885" y="3913"/>
                  </a:cubicBezTo>
                  <a:cubicBezTo>
                    <a:pt x="5094" y="3854"/>
                    <a:pt x="5139" y="3779"/>
                    <a:pt x="5079" y="3674"/>
                  </a:cubicBezTo>
                  <a:cubicBezTo>
                    <a:pt x="5064" y="3659"/>
                    <a:pt x="5049" y="3644"/>
                    <a:pt x="5034" y="3644"/>
                  </a:cubicBezTo>
                  <a:cubicBezTo>
                    <a:pt x="5019" y="3615"/>
                    <a:pt x="5004" y="3585"/>
                    <a:pt x="4989" y="3570"/>
                  </a:cubicBezTo>
                  <a:close/>
                  <a:moveTo>
                    <a:pt x="4840" y="4317"/>
                  </a:moveTo>
                  <a:cubicBezTo>
                    <a:pt x="4825" y="4332"/>
                    <a:pt x="4795" y="4332"/>
                    <a:pt x="4780" y="4332"/>
                  </a:cubicBezTo>
                  <a:cubicBezTo>
                    <a:pt x="4795" y="4376"/>
                    <a:pt x="4810" y="4421"/>
                    <a:pt x="4810" y="4466"/>
                  </a:cubicBezTo>
                  <a:cubicBezTo>
                    <a:pt x="4825" y="4421"/>
                    <a:pt x="4825" y="4376"/>
                    <a:pt x="4840" y="4317"/>
                  </a:cubicBezTo>
                  <a:close/>
                  <a:moveTo>
                    <a:pt x="4511" y="4078"/>
                  </a:moveTo>
                  <a:cubicBezTo>
                    <a:pt x="4482" y="4137"/>
                    <a:pt x="4422" y="4182"/>
                    <a:pt x="4422" y="4227"/>
                  </a:cubicBezTo>
                  <a:cubicBezTo>
                    <a:pt x="4437" y="4302"/>
                    <a:pt x="4496" y="4376"/>
                    <a:pt x="4526" y="4436"/>
                  </a:cubicBezTo>
                  <a:cubicBezTo>
                    <a:pt x="4482" y="4571"/>
                    <a:pt x="4601" y="4556"/>
                    <a:pt x="4661" y="4585"/>
                  </a:cubicBezTo>
                  <a:lnTo>
                    <a:pt x="4750" y="4585"/>
                  </a:lnTo>
                  <a:cubicBezTo>
                    <a:pt x="4758" y="4593"/>
                    <a:pt x="4765" y="4597"/>
                    <a:pt x="4773" y="4597"/>
                  </a:cubicBezTo>
                  <a:cubicBezTo>
                    <a:pt x="4780" y="4597"/>
                    <a:pt x="4788" y="4593"/>
                    <a:pt x="4795" y="4585"/>
                  </a:cubicBezTo>
                  <a:cubicBezTo>
                    <a:pt x="4795" y="4556"/>
                    <a:pt x="4810" y="4511"/>
                    <a:pt x="4810" y="4466"/>
                  </a:cubicBezTo>
                  <a:lnTo>
                    <a:pt x="4810" y="4466"/>
                  </a:lnTo>
                  <a:cubicBezTo>
                    <a:pt x="4795" y="4496"/>
                    <a:pt x="4765" y="4511"/>
                    <a:pt x="4735" y="4541"/>
                  </a:cubicBezTo>
                  <a:lnTo>
                    <a:pt x="4706" y="4541"/>
                  </a:lnTo>
                  <a:cubicBezTo>
                    <a:pt x="4676" y="4481"/>
                    <a:pt x="4661" y="4421"/>
                    <a:pt x="4646" y="4361"/>
                  </a:cubicBezTo>
                  <a:cubicBezTo>
                    <a:pt x="4661" y="4332"/>
                    <a:pt x="4646" y="4287"/>
                    <a:pt x="4676" y="4272"/>
                  </a:cubicBezTo>
                  <a:lnTo>
                    <a:pt x="4676" y="4272"/>
                  </a:lnTo>
                  <a:cubicBezTo>
                    <a:pt x="4676" y="4272"/>
                    <a:pt x="4676" y="4272"/>
                    <a:pt x="4676" y="4272"/>
                  </a:cubicBezTo>
                  <a:cubicBezTo>
                    <a:pt x="4646" y="4242"/>
                    <a:pt x="4616" y="4197"/>
                    <a:pt x="4586" y="4167"/>
                  </a:cubicBezTo>
                  <a:cubicBezTo>
                    <a:pt x="4571" y="4137"/>
                    <a:pt x="4541" y="4108"/>
                    <a:pt x="4511" y="4078"/>
                  </a:cubicBezTo>
                  <a:close/>
                  <a:moveTo>
                    <a:pt x="4885" y="4675"/>
                  </a:moveTo>
                  <a:cubicBezTo>
                    <a:pt x="4885" y="4675"/>
                    <a:pt x="4870" y="4690"/>
                    <a:pt x="4885" y="4705"/>
                  </a:cubicBezTo>
                  <a:cubicBezTo>
                    <a:pt x="4885" y="4720"/>
                    <a:pt x="4900" y="4720"/>
                    <a:pt x="4900" y="4735"/>
                  </a:cubicBezTo>
                  <a:cubicBezTo>
                    <a:pt x="4915" y="4735"/>
                    <a:pt x="4915" y="4720"/>
                    <a:pt x="4930" y="4705"/>
                  </a:cubicBezTo>
                  <a:cubicBezTo>
                    <a:pt x="4915" y="4690"/>
                    <a:pt x="4900" y="4675"/>
                    <a:pt x="4885" y="4675"/>
                  </a:cubicBezTo>
                  <a:close/>
                  <a:moveTo>
                    <a:pt x="5079" y="4660"/>
                  </a:moveTo>
                  <a:cubicBezTo>
                    <a:pt x="5079" y="4705"/>
                    <a:pt x="5079" y="4735"/>
                    <a:pt x="5079" y="4780"/>
                  </a:cubicBezTo>
                  <a:cubicBezTo>
                    <a:pt x="5079" y="4780"/>
                    <a:pt x="5079" y="4780"/>
                    <a:pt x="5079" y="4795"/>
                  </a:cubicBezTo>
                  <a:cubicBezTo>
                    <a:pt x="5094" y="4750"/>
                    <a:pt x="5109" y="4720"/>
                    <a:pt x="5124" y="4675"/>
                  </a:cubicBezTo>
                  <a:cubicBezTo>
                    <a:pt x="5124" y="4675"/>
                    <a:pt x="5094" y="4675"/>
                    <a:pt x="5079" y="4660"/>
                  </a:cubicBezTo>
                  <a:close/>
                  <a:moveTo>
                    <a:pt x="4048" y="4615"/>
                  </a:moveTo>
                  <a:cubicBezTo>
                    <a:pt x="4004" y="4690"/>
                    <a:pt x="3974" y="4765"/>
                    <a:pt x="3929" y="4854"/>
                  </a:cubicBezTo>
                  <a:cubicBezTo>
                    <a:pt x="4108" y="4780"/>
                    <a:pt x="4108" y="4765"/>
                    <a:pt x="4048" y="4615"/>
                  </a:cubicBezTo>
                  <a:close/>
                  <a:moveTo>
                    <a:pt x="7618" y="4944"/>
                  </a:moveTo>
                  <a:cubicBezTo>
                    <a:pt x="7618" y="4959"/>
                    <a:pt x="7633" y="4974"/>
                    <a:pt x="7633" y="4974"/>
                  </a:cubicBezTo>
                  <a:lnTo>
                    <a:pt x="7618" y="4974"/>
                  </a:lnTo>
                  <a:cubicBezTo>
                    <a:pt x="7618" y="4974"/>
                    <a:pt x="7618" y="4959"/>
                    <a:pt x="7618" y="4944"/>
                  </a:cubicBezTo>
                  <a:close/>
                  <a:moveTo>
                    <a:pt x="4482" y="4974"/>
                  </a:moveTo>
                  <a:cubicBezTo>
                    <a:pt x="4467" y="4974"/>
                    <a:pt x="4452" y="4989"/>
                    <a:pt x="4452" y="4989"/>
                  </a:cubicBezTo>
                  <a:cubicBezTo>
                    <a:pt x="4452" y="5004"/>
                    <a:pt x="4467" y="5019"/>
                    <a:pt x="4482" y="5019"/>
                  </a:cubicBezTo>
                  <a:cubicBezTo>
                    <a:pt x="4482" y="5019"/>
                    <a:pt x="4496" y="5019"/>
                    <a:pt x="4496" y="5004"/>
                  </a:cubicBezTo>
                  <a:cubicBezTo>
                    <a:pt x="4496" y="4989"/>
                    <a:pt x="4482" y="4989"/>
                    <a:pt x="4482" y="4974"/>
                  </a:cubicBezTo>
                  <a:close/>
                  <a:moveTo>
                    <a:pt x="5079" y="4795"/>
                  </a:moveTo>
                  <a:lnTo>
                    <a:pt x="5079" y="4795"/>
                  </a:lnTo>
                  <a:cubicBezTo>
                    <a:pt x="4945" y="4824"/>
                    <a:pt x="5109" y="4884"/>
                    <a:pt x="5079" y="4929"/>
                  </a:cubicBezTo>
                  <a:cubicBezTo>
                    <a:pt x="5004" y="5034"/>
                    <a:pt x="5094" y="5063"/>
                    <a:pt x="5154" y="5108"/>
                  </a:cubicBezTo>
                  <a:cubicBezTo>
                    <a:pt x="5169" y="5108"/>
                    <a:pt x="5198" y="5093"/>
                    <a:pt x="5198" y="5078"/>
                  </a:cubicBezTo>
                  <a:cubicBezTo>
                    <a:pt x="5213" y="5063"/>
                    <a:pt x="5198" y="5034"/>
                    <a:pt x="5184" y="5019"/>
                  </a:cubicBezTo>
                  <a:cubicBezTo>
                    <a:pt x="5154" y="4989"/>
                    <a:pt x="5124" y="4959"/>
                    <a:pt x="5094" y="4929"/>
                  </a:cubicBezTo>
                  <a:cubicBezTo>
                    <a:pt x="5169" y="4899"/>
                    <a:pt x="5198" y="4869"/>
                    <a:pt x="5109" y="4839"/>
                  </a:cubicBezTo>
                  <a:cubicBezTo>
                    <a:pt x="5094" y="4824"/>
                    <a:pt x="5079" y="4809"/>
                    <a:pt x="5079" y="4795"/>
                  </a:cubicBezTo>
                  <a:close/>
                  <a:moveTo>
                    <a:pt x="7289" y="5138"/>
                  </a:moveTo>
                  <a:lnTo>
                    <a:pt x="7289" y="5138"/>
                  </a:lnTo>
                  <a:cubicBezTo>
                    <a:pt x="7275" y="5153"/>
                    <a:pt x="7260" y="5168"/>
                    <a:pt x="7230" y="5183"/>
                  </a:cubicBezTo>
                  <a:cubicBezTo>
                    <a:pt x="7245" y="5183"/>
                    <a:pt x="7260" y="5198"/>
                    <a:pt x="7260" y="5198"/>
                  </a:cubicBezTo>
                  <a:cubicBezTo>
                    <a:pt x="7275" y="5183"/>
                    <a:pt x="7275" y="5153"/>
                    <a:pt x="7289" y="5138"/>
                  </a:cubicBezTo>
                  <a:close/>
                  <a:moveTo>
                    <a:pt x="4063" y="4929"/>
                  </a:moveTo>
                  <a:cubicBezTo>
                    <a:pt x="4004" y="4974"/>
                    <a:pt x="3944" y="5004"/>
                    <a:pt x="3914" y="5048"/>
                  </a:cubicBezTo>
                  <a:cubicBezTo>
                    <a:pt x="3899" y="5078"/>
                    <a:pt x="3944" y="5138"/>
                    <a:pt x="3959" y="5198"/>
                  </a:cubicBezTo>
                  <a:cubicBezTo>
                    <a:pt x="3929" y="5228"/>
                    <a:pt x="3899" y="5258"/>
                    <a:pt x="3869" y="5302"/>
                  </a:cubicBezTo>
                  <a:cubicBezTo>
                    <a:pt x="4004" y="5273"/>
                    <a:pt x="4004" y="5273"/>
                    <a:pt x="3989" y="5198"/>
                  </a:cubicBezTo>
                  <a:lnTo>
                    <a:pt x="3989" y="5183"/>
                  </a:lnTo>
                  <a:cubicBezTo>
                    <a:pt x="4019" y="5153"/>
                    <a:pt x="4063" y="5123"/>
                    <a:pt x="4108" y="5093"/>
                  </a:cubicBezTo>
                  <a:cubicBezTo>
                    <a:pt x="4078" y="5078"/>
                    <a:pt x="4048" y="5063"/>
                    <a:pt x="4019" y="5048"/>
                  </a:cubicBezTo>
                  <a:cubicBezTo>
                    <a:pt x="4048" y="5019"/>
                    <a:pt x="4078" y="5004"/>
                    <a:pt x="4093" y="4974"/>
                  </a:cubicBezTo>
                  <a:cubicBezTo>
                    <a:pt x="4093" y="4974"/>
                    <a:pt x="4063" y="4944"/>
                    <a:pt x="4063" y="4929"/>
                  </a:cubicBezTo>
                  <a:close/>
                  <a:moveTo>
                    <a:pt x="3570" y="5108"/>
                  </a:moveTo>
                  <a:lnTo>
                    <a:pt x="3630" y="5183"/>
                  </a:lnTo>
                  <a:lnTo>
                    <a:pt x="3645" y="5183"/>
                  </a:lnTo>
                  <a:cubicBezTo>
                    <a:pt x="3705" y="5243"/>
                    <a:pt x="3750" y="5287"/>
                    <a:pt x="3809" y="5332"/>
                  </a:cubicBezTo>
                  <a:cubicBezTo>
                    <a:pt x="3854" y="5153"/>
                    <a:pt x="3839" y="5138"/>
                    <a:pt x="3675" y="5108"/>
                  </a:cubicBezTo>
                  <a:close/>
                  <a:moveTo>
                    <a:pt x="7604" y="5318"/>
                  </a:moveTo>
                  <a:cubicBezTo>
                    <a:pt x="7618" y="5333"/>
                    <a:pt x="7618" y="5347"/>
                    <a:pt x="7618" y="5362"/>
                  </a:cubicBezTo>
                  <a:lnTo>
                    <a:pt x="7603" y="5362"/>
                  </a:lnTo>
                  <a:cubicBezTo>
                    <a:pt x="7618" y="5347"/>
                    <a:pt x="7618" y="5333"/>
                    <a:pt x="7604" y="5318"/>
                  </a:cubicBezTo>
                  <a:close/>
                  <a:moveTo>
                    <a:pt x="4078" y="5228"/>
                  </a:moveTo>
                  <a:cubicBezTo>
                    <a:pt x="4078" y="5302"/>
                    <a:pt x="4063" y="5377"/>
                    <a:pt x="4063" y="5452"/>
                  </a:cubicBezTo>
                  <a:cubicBezTo>
                    <a:pt x="4078" y="5437"/>
                    <a:pt x="4108" y="5422"/>
                    <a:pt x="4123" y="5422"/>
                  </a:cubicBezTo>
                  <a:cubicBezTo>
                    <a:pt x="4138" y="5362"/>
                    <a:pt x="4138" y="5302"/>
                    <a:pt x="4138" y="5243"/>
                  </a:cubicBezTo>
                  <a:cubicBezTo>
                    <a:pt x="4123" y="5228"/>
                    <a:pt x="4108" y="5228"/>
                    <a:pt x="4078" y="5228"/>
                  </a:cubicBezTo>
                  <a:close/>
                  <a:moveTo>
                    <a:pt x="4960" y="5810"/>
                  </a:moveTo>
                  <a:cubicBezTo>
                    <a:pt x="4930" y="5825"/>
                    <a:pt x="4900" y="5855"/>
                    <a:pt x="4915" y="5855"/>
                  </a:cubicBezTo>
                  <a:cubicBezTo>
                    <a:pt x="4930" y="5885"/>
                    <a:pt x="4960" y="5915"/>
                    <a:pt x="4989" y="5930"/>
                  </a:cubicBezTo>
                  <a:cubicBezTo>
                    <a:pt x="4989" y="5930"/>
                    <a:pt x="5034" y="5900"/>
                    <a:pt x="5034" y="5900"/>
                  </a:cubicBezTo>
                  <a:cubicBezTo>
                    <a:pt x="5004" y="5870"/>
                    <a:pt x="4989" y="5840"/>
                    <a:pt x="4960" y="5810"/>
                  </a:cubicBezTo>
                  <a:close/>
                  <a:moveTo>
                    <a:pt x="5960" y="5885"/>
                  </a:moveTo>
                  <a:cubicBezTo>
                    <a:pt x="5930" y="5930"/>
                    <a:pt x="5886" y="5974"/>
                    <a:pt x="5856" y="6019"/>
                  </a:cubicBezTo>
                  <a:cubicBezTo>
                    <a:pt x="5841" y="6034"/>
                    <a:pt x="5856" y="6064"/>
                    <a:pt x="5871" y="6094"/>
                  </a:cubicBezTo>
                  <a:cubicBezTo>
                    <a:pt x="5886" y="6079"/>
                    <a:pt x="5930" y="6064"/>
                    <a:pt x="5930" y="6049"/>
                  </a:cubicBezTo>
                  <a:cubicBezTo>
                    <a:pt x="5960" y="6004"/>
                    <a:pt x="5960" y="5945"/>
                    <a:pt x="5975" y="5900"/>
                  </a:cubicBezTo>
                  <a:cubicBezTo>
                    <a:pt x="5975" y="5885"/>
                    <a:pt x="5960" y="5885"/>
                    <a:pt x="5960" y="5885"/>
                  </a:cubicBezTo>
                  <a:close/>
                  <a:moveTo>
                    <a:pt x="1031" y="6094"/>
                  </a:moveTo>
                  <a:cubicBezTo>
                    <a:pt x="1031" y="6094"/>
                    <a:pt x="1031" y="6094"/>
                    <a:pt x="1031" y="6109"/>
                  </a:cubicBezTo>
                  <a:lnTo>
                    <a:pt x="1016" y="6109"/>
                  </a:lnTo>
                  <a:lnTo>
                    <a:pt x="1031" y="6094"/>
                  </a:lnTo>
                  <a:close/>
                  <a:moveTo>
                    <a:pt x="6558" y="6258"/>
                  </a:moveTo>
                  <a:lnTo>
                    <a:pt x="6558" y="6258"/>
                  </a:lnTo>
                  <a:cubicBezTo>
                    <a:pt x="6543" y="6318"/>
                    <a:pt x="6528" y="6378"/>
                    <a:pt x="6513" y="6438"/>
                  </a:cubicBezTo>
                  <a:cubicBezTo>
                    <a:pt x="6423" y="6408"/>
                    <a:pt x="6334" y="6378"/>
                    <a:pt x="6244" y="6363"/>
                  </a:cubicBezTo>
                  <a:cubicBezTo>
                    <a:pt x="6229" y="6363"/>
                    <a:pt x="6214" y="6393"/>
                    <a:pt x="6199" y="6393"/>
                  </a:cubicBezTo>
                  <a:cubicBezTo>
                    <a:pt x="6214" y="6423"/>
                    <a:pt x="6229" y="6438"/>
                    <a:pt x="6259" y="6452"/>
                  </a:cubicBezTo>
                  <a:cubicBezTo>
                    <a:pt x="6274" y="6482"/>
                    <a:pt x="6304" y="6482"/>
                    <a:pt x="6334" y="6482"/>
                  </a:cubicBezTo>
                  <a:lnTo>
                    <a:pt x="6334" y="6482"/>
                  </a:lnTo>
                  <a:lnTo>
                    <a:pt x="6334" y="6482"/>
                  </a:lnTo>
                  <a:cubicBezTo>
                    <a:pt x="6363" y="6497"/>
                    <a:pt x="6378" y="6497"/>
                    <a:pt x="6393" y="6512"/>
                  </a:cubicBezTo>
                  <a:cubicBezTo>
                    <a:pt x="6408" y="6527"/>
                    <a:pt x="6438" y="6527"/>
                    <a:pt x="6453" y="6542"/>
                  </a:cubicBezTo>
                  <a:lnTo>
                    <a:pt x="6513" y="6572"/>
                  </a:lnTo>
                  <a:cubicBezTo>
                    <a:pt x="6528" y="6542"/>
                    <a:pt x="6528" y="6512"/>
                    <a:pt x="6543" y="6482"/>
                  </a:cubicBezTo>
                  <a:cubicBezTo>
                    <a:pt x="6647" y="6423"/>
                    <a:pt x="6647" y="6348"/>
                    <a:pt x="6558" y="6258"/>
                  </a:cubicBezTo>
                  <a:close/>
                  <a:moveTo>
                    <a:pt x="5751" y="7901"/>
                  </a:moveTo>
                  <a:cubicBezTo>
                    <a:pt x="5751" y="7901"/>
                    <a:pt x="5751" y="7901"/>
                    <a:pt x="5751" y="7916"/>
                  </a:cubicBezTo>
                  <a:lnTo>
                    <a:pt x="5721" y="7901"/>
                  </a:lnTo>
                  <a:close/>
                  <a:moveTo>
                    <a:pt x="5975" y="7946"/>
                  </a:moveTo>
                  <a:lnTo>
                    <a:pt x="6005" y="7976"/>
                  </a:lnTo>
                  <a:cubicBezTo>
                    <a:pt x="5990" y="7976"/>
                    <a:pt x="5975" y="7961"/>
                    <a:pt x="5975" y="7946"/>
                  </a:cubicBezTo>
                  <a:close/>
                  <a:moveTo>
                    <a:pt x="5557" y="538"/>
                  </a:moveTo>
                  <a:cubicBezTo>
                    <a:pt x="5617" y="657"/>
                    <a:pt x="5676" y="777"/>
                    <a:pt x="5736" y="896"/>
                  </a:cubicBezTo>
                  <a:cubicBezTo>
                    <a:pt x="5736" y="911"/>
                    <a:pt x="5766" y="911"/>
                    <a:pt x="5796" y="926"/>
                  </a:cubicBezTo>
                  <a:cubicBezTo>
                    <a:pt x="5796" y="956"/>
                    <a:pt x="5796" y="971"/>
                    <a:pt x="5796" y="986"/>
                  </a:cubicBezTo>
                  <a:cubicBezTo>
                    <a:pt x="5796" y="1016"/>
                    <a:pt x="5811" y="1031"/>
                    <a:pt x="5811" y="1046"/>
                  </a:cubicBezTo>
                  <a:cubicBezTo>
                    <a:pt x="5796" y="1135"/>
                    <a:pt x="5841" y="1255"/>
                    <a:pt x="5900" y="1300"/>
                  </a:cubicBezTo>
                  <a:cubicBezTo>
                    <a:pt x="5900" y="1300"/>
                    <a:pt x="5900" y="1315"/>
                    <a:pt x="5886" y="1329"/>
                  </a:cubicBezTo>
                  <a:cubicBezTo>
                    <a:pt x="5886" y="1359"/>
                    <a:pt x="5900" y="1389"/>
                    <a:pt x="5930" y="1404"/>
                  </a:cubicBezTo>
                  <a:cubicBezTo>
                    <a:pt x="5945" y="1404"/>
                    <a:pt x="5945" y="1419"/>
                    <a:pt x="5945" y="1419"/>
                  </a:cubicBezTo>
                  <a:cubicBezTo>
                    <a:pt x="6005" y="1539"/>
                    <a:pt x="6050" y="1673"/>
                    <a:pt x="6110" y="1792"/>
                  </a:cubicBezTo>
                  <a:cubicBezTo>
                    <a:pt x="6124" y="1807"/>
                    <a:pt x="6169" y="1822"/>
                    <a:pt x="6199" y="1837"/>
                  </a:cubicBezTo>
                  <a:cubicBezTo>
                    <a:pt x="6199" y="1882"/>
                    <a:pt x="6095" y="1927"/>
                    <a:pt x="6184" y="1972"/>
                  </a:cubicBezTo>
                  <a:cubicBezTo>
                    <a:pt x="6184" y="1972"/>
                    <a:pt x="6184" y="1987"/>
                    <a:pt x="6184" y="2002"/>
                  </a:cubicBezTo>
                  <a:cubicBezTo>
                    <a:pt x="6184" y="2031"/>
                    <a:pt x="6199" y="2076"/>
                    <a:pt x="6229" y="2091"/>
                  </a:cubicBezTo>
                  <a:cubicBezTo>
                    <a:pt x="6239" y="2091"/>
                    <a:pt x="6236" y="2085"/>
                    <a:pt x="6237" y="2085"/>
                  </a:cubicBezTo>
                  <a:lnTo>
                    <a:pt x="6237" y="2085"/>
                  </a:lnTo>
                  <a:cubicBezTo>
                    <a:pt x="6237" y="2085"/>
                    <a:pt x="6239" y="2086"/>
                    <a:pt x="6244" y="2091"/>
                  </a:cubicBezTo>
                  <a:cubicBezTo>
                    <a:pt x="6244" y="2091"/>
                    <a:pt x="6244" y="2106"/>
                    <a:pt x="6244" y="2106"/>
                  </a:cubicBezTo>
                  <a:cubicBezTo>
                    <a:pt x="6229" y="2181"/>
                    <a:pt x="6259" y="2241"/>
                    <a:pt x="6274" y="2300"/>
                  </a:cubicBezTo>
                  <a:cubicBezTo>
                    <a:pt x="6283" y="2355"/>
                    <a:pt x="6303" y="2387"/>
                    <a:pt x="6335" y="2387"/>
                  </a:cubicBezTo>
                  <a:cubicBezTo>
                    <a:pt x="6355" y="2387"/>
                    <a:pt x="6379" y="2374"/>
                    <a:pt x="6408" y="2345"/>
                  </a:cubicBezTo>
                  <a:lnTo>
                    <a:pt x="6408" y="2330"/>
                  </a:lnTo>
                  <a:cubicBezTo>
                    <a:pt x="6423" y="2345"/>
                    <a:pt x="6438" y="2345"/>
                    <a:pt x="6408" y="2390"/>
                  </a:cubicBezTo>
                  <a:cubicBezTo>
                    <a:pt x="6349" y="2450"/>
                    <a:pt x="6393" y="2479"/>
                    <a:pt x="6453" y="2509"/>
                  </a:cubicBezTo>
                  <a:lnTo>
                    <a:pt x="6468" y="2509"/>
                  </a:lnTo>
                  <a:cubicBezTo>
                    <a:pt x="6498" y="2569"/>
                    <a:pt x="6513" y="2614"/>
                    <a:pt x="6543" y="2659"/>
                  </a:cubicBezTo>
                  <a:cubicBezTo>
                    <a:pt x="6513" y="2674"/>
                    <a:pt x="6483" y="2689"/>
                    <a:pt x="6483" y="2704"/>
                  </a:cubicBezTo>
                  <a:cubicBezTo>
                    <a:pt x="6483" y="2748"/>
                    <a:pt x="6498" y="2808"/>
                    <a:pt x="6513" y="2853"/>
                  </a:cubicBezTo>
                  <a:lnTo>
                    <a:pt x="6573" y="2808"/>
                  </a:lnTo>
                  <a:lnTo>
                    <a:pt x="6573" y="2883"/>
                  </a:lnTo>
                  <a:cubicBezTo>
                    <a:pt x="6528" y="2943"/>
                    <a:pt x="6513" y="3002"/>
                    <a:pt x="6588" y="3032"/>
                  </a:cubicBezTo>
                  <a:lnTo>
                    <a:pt x="6602" y="3032"/>
                  </a:lnTo>
                  <a:cubicBezTo>
                    <a:pt x="6602" y="3107"/>
                    <a:pt x="6677" y="3152"/>
                    <a:pt x="6722" y="3196"/>
                  </a:cubicBezTo>
                  <a:cubicBezTo>
                    <a:pt x="6647" y="3346"/>
                    <a:pt x="6767" y="3420"/>
                    <a:pt x="6841" y="3510"/>
                  </a:cubicBezTo>
                  <a:cubicBezTo>
                    <a:pt x="6812" y="3525"/>
                    <a:pt x="6752" y="3540"/>
                    <a:pt x="6797" y="3600"/>
                  </a:cubicBezTo>
                  <a:lnTo>
                    <a:pt x="7065" y="4302"/>
                  </a:lnTo>
                  <a:cubicBezTo>
                    <a:pt x="7095" y="4317"/>
                    <a:pt x="7110" y="4317"/>
                    <a:pt x="7140" y="4332"/>
                  </a:cubicBezTo>
                  <a:lnTo>
                    <a:pt x="7155" y="4406"/>
                  </a:lnTo>
                  <a:cubicBezTo>
                    <a:pt x="7143" y="4406"/>
                    <a:pt x="7131" y="4404"/>
                    <a:pt x="7120" y="4404"/>
                  </a:cubicBezTo>
                  <a:cubicBezTo>
                    <a:pt x="7104" y="4404"/>
                    <a:pt x="7089" y="4409"/>
                    <a:pt x="7080" y="4436"/>
                  </a:cubicBezTo>
                  <a:cubicBezTo>
                    <a:pt x="7065" y="4481"/>
                    <a:pt x="7125" y="4496"/>
                    <a:pt x="7155" y="4526"/>
                  </a:cubicBezTo>
                  <a:lnTo>
                    <a:pt x="7170" y="4541"/>
                  </a:lnTo>
                  <a:cubicBezTo>
                    <a:pt x="7155" y="4585"/>
                    <a:pt x="7140" y="4615"/>
                    <a:pt x="7140" y="4660"/>
                  </a:cubicBezTo>
                  <a:cubicBezTo>
                    <a:pt x="7185" y="4795"/>
                    <a:pt x="7245" y="4914"/>
                    <a:pt x="7289" y="5048"/>
                  </a:cubicBezTo>
                  <a:cubicBezTo>
                    <a:pt x="7289" y="5078"/>
                    <a:pt x="7289" y="5108"/>
                    <a:pt x="7289" y="5138"/>
                  </a:cubicBezTo>
                  <a:cubicBezTo>
                    <a:pt x="7334" y="5243"/>
                    <a:pt x="7379" y="5347"/>
                    <a:pt x="7454" y="5497"/>
                  </a:cubicBezTo>
                  <a:cubicBezTo>
                    <a:pt x="7454" y="5422"/>
                    <a:pt x="7454" y="5392"/>
                    <a:pt x="7469" y="5362"/>
                  </a:cubicBezTo>
                  <a:cubicBezTo>
                    <a:pt x="7499" y="5422"/>
                    <a:pt x="7543" y="5482"/>
                    <a:pt x="7573" y="5541"/>
                  </a:cubicBezTo>
                  <a:lnTo>
                    <a:pt x="7573" y="5571"/>
                  </a:lnTo>
                  <a:cubicBezTo>
                    <a:pt x="7573" y="5586"/>
                    <a:pt x="7573" y="5586"/>
                    <a:pt x="7558" y="5601"/>
                  </a:cubicBezTo>
                  <a:cubicBezTo>
                    <a:pt x="7558" y="5661"/>
                    <a:pt x="7573" y="5706"/>
                    <a:pt x="7588" y="5750"/>
                  </a:cubicBezTo>
                  <a:cubicBezTo>
                    <a:pt x="7618" y="5870"/>
                    <a:pt x="7618" y="6004"/>
                    <a:pt x="7738" y="6079"/>
                  </a:cubicBezTo>
                  <a:lnTo>
                    <a:pt x="7752" y="6079"/>
                  </a:lnTo>
                  <a:lnTo>
                    <a:pt x="7782" y="6169"/>
                  </a:lnTo>
                  <a:lnTo>
                    <a:pt x="7782" y="6184"/>
                  </a:lnTo>
                  <a:lnTo>
                    <a:pt x="7752" y="6184"/>
                  </a:lnTo>
                  <a:cubicBezTo>
                    <a:pt x="7723" y="6213"/>
                    <a:pt x="7723" y="6258"/>
                    <a:pt x="7752" y="6288"/>
                  </a:cubicBezTo>
                  <a:lnTo>
                    <a:pt x="7752" y="6303"/>
                  </a:lnTo>
                  <a:cubicBezTo>
                    <a:pt x="7738" y="6303"/>
                    <a:pt x="7723" y="6318"/>
                    <a:pt x="7708" y="6333"/>
                  </a:cubicBezTo>
                  <a:cubicBezTo>
                    <a:pt x="7693" y="6333"/>
                    <a:pt x="7723" y="6363"/>
                    <a:pt x="7738" y="6378"/>
                  </a:cubicBezTo>
                  <a:lnTo>
                    <a:pt x="7782" y="6333"/>
                  </a:lnTo>
                  <a:cubicBezTo>
                    <a:pt x="7827" y="6408"/>
                    <a:pt x="7782" y="6512"/>
                    <a:pt x="7872" y="6557"/>
                  </a:cubicBezTo>
                  <a:lnTo>
                    <a:pt x="7902" y="6557"/>
                  </a:lnTo>
                  <a:lnTo>
                    <a:pt x="7902" y="6572"/>
                  </a:lnTo>
                  <a:lnTo>
                    <a:pt x="7902" y="6632"/>
                  </a:lnTo>
                  <a:cubicBezTo>
                    <a:pt x="7902" y="6647"/>
                    <a:pt x="7887" y="6676"/>
                    <a:pt x="7887" y="6691"/>
                  </a:cubicBezTo>
                  <a:cubicBezTo>
                    <a:pt x="7902" y="6721"/>
                    <a:pt x="7902" y="6751"/>
                    <a:pt x="7932" y="6766"/>
                  </a:cubicBezTo>
                  <a:cubicBezTo>
                    <a:pt x="7827" y="6826"/>
                    <a:pt x="7917" y="6915"/>
                    <a:pt x="7917" y="7005"/>
                  </a:cubicBezTo>
                  <a:cubicBezTo>
                    <a:pt x="7947" y="7035"/>
                    <a:pt x="7991" y="7020"/>
                    <a:pt x="8021" y="7050"/>
                  </a:cubicBezTo>
                  <a:cubicBezTo>
                    <a:pt x="8036" y="7050"/>
                    <a:pt x="8051" y="7050"/>
                    <a:pt x="8066" y="7065"/>
                  </a:cubicBezTo>
                  <a:cubicBezTo>
                    <a:pt x="8066" y="7095"/>
                    <a:pt x="8066" y="7110"/>
                    <a:pt x="8066" y="7139"/>
                  </a:cubicBezTo>
                  <a:lnTo>
                    <a:pt x="8141" y="7214"/>
                  </a:lnTo>
                  <a:cubicBezTo>
                    <a:pt x="8156" y="7229"/>
                    <a:pt x="8171" y="7229"/>
                    <a:pt x="8186" y="7244"/>
                  </a:cubicBezTo>
                  <a:lnTo>
                    <a:pt x="8216" y="7274"/>
                  </a:lnTo>
                  <a:cubicBezTo>
                    <a:pt x="8216" y="7274"/>
                    <a:pt x="8216" y="7274"/>
                    <a:pt x="8216" y="7289"/>
                  </a:cubicBezTo>
                  <a:cubicBezTo>
                    <a:pt x="8216" y="7304"/>
                    <a:pt x="8230" y="7319"/>
                    <a:pt x="8245" y="7334"/>
                  </a:cubicBezTo>
                  <a:cubicBezTo>
                    <a:pt x="8245" y="7349"/>
                    <a:pt x="8260" y="7349"/>
                    <a:pt x="8260" y="7364"/>
                  </a:cubicBezTo>
                  <a:lnTo>
                    <a:pt x="8245" y="7722"/>
                  </a:lnTo>
                  <a:cubicBezTo>
                    <a:pt x="8290" y="7677"/>
                    <a:pt x="8320" y="7662"/>
                    <a:pt x="8350" y="7632"/>
                  </a:cubicBezTo>
                  <a:cubicBezTo>
                    <a:pt x="8350" y="7662"/>
                    <a:pt x="8350" y="7677"/>
                    <a:pt x="8350" y="7692"/>
                  </a:cubicBezTo>
                  <a:lnTo>
                    <a:pt x="8335" y="7692"/>
                  </a:lnTo>
                  <a:cubicBezTo>
                    <a:pt x="8260" y="7737"/>
                    <a:pt x="8260" y="7797"/>
                    <a:pt x="8320" y="7856"/>
                  </a:cubicBezTo>
                  <a:cubicBezTo>
                    <a:pt x="8380" y="7901"/>
                    <a:pt x="8410" y="7946"/>
                    <a:pt x="8425" y="8006"/>
                  </a:cubicBezTo>
                  <a:lnTo>
                    <a:pt x="8230" y="8006"/>
                  </a:lnTo>
                  <a:cubicBezTo>
                    <a:pt x="8216" y="8006"/>
                    <a:pt x="8216" y="7991"/>
                    <a:pt x="8201" y="7991"/>
                  </a:cubicBezTo>
                  <a:cubicBezTo>
                    <a:pt x="8186" y="7991"/>
                    <a:pt x="8171" y="7991"/>
                    <a:pt x="8156" y="8006"/>
                  </a:cubicBezTo>
                  <a:lnTo>
                    <a:pt x="8156" y="7991"/>
                  </a:lnTo>
                  <a:cubicBezTo>
                    <a:pt x="8126" y="7976"/>
                    <a:pt x="8096" y="7976"/>
                    <a:pt x="8066" y="7976"/>
                  </a:cubicBezTo>
                  <a:cubicBezTo>
                    <a:pt x="8066" y="7961"/>
                    <a:pt x="8066" y="7946"/>
                    <a:pt x="8051" y="7931"/>
                  </a:cubicBezTo>
                  <a:cubicBezTo>
                    <a:pt x="8051" y="7946"/>
                    <a:pt x="8021" y="7961"/>
                    <a:pt x="8021" y="7976"/>
                  </a:cubicBezTo>
                  <a:cubicBezTo>
                    <a:pt x="8021" y="7991"/>
                    <a:pt x="8021" y="7991"/>
                    <a:pt x="8006" y="7991"/>
                  </a:cubicBezTo>
                  <a:cubicBezTo>
                    <a:pt x="7991" y="7976"/>
                    <a:pt x="7973" y="7968"/>
                    <a:pt x="7952" y="7968"/>
                  </a:cubicBezTo>
                  <a:cubicBezTo>
                    <a:pt x="7932" y="7968"/>
                    <a:pt x="7909" y="7976"/>
                    <a:pt x="7887" y="7991"/>
                  </a:cubicBezTo>
                  <a:cubicBezTo>
                    <a:pt x="7872" y="7991"/>
                    <a:pt x="7872" y="7976"/>
                    <a:pt x="7857" y="7976"/>
                  </a:cubicBezTo>
                  <a:cubicBezTo>
                    <a:pt x="7857" y="7946"/>
                    <a:pt x="7842" y="7901"/>
                    <a:pt x="7842" y="7871"/>
                  </a:cubicBezTo>
                  <a:cubicBezTo>
                    <a:pt x="7812" y="7871"/>
                    <a:pt x="7782" y="7886"/>
                    <a:pt x="7738" y="7901"/>
                  </a:cubicBezTo>
                  <a:cubicBezTo>
                    <a:pt x="7738" y="7886"/>
                    <a:pt x="7738" y="7886"/>
                    <a:pt x="7738" y="7871"/>
                  </a:cubicBezTo>
                  <a:cubicBezTo>
                    <a:pt x="7618" y="7797"/>
                    <a:pt x="7484" y="7782"/>
                    <a:pt x="7334" y="7782"/>
                  </a:cubicBezTo>
                  <a:cubicBezTo>
                    <a:pt x="7327" y="7789"/>
                    <a:pt x="7319" y="7800"/>
                    <a:pt x="7312" y="7812"/>
                  </a:cubicBezTo>
                  <a:lnTo>
                    <a:pt x="7312" y="7812"/>
                  </a:lnTo>
                  <a:cubicBezTo>
                    <a:pt x="7226" y="7812"/>
                    <a:pt x="7153" y="7827"/>
                    <a:pt x="7080" y="7827"/>
                  </a:cubicBezTo>
                  <a:cubicBezTo>
                    <a:pt x="7051" y="7827"/>
                    <a:pt x="7036" y="7827"/>
                    <a:pt x="7006" y="7812"/>
                  </a:cubicBezTo>
                  <a:cubicBezTo>
                    <a:pt x="7051" y="7758"/>
                    <a:pt x="7031" y="7747"/>
                    <a:pt x="7001" y="7747"/>
                  </a:cubicBezTo>
                  <a:cubicBezTo>
                    <a:pt x="6982" y="7747"/>
                    <a:pt x="6958" y="7752"/>
                    <a:pt x="6946" y="7752"/>
                  </a:cubicBezTo>
                  <a:cubicBezTo>
                    <a:pt x="6752" y="7707"/>
                    <a:pt x="6573" y="7662"/>
                    <a:pt x="6378" y="7632"/>
                  </a:cubicBezTo>
                  <a:cubicBezTo>
                    <a:pt x="6289" y="7617"/>
                    <a:pt x="6199" y="7602"/>
                    <a:pt x="6095" y="7588"/>
                  </a:cubicBezTo>
                  <a:cubicBezTo>
                    <a:pt x="6095" y="7573"/>
                    <a:pt x="6080" y="7573"/>
                    <a:pt x="6080" y="7558"/>
                  </a:cubicBezTo>
                  <a:cubicBezTo>
                    <a:pt x="6080" y="7543"/>
                    <a:pt x="6050" y="7543"/>
                    <a:pt x="6035" y="7528"/>
                  </a:cubicBezTo>
                  <a:cubicBezTo>
                    <a:pt x="5960" y="7513"/>
                    <a:pt x="5886" y="7498"/>
                    <a:pt x="5811" y="7498"/>
                  </a:cubicBezTo>
                  <a:cubicBezTo>
                    <a:pt x="5796" y="7498"/>
                    <a:pt x="5781" y="7513"/>
                    <a:pt x="5766" y="7513"/>
                  </a:cubicBezTo>
                  <a:lnTo>
                    <a:pt x="5617" y="7483"/>
                  </a:lnTo>
                  <a:cubicBezTo>
                    <a:pt x="5599" y="7466"/>
                    <a:pt x="5582" y="7458"/>
                    <a:pt x="5564" y="7458"/>
                  </a:cubicBezTo>
                  <a:cubicBezTo>
                    <a:pt x="5552" y="7458"/>
                    <a:pt x="5539" y="7462"/>
                    <a:pt x="5527" y="7468"/>
                  </a:cubicBezTo>
                  <a:cubicBezTo>
                    <a:pt x="5512" y="7468"/>
                    <a:pt x="5512" y="7468"/>
                    <a:pt x="5512" y="7483"/>
                  </a:cubicBezTo>
                  <a:lnTo>
                    <a:pt x="5363" y="7408"/>
                  </a:lnTo>
                  <a:cubicBezTo>
                    <a:pt x="5306" y="7363"/>
                    <a:pt x="5250" y="7318"/>
                    <a:pt x="5187" y="7318"/>
                  </a:cubicBezTo>
                  <a:cubicBezTo>
                    <a:pt x="5167" y="7318"/>
                    <a:pt x="5146" y="7323"/>
                    <a:pt x="5124" y="7334"/>
                  </a:cubicBezTo>
                  <a:lnTo>
                    <a:pt x="5109" y="7334"/>
                  </a:lnTo>
                  <a:cubicBezTo>
                    <a:pt x="5099" y="7330"/>
                    <a:pt x="5089" y="7329"/>
                    <a:pt x="5081" y="7329"/>
                  </a:cubicBezTo>
                  <a:cubicBezTo>
                    <a:pt x="5065" y="7329"/>
                    <a:pt x="5051" y="7333"/>
                    <a:pt x="5038" y="7333"/>
                  </a:cubicBezTo>
                  <a:cubicBezTo>
                    <a:pt x="5026" y="7333"/>
                    <a:pt x="5015" y="7330"/>
                    <a:pt x="5004" y="7319"/>
                  </a:cubicBezTo>
                  <a:cubicBezTo>
                    <a:pt x="4989" y="7319"/>
                    <a:pt x="4974" y="7319"/>
                    <a:pt x="4960" y="7334"/>
                  </a:cubicBezTo>
                  <a:lnTo>
                    <a:pt x="4780" y="7274"/>
                  </a:lnTo>
                  <a:cubicBezTo>
                    <a:pt x="4750" y="7244"/>
                    <a:pt x="4661" y="7259"/>
                    <a:pt x="4631" y="7199"/>
                  </a:cubicBezTo>
                  <a:cubicBezTo>
                    <a:pt x="4482" y="7154"/>
                    <a:pt x="4317" y="7139"/>
                    <a:pt x="4153" y="7080"/>
                  </a:cubicBezTo>
                  <a:cubicBezTo>
                    <a:pt x="3944" y="7020"/>
                    <a:pt x="3720" y="7050"/>
                    <a:pt x="3496" y="7005"/>
                  </a:cubicBezTo>
                  <a:cubicBezTo>
                    <a:pt x="3369" y="6984"/>
                    <a:pt x="3235" y="6963"/>
                    <a:pt x="3104" y="6963"/>
                  </a:cubicBezTo>
                  <a:cubicBezTo>
                    <a:pt x="3049" y="6963"/>
                    <a:pt x="2996" y="6966"/>
                    <a:pt x="2943" y="6975"/>
                  </a:cubicBezTo>
                  <a:lnTo>
                    <a:pt x="2898" y="6975"/>
                  </a:lnTo>
                  <a:cubicBezTo>
                    <a:pt x="2868" y="6975"/>
                    <a:pt x="2854" y="6960"/>
                    <a:pt x="2824" y="6960"/>
                  </a:cubicBezTo>
                  <a:cubicBezTo>
                    <a:pt x="2510" y="6915"/>
                    <a:pt x="2211" y="6886"/>
                    <a:pt x="1898" y="6856"/>
                  </a:cubicBezTo>
                  <a:cubicBezTo>
                    <a:pt x="1778" y="6841"/>
                    <a:pt x="1674" y="6811"/>
                    <a:pt x="1554" y="6796"/>
                  </a:cubicBezTo>
                  <a:cubicBezTo>
                    <a:pt x="1345" y="6781"/>
                    <a:pt x="1121" y="6766"/>
                    <a:pt x="912" y="6736"/>
                  </a:cubicBezTo>
                  <a:lnTo>
                    <a:pt x="882" y="6647"/>
                  </a:lnTo>
                  <a:cubicBezTo>
                    <a:pt x="957" y="6602"/>
                    <a:pt x="1002" y="6557"/>
                    <a:pt x="1031" y="6482"/>
                  </a:cubicBezTo>
                  <a:cubicBezTo>
                    <a:pt x="1061" y="6423"/>
                    <a:pt x="1091" y="6363"/>
                    <a:pt x="1091" y="6303"/>
                  </a:cubicBezTo>
                  <a:cubicBezTo>
                    <a:pt x="1091" y="6273"/>
                    <a:pt x="1061" y="6243"/>
                    <a:pt x="1016" y="6213"/>
                  </a:cubicBezTo>
                  <a:lnTo>
                    <a:pt x="1016" y="6199"/>
                  </a:lnTo>
                  <a:cubicBezTo>
                    <a:pt x="1016" y="6184"/>
                    <a:pt x="1016" y="6184"/>
                    <a:pt x="1016" y="6169"/>
                  </a:cubicBezTo>
                  <a:lnTo>
                    <a:pt x="1091" y="6124"/>
                  </a:lnTo>
                  <a:lnTo>
                    <a:pt x="1151" y="6124"/>
                  </a:lnTo>
                  <a:cubicBezTo>
                    <a:pt x="1226" y="6064"/>
                    <a:pt x="1285" y="5989"/>
                    <a:pt x="1345" y="5900"/>
                  </a:cubicBezTo>
                  <a:cubicBezTo>
                    <a:pt x="1405" y="5795"/>
                    <a:pt x="1494" y="5721"/>
                    <a:pt x="1509" y="5586"/>
                  </a:cubicBezTo>
                  <a:cubicBezTo>
                    <a:pt x="1584" y="5571"/>
                    <a:pt x="1614" y="5526"/>
                    <a:pt x="1614" y="5452"/>
                  </a:cubicBezTo>
                  <a:cubicBezTo>
                    <a:pt x="1614" y="5452"/>
                    <a:pt x="1614" y="5452"/>
                    <a:pt x="1614" y="5437"/>
                  </a:cubicBezTo>
                  <a:cubicBezTo>
                    <a:pt x="1733" y="5287"/>
                    <a:pt x="1868" y="5138"/>
                    <a:pt x="1987" y="5004"/>
                  </a:cubicBezTo>
                  <a:cubicBezTo>
                    <a:pt x="2152" y="4929"/>
                    <a:pt x="2226" y="4765"/>
                    <a:pt x="2361" y="4645"/>
                  </a:cubicBezTo>
                  <a:cubicBezTo>
                    <a:pt x="2361" y="4645"/>
                    <a:pt x="2361" y="4630"/>
                    <a:pt x="2361" y="4630"/>
                  </a:cubicBezTo>
                  <a:cubicBezTo>
                    <a:pt x="2376" y="4645"/>
                    <a:pt x="2391" y="4645"/>
                    <a:pt x="2391" y="4645"/>
                  </a:cubicBezTo>
                  <a:cubicBezTo>
                    <a:pt x="2435" y="4645"/>
                    <a:pt x="2480" y="4630"/>
                    <a:pt x="2510" y="4615"/>
                  </a:cubicBezTo>
                  <a:cubicBezTo>
                    <a:pt x="2510" y="4585"/>
                    <a:pt x="2495" y="4556"/>
                    <a:pt x="2480" y="4541"/>
                  </a:cubicBezTo>
                  <a:cubicBezTo>
                    <a:pt x="2465" y="4526"/>
                    <a:pt x="2450" y="4511"/>
                    <a:pt x="2435" y="4511"/>
                  </a:cubicBezTo>
                  <a:cubicBezTo>
                    <a:pt x="2435" y="4511"/>
                    <a:pt x="2435" y="4511"/>
                    <a:pt x="2435" y="4496"/>
                  </a:cubicBezTo>
                  <a:cubicBezTo>
                    <a:pt x="2585" y="4376"/>
                    <a:pt x="2674" y="4212"/>
                    <a:pt x="2764" y="4033"/>
                  </a:cubicBezTo>
                  <a:cubicBezTo>
                    <a:pt x="2883" y="3839"/>
                    <a:pt x="2988" y="3630"/>
                    <a:pt x="3122" y="3450"/>
                  </a:cubicBezTo>
                  <a:cubicBezTo>
                    <a:pt x="3182" y="3376"/>
                    <a:pt x="3242" y="3301"/>
                    <a:pt x="3257" y="3211"/>
                  </a:cubicBezTo>
                  <a:lnTo>
                    <a:pt x="3257" y="3196"/>
                  </a:lnTo>
                  <a:lnTo>
                    <a:pt x="3331" y="3077"/>
                  </a:lnTo>
                  <a:lnTo>
                    <a:pt x="3346" y="3077"/>
                  </a:lnTo>
                  <a:cubicBezTo>
                    <a:pt x="3376" y="3062"/>
                    <a:pt x="3391" y="3062"/>
                    <a:pt x="3406" y="3047"/>
                  </a:cubicBezTo>
                  <a:cubicBezTo>
                    <a:pt x="3645" y="2748"/>
                    <a:pt x="3884" y="2435"/>
                    <a:pt x="4108" y="2136"/>
                  </a:cubicBezTo>
                  <a:cubicBezTo>
                    <a:pt x="4123" y="2106"/>
                    <a:pt x="4153" y="2091"/>
                    <a:pt x="4138" y="2061"/>
                  </a:cubicBezTo>
                  <a:cubicBezTo>
                    <a:pt x="4243" y="1987"/>
                    <a:pt x="4317" y="1897"/>
                    <a:pt x="4377" y="1807"/>
                  </a:cubicBezTo>
                  <a:cubicBezTo>
                    <a:pt x="4377" y="1792"/>
                    <a:pt x="4392" y="1778"/>
                    <a:pt x="4377" y="1763"/>
                  </a:cubicBezTo>
                  <a:lnTo>
                    <a:pt x="4467" y="1658"/>
                  </a:lnTo>
                  <a:cubicBezTo>
                    <a:pt x="4467" y="1628"/>
                    <a:pt x="4467" y="1598"/>
                    <a:pt x="4452" y="1583"/>
                  </a:cubicBezTo>
                  <a:lnTo>
                    <a:pt x="4452" y="1583"/>
                  </a:lnTo>
                  <a:cubicBezTo>
                    <a:pt x="4471" y="1590"/>
                    <a:pt x="4487" y="1592"/>
                    <a:pt x="4501" y="1592"/>
                  </a:cubicBezTo>
                  <a:cubicBezTo>
                    <a:pt x="4587" y="1592"/>
                    <a:pt x="4595" y="1490"/>
                    <a:pt x="4646" y="1464"/>
                  </a:cubicBezTo>
                  <a:cubicBezTo>
                    <a:pt x="4691" y="1404"/>
                    <a:pt x="4735" y="1359"/>
                    <a:pt x="4795" y="1315"/>
                  </a:cubicBezTo>
                  <a:cubicBezTo>
                    <a:pt x="4825" y="1270"/>
                    <a:pt x="4855" y="1240"/>
                    <a:pt x="4885" y="1210"/>
                  </a:cubicBezTo>
                  <a:lnTo>
                    <a:pt x="4930" y="1210"/>
                  </a:lnTo>
                  <a:cubicBezTo>
                    <a:pt x="4989" y="1150"/>
                    <a:pt x="5049" y="1105"/>
                    <a:pt x="5064" y="1016"/>
                  </a:cubicBezTo>
                  <a:lnTo>
                    <a:pt x="5124" y="971"/>
                  </a:lnTo>
                  <a:cubicBezTo>
                    <a:pt x="5228" y="866"/>
                    <a:pt x="5318" y="762"/>
                    <a:pt x="5423" y="642"/>
                  </a:cubicBezTo>
                  <a:cubicBezTo>
                    <a:pt x="5452" y="613"/>
                    <a:pt x="5482" y="568"/>
                    <a:pt x="5512" y="538"/>
                  </a:cubicBezTo>
                  <a:close/>
                  <a:moveTo>
                    <a:pt x="5647" y="0"/>
                  </a:moveTo>
                  <a:cubicBezTo>
                    <a:pt x="5497" y="0"/>
                    <a:pt x="5363" y="120"/>
                    <a:pt x="5363" y="209"/>
                  </a:cubicBezTo>
                  <a:cubicBezTo>
                    <a:pt x="5348" y="239"/>
                    <a:pt x="5318" y="254"/>
                    <a:pt x="5303" y="269"/>
                  </a:cubicBezTo>
                  <a:cubicBezTo>
                    <a:pt x="5258" y="299"/>
                    <a:pt x="5213" y="314"/>
                    <a:pt x="5169" y="329"/>
                  </a:cubicBezTo>
                  <a:cubicBezTo>
                    <a:pt x="5109" y="374"/>
                    <a:pt x="5049" y="403"/>
                    <a:pt x="5004" y="448"/>
                  </a:cubicBezTo>
                  <a:cubicBezTo>
                    <a:pt x="4870" y="598"/>
                    <a:pt x="4721" y="732"/>
                    <a:pt x="4586" y="881"/>
                  </a:cubicBezTo>
                  <a:cubicBezTo>
                    <a:pt x="4511" y="1016"/>
                    <a:pt x="4317" y="1046"/>
                    <a:pt x="4272" y="1225"/>
                  </a:cubicBezTo>
                  <a:cubicBezTo>
                    <a:pt x="4287" y="1210"/>
                    <a:pt x="4302" y="1195"/>
                    <a:pt x="4317" y="1180"/>
                  </a:cubicBezTo>
                  <a:lnTo>
                    <a:pt x="4317" y="1180"/>
                  </a:lnTo>
                  <a:cubicBezTo>
                    <a:pt x="4317" y="1195"/>
                    <a:pt x="4302" y="1195"/>
                    <a:pt x="4302" y="1210"/>
                  </a:cubicBezTo>
                  <a:cubicBezTo>
                    <a:pt x="4302" y="1210"/>
                    <a:pt x="4287" y="1210"/>
                    <a:pt x="4272" y="1225"/>
                  </a:cubicBezTo>
                  <a:cubicBezTo>
                    <a:pt x="4243" y="1255"/>
                    <a:pt x="4213" y="1285"/>
                    <a:pt x="4183" y="1315"/>
                  </a:cubicBezTo>
                  <a:cubicBezTo>
                    <a:pt x="4165" y="1307"/>
                    <a:pt x="4150" y="1304"/>
                    <a:pt x="4137" y="1304"/>
                  </a:cubicBezTo>
                  <a:cubicBezTo>
                    <a:pt x="4072" y="1304"/>
                    <a:pt x="4056" y="1384"/>
                    <a:pt x="4019" y="1434"/>
                  </a:cubicBezTo>
                  <a:cubicBezTo>
                    <a:pt x="3974" y="1479"/>
                    <a:pt x="3929" y="1524"/>
                    <a:pt x="3899" y="1568"/>
                  </a:cubicBezTo>
                  <a:lnTo>
                    <a:pt x="3884" y="1568"/>
                  </a:lnTo>
                  <a:lnTo>
                    <a:pt x="3660" y="1852"/>
                  </a:lnTo>
                  <a:cubicBezTo>
                    <a:pt x="3630" y="1897"/>
                    <a:pt x="3570" y="1942"/>
                    <a:pt x="3541" y="1987"/>
                  </a:cubicBezTo>
                  <a:cubicBezTo>
                    <a:pt x="3481" y="2076"/>
                    <a:pt x="3361" y="2121"/>
                    <a:pt x="3406" y="2255"/>
                  </a:cubicBezTo>
                  <a:lnTo>
                    <a:pt x="3376" y="2300"/>
                  </a:lnTo>
                  <a:lnTo>
                    <a:pt x="3376" y="2315"/>
                  </a:lnTo>
                  <a:cubicBezTo>
                    <a:pt x="3331" y="2315"/>
                    <a:pt x="3302" y="2330"/>
                    <a:pt x="3272" y="2345"/>
                  </a:cubicBezTo>
                  <a:lnTo>
                    <a:pt x="3257" y="2345"/>
                  </a:lnTo>
                  <a:cubicBezTo>
                    <a:pt x="3227" y="2420"/>
                    <a:pt x="3182" y="2479"/>
                    <a:pt x="3152" y="2539"/>
                  </a:cubicBezTo>
                  <a:cubicBezTo>
                    <a:pt x="3107" y="2599"/>
                    <a:pt x="3078" y="2644"/>
                    <a:pt x="3033" y="2689"/>
                  </a:cubicBezTo>
                  <a:cubicBezTo>
                    <a:pt x="3033" y="2689"/>
                    <a:pt x="3018" y="2704"/>
                    <a:pt x="3018" y="2704"/>
                  </a:cubicBezTo>
                  <a:cubicBezTo>
                    <a:pt x="2988" y="2733"/>
                    <a:pt x="2943" y="2763"/>
                    <a:pt x="2913" y="2808"/>
                  </a:cubicBezTo>
                  <a:cubicBezTo>
                    <a:pt x="2809" y="2957"/>
                    <a:pt x="2704" y="3107"/>
                    <a:pt x="2615" y="3256"/>
                  </a:cubicBezTo>
                  <a:cubicBezTo>
                    <a:pt x="2510" y="3406"/>
                    <a:pt x="2405" y="3555"/>
                    <a:pt x="2301" y="3704"/>
                  </a:cubicBezTo>
                  <a:cubicBezTo>
                    <a:pt x="2167" y="3913"/>
                    <a:pt x="2032" y="4108"/>
                    <a:pt x="1898" y="4302"/>
                  </a:cubicBezTo>
                  <a:cubicBezTo>
                    <a:pt x="1838" y="4332"/>
                    <a:pt x="1808" y="4361"/>
                    <a:pt x="1808" y="4421"/>
                  </a:cubicBezTo>
                  <a:cubicBezTo>
                    <a:pt x="1689" y="4571"/>
                    <a:pt x="1569" y="4735"/>
                    <a:pt x="1465" y="4884"/>
                  </a:cubicBezTo>
                  <a:cubicBezTo>
                    <a:pt x="1435" y="4944"/>
                    <a:pt x="1435" y="5019"/>
                    <a:pt x="1390" y="5063"/>
                  </a:cubicBezTo>
                  <a:cubicBezTo>
                    <a:pt x="1315" y="5153"/>
                    <a:pt x="1226" y="5213"/>
                    <a:pt x="1151" y="5287"/>
                  </a:cubicBezTo>
                  <a:cubicBezTo>
                    <a:pt x="1136" y="5302"/>
                    <a:pt x="1136" y="5347"/>
                    <a:pt x="1121" y="5362"/>
                  </a:cubicBezTo>
                  <a:cubicBezTo>
                    <a:pt x="1121" y="5392"/>
                    <a:pt x="1121" y="5407"/>
                    <a:pt x="1106" y="5422"/>
                  </a:cubicBezTo>
                  <a:cubicBezTo>
                    <a:pt x="1046" y="5497"/>
                    <a:pt x="987" y="5571"/>
                    <a:pt x="927" y="5646"/>
                  </a:cubicBezTo>
                  <a:cubicBezTo>
                    <a:pt x="912" y="5676"/>
                    <a:pt x="882" y="5706"/>
                    <a:pt x="867" y="5736"/>
                  </a:cubicBezTo>
                  <a:lnTo>
                    <a:pt x="852" y="5736"/>
                  </a:lnTo>
                  <a:cubicBezTo>
                    <a:pt x="777" y="5870"/>
                    <a:pt x="718" y="6004"/>
                    <a:pt x="643" y="6139"/>
                  </a:cubicBezTo>
                  <a:cubicBezTo>
                    <a:pt x="598" y="6184"/>
                    <a:pt x="553" y="6228"/>
                    <a:pt x="509" y="6288"/>
                  </a:cubicBezTo>
                  <a:lnTo>
                    <a:pt x="389" y="6333"/>
                  </a:lnTo>
                  <a:cubicBezTo>
                    <a:pt x="374" y="6348"/>
                    <a:pt x="374" y="6363"/>
                    <a:pt x="359" y="6363"/>
                  </a:cubicBezTo>
                  <a:cubicBezTo>
                    <a:pt x="329" y="6408"/>
                    <a:pt x="314" y="6438"/>
                    <a:pt x="285" y="6467"/>
                  </a:cubicBezTo>
                  <a:cubicBezTo>
                    <a:pt x="285" y="6467"/>
                    <a:pt x="270" y="6482"/>
                    <a:pt x="270" y="6482"/>
                  </a:cubicBezTo>
                  <a:lnTo>
                    <a:pt x="240" y="6482"/>
                  </a:lnTo>
                  <a:cubicBezTo>
                    <a:pt x="195" y="6542"/>
                    <a:pt x="150" y="6602"/>
                    <a:pt x="90" y="6647"/>
                  </a:cubicBezTo>
                  <a:cubicBezTo>
                    <a:pt x="1" y="6721"/>
                    <a:pt x="1" y="6796"/>
                    <a:pt x="105" y="6856"/>
                  </a:cubicBezTo>
                  <a:cubicBezTo>
                    <a:pt x="150" y="6886"/>
                    <a:pt x="180" y="6915"/>
                    <a:pt x="225" y="6945"/>
                  </a:cubicBezTo>
                  <a:cubicBezTo>
                    <a:pt x="225" y="6945"/>
                    <a:pt x="240" y="6960"/>
                    <a:pt x="255" y="6960"/>
                  </a:cubicBezTo>
                  <a:cubicBezTo>
                    <a:pt x="270" y="6975"/>
                    <a:pt x="285" y="6990"/>
                    <a:pt x="300" y="7005"/>
                  </a:cubicBezTo>
                  <a:cubicBezTo>
                    <a:pt x="300" y="7005"/>
                    <a:pt x="314" y="7020"/>
                    <a:pt x="314" y="7020"/>
                  </a:cubicBezTo>
                  <a:cubicBezTo>
                    <a:pt x="344" y="7035"/>
                    <a:pt x="389" y="7065"/>
                    <a:pt x="419" y="7095"/>
                  </a:cubicBezTo>
                  <a:cubicBezTo>
                    <a:pt x="434" y="7095"/>
                    <a:pt x="449" y="7110"/>
                    <a:pt x="479" y="7125"/>
                  </a:cubicBezTo>
                  <a:cubicBezTo>
                    <a:pt x="539" y="7139"/>
                    <a:pt x="583" y="7154"/>
                    <a:pt x="643" y="7184"/>
                  </a:cubicBezTo>
                  <a:cubicBezTo>
                    <a:pt x="673" y="7184"/>
                    <a:pt x="688" y="7199"/>
                    <a:pt x="703" y="7199"/>
                  </a:cubicBezTo>
                  <a:lnTo>
                    <a:pt x="972" y="7289"/>
                  </a:lnTo>
                  <a:cubicBezTo>
                    <a:pt x="1061" y="7289"/>
                    <a:pt x="1151" y="7304"/>
                    <a:pt x="1240" y="7304"/>
                  </a:cubicBezTo>
                  <a:cubicBezTo>
                    <a:pt x="1268" y="7322"/>
                    <a:pt x="1290" y="7335"/>
                    <a:pt x="1317" y="7335"/>
                  </a:cubicBezTo>
                  <a:cubicBezTo>
                    <a:pt x="1334" y="7335"/>
                    <a:pt x="1352" y="7330"/>
                    <a:pt x="1375" y="7319"/>
                  </a:cubicBezTo>
                  <a:cubicBezTo>
                    <a:pt x="1599" y="7364"/>
                    <a:pt x="1823" y="7393"/>
                    <a:pt x="2062" y="7438"/>
                  </a:cubicBezTo>
                  <a:lnTo>
                    <a:pt x="2107" y="7438"/>
                  </a:lnTo>
                  <a:cubicBezTo>
                    <a:pt x="2152" y="7438"/>
                    <a:pt x="2196" y="7453"/>
                    <a:pt x="2226" y="7453"/>
                  </a:cubicBezTo>
                  <a:cubicBezTo>
                    <a:pt x="2331" y="7468"/>
                    <a:pt x="2420" y="7468"/>
                    <a:pt x="2525" y="7483"/>
                  </a:cubicBezTo>
                  <a:cubicBezTo>
                    <a:pt x="2883" y="7528"/>
                    <a:pt x="3257" y="7573"/>
                    <a:pt x="3615" y="7617"/>
                  </a:cubicBezTo>
                  <a:cubicBezTo>
                    <a:pt x="3780" y="7632"/>
                    <a:pt x="3959" y="7647"/>
                    <a:pt x="4123" y="7662"/>
                  </a:cubicBezTo>
                  <a:cubicBezTo>
                    <a:pt x="4138" y="7677"/>
                    <a:pt x="4138" y="7677"/>
                    <a:pt x="4153" y="7677"/>
                  </a:cubicBezTo>
                  <a:cubicBezTo>
                    <a:pt x="4228" y="7692"/>
                    <a:pt x="4302" y="7692"/>
                    <a:pt x="4377" y="7707"/>
                  </a:cubicBezTo>
                  <a:cubicBezTo>
                    <a:pt x="4526" y="7737"/>
                    <a:pt x="4691" y="7767"/>
                    <a:pt x="4840" y="7812"/>
                  </a:cubicBezTo>
                  <a:cubicBezTo>
                    <a:pt x="4885" y="7812"/>
                    <a:pt x="4915" y="7827"/>
                    <a:pt x="4960" y="7841"/>
                  </a:cubicBezTo>
                  <a:lnTo>
                    <a:pt x="5079" y="7856"/>
                  </a:lnTo>
                  <a:lnTo>
                    <a:pt x="5363" y="7901"/>
                  </a:lnTo>
                  <a:cubicBezTo>
                    <a:pt x="5418" y="7920"/>
                    <a:pt x="5479" y="7955"/>
                    <a:pt x="5538" y="7955"/>
                  </a:cubicBezTo>
                  <a:cubicBezTo>
                    <a:pt x="5576" y="7955"/>
                    <a:pt x="5612" y="7941"/>
                    <a:pt x="5647" y="7901"/>
                  </a:cubicBezTo>
                  <a:lnTo>
                    <a:pt x="5676" y="7901"/>
                  </a:lnTo>
                  <a:cubicBezTo>
                    <a:pt x="5691" y="7931"/>
                    <a:pt x="5721" y="7961"/>
                    <a:pt x="5736" y="7976"/>
                  </a:cubicBezTo>
                  <a:cubicBezTo>
                    <a:pt x="5945" y="8021"/>
                    <a:pt x="6154" y="8066"/>
                    <a:pt x="6349" y="8095"/>
                  </a:cubicBezTo>
                  <a:cubicBezTo>
                    <a:pt x="6378" y="8095"/>
                    <a:pt x="6423" y="8080"/>
                    <a:pt x="6453" y="8066"/>
                  </a:cubicBezTo>
                  <a:cubicBezTo>
                    <a:pt x="6522" y="8111"/>
                    <a:pt x="6599" y="8175"/>
                    <a:pt x="6686" y="8175"/>
                  </a:cubicBezTo>
                  <a:cubicBezTo>
                    <a:pt x="6712" y="8175"/>
                    <a:pt x="6739" y="8169"/>
                    <a:pt x="6767" y="8155"/>
                  </a:cubicBezTo>
                  <a:cubicBezTo>
                    <a:pt x="6871" y="8170"/>
                    <a:pt x="6976" y="8200"/>
                    <a:pt x="7080" y="8215"/>
                  </a:cubicBezTo>
                  <a:cubicBezTo>
                    <a:pt x="7155" y="8215"/>
                    <a:pt x="7245" y="8230"/>
                    <a:pt x="7319" y="8245"/>
                  </a:cubicBezTo>
                  <a:cubicBezTo>
                    <a:pt x="7343" y="8263"/>
                    <a:pt x="7364" y="8270"/>
                    <a:pt x="7385" y="8270"/>
                  </a:cubicBezTo>
                  <a:cubicBezTo>
                    <a:pt x="7431" y="8270"/>
                    <a:pt x="7472" y="8235"/>
                    <a:pt x="7514" y="8215"/>
                  </a:cubicBezTo>
                  <a:cubicBezTo>
                    <a:pt x="7543" y="8230"/>
                    <a:pt x="7573" y="8230"/>
                    <a:pt x="7588" y="8245"/>
                  </a:cubicBezTo>
                  <a:cubicBezTo>
                    <a:pt x="7614" y="8285"/>
                    <a:pt x="7630" y="8300"/>
                    <a:pt x="7643" y="8300"/>
                  </a:cubicBezTo>
                  <a:cubicBezTo>
                    <a:pt x="7666" y="8300"/>
                    <a:pt x="7673" y="8244"/>
                    <a:pt x="7693" y="8215"/>
                  </a:cubicBezTo>
                  <a:lnTo>
                    <a:pt x="7857" y="8200"/>
                  </a:lnTo>
                  <a:cubicBezTo>
                    <a:pt x="7887" y="8230"/>
                    <a:pt x="7917" y="8245"/>
                    <a:pt x="7947" y="8260"/>
                  </a:cubicBezTo>
                  <a:cubicBezTo>
                    <a:pt x="7947" y="8290"/>
                    <a:pt x="7932" y="8334"/>
                    <a:pt x="7932" y="8334"/>
                  </a:cubicBezTo>
                  <a:cubicBezTo>
                    <a:pt x="7977" y="8334"/>
                    <a:pt x="8021" y="8334"/>
                    <a:pt x="8066" y="8349"/>
                  </a:cubicBezTo>
                  <a:cubicBezTo>
                    <a:pt x="8081" y="8349"/>
                    <a:pt x="8096" y="8379"/>
                    <a:pt x="8126" y="8394"/>
                  </a:cubicBezTo>
                  <a:cubicBezTo>
                    <a:pt x="8126" y="8364"/>
                    <a:pt x="8141" y="8319"/>
                    <a:pt x="8156" y="8290"/>
                  </a:cubicBezTo>
                  <a:lnTo>
                    <a:pt x="8201" y="8304"/>
                  </a:lnTo>
                  <a:cubicBezTo>
                    <a:pt x="8245" y="8304"/>
                    <a:pt x="8275" y="8290"/>
                    <a:pt x="8320" y="8290"/>
                  </a:cubicBezTo>
                  <a:cubicBezTo>
                    <a:pt x="8320" y="8290"/>
                    <a:pt x="8320" y="8275"/>
                    <a:pt x="8320" y="8275"/>
                  </a:cubicBezTo>
                  <a:cubicBezTo>
                    <a:pt x="8350" y="8275"/>
                    <a:pt x="8365" y="8290"/>
                    <a:pt x="8380" y="8290"/>
                  </a:cubicBezTo>
                  <a:lnTo>
                    <a:pt x="8395" y="8290"/>
                  </a:lnTo>
                  <a:cubicBezTo>
                    <a:pt x="8420" y="8302"/>
                    <a:pt x="8468" y="8337"/>
                    <a:pt x="8500" y="8337"/>
                  </a:cubicBezTo>
                  <a:cubicBezTo>
                    <a:pt x="8505" y="8337"/>
                    <a:pt x="8510" y="8336"/>
                    <a:pt x="8514" y="8334"/>
                  </a:cubicBezTo>
                  <a:cubicBezTo>
                    <a:pt x="8589" y="8319"/>
                    <a:pt x="8634" y="8260"/>
                    <a:pt x="8693" y="8215"/>
                  </a:cubicBezTo>
                  <a:cubicBezTo>
                    <a:pt x="8708" y="8200"/>
                    <a:pt x="8723" y="8185"/>
                    <a:pt x="8738" y="8185"/>
                  </a:cubicBezTo>
                  <a:lnTo>
                    <a:pt x="8693" y="8215"/>
                  </a:lnTo>
                  <a:cubicBezTo>
                    <a:pt x="8732" y="8215"/>
                    <a:pt x="8781" y="8248"/>
                    <a:pt x="8813" y="8248"/>
                  </a:cubicBezTo>
                  <a:cubicBezTo>
                    <a:pt x="8819" y="8248"/>
                    <a:pt x="8824" y="8247"/>
                    <a:pt x="8828" y="8245"/>
                  </a:cubicBezTo>
                  <a:cubicBezTo>
                    <a:pt x="8873" y="8215"/>
                    <a:pt x="8947" y="8170"/>
                    <a:pt x="8873" y="8095"/>
                  </a:cubicBezTo>
                  <a:cubicBezTo>
                    <a:pt x="8873" y="8080"/>
                    <a:pt x="8873" y="8066"/>
                    <a:pt x="8873" y="8036"/>
                  </a:cubicBezTo>
                  <a:lnTo>
                    <a:pt x="8858" y="8036"/>
                  </a:lnTo>
                  <a:cubicBezTo>
                    <a:pt x="8843" y="8006"/>
                    <a:pt x="8813" y="7976"/>
                    <a:pt x="8783" y="7961"/>
                  </a:cubicBezTo>
                  <a:lnTo>
                    <a:pt x="8783" y="7946"/>
                  </a:lnTo>
                  <a:cubicBezTo>
                    <a:pt x="8796" y="7893"/>
                    <a:pt x="8832" y="7806"/>
                    <a:pt x="8739" y="7806"/>
                  </a:cubicBezTo>
                  <a:cubicBezTo>
                    <a:pt x="8727" y="7806"/>
                    <a:pt x="8711" y="7808"/>
                    <a:pt x="8693" y="7812"/>
                  </a:cubicBezTo>
                  <a:lnTo>
                    <a:pt x="8708" y="7722"/>
                  </a:lnTo>
                  <a:lnTo>
                    <a:pt x="8708" y="7722"/>
                  </a:lnTo>
                  <a:cubicBezTo>
                    <a:pt x="8664" y="7737"/>
                    <a:pt x="8634" y="7752"/>
                    <a:pt x="8589" y="7782"/>
                  </a:cubicBezTo>
                  <a:cubicBezTo>
                    <a:pt x="8589" y="7752"/>
                    <a:pt x="8604" y="7722"/>
                    <a:pt x="8619" y="7692"/>
                  </a:cubicBezTo>
                  <a:lnTo>
                    <a:pt x="8664" y="7602"/>
                  </a:lnTo>
                  <a:cubicBezTo>
                    <a:pt x="8664" y="7573"/>
                    <a:pt x="8649" y="7543"/>
                    <a:pt x="8634" y="7513"/>
                  </a:cubicBezTo>
                  <a:lnTo>
                    <a:pt x="8574" y="7378"/>
                  </a:lnTo>
                  <a:cubicBezTo>
                    <a:pt x="8559" y="7334"/>
                    <a:pt x="8544" y="7304"/>
                    <a:pt x="8514" y="7259"/>
                  </a:cubicBezTo>
                  <a:lnTo>
                    <a:pt x="8440" y="7259"/>
                  </a:lnTo>
                  <a:cubicBezTo>
                    <a:pt x="8469" y="7229"/>
                    <a:pt x="8499" y="7199"/>
                    <a:pt x="8514" y="7169"/>
                  </a:cubicBezTo>
                  <a:cubicBezTo>
                    <a:pt x="8514" y="7169"/>
                    <a:pt x="8499" y="7154"/>
                    <a:pt x="8499" y="7139"/>
                  </a:cubicBezTo>
                  <a:lnTo>
                    <a:pt x="8440" y="7065"/>
                  </a:lnTo>
                  <a:lnTo>
                    <a:pt x="8410" y="7065"/>
                  </a:lnTo>
                  <a:cubicBezTo>
                    <a:pt x="8425" y="7035"/>
                    <a:pt x="8454" y="7005"/>
                    <a:pt x="8440" y="6990"/>
                  </a:cubicBezTo>
                  <a:cubicBezTo>
                    <a:pt x="8410" y="6886"/>
                    <a:pt x="8365" y="6766"/>
                    <a:pt x="8320" y="6662"/>
                  </a:cubicBezTo>
                  <a:cubicBezTo>
                    <a:pt x="8260" y="6632"/>
                    <a:pt x="8201" y="6617"/>
                    <a:pt x="8156" y="6602"/>
                  </a:cubicBezTo>
                  <a:lnTo>
                    <a:pt x="8126" y="6602"/>
                  </a:lnTo>
                  <a:cubicBezTo>
                    <a:pt x="8111" y="6572"/>
                    <a:pt x="8111" y="6557"/>
                    <a:pt x="8096" y="6542"/>
                  </a:cubicBezTo>
                  <a:cubicBezTo>
                    <a:pt x="8111" y="6527"/>
                    <a:pt x="8111" y="6512"/>
                    <a:pt x="8111" y="6497"/>
                  </a:cubicBezTo>
                  <a:cubicBezTo>
                    <a:pt x="8111" y="6482"/>
                    <a:pt x="8111" y="6467"/>
                    <a:pt x="8126" y="6452"/>
                  </a:cubicBezTo>
                  <a:lnTo>
                    <a:pt x="8126" y="6452"/>
                  </a:lnTo>
                  <a:lnTo>
                    <a:pt x="8126" y="6452"/>
                  </a:lnTo>
                  <a:lnTo>
                    <a:pt x="8141" y="6452"/>
                  </a:lnTo>
                  <a:cubicBezTo>
                    <a:pt x="8171" y="6452"/>
                    <a:pt x="8201" y="6438"/>
                    <a:pt x="8230" y="6438"/>
                  </a:cubicBezTo>
                  <a:cubicBezTo>
                    <a:pt x="8230" y="6423"/>
                    <a:pt x="8230" y="6408"/>
                    <a:pt x="8216" y="6393"/>
                  </a:cubicBezTo>
                  <a:cubicBezTo>
                    <a:pt x="8201" y="6408"/>
                    <a:pt x="8171" y="6423"/>
                    <a:pt x="8141" y="6438"/>
                  </a:cubicBezTo>
                  <a:cubicBezTo>
                    <a:pt x="8141" y="6423"/>
                    <a:pt x="8126" y="6408"/>
                    <a:pt x="8126" y="6393"/>
                  </a:cubicBezTo>
                  <a:cubicBezTo>
                    <a:pt x="8111" y="6363"/>
                    <a:pt x="8096" y="6348"/>
                    <a:pt x="8096" y="6318"/>
                  </a:cubicBezTo>
                  <a:cubicBezTo>
                    <a:pt x="8096" y="6288"/>
                    <a:pt x="8096" y="6273"/>
                    <a:pt x="8096" y="6258"/>
                  </a:cubicBezTo>
                  <a:cubicBezTo>
                    <a:pt x="8111" y="6199"/>
                    <a:pt x="8260" y="6154"/>
                    <a:pt x="8081" y="6094"/>
                  </a:cubicBezTo>
                  <a:cubicBezTo>
                    <a:pt x="8066" y="6094"/>
                    <a:pt x="8066" y="6034"/>
                    <a:pt x="8066" y="5989"/>
                  </a:cubicBezTo>
                  <a:cubicBezTo>
                    <a:pt x="8066" y="5989"/>
                    <a:pt x="8066" y="5974"/>
                    <a:pt x="8066" y="5974"/>
                  </a:cubicBezTo>
                  <a:cubicBezTo>
                    <a:pt x="8066" y="5930"/>
                    <a:pt x="8081" y="5900"/>
                    <a:pt x="8081" y="5855"/>
                  </a:cubicBezTo>
                  <a:lnTo>
                    <a:pt x="8081" y="5855"/>
                  </a:lnTo>
                  <a:cubicBezTo>
                    <a:pt x="8066" y="5870"/>
                    <a:pt x="8051" y="5900"/>
                    <a:pt x="8021" y="5915"/>
                  </a:cubicBezTo>
                  <a:cubicBezTo>
                    <a:pt x="8008" y="5915"/>
                    <a:pt x="7994" y="5927"/>
                    <a:pt x="7981" y="5940"/>
                  </a:cubicBezTo>
                  <a:lnTo>
                    <a:pt x="7981" y="5940"/>
                  </a:lnTo>
                  <a:cubicBezTo>
                    <a:pt x="7978" y="5938"/>
                    <a:pt x="7977" y="5935"/>
                    <a:pt x="7977" y="5930"/>
                  </a:cubicBezTo>
                  <a:cubicBezTo>
                    <a:pt x="7977" y="5915"/>
                    <a:pt x="7977" y="5900"/>
                    <a:pt x="7977" y="5885"/>
                  </a:cubicBezTo>
                  <a:cubicBezTo>
                    <a:pt x="8036" y="5706"/>
                    <a:pt x="7902" y="5706"/>
                    <a:pt x="7782" y="5661"/>
                  </a:cubicBezTo>
                  <a:cubicBezTo>
                    <a:pt x="7827" y="5646"/>
                    <a:pt x="7872" y="5646"/>
                    <a:pt x="7872" y="5646"/>
                  </a:cubicBezTo>
                  <a:cubicBezTo>
                    <a:pt x="7842" y="5601"/>
                    <a:pt x="7797" y="5571"/>
                    <a:pt x="7782" y="5526"/>
                  </a:cubicBezTo>
                  <a:cubicBezTo>
                    <a:pt x="7767" y="5437"/>
                    <a:pt x="7767" y="5362"/>
                    <a:pt x="7752" y="5287"/>
                  </a:cubicBezTo>
                  <a:cubicBezTo>
                    <a:pt x="7767" y="5273"/>
                    <a:pt x="7767" y="5258"/>
                    <a:pt x="7782" y="5243"/>
                  </a:cubicBezTo>
                  <a:cubicBezTo>
                    <a:pt x="7782" y="5168"/>
                    <a:pt x="7782" y="5078"/>
                    <a:pt x="7782" y="4989"/>
                  </a:cubicBezTo>
                  <a:cubicBezTo>
                    <a:pt x="7752" y="4959"/>
                    <a:pt x="7738" y="4914"/>
                    <a:pt x="7723" y="4884"/>
                  </a:cubicBezTo>
                  <a:lnTo>
                    <a:pt x="7723" y="4869"/>
                  </a:lnTo>
                  <a:cubicBezTo>
                    <a:pt x="7711" y="4821"/>
                    <a:pt x="7747" y="4733"/>
                    <a:pt x="7683" y="4733"/>
                  </a:cubicBezTo>
                  <a:cubicBezTo>
                    <a:pt x="7667" y="4733"/>
                    <a:pt x="7647" y="4738"/>
                    <a:pt x="7618" y="4750"/>
                  </a:cubicBezTo>
                  <a:cubicBezTo>
                    <a:pt x="7603" y="4750"/>
                    <a:pt x="7588" y="4720"/>
                    <a:pt x="7573" y="4705"/>
                  </a:cubicBezTo>
                  <a:lnTo>
                    <a:pt x="7588" y="4675"/>
                  </a:lnTo>
                  <a:cubicBezTo>
                    <a:pt x="7618" y="4660"/>
                    <a:pt x="7648" y="4630"/>
                    <a:pt x="7633" y="4585"/>
                  </a:cubicBezTo>
                  <a:cubicBezTo>
                    <a:pt x="7543" y="4571"/>
                    <a:pt x="7528" y="4511"/>
                    <a:pt x="7543" y="4436"/>
                  </a:cubicBezTo>
                  <a:cubicBezTo>
                    <a:pt x="7558" y="4406"/>
                    <a:pt x="7558" y="4361"/>
                    <a:pt x="7558" y="4361"/>
                  </a:cubicBezTo>
                  <a:cubicBezTo>
                    <a:pt x="7454" y="4346"/>
                    <a:pt x="7528" y="4287"/>
                    <a:pt x="7514" y="4242"/>
                  </a:cubicBezTo>
                  <a:cubicBezTo>
                    <a:pt x="7514" y="4197"/>
                    <a:pt x="7514" y="4167"/>
                    <a:pt x="7514" y="4122"/>
                  </a:cubicBezTo>
                  <a:cubicBezTo>
                    <a:pt x="7469" y="4033"/>
                    <a:pt x="7424" y="3928"/>
                    <a:pt x="7379" y="3824"/>
                  </a:cubicBezTo>
                  <a:cubicBezTo>
                    <a:pt x="7379" y="3824"/>
                    <a:pt x="7379" y="3824"/>
                    <a:pt x="7379" y="3809"/>
                  </a:cubicBezTo>
                  <a:cubicBezTo>
                    <a:pt x="7349" y="3659"/>
                    <a:pt x="7334" y="3644"/>
                    <a:pt x="7230" y="3615"/>
                  </a:cubicBezTo>
                  <a:cubicBezTo>
                    <a:pt x="7215" y="3615"/>
                    <a:pt x="7215" y="3600"/>
                    <a:pt x="7215" y="3585"/>
                  </a:cubicBezTo>
                  <a:cubicBezTo>
                    <a:pt x="7230" y="3525"/>
                    <a:pt x="7215" y="3510"/>
                    <a:pt x="7191" y="3510"/>
                  </a:cubicBezTo>
                  <a:cubicBezTo>
                    <a:pt x="7166" y="3510"/>
                    <a:pt x="7133" y="3525"/>
                    <a:pt x="7110" y="3525"/>
                  </a:cubicBezTo>
                  <a:cubicBezTo>
                    <a:pt x="7140" y="3450"/>
                    <a:pt x="7155" y="3391"/>
                    <a:pt x="7170" y="3316"/>
                  </a:cubicBezTo>
                  <a:cubicBezTo>
                    <a:pt x="7185" y="3301"/>
                    <a:pt x="7155" y="3271"/>
                    <a:pt x="7140" y="3241"/>
                  </a:cubicBezTo>
                  <a:cubicBezTo>
                    <a:pt x="7140" y="3271"/>
                    <a:pt x="7125" y="3286"/>
                    <a:pt x="7110" y="3316"/>
                  </a:cubicBezTo>
                  <a:cubicBezTo>
                    <a:pt x="7110" y="3331"/>
                    <a:pt x="7095" y="3361"/>
                    <a:pt x="7080" y="3420"/>
                  </a:cubicBezTo>
                  <a:cubicBezTo>
                    <a:pt x="7065" y="3361"/>
                    <a:pt x="7065" y="3331"/>
                    <a:pt x="7051" y="3286"/>
                  </a:cubicBezTo>
                  <a:cubicBezTo>
                    <a:pt x="7021" y="3271"/>
                    <a:pt x="6991" y="3241"/>
                    <a:pt x="6961" y="3211"/>
                  </a:cubicBezTo>
                  <a:cubicBezTo>
                    <a:pt x="7021" y="3167"/>
                    <a:pt x="7036" y="3122"/>
                    <a:pt x="6991" y="3077"/>
                  </a:cubicBezTo>
                  <a:cubicBezTo>
                    <a:pt x="6961" y="3047"/>
                    <a:pt x="6961" y="3002"/>
                    <a:pt x="6946" y="2972"/>
                  </a:cubicBezTo>
                  <a:cubicBezTo>
                    <a:pt x="6916" y="2913"/>
                    <a:pt x="6901" y="2853"/>
                    <a:pt x="6886" y="2778"/>
                  </a:cubicBezTo>
                  <a:cubicBezTo>
                    <a:pt x="6886" y="2704"/>
                    <a:pt x="6886" y="2644"/>
                    <a:pt x="6886" y="2569"/>
                  </a:cubicBezTo>
                  <a:cubicBezTo>
                    <a:pt x="6841" y="2479"/>
                    <a:pt x="6797" y="2390"/>
                    <a:pt x="6767" y="2330"/>
                  </a:cubicBezTo>
                  <a:cubicBezTo>
                    <a:pt x="6767" y="2330"/>
                    <a:pt x="6737" y="2375"/>
                    <a:pt x="6707" y="2405"/>
                  </a:cubicBezTo>
                  <a:cubicBezTo>
                    <a:pt x="6632" y="2315"/>
                    <a:pt x="6752" y="2270"/>
                    <a:pt x="6767" y="2211"/>
                  </a:cubicBezTo>
                  <a:lnTo>
                    <a:pt x="6767" y="2196"/>
                  </a:lnTo>
                  <a:lnTo>
                    <a:pt x="6662" y="1972"/>
                  </a:lnTo>
                  <a:cubicBezTo>
                    <a:pt x="6632" y="1942"/>
                    <a:pt x="6617" y="1927"/>
                    <a:pt x="6602" y="1912"/>
                  </a:cubicBezTo>
                  <a:cubicBezTo>
                    <a:pt x="6602" y="1867"/>
                    <a:pt x="6602" y="1807"/>
                    <a:pt x="6602" y="1763"/>
                  </a:cubicBezTo>
                  <a:cubicBezTo>
                    <a:pt x="6588" y="1733"/>
                    <a:pt x="6588" y="1703"/>
                    <a:pt x="6573" y="1688"/>
                  </a:cubicBezTo>
                  <a:cubicBezTo>
                    <a:pt x="6558" y="1658"/>
                    <a:pt x="6528" y="1643"/>
                    <a:pt x="6513" y="1628"/>
                  </a:cubicBezTo>
                  <a:lnTo>
                    <a:pt x="6423" y="1374"/>
                  </a:lnTo>
                  <a:cubicBezTo>
                    <a:pt x="6393" y="1315"/>
                    <a:pt x="6363" y="1255"/>
                    <a:pt x="6334" y="1195"/>
                  </a:cubicBezTo>
                  <a:cubicBezTo>
                    <a:pt x="6304" y="1150"/>
                    <a:pt x="6289" y="1120"/>
                    <a:pt x="6259" y="1076"/>
                  </a:cubicBezTo>
                  <a:cubicBezTo>
                    <a:pt x="6199" y="941"/>
                    <a:pt x="6154" y="792"/>
                    <a:pt x="6110" y="657"/>
                  </a:cubicBezTo>
                  <a:cubicBezTo>
                    <a:pt x="6095" y="642"/>
                    <a:pt x="6095" y="627"/>
                    <a:pt x="6080" y="627"/>
                  </a:cubicBezTo>
                  <a:lnTo>
                    <a:pt x="6080" y="613"/>
                  </a:lnTo>
                  <a:cubicBezTo>
                    <a:pt x="6065" y="583"/>
                    <a:pt x="6065" y="553"/>
                    <a:pt x="6050" y="508"/>
                  </a:cubicBezTo>
                  <a:cubicBezTo>
                    <a:pt x="6050" y="478"/>
                    <a:pt x="6035" y="463"/>
                    <a:pt x="6020" y="448"/>
                  </a:cubicBezTo>
                  <a:cubicBezTo>
                    <a:pt x="6005" y="403"/>
                    <a:pt x="5990" y="359"/>
                    <a:pt x="5960" y="314"/>
                  </a:cubicBezTo>
                  <a:lnTo>
                    <a:pt x="5960" y="299"/>
                  </a:lnTo>
                  <a:cubicBezTo>
                    <a:pt x="5960" y="284"/>
                    <a:pt x="5945" y="254"/>
                    <a:pt x="5930" y="224"/>
                  </a:cubicBezTo>
                  <a:cubicBezTo>
                    <a:pt x="5915" y="224"/>
                    <a:pt x="5900" y="224"/>
                    <a:pt x="5886" y="209"/>
                  </a:cubicBezTo>
                  <a:lnTo>
                    <a:pt x="5886" y="209"/>
                  </a:lnTo>
                  <a:lnTo>
                    <a:pt x="5930" y="224"/>
                  </a:lnTo>
                  <a:cubicBezTo>
                    <a:pt x="5871" y="194"/>
                    <a:pt x="5826" y="164"/>
                    <a:pt x="5766" y="135"/>
                  </a:cubicBezTo>
                  <a:cubicBezTo>
                    <a:pt x="5721" y="90"/>
                    <a:pt x="5676" y="0"/>
                    <a:pt x="56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_1_1"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686;p61"/>
          <p:cNvGrpSpPr/>
          <p:nvPr/>
        </p:nvGrpSpPr>
        <p:grpSpPr>
          <a:xfrm>
            <a:off x="-2108345" y="-1734442"/>
            <a:ext cx="12476935" cy="7884787"/>
            <a:chOff x="-2108345" y="-1734442"/>
            <a:chExt cx="12476935" cy="7884787"/>
          </a:xfrm>
        </p:grpSpPr>
        <p:sp>
          <p:nvSpPr>
            <p:cNvPr id="687" name="Google Shape;687;p61"/>
            <p:cNvSpPr/>
            <p:nvPr/>
          </p:nvSpPr>
          <p:spPr>
            <a:xfrm rot="-3869911" flipH="1">
              <a:off x="-1714436" y="-1298814"/>
              <a:ext cx="2518630" cy="2461948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1"/>
            <p:cNvSpPr/>
            <p:nvPr/>
          </p:nvSpPr>
          <p:spPr>
            <a:xfrm rot="-8100000">
              <a:off x="8246029" y="3802043"/>
              <a:ext cx="1626151" cy="2077633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61"/>
            <p:cNvSpPr/>
            <p:nvPr/>
          </p:nvSpPr>
          <p:spPr>
            <a:xfrm rot="8589167" flipH="1">
              <a:off x="-1079398" y="993461"/>
              <a:ext cx="1626147" cy="2077629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p61"/>
          <p:cNvSpPr txBox="1">
            <a:spLocks noGrp="1"/>
          </p:cNvSpPr>
          <p:nvPr>
            <p:ph type="body" idx="1"/>
          </p:nvPr>
        </p:nvSpPr>
        <p:spPr>
          <a:xfrm>
            <a:off x="720000" y="1091525"/>
            <a:ext cx="77040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_1_1_1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62"/>
          <p:cNvGrpSpPr/>
          <p:nvPr/>
        </p:nvGrpSpPr>
        <p:grpSpPr>
          <a:xfrm>
            <a:off x="-1310620" y="-424026"/>
            <a:ext cx="11874810" cy="7003020"/>
            <a:chOff x="-1310620" y="-424026"/>
            <a:chExt cx="11874810" cy="7003020"/>
          </a:xfrm>
        </p:grpSpPr>
        <p:sp>
          <p:nvSpPr>
            <p:cNvPr id="694" name="Google Shape;694;p62"/>
            <p:cNvSpPr/>
            <p:nvPr/>
          </p:nvSpPr>
          <p:spPr>
            <a:xfrm rot="-8100000">
              <a:off x="8441629" y="-153357"/>
              <a:ext cx="1626151" cy="2077633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2"/>
            <p:cNvSpPr/>
            <p:nvPr/>
          </p:nvSpPr>
          <p:spPr>
            <a:xfrm rot="8765009" flipH="1">
              <a:off x="-869322" y="4224440"/>
              <a:ext cx="1626143" cy="2077625"/>
            </a:xfrm>
            <a:custGeom>
              <a:avLst/>
              <a:gdLst/>
              <a:ahLst/>
              <a:cxnLst/>
              <a:rect l="l" t="t" r="r" b="b"/>
              <a:pathLst>
                <a:path w="9903" h="12653" extrusionOk="0">
                  <a:moveTo>
                    <a:pt x="3443" y="223"/>
                  </a:moveTo>
                  <a:cubicBezTo>
                    <a:pt x="3440" y="223"/>
                    <a:pt x="3438" y="224"/>
                    <a:pt x="3436" y="226"/>
                  </a:cubicBezTo>
                  <a:cubicBezTo>
                    <a:pt x="3376" y="286"/>
                    <a:pt x="3316" y="346"/>
                    <a:pt x="3256" y="406"/>
                  </a:cubicBezTo>
                  <a:cubicBezTo>
                    <a:pt x="3286" y="435"/>
                    <a:pt x="3316" y="450"/>
                    <a:pt x="3361" y="495"/>
                  </a:cubicBezTo>
                  <a:cubicBezTo>
                    <a:pt x="3421" y="406"/>
                    <a:pt x="3465" y="346"/>
                    <a:pt x="3525" y="271"/>
                  </a:cubicBezTo>
                  <a:cubicBezTo>
                    <a:pt x="3500" y="258"/>
                    <a:pt x="3463" y="223"/>
                    <a:pt x="3443" y="223"/>
                  </a:cubicBezTo>
                  <a:close/>
                  <a:moveTo>
                    <a:pt x="4385" y="0"/>
                  </a:moveTo>
                  <a:cubicBezTo>
                    <a:pt x="4257" y="0"/>
                    <a:pt x="4182" y="73"/>
                    <a:pt x="4182" y="196"/>
                  </a:cubicBezTo>
                  <a:cubicBezTo>
                    <a:pt x="4182" y="361"/>
                    <a:pt x="4272" y="450"/>
                    <a:pt x="4496" y="495"/>
                  </a:cubicBezTo>
                  <a:cubicBezTo>
                    <a:pt x="4571" y="406"/>
                    <a:pt x="4675" y="331"/>
                    <a:pt x="4690" y="226"/>
                  </a:cubicBezTo>
                  <a:cubicBezTo>
                    <a:pt x="4720" y="47"/>
                    <a:pt x="4571" y="2"/>
                    <a:pt x="4421" y="2"/>
                  </a:cubicBezTo>
                  <a:cubicBezTo>
                    <a:pt x="4409" y="1"/>
                    <a:pt x="4397" y="0"/>
                    <a:pt x="4385" y="0"/>
                  </a:cubicBezTo>
                  <a:close/>
                  <a:moveTo>
                    <a:pt x="5123" y="495"/>
                  </a:moveTo>
                  <a:cubicBezTo>
                    <a:pt x="4899" y="495"/>
                    <a:pt x="4750" y="615"/>
                    <a:pt x="4750" y="779"/>
                  </a:cubicBezTo>
                  <a:cubicBezTo>
                    <a:pt x="4765" y="943"/>
                    <a:pt x="4840" y="1033"/>
                    <a:pt x="4989" y="1033"/>
                  </a:cubicBezTo>
                  <a:cubicBezTo>
                    <a:pt x="5001" y="1034"/>
                    <a:pt x="5012" y="1034"/>
                    <a:pt x="5024" y="1034"/>
                  </a:cubicBezTo>
                  <a:cubicBezTo>
                    <a:pt x="5213" y="1034"/>
                    <a:pt x="5333" y="918"/>
                    <a:pt x="5347" y="749"/>
                  </a:cubicBezTo>
                  <a:cubicBezTo>
                    <a:pt x="5347" y="585"/>
                    <a:pt x="5258" y="510"/>
                    <a:pt x="5123" y="495"/>
                  </a:cubicBezTo>
                  <a:close/>
                  <a:moveTo>
                    <a:pt x="2883" y="824"/>
                  </a:moveTo>
                  <a:cubicBezTo>
                    <a:pt x="2838" y="883"/>
                    <a:pt x="2793" y="928"/>
                    <a:pt x="2749" y="988"/>
                  </a:cubicBezTo>
                  <a:lnTo>
                    <a:pt x="2808" y="1048"/>
                  </a:lnTo>
                  <a:cubicBezTo>
                    <a:pt x="2853" y="988"/>
                    <a:pt x="2898" y="928"/>
                    <a:pt x="2943" y="869"/>
                  </a:cubicBezTo>
                  <a:cubicBezTo>
                    <a:pt x="2943" y="869"/>
                    <a:pt x="2898" y="824"/>
                    <a:pt x="2883" y="824"/>
                  </a:cubicBezTo>
                  <a:close/>
                  <a:moveTo>
                    <a:pt x="3829" y="524"/>
                  </a:moveTo>
                  <a:cubicBezTo>
                    <a:pt x="3693" y="524"/>
                    <a:pt x="3599" y="644"/>
                    <a:pt x="3585" y="883"/>
                  </a:cubicBezTo>
                  <a:cubicBezTo>
                    <a:pt x="3660" y="928"/>
                    <a:pt x="3749" y="1048"/>
                    <a:pt x="3854" y="1048"/>
                  </a:cubicBezTo>
                  <a:cubicBezTo>
                    <a:pt x="3871" y="1051"/>
                    <a:pt x="3887" y="1052"/>
                    <a:pt x="3903" y="1052"/>
                  </a:cubicBezTo>
                  <a:cubicBezTo>
                    <a:pt x="4041" y="1052"/>
                    <a:pt x="4134" y="941"/>
                    <a:pt x="4108" y="794"/>
                  </a:cubicBezTo>
                  <a:cubicBezTo>
                    <a:pt x="4078" y="689"/>
                    <a:pt x="3958" y="540"/>
                    <a:pt x="3854" y="525"/>
                  </a:cubicBezTo>
                  <a:cubicBezTo>
                    <a:pt x="3846" y="524"/>
                    <a:pt x="3837" y="524"/>
                    <a:pt x="3829" y="524"/>
                  </a:cubicBezTo>
                  <a:close/>
                  <a:moveTo>
                    <a:pt x="3317" y="1136"/>
                  </a:moveTo>
                  <a:cubicBezTo>
                    <a:pt x="3307" y="1136"/>
                    <a:pt x="3297" y="1136"/>
                    <a:pt x="3286" y="1137"/>
                  </a:cubicBezTo>
                  <a:cubicBezTo>
                    <a:pt x="3092" y="1137"/>
                    <a:pt x="3017" y="1227"/>
                    <a:pt x="3017" y="1391"/>
                  </a:cubicBezTo>
                  <a:cubicBezTo>
                    <a:pt x="3017" y="1556"/>
                    <a:pt x="3107" y="1645"/>
                    <a:pt x="3271" y="1645"/>
                  </a:cubicBezTo>
                  <a:cubicBezTo>
                    <a:pt x="3451" y="1645"/>
                    <a:pt x="3525" y="1541"/>
                    <a:pt x="3540" y="1346"/>
                  </a:cubicBezTo>
                  <a:cubicBezTo>
                    <a:pt x="3526" y="1235"/>
                    <a:pt x="3460" y="1136"/>
                    <a:pt x="3317" y="1136"/>
                  </a:cubicBezTo>
                  <a:close/>
                  <a:moveTo>
                    <a:pt x="4439" y="1106"/>
                  </a:moveTo>
                  <a:cubicBezTo>
                    <a:pt x="4428" y="1106"/>
                    <a:pt x="4418" y="1107"/>
                    <a:pt x="4406" y="1107"/>
                  </a:cubicBezTo>
                  <a:cubicBezTo>
                    <a:pt x="4257" y="1107"/>
                    <a:pt x="4167" y="1212"/>
                    <a:pt x="4182" y="1376"/>
                  </a:cubicBezTo>
                  <a:cubicBezTo>
                    <a:pt x="4182" y="1544"/>
                    <a:pt x="4274" y="1647"/>
                    <a:pt x="4396" y="1647"/>
                  </a:cubicBezTo>
                  <a:cubicBezTo>
                    <a:pt x="4404" y="1647"/>
                    <a:pt x="4413" y="1646"/>
                    <a:pt x="4421" y="1645"/>
                  </a:cubicBezTo>
                  <a:cubicBezTo>
                    <a:pt x="4541" y="1615"/>
                    <a:pt x="4630" y="1496"/>
                    <a:pt x="4720" y="1436"/>
                  </a:cubicBezTo>
                  <a:cubicBezTo>
                    <a:pt x="4678" y="1212"/>
                    <a:pt x="4597" y="1106"/>
                    <a:pt x="4439" y="1106"/>
                  </a:cubicBezTo>
                  <a:close/>
                  <a:moveTo>
                    <a:pt x="5751" y="1057"/>
                  </a:moveTo>
                  <a:cubicBezTo>
                    <a:pt x="5737" y="1057"/>
                    <a:pt x="5722" y="1059"/>
                    <a:pt x="5706" y="1063"/>
                  </a:cubicBezTo>
                  <a:cubicBezTo>
                    <a:pt x="5542" y="1078"/>
                    <a:pt x="5437" y="1152"/>
                    <a:pt x="5392" y="1317"/>
                  </a:cubicBezTo>
                  <a:cubicBezTo>
                    <a:pt x="5362" y="1556"/>
                    <a:pt x="5422" y="1630"/>
                    <a:pt x="5691" y="1660"/>
                  </a:cubicBezTo>
                  <a:cubicBezTo>
                    <a:pt x="5751" y="1660"/>
                    <a:pt x="5810" y="1630"/>
                    <a:pt x="5855" y="1600"/>
                  </a:cubicBezTo>
                  <a:cubicBezTo>
                    <a:pt x="5915" y="1541"/>
                    <a:pt x="5960" y="1481"/>
                    <a:pt x="5975" y="1406"/>
                  </a:cubicBezTo>
                  <a:cubicBezTo>
                    <a:pt x="6005" y="1332"/>
                    <a:pt x="5990" y="1242"/>
                    <a:pt x="5930" y="1182"/>
                  </a:cubicBezTo>
                  <a:cubicBezTo>
                    <a:pt x="5878" y="1131"/>
                    <a:pt x="5838" y="1057"/>
                    <a:pt x="5751" y="1057"/>
                  </a:cubicBezTo>
                  <a:close/>
                  <a:moveTo>
                    <a:pt x="3840" y="1684"/>
                  </a:moveTo>
                  <a:cubicBezTo>
                    <a:pt x="3747" y="1684"/>
                    <a:pt x="3668" y="1762"/>
                    <a:pt x="3585" y="1929"/>
                  </a:cubicBezTo>
                  <a:cubicBezTo>
                    <a:pt x="3540" y="2138"/>
                    <a:pt x="3570" y="2198"/>
                    <a:pt x="3779" y="2243"/>
                  </a:cubicBezTo>
                  <a:cubicBezTo>
                    <a:pt x="3854" y="2228"/>
                    <a:pt x="3928" y="2213"/>
                    <a:pt x="3988" y="2198"/>
                  </a:cubicBezTo>
                  <a:cubicBezTo>
                    <a:pt x="4033" y="2198"/>
                    <a:pt x="4078" y="2183"/>
                    <a:pt x="4093" y="2153"/>
                  </a:cubicBezTo>
                  <a:cubicBezTo>
                    <a:pt x="4167" y="2048"/>
                    <a:pt x="4197" y="1944"/>
                    <a:pt x="4093" y="1824"/>
                  </a:cubicBezTo>
                  <a:cubicBezTo>
                    <a:pt x="3994" y="1732"/>
                    <a:pt x="3913" y="1684"/>
                    <a:pt x="3840" y="1684"/>
                  </a:cubicBezTo>
                  <a:close/>
                  <a:moveTo>
                    <a:pt x="6184" y="1660"/>
                  </a:moveTo>
                  <a:cubicBezTo>
                    <a:pt x="6079" y="1675"/>
                    <a:pt x="6005" y="1750"/>
                    <a:pt x="5960" y="1839"/>
                  </a:cubicBezTo>
                  <a:cubicBezTo>
                    <a:pt x="5930" y="1899"/>
                    <a:pt x="5930" y="1944"/>
                    <a:pt x="5930" y="2004"/>
                  </a:cubicBezTo>
                  <a:cubicBezTo>
                    <a:pt x="5930" y="2048"/>
                    <a:pt x="5945" y="2078"/>
                    <a:pt x="5960" y="2108"/>
                  </a:cubicBezTo>
                  <a:cubicBezTo>
                    <a:pt x="6010" y="2184"/>
                    <a:pt x="6061" y="2249"/>
                    <a:pt x="6148" y="2249"/>
                  </a:cubicBezTo>
                  <a:cubicBezTo>
                    <a:pt x="6164" y="2249"/>
                    <a:pt x="6180" y="2247"/>
                    <a:pt x="6199" y="2243"/>
                  </a:cubicBezTo>
                  <a:cubicBezTo>
                    <a:pt x="6288" y="2183"/>
                    <a:pt x="6363" y="2108"/>
                    <a:pt x="6453" y="2034"/>
                  </a:cubicBezTo>
                  <a:cubicBezTo>
                    <a:pt x="6497" y="1974"/>
                    <a:pt x="6468" y="1914"/>
                    <a:pt x="6438" y="1839"/>
                  </a:cubicBezTo>
                  <a:cubicBezTo>
                    <a:pt x="6423" y="1824"/>
                    <a:pt x="6408" y="1795"/>
                    <a:pt x="6393" y="1765"/>
                  </a:cubicBezTo>
                  <a:cubicBezTo>
                    <a:pt x="6363" y="1750"/>
                    <a:pt x="6333" y="1720"/>
                    <a:pt x="6318" y="1705"/>
                  </a:cubicBezTo>
                  <a:cubicBezTo>
                    <a:pt x="6273" y="1675"/>
                    <a:pt x="6229" y="1660"/>
                    <a:pt x="6184" y="1660"/>
                  </a:cubicBezTo>
                  <a:close/>
                  <a:moveTo>
                    <a:pt x="5123" y="1626"/>
                  </a:moveTo>
                  <a:cubicBezTo>
                    <a:pt x="5064" y="1626"/>
                    <a:pt x="4998" y="1647"/>
                    <a:pt x="4929" y="1690"/>
                  </a:cubicBezTo>
                  <a:lnTo>
                    <a:pt x="4854" y="1690"/>
                  </a:lnTo>
                  <a:cubicBezTo>
                    <a:pt x="4765" y="1705"/>
                    <a:pt x="4720" y="1750"/>
                    <a:pt x="4705" y="1824"/>
                  </a:cubicBezTo>
                  <a:cubicBezTo>
                    <a:pt x="4690" y="1869"/>
                    <a:pt x="4690" y="1899"/>
                    <a:pt x="4690" y="1929"/>
                  </a:cubicBezTo>
                  <a:cubicBezTo>
                    <a:pt x="4690" y="2093"/>
                    <a:pt x="4765" y="2198"/>
                    <a:pt x="4914" y="2272"/>
                  </a:cubicBezTo>
                  <a:cubicBezTo>
                    <a:pt x="4929" y="2280"/>
                    <a:pt x="4944" y="2284"/>
                    <a:pt x="4959" y="2284"/>
                  </a:cubicBezTo>
                  <a:cubicBezTo>
                    <a:pt x="4974" y="2284"/>
                    <a:pt x="4989" y="2280"/>
                    <a:pt x="5004" y="2272"/>
                  </a:cubicBezTo>
                  <a:cubicBezTo>
                    <a:pt x="5049" y="2272"/>
                    <a:pt x="5079" y="2228"/>
                    <a:pt x="5123" y="2213"/>
                  </a:cubicBezTo>
                  <a:cubicBezTo>
                    <a:pt x="5138" y="2198"/>
                    <a:pt x="5153" y="2198"/>
                    <a:pt x="5168" y="2198"/>
                  </a:cubicBezTo>
                  <a:cubicBezTo>
                    <a:pt x="5198" y="2183"/>
                    <a:pt x="5228" y="2183"/>
                    <a:pt x="5243" y="2153"/>
                  </a:cubicBezTo>
                  <a:cubicBezTo>
                    <a:pt x="5258" y="2123"/>
                    <a:pt x="5288" y="2108"/>
                    <a:pt x="5303" y="2093"/>
                  </a:cubicBezTo>
                  <a:cubicBezTo>
                    <a:pt x="5347" y="2063"/>
                    <a:pt x="5377" y="2034"/>
                    <a:pt x="5392" y="1974"/>
                  </a:cubicBezTo>
                  <a:cubicBezTo>
                    <a:pt x="5371" y="1751"/>
                    <a:pt x="5267" y="1626"/>
                    <a:pt x="5123" y="1626"/>
                  </a:cubicBezTo>
                  <a:close/>
                  <a:moveTo>
                    <a:pt x="2614" y="1720"/>
                  </a:moveTo>
                  <a:cubicBezTo>
                    <a:pt x="2450" y="1735"/>
                    <a:pt x="2420" y="1899"/>
                    <a:pt x="2420" y="2048"/>
                  </a:cubicBezTo>
                  <a:cubicBezTo>
                    <a:pt x="2435" y="2093"/>
                    <a:pt x="2435" y="2123"/>
                    <a:pt x="2450" y="2153"/>
                  </a:cubicBezTo>
                  <a:cubicBezTo>
                    <a:pt x="2510" y="2183"/>
                    <a:pt x="2569" y="2228"/>
                    <a:pt x="2629" y="2258"/>
                  </a:cubicBezTo>
                  <a:cubicBezTo>
                    <a:pt x="2659" y="2272"/>
                    <a:pt x="2704" y="2287"/>
                    <a:pt x="2734" y="2287"/>
                  </a:cubicBezTo>
                  <a:cubicBezTo>
                    <a:pt x="2853" y="2287"/>
                    <a:pt x="2928" y="2198"/>
                    <a:pt x="2988" y="2093"/>
                  </a:cubicBezTo>
                  <a:cubicBezTo>
                    <a:pt x="3017" y="2019"/>
                    <a:pt x="3002" y="1959"/>
                    <a:pt x="2958" y="1884"/>
                  </a:cubicBezTo>
                  <a:cubicBezTo>
                    <a:pt x="2838" y="1824"/>
                    <a:pt x="2734" y="1720"/>
                    <a:pt x="2614" y="1720"/>
                  </a:cubicBezTo>
                  <a:close/>
                  <a:moveTo>
                    <a:pt x="6647" y="2422"/>
                  </a:moveTo>
                  <a:cubicBezTo>
                    <a:pt x="6617" y="2437"/>
                    <a:pt x="6602" y="2437"/>
                    <a:pt x="6572" y="2452"/>
                  </a:cubicBezTo>
                  <a:cubicBezTo>
                    <a:pt x="6572" y="2541"/>
                    <a:pt x="6557" y="2646"/>
                    <a:pt x="6587" y="2735"/>
                  </a:cubicBezTo>
                  <a:cubicBezTo>
                    <a:pt x="6602" y="2795"/>
                    <a:pt x="6692" y="2840"/>
                    <a:pt x="6751" y="2885"/>
                  </a:cubicBezTo>
                  <a:cubicBezTo>
                    <a:pt x="6751" y="2825"/>
                    <a:pt x="6781" y="2750"/>
                    <a:pt x="6766" y="2706"/>
                  </a:cubicBezTo>
                  <a:cubicBezTo>
                    <a:pt x="6736" y="2601"/>
                    <a:pt x="6677" y="2511"/>
                    <a:pt x="6647" y="2422"/>
                  </a:cubicBezTo>
                  <a:close/>
                  <a:moveTo>
                    <a:pt x="2140" y="2339"/>
                  </a:moveTo>
                  <a:cubicBezTo>
                    <a:pt x="1988" y="2339"/>
                    <a:pt x="1938" y="2470"/>
                    <a:pt x="1912" y="2601"/>
                  </a:cubicBezTo>
                  <a:cubicBezTo>
                    <a:pt x="1897" y="2676"/>
                    <a:pt x="1927" y="2810"/>
                    <a:pt x="1972" y="2840"/>
                  </a:cubicBezTo>
                  <a:cubicBezTo>
                    <a:pt x="2020" y="2872"/>
                    <a:pt x="2069" y="2887"/>
                    <a:pt x="2118" y="2887"/>
                  </a:cubicBezTo>
                  <a:cubicBezTo>
                    <a:pt x="2207" y="2887"/>
                    <a:pt x="2293" y="2837"/>
                    <a:pt x="2360" y="2750"/>
                  </a:cubicBezTo>
                  <a:cubicBezTo>
                    <a:pt x="2390" y="2706"/>
                    <a:pt x="2375" y="2646"/>
                    <a:pt x="2375" y="2586"/>
                  </a:cubicBezTo>
                  <a:cubicBezTo>
                    <a:pt x="2315" y="2497"/>
                    <a:pt x="2271" y="2422"/>
                    <a:pt x="2211" y="2347"/>
                  </a:cubicBezTo>
                  <a:cubicBezTo>
                    <a:pt x="2185" y="2342"/>
                    <a:pt x="2162" y="2339"/>
                    <a:pt x="2140" y="2339"/>
                  </a:cubicBezTo>
                  <a:close/>
                  <a:moveTo>
                    <a:pt x="5646" y="2243"/>
                  </a:moveTo>
                  <a:cubicBezTo>
                    <a:pt x="5616" y="2243"/>
                    <a:pt x="5586" y="2243"/>
                    <a:pt x="5556" y="2258"/>
                  </a:cubicBezTo>
                  <a:cubicBezTo>
                    <a:pt x="5512" y="2272"/>
                    <a:pt x="5467" y="2287"/>
                    <a:pt x="5437" y="2317"/>
                  </a:cubicBezTo>
                  <a:cubicBezTo>
                    <a:pt x="5392" y="2377"/>
                    <a:pt x="5332" y="2422"/>
                    <a:pt x="5362" y="2497"/>
                  </a:cubicBezTo>
                  <a:cubicBezTo>
                    <a:pt x="5377" y="2556"/>
                    <a:pt x="5377" y="2601"/>
                    <a:pt x="5377" y="2661"/>
                  </a:cubicBezTo>
                  <a:cubicBezTo>
                    <a:pt x="5391" y="2816"/>
                    <a:pt x="5485" y="2931"/>
                    <a:pt x="5634" y="2931"/>
                  </a:cubicBezTo>
                  <a:cubicBezTo>
                    <a:pt x="5643" y="2931"/>
                    <a:pt x="5652" y="2931"/>
                    <a:pt x="5661" y="2930"/>
                  </a:cubicBezTo>
                  <a:cubicBezTo>
                    <a:pt x="5840" y="2915"/>
                    <a:pt x="5945" y="2795"/>
                    <a:pt x="5930" y="2601"/>
                  </a:cubicBezTo>
                  <a:cubicBezTo>
                    <a:pt x="5915" y="2541"/>
                    <a:pt x="5900" y="2482"/>
                    <a:pt x="5900" y="2422"/>
                  </a:cubicBezTo>
                  <a:cubicBezTo>
                    <a:pt x="5915" y="2362"/>
                    <a:pt x="5870" y="2332"/>
                    <a:pt x="5825" y="2302"/>
                  </a:cubicBezTo>
                  <a:cubicBezTo>
                    <a:pt x="5795" y="2272"/>
                    <a:pt x="5751" y="2258"/>
                    <a:pt x="5721" y="2258"/>
                  </a:cubicBezTo>
                  <a:cubicBezTo>
                    <a:pt x="5691" y="2243"/>
                    <a:pt x="5676" y="2243"/>
                    <a:pt x="5646" y="2243"/>
                  </a:cubicBezTo>
                  <a:close/>
                  <a:moveTo>
                    <a:pt x="3383" y="2265"/>
                  </a:moveTo>
                  <a:cubicBezTo>
                    <a:pt x="3361" y="2265"/>
                    <a:pt x="3339" y="2272"/>
                    <a:pt x="3316" y="2287"/>
                  </a:cubicBezTo>
                  <a:cubicBezTo>
                    <a:pt x="3212" y="2347"/>
                    <a:pt x="3092" y="2422"/>
                    <a:pt x="2988" y="2482"/>
                  </a:cubicBezTo>
                  <a:cubicBezTo>
                    <a:pt x="2943" y="2541"/>
                    <a:pt x="2943" y="2601"/>
                    <a:pt x="3002" y="2646"/>
                  </a:cubicBezTo>
                  <a:cubicBezTo>
                    <a:pt x="3017" y="2706"/>
                    <a:pt x="3017" y="2750"/>
                    <a:pt x="3032" y="2810"/>
                  </a:cubicBezTo>
                  <a:cubicBezTo>
                    <a:pt x="3092" y="2855"/>
                    <a:pt x="3167" y="2900"/>
                    <a:pt x="3226" y="2945"/>
                  </a:cubicBezTo>
                  <a:cubicBezTo>
                    <a:pt x="3271" y="2945"/>
                    <a:pt x="3316" y="2930"/>
                    <a:pt x="3361" y="2930"/>
                  </a:cubicBezTo>
                  <a:cubicBezTo>
                    <a:pt x="3376" y="2915"/>
                    <a:pt x="3391" y="2900"/>
                    <a:pt x="3406" y="2900"/>
                  </a:cubicBezTo>
                  <a:cubicBezTo>
                    <a:pt x="3436" y="2870"/>
                    <a:pt x="3465" y="2840"/>
                    <a:pt x="3495" y="2810"/>
                  </a:cubicBezTo>
                  <a:cubicBezTo>
                    <a:pt x="3510" y="2780"/>
                    <a:pt x="3525" y="2735"/>
                    <a:pt x="3555" y="2706"/>
                  </a:cubicBezTo>
                  <a:cubicBezTo>
                    <a:pt x="3510" y="2571"/>
                    <a:pt x="3480" y="2422"/>
                    <a:pt x="3451" y="2287"/>
                  </a:cubicBezTo>
                  <a:cubicBezTo>
                    <a:pt x="3428" y="2272"/>
                    <a:pt x="3406" y="2265"/>
                    <a:pt x="3383" y="2265"/>
                  </a:cubicBezTo>
                  <a:close/>
                  <a:moveTo>
                    <a:pt x="4433" y="2222"/>
                  </a:moveTo>
                  <a:cubicBezTo>
                    <a:pt x="4389" y="2222"/>
                    <a:pt x="4346" y="2236"/>
                    <a:pt x="4302" y="2258"/>
                  </a:cubicBezTo>
                  <a:cubicBezTo>
                    <a:pt x="4272" y="2272"/>
                    <a:pt x="4242" y="2287"/>
                    <a:pt x="4227" y="2302"/>
                  </a:cubicBezTo>
                  <a:cubicBezTo>
                    <a:pt x="4212" y="2317"/>
                    <a:pt x="4197" y="2332"/>
                    <a:pt x="4182" y="2347"/>
                  </a:cubicBezTo>
                  <a:cubicBezTo>
                    <a:pt x="4153" y="2407"/>
                    <a:pt x="4138" y="2467"/>
                    <a:pt x="4153" y="2526"/>
                  </a:cubicBezTo>
                  <a:cubicBezTo>
                    <a:pt x="4153" y="2556"/>
                    <a:pt x="4153" y="2586"/>
                    <a:pt x="4167" y="2601"/>
                  </a:cubicBezTo>
                  <a:cubicBezTo>
                    <a:pt x="4167" y="2795"/>
                    <a:pt x="4242" y="2915"/>
                    <a:pt x="4421" y="2974"/>
                  </a:cubicBezTo>
                  <a:cubicBezTo>
                    <a:pt x="4511" y="2915"/>
                    <a:pt x="4586" y="2855"/>
                    <a:pt x="4675" y="2795"/>
                  </a:cubicBezTo>
                  <a:cubicBezTo>
                    <a:pt x="4840" y="2676"/>
                    <a:pt x="4750" y="2526"/>
                    <a:pt x="4705" y="2377"/>
                  </a:cubicBezTo>
                  <a:cubicBezTo>
                    <a:pt x="4660" y="2302"/>
                    <a:pt x="4571" y="2258"/>
                    <a:pt x="4481" y="2228"/>
                  </a:cubicBezTo>
                  <a:cubicBezTo>
                    <a:pt x="4465" y="2224"/>
                    <a:pt x="4449" y="2222"/>
                    <a:pt x="4433" y="2222"/>
                  </a:cubicBezTo>
                  <a:close/>
                  <a:moveTo>
                    <a:pt x="1728" y="3148"/>
                  </a:moveTo>
                  <a:cubicBezTo>
                    <a:pt x="1722" y="3148"/>
                    <a:pt x="1718" y="3149"/>
                    <a:pt x="1718" y="3154"/>
                  </a:cubicBezTo>
                  <a:cubicBezTo>
                    <a:pt x="1688" y="3228"/>
                    <a:pt x="1673" y="3303"/>
                    <a:pt x="1643" y="3378"/>
                  </a:cubicBezTo>
                  <a:cubicBezTo>
                    <a:pt x="1673" y="3378"/>
                    <a:pt x="1703" y="3393"/>
                    <a:pt x="1733" y="3393"/>
                  </a:cubicBezTo>
                  <a:cubicBezTo>
                    <a:pt x="1748" y="3318"/>
                    <a:pt x="1763" y="3243"/>
                    <a:pt x="1778" y="3169"/>
                  </a:cubicBezTo>
                  <a:cubicBezTo>
                    <a:pt x="1767" y="3158"/>
                    <a:pt x="1742" y="3148"/>
                    <a:pt x="1728" y="3148"/>
                  </a:cubicBezTo>
                  <a:close/>
                  <a:moveTo>
                    <a:pt x="2719" y="2900"/>
                  </a:moveTo>
                  <a:cubicBezTo>
                    <a:pt x="2644" y="2915"/>
                    <a:pt x="2584" y="2915"/>
                    <a:pt x="2554" y="3004"/>
                  </a:cubicBezTo>
                  <a:cubicBezTo>
                    <a:pt x="2525" y="3109"/>
                    <a:pt x="2480" y="3213"/>
                    <a:pt x="2450" y="3318"/>
                  </a:cubicBezTo>
                  <a:cubicBezTo>
                    <a:pt x="2544" y="3434"/>
                    <a:pt x="2621" y="3494"/>
                    <a:pt x="2702" y="3494"/>
                  </a:cubicBezTo>
                  <a:cubicBezTo>
                    <a:pt x="2788" y="3494"/>
                    <a:pt x="2879" y="3427"/>
                    <a:pt x="3002" y="3288"/>
                  </a:cubicBezTo>
                  <a:cubicBezTo>
                    <a:pt x="3062" y="3213"/>
                    <a:pt x="3047" y="3139"/>
                    <a:pt x="2988" y="3064"/>
                  </a:cubicBezTo>
                  <a:cubicBezTo>
                    <a:pt x="2913" y="2974"/>
                    <a:pt x="2838" y="2915"/>
                    <a:pt x="2719" y="2900"/>
                  </a:cubicBezTo>
                  <a:close/>
                  <a:moveTo>
                    <a:pt x="6244" y="2974"/>
                  </a:moveTo>
                  <a:cubicBezTo>
                    <a:pt x="6079" y="2974"/>
                    <a:pt x="5975" y="3079"/>
                    <a:pt x="5990" y="3258"/>
                  </a:cubicBezTo>
                  <a:cubicBezTo>
                    <a:pt x="5975" y="3437"/>
                    <a:pt x="6094" y="3512"/>
                    <a:pt x="6244" y="3512"/>
                  </a:cubicBezTo>
                  <a:cubicBezTo>
                    <a:pt x="6393" y="3512"/>
                    <a:pt x="6512" y="3408"/>
                    <a:pt x="6497" y="3228"/>
                  </a:cubicBezTo>
                  <a:cubicBezTo>
                    <a:pt x="6497" y="3079"/>
                    <a:pt x="6393" y="2974"/>
                    <a:pt x="6244" y="2974"/>
                  </a:cubicBezTo>
                  <a:close/>
                  <a:moveTo>
                    <a:pt x="3816" y="2977"/>
                  </a:moveTo>
                  <a:cubicBezTo>
                    <a:pt x="3775" y="2977"/>
                    <a:pt x="3733" y="2982"/>
                    <a:pt x="3690" y="2989"/>
                  </a:cubicBezTo>
                  <a:cubicBezTo>
                    <a:pt x="3645" y="3004"/>
                    <a:pt x="3615" y="3019"/>
                    <a:pt x="3630" y="3079"/>
                  </a:cubicBezTo>
                  <a:cubicBezTo>
                    <a:pt x="3585" y="3243"/>
                    <a:pt x="3540" y="3393"/>
                    <a:pt x="3734" y="3497"/>
                  </a:cubicBezTo>
                  <a:cubicBezTo>
                    <a:pt x="3776" y="3518"/>
                    <a:pt x="3816" y="3527"/>
                    <a:pt x="3853" y="3527"/>
                  </a:cubicBezTo>
                  <a:cubicBezTo>
                    <a:pt x="3946" y="3527"/>
                    <a:pt x="4020" y="3468"/>
                    <a:pt x="4063" y="3393"/>
                  </a:cubicBezTo>
                  <a:cubicBezTo>
                    <a:pt x="4108" y="3318"/>
                    <a:pt x="4093" y="3213"/>
                    <a:pt x="4108" y="3124"/>
                  </a:cubicBezTo>
                  <a:cubicBezTo>
                    <a:pt x="4031" y="3014"/>
                    <a:pt x="3929" y="2977"/>
                    <a:pt x="3816" y="2977"/>
                  </a:cubicBezTo>
                  <a:close/>
                  <a:moveTo>
                    <a:pt x="5079" y="2988"/>
                  </a:moveTo>
                  <a:cubicBezTo>
                    <a:pt x="4899" y="2988"/>
                    <a:pt x="4764" y="3118"/>
                    <a:pt x="4750" y="3288"/>
                  </a:cubicBezTo>
                  <a:cubicBezTo>
                    <a:pt x="4750" y="3437"/>
                    <a:pt x="4840" y="3527"/>
                    <a:pt x="4989" y="3542"/>
                  </a:cubicBezTo>
                  <a:cubicBezTo>
                    <a:pt x="5003" y="3545"/>
                    <a:pt x="5018" y="3546"/>
                    <a:pt x="5032" y="3546"/>
                  </a:cubicBezTo>
                  <a:cubicBezTo>
                    <a:pt x="5183" y="3546"/>
                    <a:pt x="5334" y="3408"/>
                    <a:pt x="5347" y="3258"/>
                  </a:cubicBezTo>
                  <a:cubicBezTo>
                    <a:pt x="5347" y="3094"/>
                    <a:pt x="5258" y="3004"/>
                    <a:pt x="5108" y="2989"/>
                  </a:cubicBezTo>
                  <a:cubicBezTo>
                    <a:pt x="5099" y="2989"/>
                    <a:pt x="5089" y="2988"/>
                    <a:pt x="5079" y="2988"/>
                  </a:cubicBezTo>
                  <a:close/>
                  <a:moveTo>
                    <a:pt x="3316" y="3527"/>
                  </a:moveTo>
                  <a:cubicBezTo>
                    <a:pt x="3152" y="3527"/>
                    <a:pt x="3032" y="3617"/>
                    <a:pt x="3047" y="3856"/>
                  </a:cubicBezTo>
                  <a:cubicBezTo>
                    <a:pt x="3047" y="3954"/>
                    <a:pt x="3114" y="4066"/>
                    <a:pt x="3259" y="4066"/>
                  </a:cubicBezTo>
                  <a:cubicBezTo>
                    <a:pt x="3268" y="4066"/>
                    <a:pt x="3277" y="4066"/>
                    <a:pt x="3286" y="4065"/>
                  </a:cubicBezTo>
                  <a:cubicBezTo>
                    <a:pt x="3451" y="4065"/>
                    <a:pt x="3555" y="3975"/>
                    <a:pt x="3555" y="3796"/>
                  </a:cubicBezTo>
                  <a:cubicBezTo>
                    <a:pt x="3570" y="3632"/>
                    <a:pt x="3465" y="3527"/>
                    <a:pt x="3316" y="3527"/>
                  </a:cubicBezTo>
                  <a:close/>
                  <a:moveTo>
                    <a:pt x="6820" y="3556"/>
                  </a:moveTo>
                  <a:cubicBezTo>
                    <a:pt x="6816" y="3556"/>
                    <a:pt x="6814" y="3556"/>
                    <a:pt x="6811" y="3557"/>
                  </a:cubicBezTo>
                  <a:cubicBezTo>
                    <a:pt x="6707" y="3602"/>
                    <a:pt x="6572" y="3721"/>
                    <a:pt x="6557" y="3826"/>
                  </a:cubicBezTo>
                  <a:cubicBezTo>
                    <a:pt x="6531" y="3944"/>
                    <a:pt x="6608" y="4073"/>
                    <a:pt x="6738" y="4073"/>
                  </a:cubicBezTo>
                  <a:cubicBezTo>
                    <a:pt x="6756" y="4073"/>
                    <a:pt x="6776" y="4070"/>
                    <a:pt x="6796" y="4065"/>
                  </a:cubicBezTo>
                  <a:cubicBezTo>
                    <a:pt x="6901" y="4050"/>
                    <a:pt x="6975" y="3915"/>
                    <a:pt x="7110" y="3766"/>
                  </a:cubicBezTo>
                  <a:cubicBezTo>
                    <a:pt x="6983" y="3668"/>
                    <a:pt x="6870" y="3556"/>
                    <a:pt x="6820" y="3556"/>
                  </a:cubicBezTo>
                  <a:close/>
                  <a:moveTo>
                    <a:pt x="2121" y="3542"/>
                  </a:moveTo>
                  <a:cubicBezTo>
                    <a:pt x="1957" y="3557"/>
                    <a:pt x="1852" y="3662"/>
                    <a:pt x="1852" y="3811"/>
                  </a:cubicBezTo>
                  <a:cubicBezTo>
                    <a:pt x="1852" y="3960"/>
                    <a:pt x="1942" y="4080"/>
                    <a:pt x="2106" y="4080"/>
                  </a:cubicBezTo>
                  <a:cubicBezTo>
                    <a:pt x="2286" y="4080"/>
                    <a:pt x="2390" y="3960"/>
                    <a:pt x="2390" y="3811"/>
                  </a:cubicBezTo>
                  <a:cubicBezTo>
                    <a:pt x="2390" y="3662"/>
                    <a:pt x="2300" y="3542"/>
                    <a:pt x="2121" y="3542"/>
                  </a:cubicBezTo>
                  <a:close/>
                  <a:moveTo>
                    <a:pt x="5694" y="3585"/>
                  </a:moveTo>
                  <a:cubicBezTo>
                    <a:pt x="5683" y="3585"/>
                    <a:pt x="5672" y="3586"/>
                    <a:pt x="5661" y="3587"/>
                  </a:cubicBezTo>
                  <a:cubicBezTo>
                    <a:pt x="5482" y="3587"/>
                    <a:pt x="5392" y="3676"/>
                    <a:pt x="5407" y="3856"/>
                  </a:cubicBezTo>
                  <a:cubicBezTo>
                    <a:pt x="5407" y="4020"/>
                    <a:pt x="5497" y="4095"/>
                    <a:pt x="5661" y="4095"/>
                  </a:cubicBezTo>
                  <a:cubicBezTo>
                    <a:pt x="5825" y="4095"/>
                    <a:pt x="5915" y="4005"/>
                    <a:pt x="5930" y="3856"/>
                  </a:cubicBezTo>
                  <a:cubicBezTo>
                    <a:pt x="5930" y="3688"/>
                    <a:pt x="5851" y="3585"/>
                    <a:pt x="5694" y="3585"/>
                  </a:cubicBezTo>
                  <a:close/>
                  <a:moveTo>
                    <a:pt x="4453" y="3615"/>
                  </a:moveTo>
                  <a:cubicBezTo>
                    <a:pt x="4443" y="3615"/>
                    <a:pt x="4432" y="3616"/>
                    <a:pt x="4421" y="3617"/>
                  </a:cubicBezTo>
                  <a:cubicBezTo>
                    <a:pt x="4242" y="3617"/>
                    <a:pt x="4153" y="3721"/>
                    <a:pt x="4153" y="3871"/>
                  </a:cubicBezTo>
                  <a:cubicBezTo>
                    <a:pt x="4153" y="4011"/>
                    <a:pt x="4232" y="4126"/>
                    <a:pt x="4442" y="4126"/>
                  </a:cubicBezTo>
                  <a:cubicBezTo>
                    <a:pt x="4454" y="4126"/>
                    <a:pt x="4468" y="4125"/>
                    <a:pt x="4481" y="4125"/>
                  </a:cubicBezTo>
                  <a:cubicBezTo>
                    <a:pt x="4601" y="4125"/>
                    <a:pt x="4690" y="4020"/>
                    <a:pt x="4690" y="3871"/>
                  </a:cubicBezTo>
                  <a:cubicBezTo>
                    <a:pt x="4690" y="3730"/>
                    <a:pt x="4624" y="3615"/>
                    <a:pt x="4453" y="3615"/>
                  </a:cubicBezTo>
                  <a:close/>
                  <a:moveTo>
                    <a:pt x="1643" y="4184"/>
                  </a:moveTo>
                  <a:cubicBezTo>
                    <a:pt x="1598" y="4244"/>
                    <a:pt x="1569" y="4304"/>
                    <a:pt x="1509" y="4378"/>
                  </a:cubicBezTo>
                  <a:cubicBezTo>
                    <a:pt x="1569" y="4468"/>
                    <a:pt x="1613" y="4543"/>
                    <a:pt x="1643" y="4617"/>
                  </a:cubicBezTo>
                  <a:cubicBezTo>
                    <a:pt x="1703" y="4558"/>
                    <a:pt x="1793" y="4483"/>
                    <a:pt x="1778" y="4408"/>
                  </a:cubicBezTo>
                  <a:cubicBezTo>
                    <a:pt x="1778" y="4334"/>
                    <a:pt x="1688" y="4259"/>
                    <a:pt x="1643" y="4184"/>
                  </a:cubicBezTo>
                  <a:close/>
                  <a:moveTo>
                    <a:pt x="2793" y="4125"/>
                  </a:moveTo>
                  <a:cubicBezTo>
                    <a:pt x="2539" y="4139"/>
                    <a:pt x="2435" y="4244"/>
                    <a:pt x="2435" y="4408"/>
                  </a:cubicBezTo>
                  <a:cubicBezTo>
                    <a:pt x="2435" y="4558"/>
                    <a:pt x="2525" y="4647"/>
                    <a:pt x="2704" y="4647"/>
                  </a:cubicBezTo>
                  <a:cubicBezTo>
                    <a:pt x="2883" y="4647"/>
                    <a:pt x="2988" y="4528"/>
                    <a:pt x="2973" y="4393"/>
                  </a:cubicBezTo>
                  <a:cubicBezTo>
                    <a:pt x="2958" y="4289"/>
                    <a:pt x="2838" y="4184"/>
                    <a:pt x="2793" y="4125"/>
                  </a:cubicBezTo>
                  <a:close/>
                  <a:moveTo>
                    <a:pt x="6215" y="4153"/>
                  </a:moveTo>
                  <a:cubicBezTo>
                    <a:pt x="6091" y="4153"/>
                    <a:pt x="5976" y="4242"/>
                    <a:pt x="5990" y="4408"/>
                  </a:cubicBezTo>
                  <a:cubicBezTo>
                    <a:pt x="5990" y="4573"/>
                    <a:pt x="6064" y="4677"/>
                    <a:pt x="6229" y="4677"/>
                  </a:cubicBezTo>
                  <a:cubicBezTo>
                    <a:pt x="6393" y="4677"/>
                    <a:pt x="6482" y="4573"/>
                    <a:pt x="6512" y="4334"/>
                  </a:cubicBezTo>
                  <a:cubicBezTo>
                    <a:pt x="6438" y="4289"/>
                    <a:pt x="6348" y="4154"/>
                    <a:pt x="6244" y="4154"/>
                  </a:cubicBezTo>
                  <a:cubicBezTo>
                    <a:pt x="6234" y="4153"/>
                    <a:pt x="6224" y="4153"/>
                    <a:pt x="6215" y="4153"/>
                  </a:cubicBezTo>
                  <a:close/>
                  <a:moveTo>
                    <a:pt x="7239" y="4317"/>
                  </a:moveTo>
                  <a:cubicBezTo>
                    <a:pt x="7214" y="4317"/>
                    <a:pt x="7140" y="4381"/>
                    <a:pt x="7140" y="4408"/>
                  </a:cubicBezTo>
                  <a:cubicBezTo>
                    <a:pt x="7140" y="4573"/>
                    <a:pt x="7229" y="4662"/>
                    <a:pt x="7379" y="4677"/>
                  </a:cubicBezTo>
                  <a:cubicBezTo>
                    <a:pt x="7438" y="4677"/>
                    <a:pt x="7513" y="4617"/>
                    <a:pt x="7662" y="4558"/>
                  </a:cubicBezTo>
                  <a:cubicBezTo>
                    <a:pt x="7483" y="4453"/>
                    <a:pt x="7364" y="4378"/>
                    <a:pt x="7244" y="4319"/>
                  </a:cubicBezTo>
                  <a:cubicBezTo>
                    <a:pt x="7243" y="4317"/>
                    <a:pt x="7241" y="4317"/>
                    <a:pt x="7239" y="4317"/>
                  </a:cubicBezTo>
                  <a:close/>
                  <a:moveTo>
                    <a:pt x="3899" y="4168"/>
                  </a:moveTo>
                  <a:cubicBezTo>
                    <a:pt x="3889" y="4168"/>
                    <a:pt x="3879" y="4168"/>
                    <a:pt x="3869" y="4169"/>
                  </a:cubicBezTo>
                  <a:cubicBezTo>
                    <a:pt x="3690" y="4169"/>
                    <a:pt x="3600" y="4289"/>
                    <a:pt x="3600" y="4438"/>
                  </a:cubicBezTo>
                  <a:cubicBezTo>
                    <a:pt x="3600" y="4588"/>
                    <a:pt x="3690" y="4692"/>
                    <a:pt x="3869" y="4692"/>
                  </a:cubicBezTo>
                  <a:cubicBezTo>
                    <a:pt x="4048" y="4677"/>
                    <a:pt x="4153" y="4573"/>
                    <a:pt x="4138" y="4408"/>
                  </a:cubicBezTo>
                  <a:cubicBezTo>
                    <a:pt x="4138" y="4282"/>
                    <a:pt x="4058" y="4168"/>
                    <a:pt x="3899" y="4168"/>
                  </a:cubicBezTo>
                  <a:close/>
                  <a:moveTo>
                    <a:pt x="5079" y="4169"/>
                  </a:moveTo>
                  <a:cubicBezTo>
                    <a:pt x="4869" y="4169"/>
                    <a:pt x="4750" y="4289"/>
                    <a:pt x="4750" y="4483"/>
                  </a:cubicBezTo>
                  <a:cubicBezTo>
                    <a:pt x="4765" y="4632"/>
                    <a:pt x="4854" y="4707"/>
                    <a:pt x="4959" y="4722"/>
                  </a:cubicBezTo>
                  <a:cubicBezTo>
                    <a:pt x="5183" y="4722"/>
                    <a:pt x="5347" y="4588"/>
                    <a:pt x="5332" y="4423"/>
                  </a:cubicBezTo>
                  <a:cubicBezTo>
                    <a:pt x="5332" y="4274"/>
                    <a:pt x="5228" y="4169"/>
                    <a:pt x="5079" y="4169"/>
                  </a:cubicBezTo>
                  <a:close/>
                  <a:moveTo>
                    <a:pt x="2067" y="4732"/>
                  </a:moveTo>
                  <a:cubicBezTo>
                    <a:pt x="1934" y="4732"/>
                    <a:pt x="1852" y="4832"/>
                    <a:pt x="1852" y="4991"/>
                  </a:cubicBezTo>
                  <a:cubicBezTo>
                    <a:pt x="1837" y="5155"/>
                    <a:pt x="1927" y="5260"/>
                    <a:pt x="2091" y="5260"/>
                  </a:cubicBezTo>
                  <a:cubicBezTo>
                    <a:pt x="2101" y="5260"/>
                    <a:pt x="2110" y="5261"/>
                    <a:pt x="2118" y="5261"/>
                  </a:cubicBezTo>
                  <a:cubicBezTo>
                    <a:pt x="2266" y="5261"/>
                    <a:pt x="2348" y="5143"/>
                    <a:pt x="2390" y="4931"/>
                  </a:cubicBezTo>
                  <a:cubicBezTo>
                    <a:pt x="2315" y="4871"/>
                    <a:pt x="2226" y="4752"/>
                    <a:pt x="2121" y="4737"/>
                  </a:cubicBezTo>
                  <a:cubicBezTo>
                    <a:pt x="2103" y="4733"/>
                    <a:pt x="2085" y="4732"/>
                    <a:pt x="2067" y="4732"/>
                  </a:cubicBezTo>
                  <a:close/>
                  <a:moveTo>
                    <a:pt x="6826" y="4722"/>
                  </a:moveTo>
                  <a:cubicBezTo>
                    <a:pt x="6662" y="4722"/>
                    <a:pt x="6557" y="4827"/>
                    <a:pt x="6572" y="5021"/>
                  </a:cubicBezTo>
                  <a:cubicBezTo>
                    <a:pt x="6572" y="5161"/>
                    <a:pt x="6638" y="5261"/>
                    <a:pt x="6781" y="5261"/>
                  </a:cubicBezTo>
                  <a:cubicBezTo>
                    <a:pt x="6790" y="5261"/>
                    <a:pt x="6801" y="5261"/>
                    <a:pt x="6811" y="5260"/>
                  </a:cubicBezTo>
                  <a:cubicBezTo>
                    <a:pt x="6975" y="5260"/>
                    <a:pt x="7080" y="5155"/>
                    <a:pt x="7080" y="4991"/>
                  </a:cubicBezTo>
                  <a:cubicBezTo>
                    <a:pt x="7095" y="4827"/>
                    <a:pt x="6990" y="4737"/>
                    <a:pt x="6826" y="4722"/>
                  </a:cubicBezTo>
                  <a:close/>
                  <a:moveTo>
                    <a:pt x="4406" y="4747"/>
                  </a:moveTo>
                  <a:cubicBezTo>
                    <a:pt x="4281" y="4747"/>
                    <a:pt x="4196" y="4857"/>
                    <a:pt x="4182" y="4991"/>
                  </a:cubicBezTo>
                  <a:cubicBezTo>
                    <a:pt x="4182" y="5155"/>
                    <a:pt x="4257" y="5275"/>
                    <a:pt x="4436" y="5275"/>
                  </a:cubicBezTo>
                  <a:cubicBezTo>
                    <a:pt x="4630" y="5275"/>
                    <a:pt x="4735" y="5140"/>
                    <a:pt x="4720" y="5006"/>
                  </a:cubicBezTo>
                  <a:cubicBezTo>
                    <a:pt x="4705" y="4901"/>
                    <a:pt x="4571" y="4782"/>
                    <a:pt x="4451" y="4752"/>
                  </a:cubicBezTo>
                  <a:cubicBezTo>
                    <a:pt x="4436" y="4749"/>
                    <a:pt x="4421" y="4747"/>
                    <a:pt x="4406" y="4747"/>
                  </a:cubicBezTo>
                  <a:close/>
                  <a:moveTo>
                    <a:pt x="5588" y="4744"/>
                  </a:moveTo>
                  <a:cubicBezTo>
                    <a:pt x="5454" y="4744"/>
                    <a:pt x="5364" y="4875"/>
                    <a:pt x="5377" y="5006"/>
                  </a:cubicBezTo>
                  <a:cubicBezTo>
                    <a:pt x="5392" y="5125"/>
                    <a:pt x="5512" y="5215"/>
                    <a:pt x="5571" y="5275"/>
                  </a:cubicBezTo>
                  <a:cubicBezTo>
                    <a:pt x="5810" y="5260"/>
                    <a:pt x="5930" y="5140"/>
                    <a:pt x="5915" y="4991"/>
                  </a:cubicBezTo>
                  <a:cubicBezTo>
                    <a:pt x="5885" y="4901"/>
                    <a:pt x="5751" y="4782"/>
                    <a:pt x="5646" y="4752"/>
                  </a:cubicBezTo>
                  <a:cubicBezTo>
                    <a:pt x="5626" y="4746"/>
                    <a:pt x="5606" y="4744"/>
                    <a:pt x="5588" y="4744"/>
                  </a:cubicBezTo>
                  <a:close/>
                  <a:moveTo>
                    <a:pt x="7872" y="4812"/>
                  </a:moveTo>
                  <a:cubicBezTo>
                    <a:pt x="7827" y="4871"/>
                    <a:pt x="7737" y="4946"/>
                    <a:pt x="7737" y="5006"/>
                  </a:cubicBezTo>
                  <a:cubicBezTo>
                    <a:pt x="7737" y="5170"/>
                    <a:pt x="7827" y="5275"/>
                    <a:pt x="8051" y="5275"/>
                  </a:cubicBezTo>
                  <a:cubicBezTo>
                    <a:pt x="8081" y="5245"/>
                    <a:pt x="8185" y="5140"/>
                    <a:pt x="8185" y="5125"/>
                  </a:cubicBezTo>
                  <a:cubicBezTo>
                    <a:pt x="8096" y="5021"/>
                    <a:pt x="7976" y="4916"/>
                    <a:pt x="7872" y="4812"/>
                  </a:cubicBezTo>
                  <a:close/>
                  <a:moveTo>
                    <a:pt x="3314" y="4750"/>
                  </a:moveTo>
                  <a:cubicBezTo>
                    <a:pt x="3305" y="4750"/>
                    <a:pt x="3295" y="4751"/>
                    <a:pt x="3286" y="4752"/>
                  </a:cubicBezTo>
                  <a:cubicBezTo>
                    <a:pt x="3182" y="4767"/>
                    <a:pt x="3062" y="4901"/>
                    <a:pt x="3017" y="5006"/>
                  </a:cubicBezTo>
                  <a:cubicBezTo>
                    <a:pt x="2976" y="5130"/>
                    <a:pt x="3113" y="5293"/>
                    <a:pt x="3241" y="5293"/>
                  </a:cubicBezTo>
                  <a:cubicBezTo>
                    <a:pt x="3251" y="5293"/>
                    <a:pt x="3261" y="5292"/>
                    <a:pt x="3271" y="5290"/>
                  </a:cubicBezTo>
                  <a:cubicBezTo>
                    <a:pt x="3391" y="5260"/>
                    <a:pt x="3480" y="5155"/>
                    <a:pt x="3525" y="5110"/>
                  </a:cubicBezTo>
                  <a:cubicBezTo>
                    <a:pt x="3553" y="4858"/>
                    <a:pt x="3450" y="4750"/>
                    <a:pt x="3314" y="4750"/>
                  </a:cubicBezTo>
                  <a:close/>
                  <a:moveTo>
                    <a:pt x="6195" y="5326"/>
                  </a:moveTo>
                  <a:cubicBezTo>
                    <a:pt x="6064" y="5326"/>
                    <a:pt x="5973" y="5444"/>
                    <a:pt x="5960" y="5573"/>
                  </a:cubicBezTo>
                  <a:cubicBezTo>
                    <a:pt x="5945" y="5723"/>
                    <a:pt x="6019" y="5842"/>
                    <a:pt x="6229" y="5842"/>
                  </a:cubicBezTo>
                  <a:cubicBezTo>
                    <a:pt x="6238" y="5843"/>
                    <a:pt x="6248" y="5844"/>
                    <a:pt x="6257" y="5844"/>
                  </a:cubicBezTo>
                  <a:cubicBezTo>
                    <a:pt x="6393" y="5844"/>
                    <a:pt x="6496" y="5743"/>
                    <a:pt x="6482" y="5603"/>
                  </a:cubicBezTo>
                  <a:cubicBezTo>
                    <a:pt x="6482" y="5499"/>
                    <a:pt x="6348" y="5364"/>
                    <a:pt x="6258" y="5334"/>
                  </a:cubicBezTo>
                  <a:cubicBezTo>
                    <a:pt x="6237" y="5328"/>
                    <a:pt x="6216" y="5326"/>
                    <a:pt x="6195" y="5326"/>
                  </a:cubicBezTo>
                  <a:close/>
                  <a:moveTo>
                    <a:pt x="8424" y="5424"/>
                  </a:moveTo>
                  <a:cubicBezTo>
                    <a:pt x="8394" y="5484"/>
                    <a:pt x="8320" y="5529"/>
                    <a:pt x="8320" y="5573"/>
                  </a:cubicBezTo>
                  <a:cubicBezTo>
                    <a:pt x="8320" y="5723"/>
                    <a:pt x="8379" y="5827"/>
                    <a:pt x="8588" y="5857"/>
                  </a:cubicBezTo>
                  <a:cubicBezTo>
                    <a:pt x="8603" y="5827"/>
                    <a:pt x="8678" y="5767"/>
                    <a:pt x="8678" y="5767"/>
                  </a:cubicBezTo>
                  <a:cubicBezTo>
                    <a:pt x="8603" y="5648"/>
                    <a:pt x="8514" y="5543"/>
                    <a:pt x="8424" y="5424"/>
                  </a:cubicBezTo>
                  <a:close/>
                  <a:moveTo>
                    <a:pt x="3910" y="5330"/>
                  </a:moveTo>
                  <a:cubicBezTo>
                    <a:pt x="3896" y="5330"/>
                    <a:pt x="3883" y="5332"/>
                    <a:pt x="3869" y="5334"/>
                  </a:cubicBezTo>
                  <a:cubicBezTo>
                    <a:pt x="3764" y="5364"/>
                    <a:pt x="3630" y="5484"/>
                    <a:pt x="3600" y="5588"/>
                  </a:cubicBezTo>
                  <a:cubicBezTo>
                    <a:pt x="3570" y="5753"/>
                    <a:pt x="3690" y="5872"/>
                    <a:pt x="3854" y="5872"/>
                  </a:cubicBezTo>
                  <a:cubicBezTo>
                    <a:pt x="4018" y="5872"/>
                    <a:pt x="4108" y="5767"/>
                    <a:pt x="4138" y="5603"/>
                  </a:cubicBezTo>
                  <a:cubicBezTo>
                    <a:pt x="4111" y="5454"/>
                    <a:pt x="4035" y="5330"/>
                    <a:pt x="3910" y="5330"/>
                  </a:cubicBezTo>
                  <a:close/>
                  <a:moveTo>
                    <a:pt x="5034" y="5348"/>
                  </a:moveTo>
                  <a:cubicBezTo>
                    <a:pt x="4909" y="5348"/>
                    <a:pt x="4781" y="5437"/>
                    <a:pt x="4795" y="5603"/>
                  </a:cubicBezTo>
                  <a:cubicBezTo>
                    <a:pt x="4795" y="5753"/>
                    <a:pt x="4869" y="5872"/>
                    <a:pt x="5034" y="5872"/>
                  </a:cubicBezTo>
                  <a:cubicBezTo>
                    <a:pt x="5213" y="5872"/>
                    <a:pt x="5288" y="5767"/>
                    <a:pt x="5318" y="5529"/>
                  </a:cubicBezTo>
                  <a:cubicBezTo>
                    <a:pt x="5258" y="5484"/>
                    <a:pt x="5168" y="5349"/>
                    <a:pt x="5064" y="5349"/>
                  </a:cubicBezTo>
                  <a:cubicBezTo>
                    <a:pt x="5054" y="5348"/>
                    <a:pt x="5044" y="5348"/>
                    <a:pt x="5034" y="5348"/>
                  </a:cubicBezTo>
                  <a:close/>
                  <a:moveTo>
                    <a:pt x="2704" y="5363"/>
                  </a:moveTo>
                  <a:cubicBezTo>
                    <a:pt x="2694" y="5363"/>
                    <a:pt x="2684" y="5363"/>
                    <a:pt x="2674" y="5364"/>
                  </a:cubicBezTo>
                  <a:cubicBezTo>
                    <a:pt x="2510" y="5364"/>
                    <a:pt x="2405" y="5469"/>
                    <a:pt x="2405" y="5618"/>
                  </a:cubicBezTo>
                  <a:cubicBezTo>
                    <a:pt x="2419" y="5759"/>
                    <a:pt x="2486" y="5873"/>
                    <a:pt x="2707" y="5873"/>
                  </a:cubicBezTo>
                  <a:cubicBezTo>
                    <a:pt x="2720" y="5873"/>
                    <a:pt x="2734" y="5873"/>
                    <a:pt x="2749" y="5872"/>
                  </a:cubicBezTo>
                  <a:cubicBezTo>
                    <a:pt x="2838" y="5857"/>
                    <a:pt x="2943" y="5767"/>
                    <a:pt x="2943" y="5618"/>
                  </a:cubicBezTo>
                  <a:cubicBezTo>
                    <a:pt x="2943" y="5477"/>
                    <a:pt x="2863" y="5363"/>
                    <a:pt x="2704" y="5363"/>
                  </a:cubicBezTo>
                  <a:close/>
                  <a:moveTo>
                    <a:pt x="7382" y="5330"/>
                  </a:moveTo>
                  <a:cubicBezTo>
                    <a:pt x="7244" y="5330"/>
                    <a:pt x="7168" y="5467"/>
                    <a:pt x="7155" y="5603"/>
                  </a:cubicBezTo>
                  <a:cubicBezTo>
                    <a:pt x="7128" y="5723"/>
                    <a:pt x="7268" y="5879"/>
                    <a:pt x="7383" y="5879"/>
                  </a:cubicBezTo>
                  <a:cubicBezTo>
                    <a:pt x="7397" y="5879"/>
                    <a:pt x="7411" y="5877"/>
                    <a:pt x="7423" y="5872"/>
                  </a:cubicBezTo>
                  <a:cubicBezTo>
                    <a:pt x="7543" y="5827"/>
                    <a:pt x="7633" y="5723"/>
                    <a:pt x="7737" y="5648"/>
                  </a:cubicBezTo>
                  <a:cubicBezTo>
                    <a:pt x="7737" y="5603"/>
                    <a:pt x="7737" y="5573"/>
                    <a:pt x="7737" y="5529"/>
                  </a:cubicBezTo>
                  <a:cubicBezTo>
                    <a:pt x="7633" y="5469"/>
                    <a:pt x="7543" y="5349"/>
                    <a:pt x="7423" y="5334"/>
                  </a:cubicBezTo>
                  <a:cubicBezTo>
                    <a:pt x="7409" y="5332"/>
                    <a:pt x="7395" y="5330"/>
                    <a:pt x="7382" y="5330"/>
                  </a:cubicBezTo>
                  <a:close/>
                  <a:moveTo>
                    <a:pt x="8020" y="5916"/>
                  </a:moveTo>
                  <a:cubicBezTo>
                    <a:pt x="8011" y="5916"/>
                    <a:pt x="8001" y="5916"/>
                    <a:pt x="7991" y="5917"/>
                  </a:cubicBezTo>
                  <a:cubicBezTo>
                    <a:pt x="7827" y="5917"/>
                    <a:pt x="7737" y="6036"/>
                    <a:pt x="7737" y="6186"/>
                  </a:cubicBezTo>
                  <a:cubicBezTo>
                    <a:pt x="7737" y="6341"/>
                    <a:pt x="7843" y="6456"/>
                    <a:pt x="7981" y="6456"/>
                  </a:cubicBezTo>
                  <a:cubicBezTo>
                    <a:pt x="7989" y="6456"/>
                    <a:pt x="7997" y="6455"/>
                    <a:pt x="8006" y="6455"/>
                  </a:cubicBezTo>
                  <a:cubicBezTo>
                    <a:pt x="8125" y="6440"/>
                    <a:pt x="8215" y="6305"/>
                    <a:pt x="8305" y="6245"/>
                  </a:cubicBezTo>
                  <a:cubicBezTo>
                    <a:pt x="8248" y="6034"/>
                    <a:pt x="8179" y="5916"/>
                    <a:pt x="8020" y="5916"/>
                  </a:cubicBezTo>
                  <a:close/>
                  <a:moveTo>
                    <a:pt x="5691" y="5902"/>
                  </a:moveTo>
                  <a:cubicBezTo>
                    <a:pt x="5482" y="5947"/>
                    <a:pt x="5362" y="6021"/>
                    <a:pt x="5377" y="6201"/>
                  </a:cubicBezTo>
                  <a:cubicBezTo>
                    <a:pt x="5377" y="6354"/>
                    <a:pt x="5456" y="6456"/>
                    <a:pt x="5588" y="6456"/>
                  </a:cubicBezTo>
                  <a:cubicBezTo>
                    <a:pt x="5597" y="6456"/>
                    <a:pt x="5607" y="6455"/>
                    <a:pt x="5616" y="6455"/>
                  </a:cubicBezTo>
                  <a:cubicBezTo>
                    <a:pt x="5781" y="6455"/>
                    <a:pt x="5915" y="6350"/>
                    <a:pt x="5885" y="6186"/>
                  </a:cubicBezTo>
                  <a:cubicBezTo>
                    <a:pt x="5870" y="6066"/>
                    <a:pt x="5751" y="5977"/>
                    <a:pt x="5691" y="5902"/>
                  </a:cubicBezTo>
                  <a:close/>
                  <a:moveTo>
                    <a:pt x="6826" y="5917"/>
                  </a:moveTo>
                  <a:cubicBezTo>
                    <a:pt x="6662" y="5917"/>
                    <a:pt x="6572" y="6021"/>
                    <a:pt x="6572" y="6201"/>
                  </a:cubicBezTo>
                  <a:cubicBezTo>
                    <a:pt x="6572" y="6367"/>
                    <a:pt x="6662" y="6456"/>
                    <a:pt x="6795" y="6456"/>
                  </a:cubicBezTo>
                  <a:cubicBezTo>
                    <a:pt x="6805" y="6456"/>
                    <a:pt x="6815" y="6456"/>
                    <a:pt x="6826" y="6455"/>
                  </a:cubicBezTo>
                  <a:cubicBezTo>
                    <a:pt x="6990" y="6455"/>
                    <a:pt x="7095" y="6365"/>
                    <a:pt x="7095" y="6171"/>
                  </a:cubicBezTo>
                  <a:cubicBezTo>
                    <a:pt x="7080" y="6006"/>
                    <a:pt x="6975" y="5917"/>
                    <a:pt x="6826" y="5917"/>
                  </a:cubicBezTo>
                  <a:close/>
                  <a:moveTo>
                    <a:pt x="3271" y="5932"/>
                  </a:moveTo>
                  <a:cubicBezTo>
                    <a:pt x="3092" y="5947"/>
                    <a:pt x="2988" y="6051"/>
                    <a:pt x="3002" y="6216"/>
                  </a:cubicBezTo>
                  <a:cubicBezTo>
                    <a:pt x="3002" y="6365"/>
                    <a:pt x="3092" y="6469"/>
                    <a:pt x="3256" y="6469"/>
                  </a:cubicBezTo>
                  <a:cubicBezTo>
                    <a:pt x="3436" y="6455"/>
                    <a:pt x="3540" y="6350"/>
                    <a:pt x="3525" y="6186"/>
                  </a:cubicBezTo>
                  <a:cubicBezTo>
                    <a:pt x="3525" y="6051"/>
                    <a:pt x="3436" y="5932"/>
                    <a:pt x="3271" y="5932"/>
                  </a:cubicBezTo>
                  <a:close/>
                  <a:moveTo>
                    <a:pt x="4466" y="5932"/>
                  </a:moveTo>
                  <a:cubicBezTo>
                    <a:pt x="4302" y="5932"/>
                    <a:pt x="4212" y="6036"/>
                    <a:pt x="4197" y="6201"/>
                  </a:cubicBezTo>
                  <a:cubicBezTo>
                    <a:pt x="4197" y="6380"/>
                    <a:pt x="4287" y="6455"/>
                    <a:pt x="4436" y="6469"/>
                  </a:cubicBezTo>
                  <a:cubicBezTo>
                    <a:pt x="4616" y="6455"/>
                    <a:pt x="4720" y="6380"/>
                    <a:pt x="4735" y="6216"/>
                  </a:cubicBezTo>
                  <a:cubicBezTo>
                    <a:pt x="4735" y="6036"/>
                    <a:pt x="4645" y="5932"/>
                    <a:pt x="4466" y="5932"/>
                  </a:cubicBezTo>
                  <a:close/>
                  <a:moveTo>
                    <a:pt x="8947" y="6171"/>
                  </a:moveTo>
                  <a:cubicBezTo>
                    <a:pt x="8947" y="6171"/>
                    <a:pt x="8917" y="6186"/>
                    <a:pt x="8902" y="6201"/>
                  </a:cubicBezTo>
                  <a:cubicBezTo>
                    <a:pt x="8932" y="6290"/>
                    <a:pt x="8962" y="6380"/>
                    <a:pt x="8992" y="6469"/>
                  </a:cubicBezTo>
                  <a:cubicBezTo>
                    <a:pt x="9037" y="6455"/>
                    <a:pt x="9066" y="6440"/>
                    <a:pt x="9096" y="6425"/>
                  </a:cubicBezTo>
                  <a:cubicBezTo>
                    <a:pt x="9051" y="6335"/>
                    <a:pt x="9007" y="6260"/>
                    <a:pt x="8947" y="6171"/>
                  </a:cubicBezTo>
                  <a:close/>
                  <a:moveTo>
                    <a:pt x="2057" y="5942"/>
                  </a:moveTo>
                  <a:cubicBezTo>
                    <a:pt x="1919" y="5942"/>
                    <a:pt x="1823" y="6055"/>
                    <a:pt x="1823" y="6216"/>
                  </a:cubicBezTo>
                  <a:cubicBezTo>
                    <a:pt x="1808" y="6365"/>
                    <a:pt x="1912" y="6469"/>
                    <a:pt x="2062" y="6484"/>
                  </a:cubicBezTo>
                  <a:cubicBezTo>
                    <a:pt x="2226" y="6484"/>
                    <a:pt x="2330" y="6380"/>
                    <a:pt x="2360" y="6141"/>
                  </a:cubicBezTo>
                  <a:cubicBezTo>
                    <a:pt x="2286" y="6081"/>
                    <a:pt x="2196" y="5962"/>
                    <a:pt x="2106" y="5947"/>
                  </a:cubicBezTo>
                  <a:cubicBezTo>
                    <a:pt x="2089" y="5944"/>
                    <a:pt x="2073" y="5942"/>
                    <a:pt x="2057" y="5942"/>
                  </a:cubicBezTo>
                  <a:close/>
                  <a:moveTo>
                    <a:pt x="1150" y="6141"/>
                  </a:moveTo>
                  <a:cubicBezTo>
                    <a:pt x="1076" y="6230"/>
                    <a:pt x="986" y="6305"/>
                    <a:pt x="911" y="6380"/>
                  </a:cubicBezTo>
                  <a:cubicBezTo>
                    <a:pt x="911" y="6395"/>
                    <a:pt x="941" y="6425"/>
                    <a:pt x="971" y="6514"/>
                  </a:cubicBezTo>
                  <a:cubicBezTo>
                    <a:pt x="1076" y="6395"/>
                    <a:pt x="1135" y="6305"/>
                    <a:pt x="1195" y="6230"/>
                  </a:cubicBezTo>
                  <a:cubicBezTo>
                    <a:pt x="1210" y="6216"/>
                    <a:pt x="1165" y="6171"/>
                    <a:pt x="1150" y="6141"/>
                  </a:cubicBezTo>
                  <a:close/>
                  <a:moveTo>
                    <a:pt x="7423" y="6499"/>
                  </a:moveTo>
                  <a:cubicBezTo>
                    <a:pt x="7274" y="6499"/>
                    <a:pt x="7140" y="6589"/>
                    <a:pt x="7140" y="6783"/>
                  </a:cubicBezTo>
                  <a:cubicBezTo>
                    <a:pt x="7155" y="6932"/>
                    <a:pt x="7244" y="7037"/>
                    <a:pt x="7409" y="7037"/>
                  </a:cubicBezTo>
                  <a:cubicBezTo>
                    <a:pt x="7588" y="7037"/>
                    <a:pt x="7662" y="6947"/>
                    <a:pt x="7677" y="6738"/>
                  </a:cubicBezTo>
                  <a:cubicBezTo>
                    <a:pt x="7677" y="6604"/>
                    <a:pt x="7558" y="6499"/>
                    <a:pt x="7423" y="6499"/>
                  </a:cubicBezTo>
                  <a:close/>
                  <a:moveTo>
                    <a:pt x="5027" y="6527"/>
                  </a:moveTo>
                  <a:cubicBezTo>
                    <a:pt x="4897" y="6527"/>
                    <a:pt x="4808" y="6603"/>
                    <a:pt x="4795" y="6753"/>
                  </a:cubicBezTo>
                  <a:cubicBezTo>
                    <a:pt x="4765" y="6918"/>
                    <a:pt x="4840" y="7007"/>
                    <a:pt x="4929" y="7037"/>
                  </a:cubicBezTo>
                  <a:cubicBezTo>
                    <a:pt x="4948" y="7038"/>
                    <a:pt x="4965" y="7039"/>
                    <a:pt x="4982" y="7039"/>
                  </a:cubicBezTo>
                  <a:cubicBezTo>
                    <a:pt x="5198" y="7039"/>
                    <a:pt x="5289" y="6950"/>
                    <a:pt x="5303" y="6798"/>
                  </a:cubicBezTo>
                  <a:cubicBezTo>
                    <a:pt x="5318" y="6649"/>
                    <a:pt x="5228" y="6544"/>
                    <a:pt x="5064" y="6529"/>
                  </a:cubicBezTo>
                  <a:cubicBezTo>
                    <a:pt x="5051" y="6528"/>
                    <a:pt x="5039" y="6527"/>
                    <a:pt x="5027" y="6527"/>
                  </a:cubicBezTo>
                  <a:close/>
                  <a:moveTo>
                    <a:pt x="6202" y="6528"/>
                  </a:moveTo>
                  <a:cubicBezTo>
                    <a:pt x="6043" y="6528"/>
                    <a:pt x="5987" y="6659"/>
                    <a:pt x="5930" y="6858"/>
                  </a:cubicBezTo>
                  <a:cubicBezTo>
                    <a:pt x="6019" y="6918"/>
                    <a:pt x="6109" y="7037"/>
                    <a:pt x="6214" y="7052"/>
                  </a:cubicBezTo>
                  <a:cubicBezTo>
                    <a:pt x="6229" y="7055"/>
                    <a:pt x="6244" y="7057"/>
                    <a:pt x="6260" y="7057"/>
                  </a:cubicBezTo>
                  <a:cubicBezTo>
                    <a:pt x="6389" y="7057"/>
                    <a:pt x="6497" y="6945"/>
                    <a:pt x="6497" y="6798"/>
                  </a:cubicBezTo>
                  <a:cubicBezTo>
                    <a:pt x="6497" y="6634"/>
                    <a:pt x="6408" y="6529"/>
                    <a:pt x="6229" y="6529"/>
                  </a:cubicBezTo>
                  <a:cubicBezTo>
                    <a:pt x="6220" y="6528"/>
                    <a:pt x="6211" y="6528"/>
                    <a:pt x="6202" y="6528"/>
                  </a:cubicBezTo>
                  <a:close/>
                  <a:moveTo>
                    <a:pt x="2734" y="6499"/>
                  </a:moveTo>
                  <a:cubicBezTo>
                    <a:pt x="2495" y="6559"/>
                    <a:pt x="2390" y="6649"/>
                    <a:pt x="2405" y="6813"/>
                  </a:cubicBezTo>
                  <a:cubicBezTo>
                    <a:pt x="2420" y="6977"/>
                    <a:pt x="2525" y="7067"/>
                    <a:pt x="2674" y="7067"/>
                  </a:cubicBezTo>
                  <a:cubicBezTo>
                    <a:pt x="2679" y="7067"/>
                    <a:pt x="2684" y="7068"/>
                    <a:pt x="2689" y="7068"/>
                  </a:cubicBezTo>
                  <a:cubicBezTo>
                    <a:pt x="2821" y="7068"/>
                    <a:pt x="2986" y="6884"/>
                    <a:pt x="2943" y="6783"/>
                  </a:cubicBezTo>
                  <a:cubicBezTo>
                    <a:pt x="2898" y="6664"/>
                    <a:pt x="2793" y="6574"/>
                    <a:pt x="2734" y="6499"/>
                  </a:cubicBezTo>
                  <a:close/>
                  <a:moveTo>
                    <a:pt x="8588" y="6529"/>
                  </a:moveTo>
                  <a:cubicBezTo>
                    <a:pt x="8439" y="6544"/>
                    <a:pt x="8305" y="6619"/>
                    <a:pt x="8320" y="6813"/>
                  </a:cubicBezTo>
                  <a:cubicBezTo>
                    <a:pt x="8320" y="6962"/>
                    <a:pt x="8409" y="7067"/>
                    <a:pt x="8574" y="7067"/>
                  </a:cubicBezTo>
                  <a:cubicBezTo>
                    <a:pt x="8585" y="7068"/>
                    <a:pt x="8596" y="7068"/>
                    <a:pt x="8606" y="7068"/>
                  </a:cubicBezTo>
                  <a:cubicBezTo>
                    <a:pt x="8762" y="7068"/>
                    <a:pt x="8828" y="6965"/>
                    <a:pt x="8842" y="6783"/>
                  </a:cubicBezTo>
                  <a:cubicBezTo>
                    <a:pt x="8842" y="6634"/>
                    <a:pt x="8723" y="6529"/>
                    <a:pt x="8588" y="6529"/>
                  </a:cubicBezTo>
                  <a:close/>
                  <a:moveTo>
                    <a:pt x="1419" y="6544"/>
                  </a:moveTo>
                  <a:cubicBezTo>
                    <a:pt x="1374" y="6604"/>
                    <a:pt x="1270" y="6693"/>
                    <a:pt x="1255" y="6813"/>
                  </a:cubicBezTo>
                  <a:cubicBezTo>
                    <a:pt x="1228" y="6948"/>
                    <a:pt x="1335" y="7071"/>
                    <a:pt x="1478" y="7071"/>
                  </a:cubicBezTo>
                  <a:cubicBezTo>
                    <a:pt x="1493" y="7071"/>
                    <a:pt x="1508" y="7070"/>
                    <a:pt x="1524" y="7067"/>
                  </a:cubicBezTo>
                  <a:cubicBezTo>
                    <a:pt x="1628" y="7037"/>
                    <a:pt x="1763" y="6903"/>
                    <a:pt x="1778" y="6798"/>
                  </a:cubicBezTo>
                  <a:cubicBezTo>
                    <a:pt x="1793" y="6664"/>
                    <a:pt x="1688" y="6544"/>
                    <a:pt x="1419" y="6544"/>
                  </a:cubicBezTo>
                  <a:close/>
                  <a:moveTo>
                    <a:pt x="3869" y="6529"/>
                  </a:moveTo>
                  <a:cubicBezTo>
                    <a:pt x="3719" y="6544"/>
                    <a:pt x="3585" y="6634"/>
                    <a:pt x="3600" y="6813"/>
                  </a:cubicBezTo>
                  <a:cubicBezTo>
                    <a:pt x="3600" y="6977"/>
                    <a:pt x="3704" y="7067"/>
                    <a:pt x="3869" y="7082"/>
                  </a:cubicBezTo>
                  <a:cubicBezTo>
                    <a:pt x="4048" y="7067"/>
                    <a:pt x="4138" y="6932"/>
                    <a:pt x="4138" y="6783"/>
                  </a:cubicBezTo>
                  <a:cubicBezTo>
                    <a:pt x="4138" y="6634"/>
                    <a:pt x="4018" y="6529"/>
                    <a:pt x="3869" y="6529"/>
                  </a:cubicBezTo>
                  <a:close/>
                  <a:moveTo>
                    <a:pt x="5604" y="7125"/>
                  </a:moveTo>
                  <a:cubicBezTo>
                    <a:pt x="5558" y="7125"/>
                    <a:pt x="5491" y="7190"/>
                    <a:pt x="5437" y="7231"/>
                  </a:cubicBezTo>
                  <a:cubicBezTo>
                    <a:pt x="5556" y="7276"/>
                    <a:pt x="5676" y="7321"/>
                    <a:pt x="5795" y="7366"/>
                  </a:cubicBezTo>
                  <a:cubicBezTo>
                    <a:pt x="5804" y="7370"/>
                    <a:pt x="5813" y="7372"/>
                    <a:pt x="5822" y="7372"/>
                  </a:cubicBezTo>
                  <a:cubicBezTo>
                    <a:pt x="5843" y="7372"/>
                    <a:pt x="5864" y="7361"/>
                    <a:pt x="5885" y="7351"/>
                  </a:cubicBezTo>
                  <a:cubicBezTo>
                    <a:pt x="5885" y="7351"/>
                    <a:pt x="5885" y="7336"/>
                    <a:pt x="5900" y="7276"/>
                  </a:cubicBezTo>
                  <a:cubicBezTo>
                    <a:pt x="5825" y="7231"/>
                    <a:pt x="5721" y="7157"/>
                    <a:pt x="5616" y="7127"/>
                  </a:cubicBezTo>
                  <a:cubicBezTo>
                    <a:pt x="5612" y="7125"/>
                    <a:pt x="5608" y="7125"/>
                    <a:pt x="5604" y="7125"/>
                  </a:cubicBezTo>
                  <a:close/>
                  <a:moveTo>
                    <a:pt x="6796" y="7097"/>
                  </a:moveTo>
                  <a:cubicBezTo>
                    <a:pt x="6632" y="7112"/>
                    <a:pt x="6527" y="7246"/>
                    <a:pt x="6557" y="7381"/>
                  </a:cubicBezTo>
                  <a:cubicBezTo>
                    <a:pt x="6572" y="7485"/>
                    <a:pt x="6707" y="7634"/>
                    <a:pt x="6811" y="7649"/>
                  </a:cubicBezTo>
                  <a:cubicBezTo>
                    <a:pt x="6820" y="7650"/>
                    <a:pt x="6828" y="7651"/>
                    <a:pt x="6836" y="7651"/>
                  </a:cubicBezTo>
                  <a:cubicBezTo>
                    <a:pt x="6974" y="7651"/>
                    <a:pt x="7080" y="7536"/>
                    <a:pt x="7080" y="7381"/>
                  </a:cubicBezTo>
                  <a:cubicBezTo>
                    <a:pt x="7080" y="7216"/>
                    <a:pt x="6975" y="7112"/>
                    <a:pt x="6796" y="7097"/>
                  </a:cubicBezTo>
                  <a:close/>
                  <a:moveTo>
                    <a:pt x="2047" y="7082"/>
                  </a:moveTo>
                  <a:cubicBezTo>
                    <a:pt x="1972" y="7186"/>
                    <a:pt x="1837" y="7291"/>
                    <a:pt x="1837" y="7395"/>
                  </a:cubicBezTo>
                  <a:cubicBezTo>
                    <a:pt x="1837" y="7485"/>
                    <a:pt x="1987" y="7620"/>
                    <a:pt x="2091" y="7649"/>
                  </a:cubicBezTo>
                  <a:cubicBezTo>
                    <a:pt x="2107" y="7652"/>
                    <a:pt x="2122" y="7654"/>
                    <a:pt x="2137" y="7654"/>
                  </a:cubicBezTo>
                  <a:cubicBezTo>
                    <a:pt x="2277" y="7654"/>
                    <a:pt x="2374" y="7529"/>
                    <a:pt x="2360" y="7381"/>
                  </a:cubicBezTo>
                  <a:cubicBezTo>
                    <a:pt x="2345" y="7276"/>
                    <a:pt x="2226" y="7186"/>
                    <a:pt x="2151" y="7082"/>
                  </a:cubicBezTo>
                  <a:close/>
                  <a:moveTo>
                    <a:pt x="4451" y="7112"/>
                  </a:moveTo>
                  <a:cubicBezTo>
                    <a:pt x="4287" y="7127"/>
                    <a:pt x="4167" y="7231"/>
                    <a:pt x="4197" y="7381"/>
                  </a:cubicBezTo>
                  <a:cubicBezTo>
                    <a:pt x="4212" y="7485"/>
                    <a:pt x="4332" y="7620"/>
                    <a:pt x="4436" y="7649"/>
                  </a:cubicBezTo>
                  <a:cubicBezTo>
                    <a:pt x="4456" y="7655"/>
                    <a:pt x="4475" y="7657"/>
                    <a:pt x="4493" y="7657"/>
                  </a:cubicBezTo>
                  <a:cubicBezTo>
                    <a:pt x="4619" y="7657"/>
                    <a:pt x="4683" y="7526"/>
                    <a:pt x="4735" y="7395"/>
                  </a:cubicBezTo>
                  <a:cubicBezTo>
                    <a:pt x="4735" y="7261"/>
                    <a:pt x="4586" y="7112"/>
                    <a:pt x="4451" y="7112"/>
                  </a:cubicBezTo>
                  <a:close/>
                  <a:moveTo>
                    <a:pt x="926" y="7127"/>
                  </a:moveTo>
                  <a:cubicBezTo>
                    <a:pt x="747" y="7127"/>
                    <a:pt x="658" y="7231"/>
                    <a:pt x="658" y="7395"/>
                  </a:cubicBezTo>
                  <a:cubicBezTo>
                    <a:pt x="658" y="7575"/>
                    <a:pt x="747" y="7664"/>
                    <a:pt x="911" y="7664"/>
                  </a:cubicBezTo>
                  <a:cubicBezTo>
                    <a:pt x="1076" y="7664"/>
                    <a:pt x="1165" y="7575"/>
                    <a:pt x="1180" y="7395"/>
                  </a:cubicBezTo>
                  <a:cubicBezTo>
                    <a:pt x="1165" y="7231"/>
                    <a:pt x="1091" y="7142"/>
                    <a:pt x="926" y="7127"/>
                  </a:cubicBezTo>
                  <a:close/>
                  <a:moveTo>
                    <a:pt x="3271" y="7127"/>
                  </a:moveTo>
                  <a:cubicBezTo>
                    <a:pt x="3092" y="7127"/>
                    <a:pt x="3002" y="7231"/>
                    <a:pt x="3017" y="7410"/>
                  </a:cubicBezTo>
                  <a:cubicBezTo>
                    <a:pt x="3017" y="7560"/>
                    <a:pt x="3107" y="7664"/>
                    <a:pt x="3271" y="7664"/>
                  </a:cubicBezTo>
                  <a:cubicBezTo>
                    <a:pt x="3451" y="7649"/>
                    <a:pt x="3525" y="7560"/>
                    <a:pt x="3540" y="7381"/>
                  </a:cubicBezTo>
                  <a:cubicBezTo>
                    <a:pt x="3525" y="7231"/>
                    <a:pt x="3436" y="7127"/>
                    <a:pt x="3271" y="7127"/>
                  </a:cubicBezTo>
                  <a:close/>
                  <a:moveTo>
                    <a:pt x="8006" y="7127"/>
                  </a:moveTo>
                  <a:cubicBezTo>
                    <a:pt x="7827" y="7127"/>
                    <a:pt x="7737" y="7216"/>
                    <a:pt x="7737" y="7395"/>
                  </a:cubicBezTo>
                  <a:cubicBezTo>
                    <a:pt x="7722" y="7560"/>
                    <a:pt x="7812" y="7649"/>
                    <a:pt x="7961" y="7664"/>
                  </a:cubicBezTo>
                  <a:cubicBezTo>
                    <a:pt x="8140" y="7649"/>
                    <a:pt x="8245" y="7575"/>
                    <a:pt x="8245" y="7395"/>
                  </a:cubicBezTo>
                  <a:cubicBezTo>
                    <a:pt x="8245" y="7231"/>
                    <a:pt x="8170" y="7142"/>
                    <a:pt x="8006" y="7127"/>
                  </a:cubicBezTo>
                  <a:close/>
                  <a:moveTo>
                    <a:pt x="9171" y="7127"/>
                  </a:moveTo>
                  <a:cubicBezTo>
                    <a:pt x="8977" y="7127"/>
                    <a:pt x="8887" y="7246"/>
                    <a:pt x="8902" y="7395"/>
                  </a:cubicBezTo>
                  <a:cubicBezTo>
                    <a:pt x="8917" y="7500"/>
                    <a:pt x="9037" y="7605"/>
                    <a:pt x="9081" y="7664"/>
                  </a:cubicBezTo>
                  <a:cubicBezTo>
                    <a:pt x="9335" y="7649"/>
                    <a:pt x="9425" y="7560"/>
                    <a:pt x="9425" y="7381"/>
                  </a:cubicBezTo>
                  <a:cubicBezTo>
                    <a:pt x="9425" y="7216"/>
                    <a:pt x="9335" y="7127"/>
                    <a:pt x="9171" y="7127"/>
                  </a:cubicBezTo>
                  <a:close/>
                  <a:moveTo>
                    <a:pt x="2898" y="7784"/>
                  </a:moveTo>
                  <a:cubicBezTo>
                    <a:pt x="2868" y="7799"/>
                    <a:pt x="2823" y="7799"/>
                    <a:pt x="2793" y="7814"/>
                  </a:cubicBezTo>
                  <a:cubicBezTo>
                    <a:pt x="2823" y="7903"/>
                    <a:pt x="2853" y="8008"/>
                    <a:pt x="2883" y="8097"/>
                  </a:cubicBezTo>
                  <a:cubicBezTo>
                    <a:pt x="2913" y="8083"/>
                    <a:pt x="2943" y="8068"/>
                    <a:pt x="2943" y="8053"/>
                  </a:cubicBezTo>
                  <a:cubicBezTo>
                    <a:pt x="2928" y="7963"/>
                    <a:pt x="2913" y="7873"/>
                    <a:pt x="2898" y="7784"/>
                  </a:cubicBezTo>
                  <a:close/>
                  <a:moveTo>
                    <a:pt x="6244" y="7709"/>
                  </a:moveTo>
                  <a:cubicBezTo>
                    <a:pt x="6229" y="7709"/>
                    <a:pt x="6109" y="7799"/>
                    <a:pt x="6124" y="7799"/>
                  </a:cubicBezTo>
                  <a:cubicBezTo>
                    <a:pt x="6184" y="7933"/>
                    <a:pt x="6273" y="8053"/>
                    <a:pt x="6348" y="8172"/>
                  </a:cubicBezTo>
                  <a:cubicBezTo>
                    <a:pt x="6408" y="8112"/>
                    <a:pt x="6453" y="8053"/>
                    <a:pt x="6557" y="7948"/>
                  </a:cubicBezTo>
                  <a:cubicBezTo>
                    <a:pt x="6438" y="7844"/>
                    <a:pt x="6348" y="7769"/>
                    <a:pt x="6244" y="7709"/>
                  </a:cubicBezTo>
                  <a:close/>
                  <a:moveTo>
                    <a:pt x="5041" y="7676"/>
                  </a:moveTo>
                  <a:cubicBezTo>
                    <a:pt x="4887" y="7676"/>
                    <a:pt x="4723" y="7840"/>
                    <a:pt x="4765" y="7978"/>
                  </a:cubicBezTo>
                  <a:cubicBezTo>
                    <a:pt x="4795" y="8068"/>
                    <a:pt x="4914" y="8202"/>
                    <a:pt x="5004" y="8217"/>
                  </a:cubicBezTo>
                  <a:cubicBezTo>
                    <a:pt x="5024" y="8222"/>
                    <a:pt x="5044" y="8224"/>
                    <a:pt x="5063" y="8224"/>
                  </a:cubicBezTo>
                  <a:cubicBezTo>
                    <a:pt x="5218" y="8224"/>
                    <a:pt x="5351" y="8074"/>
                    <a:pt x="5377" y="7888"/>
                  </a:cubicBezTo>
                  <a:cubicBezTo>
                    <a:pt x="5288" y="7814"/>
                    <a:pt x="5198" y="7694"/>
                    <a:pt x="5079" y="7679"/>
                  </a:cubicBezTo>
                  <a:cubicBezTo>
                    <a:pt x="5066" y="7677"/>
                    <a:pt x="5054" y="7676"/>
                    <a:pt x="5041" y="7676"/>
                  </a:cubicBezTo>
                  <a:close/>
                  <a:moveTo>
                    <a:pt x="3888" y="7722"/>
                  </a:moveTo>
                  <a:cubicBezTo>
                    <a:pt x="3877" y="7722"/>
                    <a:pt x="3866" y="7723"/>
                    <a:pt x="3854" y="7724"/>
                  </a:cubicBezTo>
                  <a:cubicBezTo>
                    <a:pt x="3675" y="7724"/>
                    <a:pt x="3585" y="7814"/>
                    <a:pt x="3600" y="7993"/>
                  </a:cubicBezTo>
                  <a:cubicBezTo>
                    <a:pt x="3600" y="8133"/>
                    <a:pt x="3665" y="8233"/>
                    <a:pt x="3821" y="8233"/>
                  </a:cubicBezTo>
                  <a:cubicBezTo>
                    <a:pt x="3831" y="8233"/>
                    <a:pt x="3842" y="8233"/>
                    <a:pt x="3854" y="8232"/>
                  </a:cubicBezTo>
                  <a:cubicBezTo>
                    <a:pt x="4033" y="8232"/>
                    <a:pt x="4108" y="8142"/>
                    <a:pt x="4108" y="7948"/>
                  </a:cubicBezTo>
                  <a:cubicBezTo>
                    <a:pt x="4108" y="7810"/>
                    <a:pt x="4031" y="7722"/>
                    <a:pt x="3888" y="7722"/>
                  </a:cubicBezTo>
                  <a:close/>
                  <a:moveTo>
                    <a:pt x="8551" y="7722"/>
                  </a:moveTo>
                  <a:cubicBezTo>
                    <a:pt x="8397" y="7722"/>
                    <a:pt x="8320" y="7812"/>
                    <a:pt x="8320" y="7978"/>
                  </a:cubicBezTo>
                  <a:cubicBezTo>
                    <a:pt x="8320" y="8142"/>
                    <a:pt x="8394" y="8232"/>
                    <a:pt x="8559" y="8232"/>
                  </a:cubicBezTo>
                  <a:cubicBezTo>
                    <a:pt x="8571" y="8233"/>
                    <a:pt x="8584" y="8233"/>
                    <a:pt x="8596" y="8233"/>
                  </a:cubicBezTo>
                  <a:cubicBezTo>
                    <a:pt x="8750" y="8233"/>
                    <a:pt x="8828" y="8144"/>
                    <a:pt x="8842" y="7978"/>
                  </a:cubicBezTo>
                  <a:cubicBezTo>
                    <a:pt x="8827" y="7814"/>
                    <a:pt x="8753" y="7724"/>
                    <a:pt x="8588" y="7724"/>
                  </a:cubicBezTo>
                  <a:cubicBezTo>
                    <a:pt x="8576" y="7723"/>
                    <a:pt x="8563" y="7722"/>
                    <a:pt x="8551" y="7722"/>
                  </a:cubicBezTo>
                  <a:close/>
                  <a:moveTo>
                    <a:pt x="1524" y="7723"/>
                  </a:moveTo>
                  <a:cubicBezTo>
                    <a:pt x="1515" y="7723"/>
                    <a:pt x="1504" y="7723"/>
                    <a:pt x="1494" y="7724"/>
                  </a:cubicBezTo>
                  <a:cubicBezTo>
                    <a:pt x="1330" y="7724"/>
                    <a:pt x="1240" y="7829"/>
                    <a:pt x="1240" y="8008"/>
                  </a:cubicBezTo>
                  <a:cubicBezTo>
                    <a:pt x="1240" y="8158"/>
                    <a:pt x="1340" y="8234"/>
                    <a:pt x="1472" y="8234"/>
                  </a:cubicBezTo>
                  <a:cubicBezTo>
                    <a:pt x="1484" y="8234"/>
                    <a:pt x="1496" y="8233"/>
                    <a:pt x="1509" y="8232"/>
                  </a:cubicBezTo>
                  <a:cubicBezTo>
                    <a:pt x="1688" y="8232"/>
                    <a:pt x="1748" y="8127"/>
                    <a:pt x="1763" y="7963"/>
                  </a:cubicBezTo>
                  <a:cubicBezTo>
                    <a:pt x="1749" y="7823"/>
                    <a:pt x="1669" y="7723"/>
                    <a:pt x="1524" y="7723"/>
                  </a:cubicBezTo>
                  <a:close/>
                  <a:moveTo>
                    <a:pt x="9649" y="7769"/>
                  </a:moveTo>
                  <a:cubicBezTo>
                    <a:pt x="9589" y="7829"/>
                    <a:pt x="9529" y="7903"/>
                    <a:pt x="9440" y="8008"/>
                  </a:cubicBezTo>
                  <a:cubicBezTo>
                    <a:pt x="9544" y="8112"/>
                    <a:pt x="9634" y="8172"/>
                    <a:pt x="9709" y="8247"/>
                  </a:cubicBezTo>
                  <a:cubicBezTo>
                    <a:pt x="9739" y="8202"/>
                    <a:pt x="9813" y="8127"/>
                    <a:pt x="9798" y="8097"/>
                  </a:cubicBezTo>
                  <a:cubicBezTo>
                    <a:pt x="9768" y="7978"/>
                    <a:pt x="9694" y="7873"/>
                    <a:pt x="9649" y="7769"/>
                  </a:cubicBezTo>
                  <a:close/>
                  <a:moveTo>
                    <a:pt x="7364" y="7721"/>
                  </a:moveTo>
                  <a:cubicBezTo>
                    <a:pt x="7249" y="7721"/>
                    <a:pt x="7111" y="7869"/>
                    <a:pt x="7125" y="7993"/>
                  </a:cubicBezTo>
                  <a:cubicBezTo>
                    <a:pt x="7125" y="8157"/>
                    <a:pt x="7214" y="8247"/>
                    <a:pt x="7379" y="8262"/>
                  </a:cubicBezTo>
                  <a:cubicBezTo>
                    <a:pt x="7389" y="8263"/>
                    <a:pt x="7398" y="8263"/>
                    <a:pt x="7408" y="8263"/>
                  </a:cubicBezTo>
                  <a:cubicBezTo>
                    <a:pt x="7566" y="8263"/>
                    <a:pt x="7634" y="8144"/>
                    <a:pt x="7662" y="7918"/>
                  </a:cubicBezTo>
                  <a:cubicBezTo>
                    <a:pt x="7588" y="7873"/>
                    <a:pt x="7513" y="7769"/>
                    <a:pt x="7394" y="7724"/>
                  </a:cubicBezTo>
                  <a:cubicBezTo>
                    <a:pt x="7384" y="7722"/>
                    <a:pt x="7374" y="7721"/>
                    <a:pt x="7364" y="7721"/>
                  </a:cubicBezTo>
                  <a:close/>
                  <a:moveTo>
                    <a:pt x="359" y="7739"/>
                  </a:moveTo>
                  <a:cubicBezTo>
                    <a:pt x="254" y="7829"/>
                    <a:pt x="165" y="7918"/>
                    <a:pt x="0" y="8053"/>
                  </a:cubicBezTo>
                  <a:cubicBezTo>
                    <a:pt x="150" y="8157"/>
                    <a:pt x="224" y="8247"/>
                    <a:pt x="314" y="8262"/>
                  </a:cubicBezTo>
                  <a:cubicBezTo>
                    <a:pt x="328" y="8264"/>
                    <a:pt x="342" y="8266"/>
                    <a:pt x="356" y="8266"/>
                  </a:cubicBezTo>
                  <a:cubicBezTo>
                    <a:pt x="498" y="8266"/>
                    <a:pt x="596" y="8131"/>
                    <a:pt x="583" y="8008"/>
                  </a:cubicBezTo>
                  <a:cubicBezTo>
                    <a:pt x="583" y="7903"/>
                    <a:pt x="434" y="7829"/>
                    <a:pt x="359" y="7739"/>
                  </a:cubicBezTo>
                  <a:close/>
                  <a:moveTo>
                    <a:pt x="5542" y="8307"/>
                  </a:moveTo>
                  <a:cubicBezTo>
                    <a:pt x="5497" y="8381"/>
                    <a:pt x="5407" y="8456"/>
                    <a:pt x="5407" y="8531"/>
                  </a:cubicBezTo>
                  <a:cubicBezTo>
                    <a:pt x="5422" y="8620"/>
                    <a:pt x="5512" y="8695"/>
                    <a:pt x="5571" y="8770"/>
                  </a:cubicBezTo>
                  <a:cubicBezTo>
                    <a:pt x="5601" y="8710"/>
                    <a:pt x="5646" y="8650"/>
                    <a:pt x="5691" y="8575"/>
                  </a:cubicBezTo>
                  <a:cubicBezTo>
                    <a:pt x="5646" y="8471"/>
                    <a:pt x="5586" y="8381"/>
                    <a:pt x="5542" y="8307"/>
                  </a:cubicBezTo>
                  <a:close/>
                  <a:moveTo>
                    <a:pt x="4421" y="8307"/>
                  </a:moveTo>
                  <a:cubicBezTo>
                    <a:pt x="4257" y="8307"/>
                    <a:pt x="4167" y="8396"/>
                    <a:pt x="4182" y="8575"/>
                  </a:cubicBezTo>
                  <a:cubicBezTo>
                    <a:pt x="4182" y="8740"/>
                    <a:pt x="4270" y="8816"/>
                    <a:pt x="4412" y="8816"/>
                  </a:cubicBezTo>
                  <a:cubicBezTo>
                    <a:pt x="4424" y="8816"/>
                    <a:pt x="4438" y="8816"/>
                    <a:pt x="4451" y="8814"/>
                  </a:cubicBezTo>
                  <a:cubicBezTo>
                    <a:pt x="4616" y="8814"/>
                    <a:pt x="4690" y="8695"/>
                    <a:pt x="4690" y="8546"/>
                  </a:cubicBezTo>
                  <a:cubicBezTo>
                    <a:pt x="4705" y="8381"/>
                    <a:pt x="4601" y="8307"/>
                    <a:pt x="4421" y="8307"/>
                  </a:cubicBezTo>
                  <a:close/>
                  <a:moveTo>
                    <a:pt x="2131" y="8318"/>
                  </a:moveTo>
                  <a:cubicBezTo>
                    <a:pt x="2119" y="8318"/>
                    <a:pt x="2106" y="8319"/>
                    <a:pt x="2091" y="8322"/>
                  </a:cubicBezTo>
                  <a:cubicBezTo>
                    <a:pt x="2002" y="8351"/>
                    <a:pt x="1882" y="8471"/>
                    <a:pt x="1852" y="8575"/>
                  </a:cubicBezTo>
                  <a:cubicBezTo>
                    <a:pt x="1824" y="8730"/>
                    <a:pt x="1916" y="8846"/>
                    <a:pt x="2077" y="8846"/>
                  </a:cubicBezTo>
                  <a:cubicBezTo>
                    <a:pt x="2086" y="8846"/>
                    <a:pt x="2096" y="8845"/>
                    <a:pt x="2106" y="8844"/>
                  </a:cubicBezTo>
                  <a:cubicBezTo>
                    <a:pt x="2181" y="8829"/>
                    <a:pt x="2256" y="8710"/>
                    <a:pt x="2330" y="8650"/>
                  </a:cubicBezTo>
                  <a:cubicBezTo>
                    <a:pt x="2289" y="8484"/>
                    <a:pt x="2286" y="8318"/>
                    <a:pt x="2131" y="8318"/>
                  </a:cubicBezTo>
                  <a:close/>
                  <a:moveTo>
                    <a:pt x="861" y="8315"/>
                  </a:moveTo>
                  <a:cubicBezTo>
                    <a:pt x="742" y="8315"/>
                    <a:pt x="587" y="8496"/>
                    <a:pt x="628" y="8590"/>
                  </a:cubicBezTo>
                  <a:cubicBezTo>
                    <a:pt x="672" y="8695"/>
                    <a:pt x="792" y="8829"/>
                    <a:pt x="897" y="8844"/>
                  </a:cubicBezTo>
                  <a:cubicBezTo>
                    <a:pt x="911" y="8847"/>
                    <a:pt x="924" y="8848"/>
                    <a:pt x="937" y="8848"/>
                  </a:cubicBezTo>
                  <a:cubicBezTo>
                    <a:pt x="1076" y="8848"/>
                    <a:pt x="1153" y="8706"/>
                    <a:pt x="1180" y="8501"/>
                  </a:cubicBezTo>
                  <a:cubicBezTo>
                    <a:pt x="1106" y="8441"/>
                    <a:pt x="1016" y="8351"/>
                    <a:pt x="897" y="8322"/>
                  </a:cubicBezTo>
                  <a:cubicBezTo>
                    <a:pt x="885" y="8317"/>
                    <a:pt x="873" y="8315"/>
                    <a:pt x="861" y="8315"/>
                  </a:cubicBezTo>
                  <a:close/>
                  <a:moveTo>
                    <a:pt x="9147" y="8315"/>
                  </a:moveTo>
                  <a:cubicBezTo>
                    <a:pt x="9027" y="8315"/>
                    <a:pt x="8862" y="8481"/>
                    <a:pt x="8902" y="8575"/>
                  </a:cubicBezTo>
                  <a:cubicBezTo>
                    <a:pt x="8947" y="8695"/>
                    <a:pt x="9066" y="8814"/>
                    <a:pt x="9156" y="8844"/>
                  </a:cubicBezTo>
                  <a:cubicBezTo>
                    <a:pt x="9171" y="8847"/>
                    <a:pt x="9186" y="8848"/>
                    <a:pt x="9200" y="8848"/>
                  </a:cubicBezTo>
                  <a:cubicBezTo>
                    <a:pt x="9337" y="8848"/>
                    <a:pt x="9414" y="8719"/>
                    <a:pt x="9455" y="8516"/>
                  </a:cubicBezTo>
                  <a:cubicBezTo>
                    <a:pt x="9380" y="8456"/>
                    <a:pt x="9290" y="8351"/>
                    <a:pt x="9186" y="8322"/>
                  </a:cubicBezTo>
                  <a:cubicBezTo>
                    <a:pt x="9174" y="8317"/>
                    <a:pt x="9161" y="8315"/>
                    <a:pt x="9147" y="8315"/>
                  </a:cubicBezTo>
                  <a:close/>
                  <a:moveTo>
                    <a:pt x="3302" y="8305"/>
                  </a:moveTo>
                  <a:cubicBezTo>
                    <a:pt x="3292" y="8305"/>
                    <a:pt x="3282" y="8306"/>
                    <a:pt x="3271" y="8307"/>
                  </a:cubicBezTo>
                  <a:cubicBezTo>
                    <a:pt x="3182" y="8336"/>
                    <a:pt x="3032" y="8471"/>
                    <a:pt x="3032" y="8560"/>
                  </a:cubicBezTo>
                  <a:cubicBezTo>
                    <a:pt x="3032" y="8665"/>
                    <a:pt x="3167" y="8814"/>
                    <a:pt x="3256" y="8844"/>
                  </a:cubicBezTo>
                  <a:cubicBezTo>
                    <a:pt x="3273" y="8848"/>
                    <a:pt x="3289" y="8849"/>
                    <a:pt x="3305" y="8849"/>
                  </a:cubicBezTo>
                  <a:cubicBezTo>
                    <a:pt x="3434" y="8849"/>
                    <a:pt x="3540" y="8742"/>
                    <a:pt x="3540" y="8516"/>
                  </a:cubicBezTo>
                  <a:cubicBezTo>
                    <a:pt x="3540" y="8404"/>
                    <a:pt x="3449" y="8305"/>
                    <a:pt x="3302" y="8305"/>
                  </a:cubicBezTo>
                  <a:close/>
                  <a:moveTo>
                    <a:pt x="7934" y="8317"/>
                  </a:moveTo>
                  <a:cubicBezTo>
                    <a:pt x="7803" y="8317"/>
                    <a:pt x="7694" y="8440"/>
                    <a:pt x="7707" y="8575"/>
                  </a:cubicBezTo>
                  <a:cubicBezTo>
                    <a:pt x="7722" y="8680"/>
                    <a:pt x="7857" y="8814"/>
                    <a:pt x="7961" y="8844"/>
                  </a:cubicBezTo>
                  <a:cubicBezTo>
                    <a:pt x="7981" y="8850"/>
                    <a:pt x="7999" y="8852"/>
                    <a:pt x="8016" y="8852"/>
                  </a:cubicBezTo>
                  <a:cubicBezTo>
                    <a:pt x="8143" y="8852"/>
                    <a:pt x="8207" y="8713"/>
                    <a:pt x="8260" y="8516"/>
                  </a:cubicBezTo>
                  <a:cubicBezTo>
                    <a:pt x="8185" y="8456"/>
                    <a:pt x="8096" y="8336"/>
                    <a:pt x="7976" y="8322"/>
                  </a:cubicBezTo>
                  <a:cubicBezTo>
                    <a:pt x="7962" y="8319"/>
                    <a:pt x="7948" y="8317"/>
                    <a:pt x="7934" y="8317"/>
                  </a:cubicBezTo>
                  <a:close/>
                  <a:moveTo>
                    <a:pt x="6781" y="8322"/>
                  </a:moveTo>
                  <a:cubicBezTo>
                    <a:pt x="6647" y="8336"/>
                    <a:pt x="6542" y="8411"/>
                    <a:pt x="6542" y="8575"/>
                  </a:cubicBezTo>
                  <a:cubicBezTo>
                    <a:pt x="6527" y="8755"/>
                    <a:pt x="6617" y="8859"/>
                    <a:pt x="6796" y="8859"/>
                  </a:cubicBezTo>
                  <a:cubicBezTo>
                    <a:pt x="6975" y="8844"/>
                    <a:pt x="7065" y="8755"/>
                    <a:pt x="7050" y="8575"/>
                  </a:cubicBezTo>
                  <a:cubicBezTo>
                    <a:pt x="7050" y="8411"/>
                    <a:pt x="6946" y="8336"/>
                    <a:pt x="6781" y="8322"/>
                  </a:cubicBezTo>
                  <a:close/>
                  <a:moveTo>
                    <a:pt x="5040" y="8855"/>
                  </a:moveTo>
                  <a:cubicBezTo>
                    <a:pt x="4873" y="8855"/>
                    <a:pt x="4750" y="8981"/>
                    <a:pt x="4750" y="9143"/>
                  </a:cubicBezTo>
                  <a:cubicBezTo>
                    <a:pt x="4750" y="9292"/>
                    <a:pt x="4869" y="9412"/>
                    <a:pt x="5004" y="9412"/>
                  </a:cubicBezTo>
                  <a:cubicBezTo>
                    <a:pt x="5198" y="9397"/>
                    <a:pt x="5377" y="9248"/>
                    <a:pt x="5332" y="9098"/>
                  </a:cubicBezTo>
                  <a:cubicBezTo>
                    <a:pt x="5303" y="9009"/>
                    <a:pt x="5183" y="8889"/>
                    <a:pt x="5093" y="8859"/>
                  </a:cubicBezTo>
                  <a:cubicBezTo>
                    <a:pt x="5075" y="8856"/>
                    <a:pt x="5057" y="8855"/>
                    <a:pt x="5040" y="8855"/>
                  </a:cubicBezTo>
                  <a:close/>
                  <a:moveTo>
                    <a:pt x="6348" y="9009"/>
                  </a:moveTo>
                  <a:cubicBezTo>
                    <a:pt x="6229" y="9068"/>
                    <a:pt x="6109" y="9158"/>
                    <a:pt x="5990" y="9233"/>
                  </a:cubicBezTo>
                  <a:cubicBezTo>
                    <a:pt x="6064" y="9307"/>
                    <a:pt x="6139" y="9367"/>
                    <a:pt x="6169" y="9412"/>
                  </a:cubicBezTo>
                  <a:cubicBezTo>
                    <a:pt x="6408" y="9412"/>
                    <a:pt x="6497" y="9307"/>
                    <a:pt x="6497" y="9158"/>
                  </a:cubicBezTo>
                  <a:cubicBezTo>
                    <a:pt x="6497" y="9113"/>
                    <a:pt x="6378" y="9009"/>
                    <a:pt x="6348" y="9009"/>
                  </a:cubicBezTo>
                  <a:close/>
                  <a:moveTo>
                    <a:pt x="254" y="8904"/>
                  </a:moveTo>
                  <a:cubicBezTo>
                    <a:pt x="209" y="8949"/>
                    <a:pt x="60" y="9068"/>
                    <a:pt x="75" y="9098"/>
                  </a:cubicBezTo>
                  <a:cubicBezTo>
                    <a:pt x="135" y="9233"/>
                    <a:pt x="239" y="9382"/>
                    <a:pt x="344" y="9412"/>
                  </a:cubicBezTo>
                  <a:cubicBezTo>
                    <a:pt x="362" y="9418"/>
                    <a:pt x="379" y="9421"/>
                    <a:pt x="395" y="9421"/>
                  </a:cubicBezTo>
                  <a:cubicBezTo>
                    <a:pt x="501" y="9421"/>
                    <a:pt x="568" y="9302"/>
                    <a:pt x="568" y="9173"/>
                  </a:cubicBezTo>
                  <a:cubicBezTo>
                    <a:pt x="568" y="8994"/>
                    <a:pt x="463" y="8919"/>
                    <a:pt x="254" y="8904"/>
                  </a:cubicBezTo>
                  <a:close/>
                  <a:moveTo>
                    <a:pt x="2853" y="8964"/>
                  </a:moveTo>
                  <a:cubicBezTo>
                    <a:pt x="2778" y="9083"/>
                    <a:pt x="2704" y="9188"/>
                    <a:pt x="2644" y="9307"/>
                  </a:cubicBezTo>
                  <a:cubicBezTo>
                    <a:pt x="2629" y="9337"/>
                    <a:pt x="2689" y="9382"/>
                    <a:pt x="2704" y="9427"/>
                  </a:cubicBezTo>
                  <a:cubicBezTo>
                    <a:pt x="2793" y="9367"/>
                    <a:pt x="2898" y="9307"/>
                    <a:pt x="3002" y="9233"/>
                  </a:cubicBezTo>
                  <a:cubicBezTo>
                    <a:pt x="2943" y="9113"/>
                    <a:pt x="2898" y="9038"/>
                    <a:pt x="2853" y="8964"/>
                  </a:cubicBezTo>
                  <a:close/>
                  <a:moveTo>
                    <a:pt x="3897" y="8888"/>
                  </a:moveTo>
                  <a:cubicBezTo>
                    <a:pt x="3888" y="8888"/>
                    <a:pt x="3878" y="8888"/>
                    <a:pt x="3869" y="8889"/>
                  </a:cubicBezTo>
                  <a:cubicBezTo>
                    <a:pt x="3704" y="8889"/>
                    <a:pt x="3600" y="8979"/>
                    <a:pt x="3600" y="9113"/>
                  </a:cubicBezTo>
                  <a:cubicBezTo>
                    <a:pt x="3585" y="9322"/>
                    <a:pt x="3704" y="9412"/>
                    <a:pt x="3839" y="9427"/>
                  </a:cubicBezTo>
                  <a:cubicBezTo>
                    <a:pt x="4003" y="9427"/>
                    <a:pt x="4108" y="9322"/>
                    <a:pt x="4108" y="9143"/>
                  </a:cubicBezTo>
                  <a:cubicBezTo>
                    <a:pt x="4122" y="8989"/>
                    <a:pt x="4031" y="8888"/>
                    <a:pt x="3897" y="8888"/>
                  </a:cubicBezTo>
                  <a:close/>
                  <a:moveTo>
                    <a:pt x="7379" y="8919"/>
                  </a:moveTo>
                  <a:cubicBezTo>
                    <a:pt x="7214" y="8919"/>
                    <a:pt x="7125" y="8994"/>
                    <a:pt x="7125" y="9173"/>
                  </a:cubicBezTo>
                  <a:cubicBezTo>
                    <a:pt x="7125" y="9337"/>
                    <a:pt x="7199" y="9427"/>
                    <a:pt x="7349" y="9427"/>
                  </a:cubicBezTo>
                  <a:cubicBezTo>
                    <a:pt x="7528" y="9427"/>
                    <a:pt x="7633" y="9352"/>
                    <a:pt x="7633" y="9188"/>
                  </a:cubicBezTo>
                  <a:cubicBezTo>
                    <a:pt x="7647" y="9009"/>
                    <a:pt x="7558" y="8919"/>
                    <a:pt x="7379" y="8919"/>
                  </a:cubicBezTo>
                  <a:close/>
                  <a:moveTo>
                    <a:pt x="9724" y="8919"/>
                  </a:moveTo>
                  <a:cubicBezTo>
                    <a:pt x="9634" y="8994"/>
                    <a:pt x="9500" y="9068"/>
                    <a:pt x="9500" y="9158"/>
                  </a:cubicBezTo>
                  <a:cubicBezTo>
                    <a:pt x="9500" y="9248"/>
                    <a:pt x="9619" y="9337"/>
                    <a:pt x="9694" y="9427"/>
                  </a:cubicBezTo>
                  <a:cubicBezTo>
                    <a:pt x="9753" y="9352"/>
                    <a:pt x="9813" y="9262"/>
                    <a:pt x="9903" y="9158"/>
                  </a:cubicBezTo>
                  <a:cubicBezTo>
                    <a:pt x="9828" y="9053"/>
                    <a:pt x="9768" y="8979"/>
                    <a:pt x="9724" y="8919"/>
                  </a:cubicBezTo>
                  <a:close/>
                  <a:moveTo>
                    <a:pt x="1536" y="8918"/>
                  </a:moveTo>
                  <a:cubicBezTo>
                    <a:pt x="1527" y="8918"/>
                    <a:pt x="1518" y="8918"/>
                    <a:pt x="1509" y="8919"/>
                  </a:cubicBezTo>
                  <a:cubicBezTo>
                    <a:pt x="1404" y="8934"/>
                    <a:pt x="1300" y="9053"/>
                    <a:pt x="1135" y="9158"/>
                  </a:cubicBezTo>
                  <a:cubicBezTo>
                    <a:pt x="1285" y="9292"/>
                    <a:pt x="1374" y="9427"/>
                    <a:pt x="1479" y="9442"/>
                  </a:cubicBezTo>
                  <a:cubicBezTo>
                    <a:pt x="1496" y="9445"/>
                    <a:pt x="1513" y="9447"/>
                    <a:pt x="1529" y="9447"/>
                  </a:cubicBezTo>
                  <a:cubicBezTo>
                    <a:pt x="1654" y="9447"/>
                    <a:pt x="1750" y="9348"/>
                    <a:pt x="1763" y="9203"/>
                  </a:cubicBezTo>
                  <a:cubicBezTo>
                    <a:pt x="1763" y="9034"/>
                    <a:pt x="1683" y="8918"/>
                    <a:pt x="1536" y="8918"/>
                  </a:cubicBezTo>
                  <a:close/>
                  <a:moveTo>
                    <a:pt x="8606" y="8910"/>
                  </a:moveTo>
                  <a:cubicBezTo>
                    <a:pt x="8564" y="8910"/>
                    <a:pt x="8517" y="8926"/>
                    <a:pt x="8469" y="8964"/>
                  </a:cubicBezTo>
                  <a:cubicBezTo>
                    <a:pt x="8260" y="9128"/>
                    <a:pt x="8260" y="9248"/>
                    <a:pt x="8454" y="9412"/>
                  </a:cubicBezTo>
                  <a:lnTo>
                    <a:pt x="8469" y="9412"/>
                  </a:lnTo>
                  <a:cubicBezTo>
                    <a:pt x="8514" y="9447"/>
                    <a:pt x="8557" y="9462"/>
                    <a:pt x="8597" y="9462"/>
                  </a:cubicBezTo>
                  <a:cubicBezTo>
                    <a:pt x="8676" y="9462"/>
                    <a:pt x="8743" y="9402"/>
                    <a:pt x="8783" y="9322"/>
                  </a:cubicBezTo>
                  <a:cubicBezTo>
                    <a:pt x="8827" y="9248"/>
                    <a:pt x="8827" y="9113"/>
                    <a:pt x="8783" y="9038"/>
                  </a:cubicBezTo>
                  <a:cubicBezTo>
                    <a:pt x="8744" y="8962"/>
                    <a:pt x="8682" y="8910"/>
                    <a:pt x="8606" y="8910"/>
                  </a:cubicBezTo>
                  <a:close/>
                  <a:moveTo>
                    <a:pt x="926" y="9487"/>
                  </a:moveTo>
                  <a:cubicBezTo>
                    <a:pt x="867" y="9531"/>
                    <a:pt x="807" y="9561"/>
                    <a:pt x="747" y="9591"/>
                  </a:cubicBezTo>
                  <a:cubicBezTo>
                    <a:pt x="822" y="9621"/>
                    <a:pt x="882" y="9666"/>
                    <a:pt x="941" y="9681"/>
                  </a:cubicBezTo>
                  <a:cubicBezTo>
                    <a:pt x="986" y="9681"/>
                    <a:pt x="1046" y="9636"/>
                    <a:pt x="1091" y="9606"/>
                  </a:cubicBezTo>
                  <a:cubicBezTo>
                    <a:pt x="1046" y="9561"/>
                    <a:pt x="986" y="9531"/>
                    <a:pt x="926" y="9487"/>
                  </a:cubicBezTo>
                  <a:close/>
                  <a:moveTo>
                    <a:pt x="9162" y="9498"/>
                  </a:moveTo>
                  <a:cubicBezTo>
                    <a:pt x="9150" y="9498"/>
                    <a:pt x="9138" y="9499"/>
                    <a:pt x="9126" y="9501"/>
                  </a:cubicBezTo>
                  <a:cubicBezTo>
                    <a:pt x="8962" y="9516"/>
                    <a:pt x="8887" y="9666"/>
                    <a:pt x="8917" y="9875"/>
                  </a:cubicBezTo>
                  <a:cubicBezTo>
                    <a:pt x="8887" y="9994"/>
                    <a:pt x="8977" y="10024"/>
                    <a:pt x="9066" y="10054"/>
                  </a:cubicBezTo>
                  <a:cubicBezTo>
                    <a:pt x="9092" y="10057"/>
                    <a:pt x="9117" y="10059"/>
                    <a:pt x="9140" y="10059"/>
                  </a:cubicBezTo>
                  <a:cubicBezTo>
                    <a:pt x="9323" y="10059"/>
                    <a:pt x="9440" y="9961"/>
                    <a:pt x="9440" y="9815"/>
                  </a:cubicBezTo>
                  <a:cubicBezTo>
                    <a:pt x="9440" y="9650"/>
                    <a:pt x="9301" y="9498"/>
                    <a:pt x="9162" y="9498"/>
                  </a:cubicBezTo>
                  <a:close/>
                  <a:moveTo>
                    <a:pt x="7990" y="9501"/>
                  </a:moveTo>
                  <a:cubicBezTo>
                    <a:pt x="7985" y="9501"/>
                    <a:pt x="7981" y="9501"/>
                    <a:pt x="7976" y="9501"/>
                  </a:cubicBezTo>
                  <a:cubicBezTo>
                    <a:pt x="7827" y="9516"/>
                    <a:pt x="7707" y="9606"/>
                    <a:pt x="7722" y="9770"/>
                  </a:cubicBezTo>
                  <a:cubicBezTo>
                    <a:pt x="7737" y="9935"/>
                    <a:pt x="7812" y="10069"/>
                    <a:pt x="8081" y="10084"/>
                  </a:cubicBezTo>
                  <a:cubicBezTo>
                    <a:pt x="8125" y="10024"/>
                    <a:pt x="8245" y="9935"/>
                    <a:pt x="8275" y="9815"/>
                  </a:cubicBezTo>
                  <a:cubicBezTo>
                    <a:pt x="8304" y="9700"/>
                    <a:pt x="8124" y="9501"/>
                    <a:pt x="7990" y="9501"/>
                  </a:cubicBezTo>
                  <a:close/>
                  <a:moveTo>
                    <a:pt x="5680" y="9471"/>
                  </a:moveTo>
                  <a:cubicBezTo>
                    <a:pt x="5674" y="9471"/>
                    <a:pt x="5667" y="9471"/>
                    <a:pt x="5661" y="9472"/>
                  </a:cubicBezTo>
                  <a:cubicBezTo>
                    <a:pt x="5497" y="9472"/>
                    <a:pt x="5392" y="9561"/>
                    <a:pt x="5377" y="9740"/>
                  </a:cubicBezTo>
                  <a:cubicBezTo>
                    <a:pt x="5377" y="9967"/>
                    <a:pt x="5458" y="10100"/>
                    <a:pt x="5632" y="10100"/>
                  </a:cubicBezTo>
                  <a:cubicBezTo>
                    <a:pt x="5642" y="10100"/>
                    <a:pt x="5651" y="10100"/>
                    <a:pt x="5661" y="10099"/>
                  </a:cubicBezTo>
                  <a:cubicBezTo>
                    <a:pt x="5855" y="10099"/>
                    <a:pt x="5915" y="9964"/>
                    <a:pt x="5930" y="9845"/>
                  </a:cubicBezTo>
                  <a:cubicBezTo>
                    <a:pt x="5930" y="9630"/>
                    <a:pt x="5820" y="9471"/>
                    <a:pt x="5680" y="9471"/>
                  </a:cubicBezTo>
                  <a:close/>
                  <a:moveTo>
                    <a:pt x="6795" y="9470"/>
                  </a:moveTo>
                  <a:cubicBezTo>
                    <a:pt x="6612" y="9470"/>
                    <a:pt x="6572" y="9601"/>
                    <a:pt x="6572" y="9785"/>
                  </a:cubicBezTo>
                  <a:cubicBezTo>
                    <a:pt x="6572" y="9964"/>
                    <a:pt x="6617" y="10099"/>
                    <a:pt x="6826" y="10099"/>
                  </a:cubicBezTo>
                  <a:cubicBezTo>
                    <a:pt x="6837" y="10100"/>
                    <a:pt x="6847" y="10100"/>
                    <a:pt x="6857" y="10100"/>
                  </a:cubicBezTo>
                  <a:cubicBezTo>
                    <a:pt x="7041" y="10100"/>
                    <a:pt x="7095" y="9970"/>
                    <a:pt x="7095" y="9785"/>
                  </a:cubicBezTo>
                  <a:cubicBezTo>
                    <a:pt x="7110" y="9606"/>
                    <a:pt x="7020" y="9472"/>
                    <a:pt x="6826" y="9472"/>
                  </a:cubicBezTo>
                  <a:cubicBezTo>
                    <a:pt x="6815" y="9471"/>
                    <a:pt x="6805" y="9470"/>
                    <a:pt x="6795" y="9470"/>
                  </a:cubicBezTo>
                  <a:close/>
                  <a:moveTo>
                    <a:pt x="3233" y="9468"/>
                  </a:moveTo>
                  <a:cubicBezTo>
                    <a:pt x="3100" y="9468"/>
                    <a:pt x="2989" y="9607"/>
                    <a:pt x="3002" y="9770"/>
                  </a:cubicBezTo>
                  <a:cubicBezTo>
                    <a:pt x="3002" y="9935"/>
                    <a:pt x="3017" y="10114"/>
                    <a:pt x="3256" y="10114"/>
                  </a:cubicBezTo>
                  <a:cubicBezTo>
                    <a:pt x="3465" y="10114"/>
                    <a:pt x="3540" y="9994"/>
                    <a:pt x="3540" y="9770"/>
                  </a:cubicBezTo>
                  <a:cubicBezTo>
                    <a:pt x="3555" y="9606"/>
                    <a:pt x="3451" y="9487"/>
                    <a:pt x="3271" y="9472"/>
                  </a:cubicBezTo>
                  <a:cubicBezTo>
                    <a:pt x="3258" y="9469"/>
                    <a:pt x="3246" y="9468"/>
                    <a:pt x="3233" y="9468"/>
                  </a:cubicBezTo>
                  <a:close/>
                  <a:moveTo>
                    <a:pt x="4461" y="9471"/>
                  </a:moveTo>
                  <a:cubicBezTo>
                    <a:pt x="4453" y="9471"/>
                    <a:pt x="4445" y="9471"/>
                    <a:pt x="4436" y="9472"/>
                  </a:cubicBezTo>
                  <a:cubicBezTo>
                    <a:pt x="4257" y="9487"/>
                    <a:pt x="4182" y="9606"/>
                    <a:pt x="4182" y="9785"/>
                  </a:cubicBezTo>
                  <a:cubicBezTo>
                    <a:pt x="4182" y="9994"/>
                    <a:pt x="4272" y="10114"/>
                    <a:pt x="4451" y="10114"/>
                  </a:cubicBezTo>
                  <a:cubicBezTo>
                    <a:pt x="4630" y="10099"/>
                    <a:pt x="4705" y="9979"/>
                    <a:pt x="4720" y="9830"/>
                  </a:cubicBezTo>
                  <a:cubicBezTo>
                    <a:pt x="4734" y="9616"/>
                    <a:pt x="4626" y="9471"/>
                    <a:pt x="4461" y="9471"/>
                  </a:cubicBezTo>
                  <a:close/>
                  <a:moveTo>
                    <a:pt x="2674" y="10129"/>
                  </a:moveTo>
                  <a:cubicBezTo>
                    <a:pt x="2539" y="10159"/>
                    <a:pt x="2450" y="10248"/>
                    <a:pt x="2465" y="10427"/>
                  </a:cubicBezTo>
                  <a:cubicBezTo>
                    <a:pt x="2465" y="10580"/>
                    <a:pt x="2568" y="10668"/>
                    <a:pt x="2690" y="10668"/>
                  </a:cubicBezTo>
                  <a:cubicBezTo>
                    <a:pt x="2699" y="10668"/>
                    <a:pt x="2709" y="10668"/>
                    <a:pt x="2719" y="10666"/>
                  </a:cubicBezTo>
                  <a:cubicBezTo>
                    <a:pt x="2868" y="10666"/>
                    <a:pt x="2988" y="10577"/>
                    <a:pt x="2988" y="10413"/>
                  </a:cubicBezTo>
                  <a:cubicBezTo>
                    <a:pt x="2973" y="10248"/>
                    <a:pt x="2883" y="10144"/>
                    <a:pt x="2674" y="10144"/>
                  </a:cubicBezTo>
                  <a:lnTo>
                    <a:pt x="2674" y="10129"/>
                  </a:lnTo>
                  <a:close/>
                  <a:moveTo>
                    <a:pt x="7350" y="10150"/>
                  </a:moveTo>
                  <a:cubicBezTo>
                    <a:pt x="7232" y="10150"/>
                    <a:pt x="7153" y="10262"/>
                    <a:pt x="7140" y="10353"/>
                  </a:cubicBezTo>
                  <a:cubicBezTo>
                    <a:pt x="7140" y="10589"/>
                    <a:pt x="7256" y="10683"/>
                    <a:pt x="7380" y="10683"/>
                  </a:cubicBezTo>
                  <a:cubicBezTo>
                    <a:pt x="7390" y="10683"/>
                    <a:pt x="7399" y="10682"/>
                    <a:pt x="7409" y="10681"/>
                  </a:cubicBezTo>
                  <a:cubicBezTo>
                    <a:pt x="7513" y="10666"/>
                    <a:pt x="7647" y="10517"/>
                    <a:pt x="7647" y="10413"/>
                  </a:cubicBezTo>
                  <a:cubicBezTo>
                    <a:pt x="7662" y="10323"/>
                    <a:pt x="7513" y="10174"/>
                    <a:pt x="7409" y="10159"/>
                  </a:cubicBezTo>
                  <a:cubicBezTo>
                    <a:pt x="7388" y="10153"/>
                    <a:pt x="7369" y="10150"/>
                    <a:pt x="7350" y="10150"/>
                  </a:cubicBezTo>
                  <a:close/>
                  <a:moveTo>
                    <a:pt x="6199" y="10144"/>
                  </a:moveTo>
                  <a:cubicBezTo>
                    <a:pt x="6139" y="10203"/>
                    <a:pt x="6019" y="10278"/>
                    <a:pt x="5990" y="10383"/>
                  </a:cubicBezTo>
                  <a:cubicBezTo>
                    <a:pt x="5945" y="10547"/>
                    <a:pt x="6019" y="10681"/>
                    <a:pt x="6214" y="10696"/>
                  </a:cubicBezTo>
                  <a:cubicBezTo>
                    <a:pt x="6363" y="10696"/>
                    <a:pt x="6482" y="10637"/>
                    <a:pt x="6497" y="10472"/>
                  </a:cubicBezTo>
                  <a:cubicBezTo>
                    <a:pt x="6527" y="10308"/>
                    <a:pt x="6453" y="10203"/>
                    <a:pt x="6199" y="10144"/>
                  </a:cubicBezTo>
                  <a:close/>
                  <a:moveTo>
                    <a:pt x="3888" y="10172"/>
                  </a:moveTo>
                  <a:cubicBezTo>
                    <a:pt x="3877" y="10172"/>
                    <a:pt x="3866" y="10172"/>
                    <a:pt x="3854" y="10174"/>
                  </a:cubicBezTo>
                  <a:cubicBezTo>
                    <a:pt x="3690" y="10174"/>
                    <a:pt x="3600" y="10278"/>
                    <a:pt x="3585" y="10442"/>
                  </a:cubicBezTo>
                  <a:cubicBezTo>
                    <a:pt x="3599" y="10596"/>
                    <a:pt x="3692" y="10698"/>
                    <a:pt x="3826" y="10698"/>
                  </a:cubicBezTo>
                  <a:cubicBezTo>
                    <a:pt x="3835" y="10698"/>
                    <a:pt x="3844" y="10697"/>
                    <a:pt x="3854" y="10696"/>
                  </a:cubicBezTo>
                  <a:cubicBezTo>
                    <a:pt x="4003" y="10696"/>
                    <a:pt x="4123" y="10607"/>
                    <a:pt x="4108" y="10413"/>
                  </a:cubicBezTo>
                  <a:cubicBezTo>
                    <a:pt x="4108" y="10260"/>
                    <a:pt x="4031" y="10172"/>
                    <a:pt x="3888" y="10172"/>
                  </a:cubicBezTo>
                  <a:close/>
                  <a:moveTo>
                    <a:pt x="8591" y="10138"/>
                  </a:moveTo>
                  <a:cubicBezTo>
                    <a:pt x="8474" y="10138"/>
                    <a:pt x="8377" y="10188"/>
                    <a:pt x="8335" y="10338"/>
                  </a:cubicBezTo>
                  <a:cubicBezTo>
                    <a:pt x="8290" y="10502"/>
                    <a:pt x="8379" y="10622"/>
                    <a:pt x="8544" y="10666"/>
                  </a:cubicBezTo>
                  <a:cubicBezTo>
                    <a:pt x="8577" y="10690"/>
                    <a:pt x="8607" y="10700"/>
                    <a:pt x="8634" y="10700"/>
                  </a:cubicBezTo>
                  <a:cubicBezTo>
                    <a:pt x="8694" y="10700"/>
                    <a:pt x="8742" y="10653"/>
                    <a:pt x="8783" y="10592"/>
                  </a:cubicBezTo>
                  <a:cubicBezTo>
                    <a:pt x="8812" y="10502"/>
                    <a:pt x="8842" y="10427"/>
                    <a:pt x="8887" y="10338"/>
                  </a:cubicBezTo>
                  <a:cubicBezTo>
                    <a:pt x="8887" y="10233"/>
                    <a:pt x="8827" y="10188"/>
                    <a:pt x="8738" y="10159"/>
                  </a:cubicBezTo>
                  <a:cubicBezTo>
                    <a:pt x="8687" y="10146"/>
                    <a:pt x="8637" y="10138"/>
                    <a:pt x="8591" y="10138"/>
                  </a:cubicBezTo>
                  <a:close/>
                  <a:moveTo>
                    <a:pt x="5039" y="10170"/>
                  </a:moveTo>
                  <a:cubicBezTo>
                    <a:pt x="4876" y="10170"/>
                    <a:pt x="4736" y="10334"/>
                    <a:pt x="4750" y="10472"/>
                  </a:cubicBezTo>
                  <a:cubicBezTo>
                    <a:pt x="4765" y="10637"/>
                    <a:pt x="4854" y="10726"/>
                    <a:pt x="5019" y="10741"/>
                  </a:cubicBezTo>
                  <a:cubicBezTo>
                    <a:pt x="5198" y="10741"/>
                    <a:pt x="5347" y="10592"/>
                    <a:pt x="5332" y="10338"/>
                  </a:cubicBezTo>
                  <a:cubicBezTo>
                    <a:pt x="5273" y="10308"/>
                    <a:pt x="5183" y="10188"/>
                    <a:pt x="5079" y="10174"/>
                  </a:cubicBezTo>
                  <a:cubicBezTo>
                    <a:pt x="5065" y="10171"/>
                    <a:pt x="5052" y="10170"/>
                    <a:pt x="5039" y="10170"/>
                  </a:cubicBezTo>
                  <a:close/>
                  <a:moveTo>
                    <a:pt x="2286" y="10816"/>
                  </a:moveTo>
                  <a:cubicBezTo>
                    <a:pt x="2256" y="10861"/>
                    <a:pt x="2211" y="10920"/>
                    <a:pt x="2166" y="10980"/>
                  </a:cubicBezTo>
                  <a:cubicBezTo>
                    <a:pt x="2211" y="11070"/>
                    <a:pt x="2241" y="11129"/>
                    <a:pt x="2271" y="11189"/>
                  </a:cubicBezTo>
                  <a:cubicBezTo>
                    <a:pt x="2315" y="11115"/>
                    <a:pt x="2375" y="11055"/>
                    <a:pt x="2390" y="10980"/>
                  </a:cubicBezTo>
                  <a:cubicBezTo>
                    <a:pt x="2390" y="10935"/>
                    <a:pt x="2330" y="10876"/>
                    <a:pt x="2286" y="10816"/>
                  </a:cubicBezTo>
                  <a:close/>
                  <a:moveTo>
                    <a:pt x="9201" y="10726"/>
                  </a:moveTo>
                  <a:cubicBezTo>
                    <a:pt x="9051" y="10741"/>
                    <a:pt x="8932" y="10816"/>
                    <a:pt x="8932" y="10980"/>
                  </a:cubicBezTo>
                  <a:cubicBezTo>
                    <a:pt x="8932" y="11055"/>
                    <a:pt x="9007" y="11129"/>
                    <a:pt x="9051" y="11204"/>
                  </a:cubicBezTo>
                  <a:cubicBezTo>
                    <a:pt x="9156" y="11100"/>
                    <a:pt x="9261" y="11010"/>
                    <a:pt x="9410" y="10876"/>
                  </a:cubicBezTo>
                  <a:cubicBezTo>
                    <a:pt x="9305" y="10801"/>
                    <a:pt x="9246" y="10726"/>
                    <a:pt x="9201" y="10726"/>
                  </a:cubicBezTo>
                  <a:close/>
                  <a:moveTo>
                    <a:pt x="3270" y="10725"/>
                  </a:moveTo>
                  <a:cubicBezTo>
                    <a:pt x="3135" y="10725"/>
                    <a:pt x="3033" y="10815"/>
                    <a:pt x="3047" y="10995"/>
                  </a:cubicBezTo>
                  <a:cubicBezTo>
                    <a:pt x="3047" y="11159"/>
                    <a:pt x="3152" y="11264"/>
                    <a:pt x="3286" y="11264"/>
                  </a:cubicBezTo>
                  <a:cubicBezTo>
                    <a:pt x="3451" y="11264"/>
                    <a:pt x="3555" y="11159"/>
                    <a:pt x="3570" y="10905"/>
                  </a:cubicBezTo>
                  <a:cubicBezTo>
                    <a:pt x="3510" y="10861"/>
                    <a:pt x="3406" y="10741"/>
                    <a:pt x="3301" y="10726"/>
                  </a:cubicBezTo>
                  <a:cubicBezTo>
                    <a:pt x="3291" y="10725"/>
                    <a:pt x="3280" y="10725"/>
                    <a:pt x="3270" y="10725"/>
                  </a:cubicBezTo>
                  <a:close/>
                  <a:moveTo>
                    <a:pt x="7991" y="10726"/>
                  </a:moveTo>
                  <a:cubicBezTo>
                    <a:pt x="7842" y="10726"/>
                    <a:pt x="7737" y="10831"/>
                    <a:pt x="7722" y="11010"/>
                  </a:cubicBezTo>
                  <a:cubicBezTo>
                    <a:pt x="7737" y="11174"/>
                    <a:pt x="7842" y="11264"/>
                    <a:pt x="7991" y="11264"/>
                  </a:cubicBezTo>
                  <a:cubicBezTo>
                    <a:pt x="8155" y="11264"/>
                    <a:pt x="8245" y="11159"/>
                    <a:pt x="8245" y="10980"/>
                  </a:cubicBezTo>
                  <a:cubicBezTo>
                    <a:pt x="8245" y="10816"/>
                    <a:pt x="8125" y="10726"/>
                    <a:pt x="7991" y="10726"/>
                  </a:cubicBezTo>
                  <a:close/>
                  <a:moveTo>
                    <a:pt x="6811" y="10741"/>
                  </a:moveTo>
                  <a:cubicBezTo>
                    <a:pt x="6632" y="10756"/>
                    <a:pt x="6542" y="10876"/>
                    <a:pt x="6542" y="11025"/>
                  </a:cubicBezTo>
                  <a:cubicBezTo>
                    <a:pt x="6556" y="11152"/>
                    <a:pt x="6637" y="11265"/>
                    <a:pt x="6809" y="11265"/>
                  </a:cubicBezTo>
                  <a:cubicBezTo>
                    <a:pt x="6819" y="11265"/>
                    <a:pt x="6830" y="11265"/>
                    <a:pt x="6841" y="11264"/>
                  </a:cubicBezTo>
                  <a:cubicBezTo>
                    <a:pt x="6975" y="11249"/>
                    <a:pt x="7095" y="11159"/>
                    <a:pt x="7080" y="10995"/>
                  </a:cubicBezTo>
                  <a:cubicBezTo>
                    <a:pt x="7065" y="10846"/>
                    <a:pt x="6990" y="10741"/>
                    <a:pt x="6811" y="10741"/>
                  </a:cubicBezTo>
                  <a:close/>
                  <a:moveTo>
                    <a:pt x="5676" y="10756"/>
                  </a:moveTo>
                  <a:cubicBezTo>
                    <a:pt x="5512" y="10756"/>
                    <a:pt x="5407" y="10846"/>
                    <a:pt x="5392" y="11025"/>
                  </a:cubicBezTo>
                  <a:cubicBezTo>
                    <a:pt x="5392" y="11189"/>
                    <a:pt x="5497" y="11279"/>
                    <a:pt x="5646" y="11294"/>
                  </a:cubicBezTo>
                  <a:cubicBezTo>
                    <a:pt x="5655" y="11295"/>
                    <a:pt x="5665" y="11295"/>
                    <a:pt x="5673" y="11295"/>
                  </a:cubicBezTo>
                  <a:cubicBezTo>
                    <a:pt x="5820" y="11295"/>
                    <a:pt x="5902" y="11181"/>
                    <a:pt x="5930" y="11040"/>
                  </a:cubicBezTo>
                  <a:cubicBezTo>
                    <a:pt x="5930" y="10861"/>
                    <a:pt x="5825" y="10756"/>
                    <a:pt x="5676" y="10756"/>
                  </a:cubicBezTo>
                  <a:close/>
                  <a:moveTo>
                    <a:pt x="4406" y="10786"/>
                  </a:moveTo>
                  <a:cubicBezTo>
                    <a:pt x="4257" y="10786"/>
                    <a:pt x="4153" y="10905"/>
                    <a:pt x="4167" y="11055"/>
                  </a:cubicBezTo>
                  <a:cubicBezTo>
                    <a:pt x="4167" y="11196"/>
                    <a:pt x="4248" y="11325"/>
                    <a:pt x="4409" y="11325"/>
                  </a:cubicBezTo>
                  <a:cubicBezTo>
                    <a:pt x="4418" y="11325"/>
                    <a:pt x="4427" y="11324"/>
                    <a:pt x="4436" y="11324"/>
                  </a:cubicBezTo>
                  <a:cubicBezTo>
                    <a:pt x="4586" y="11324"/>
                    <a:pt x="4690" y="11219"/>
                    <a:pt x="4705" y="11055"/>
                  </a:cubicBezTo>
                  <a:cubicBezTo>
                    <a:pt x="4675" y="10876"/>
                    <a:pt x="4571" y="10786"/>
                    <a:pt x="4406" y="10786"/>
                  </a:cubicBezTo>
                  <a:close/>
                  <a:moveTo>
                    <a:pt x="8648" y="11324"/>
                  </a:moveTo>
                  <a:lnTo>
                    <a:pt x="8648" y="11324"/>
                  </a:lnTo>
                  <a:cubicBezTo>
                    <a:pt x="8544" y="11383"/>
                    <a:pt x="8439" y="11428"/>
                    <a:pt x="8335" y="11488"/>
                  </a:cubicBezTo>
                  <a:cubicBezTo>
                    <a:pt x="8335" y="11503"/>
                    <a:pt x="8335" y="11518"/>
                    <a:pt x="8320" y="11533"/>
                  </a:cubicBezTo>
                  <a:cubicBezTo>
                    <a:pt x="8275" y="11622"/>
                    <a:pt x="8290" y="11712"/>
                    <a:pt x="8364" y="11787"/>
                  </a:cubicBezTo>
                  <a:cubicBezTo>
                    <a:pt x="8390" y="11807"/>
                    <a:pt x="8414" y="11815"/>
                    <a:pt x="8437" y="11815"/>
                  </a:cubicBezTo>
                  <a:cubicBezTo>
                    <a:pt x="8480" y="11815"/>
                    <a:pt x="8519" y="11786"/>
                    <a:pt x="8559" y="11757"/>
                  </a:cubicBezTo>
                  <a:cubicBezTo>
                    <a:pt x="8857" y="11533"/>
                    <a:pt x="8872" y="11473"/>
                    <a:pt x="8648" y="11324"/>
                  </a:cubicBezTo>
                  <a:close/>
                  <a:moveTo>
                    <a:pt x="7409" y="11339"/>
                  </a:moveTo>
                  <a:cubicBezTo>
                    <a:pt x="7229" y="11339"/>
                    <a:pt x="7140" y="11428"/>
                    <a:pt x="7125" y="11592"/>
                  </a:cubicBezTo>
                  <a:cubicBezTo>
                    <a:pt x="7125" y="11742"/>
                    <a:pt x="7214" y="11846"/>
                    <a:pt x="7409" y="11861"/>
                  </a:cubicBezTo>
                  <a:cubicBezTo>
                    <a:pt x="7558" y="11846"/>
                    <a:pt x="7662" y="11757"/>
                    <a:pt x="7662" y="11592"/>
                  </a:cubicBezTo>
                  <a:cubicBezTo>
                    <a:pt x="7662" y="11458"/>
                    <a:pt x="7588" y="11339"/>
                    <a:pt x="7409" y="11339"/>
                  </a:cubicBezTo>
                  <a:close/>
                  <a:moveTo>
                    <a:pt x="6244" y="11339"/>
                  </a:moveTo>
                  <a:cubicBezTo>
                    <a:pt x="6079" y="11339"/>
                    <a:pt x="5990" y="11428"/>
                    <a:pt x="5990" y="11592"/>
                  </a:cubicBezTo>
                  <a:cubicBezTo>
                    <a:pt x="5975" y="11772"/>
                    <a:pt x="6079" y="11876"/>
                    <a:pt x="6244" y="11876"/>
                  </a:cubicBezTo>
                  <a:cubicBezTo>
                    <a:pt x="6363" y="11876"/>
                    <a:pt x="6497" y="11787"/>
                    <a:pt x="6497" y="11622"/>
                  </a:cubicBezTo>
                  <a:cubicBezTo>
                    <a:pt x="6497" y="11443"/>
                    <a:pt x="6408" y="11353"/>
                    <a:pt x="6244" y="11339"/>
                  </a:cubicBezTo>
                  <a:close/>
                  <a:moveTo>
                    <a:pt x="3838" y="11349"/>
                  </a:moveTo>
                  <a:cubicBezTo>
                    <a:pt x="3698" y="11349"/>
                    <a:pt x="3600" y="11472"/>
                    <a:pt x="3600" y="11607"/>
                  </a:cubicBezTo>
                  <a:cubicBezTo>
                    <a:pt x="3600" y="11756"/>
                    <a:pt x="3686" y="11880"/>
                    <a:pt x="3824" y="11880"/>
                  </a:cubicBezTo>
                  <a:cubicBezTo>
                    <a:pt x="3838" y="11880"/>
                    <a:pt x="3853" y="11879"/>
                    <a:pt x="3869" y="11876"/>
                  </a:cubicBezTo>
                  <a:cubicBezTo>
                    <a:pt x="3988" y="11861"/>
                    <a:pt x="4078" y="11727"/>
                    <a:pt x="4182" y="11652"/>
                  </a:cubicBezTo>
                  <a:cubicBezTo>
                    <a:pt x="4182" y="11622"/>
                    <a:pt x="4182" y="11592"/>
                    <a:pt x="4182" y="11548"/>
                  </a:cubicBezTo>
                  <a:cubicBezTo>
                    <a:pt x="4078" y="11488"/>
                    <a:pt x="3988" y="11368"/>
                    <a:pt x="3884" y="11353"/>
                  </a:cubicBezTo>
                  <a:cubicBezTo>
                    <a:pt x="3868" y="11351"/>
                    <a:pt x="3853" y="11349"/>
                    <a:pt x="3838" y="11349"/>
                  </a:cubicBezTo>
                  <a:close/>
                  <a:moveTo>
                    <a:pt x="2697" y="11313"/>
                  </a:moveTo>
                  <a:cubicBezTo>
                    <a:pt x="2598" y="11313"/>
                    <a:pt x="2521" y="11387"/>
                    <a:pt x="2450" y="11488"/>
                  </a:cubicBezTo>
                  <a:cubicBezTo>
                    <a:pt x="2405" y="11533"/>
                    <a:pt x="2390" y="11607"/>
                    <a:pt x="2420" y="11667"/>
                  </a:cubicBezTo>
                  <a:cubicBezTo>
                    <a:pt x="2529" y="11818"/>
                    <a:pt x="2624" y="11894"/>
                    <a:pt x="2713" y="11894"/>
                  </a:cubicBezTo>
                  <a:cubicBezTo>
                    <a:pt x="2782" y="11894"/>
                    <a:pt x="2848" y="11848"/>
                    <a:pt x="2913" y="11757"/>
                  </a:cubicBezTo>
                  <a:cubicBezTo>
                    <a:pt x="3017" y="11607"/>
                    <a:pt x="3002" y="11458"/>
                    <a:pt x="2853" y="11368"/>
                  </a:cubicBezTo>
                  <a:cubicBezTo>
                    <a:pt x="2795" y="11330"/>
                    <a:pt x="2744" y="11313"/>
                    <a:pt x="2697" y="11313"/>
                  </a:cubicBezTo>
                  <a:close/>
                  <a:moveTo>
                    <a:pt x="5056" y="11352"/>
                  </a:moveTo>
                  <a:cubicBezTo>
                    <a:pt x="4899" y="11352"/>
                    <a:pt x="4750" y="11495"/>
                    <a:pt x="4750" y="11637"/>
                  </a:cubicBezTo>
                  <a:cubicBezTo>
                    <a:pt x="4750" y="11792"/>
                    <a:pt x="4843" y="11907"/>
                    <a:pt x="4979" y="11907"/>
                  </a:cubicBezTo>
                  <a:cubicBezTo>
                    <a:pt x="4987" y="11907"/>
                    <a:pt x="4995" y="11907"/>
                    <a:pt x="5004" y="11906"/>
                  </a:cubicBezTo>
                  <a:cubicBezTo>
                    <a:pt x="5183" y="11906"/>
                    <a:pt x="5347" y="11757"/>
                    <a:pt x="5332" y="11607"/>
                  </a:cubicBezTo>
                  <a:cubicBezTo>
                    <a:pt x="5318" y="11458"/>
                    <a:pt x="5243" y="11353"/>
                    <a:pt x="5079" y="11353"/>
                  </a:cubicBezTo>
                  <a:cubicBezTo>
                    <a:pt x="5071" y="11353"/>
                    <a:pt x="5063" y="11352"/>
                    <a:pt x="5056" y="11352"/>
                  </a:cubicBezTo>
                  <a:close/>
                  <a:moveTo>
                    <a:pt x="3271" y="11906"/>
                  </a:moveTo>
                  <a:cubicBezTo>
                    <a:pt x="3226" y="11921"/>
                    <a:pt x="3197" y="11921"/>
                    <a:pt x="3167" y="11951"/>
                  </a:cubicBezTo>
                  <a:cubicBezTo>
                    <a:pt x="3152" y="11966"/>
                    <a:pt x="3137" y="11981"/>
                    <a:pt x="3122" y="11996"/>
                  </a:cubicBezTo>
                  <a:cubicBezTo>
                    <a:pt x="3017" y="12145"/>
                    <a:pt x="3182" y="12145"/>
                    <a:pt x="3241" y="12205"/>
                  </a:cubicBezTo>
                  <a:cubicBezTo>
                    <a:pt x="3279" y="12267"/>
                    <a:pt x="3326" y="12298"/>
                    <a:pt x="3385" y="12298"/>
                  </a:cubicBezTo>
                  <a:cubicBezTo>
                    <a:pt x="3396" y="12298"/>
                    <a:pt x="3408" y="12297"/>
                    <a:pt x="3421" y="12294"/>
                  </a:cubicBezTo>
                  <a:cubicBezTo>
                    <a:pt x="3451" y="12294"/>
                    <a:pt x="3480" y="12294"/>
                    <a:pt x="3495" y="12280"/>
                  </a:cubicBezTo>
                  <a:cubicBezTo>
                    <a:pt x="3645" y="12085"/>
                    <a:pt x="3585" y="11966"/>
                    <a:pt x="3271" y="11906"/>
                  </a:cubicBezTo>
                  <a:close/>
                  <a:moveTo>
                    <a:pt x="6803" y="11903"/>
                  </a:moveTo>
                  <a:cubicBezTo>
                    <a:pt x="6752" y="11903"/>
                    <a:pt x="6702" y="11927"/>
                    <a:pt x="6662" y="11981"/>
                  </a:cubicBezTo>
                  <a:cubicBezTo>
                    <a:pt x="6602" y="12055"/>
                    <a:pt x="6572" y="12190"/>
                    <a:pt x="6587" y="12280"/>
                  </a:cubicBezTo>
                  <a:cubicBezTo>
                    <a:pt x="6602" y="12309"/>
                    <a:pt x="6662" y="12324"/>
                    <a:pt x="6721" y="12324"/>
                  </a:cubicBezTo>
                  <a:cubicBezTo>
                    <a:pt x="6766" y="12339"/>
                    <a:pt x="6811" y="12339"/>
                    <a:pt x="6856" y="12354"/>
                  </a:cubicBezTo>
                  <a:cubicBezTo>
                    <a:pt x="7125" y="12280"/>
                    <a:pt x="7155" y="12205"/>
                    <a:pt x="6990" y="11996"/>
                  </a:cubicBezTo>
                  <a:cubicBezTo>
                    <a:pt x="6933" y="11938"/>
                    <a:pt x="6866" y="11903"/>
                    <a:pt x="6803" y="11903"/>
                  </a:cubicBezTo>
                  <a:close/>
                  <a:moveTo>
                    <a:pt x="5623" y="11920"/>
                  </a:moveTo>
                  <a:cubicBezTo>
                    <a:pt x="5483" y="11920"/>
                    <a:pt x="5364" y="12049"/>
                    <a:pt x="5392" y="12205"/>
                  </a:cubicBezTo>
                  <a:cubicBezTo>
                    <a:pt x="5407" y="12294"/>
                    <a:pt x="5527" y="12369"/>
                    <a:pt x="5586" y="12459"/>
                  </a:cubicBezTo>
                  <a:cubicBezTo>
                    <a:pt x="5810" y="12414"/>
                    <a:pt x="5945" y="12324"/>
                    <a:pt x="5915" y="12175"/>
                  </a:cubicBezTo>
                  <a:cubicBezTo>
                    <a:pt x="5885" y="12070"/>
                    <a:pt x="5751" y="11936"/>
                    <a:pt x="5646" y="11921"/>
                  </a:cubicBezTo>
                  <a:cubicBezTo>
                    <a:pt x="5638" y="11920"/>
                    <a:pt x="5631" y="11920"/>
                    <a:pt x="5623" y="11920"/>
                  </a:cubicBezTo>
                  <a:close/>
                  <a:moveTo>
                    <a:pt x="4448" y="11947"/>
                  </a:moveTo>
                  <a:cubicBezTo>
                    <a:pt x="4433" y="11947"/>
                    <a:pt x="4419" y="11948"/>
                    <a:pt x="4406" y="11951"/>
                  </a:cubicBezTo>
                  <a:cubicBezTo>
                    <a:pt x="4242" y="11981"/>
                    <a:pt x="4167" y="12100"/>
                    <a:pt x="4197" y="12265"/>
                  </a:cubicBezTo>
                  <a:cubicBezTo>
                    <a:pt x="4167" y="12384"/>
                    <a:pt x="4257" y="12399"/>
                    <a:pt x="4332" y="12444"/>
                  </a:cubicBezTo>
                  <a:cubicBezTo>
                    <a:pt x="4374" y="12454"/>
                    <a:pt x="4416" y="12465"/>
                    <a:pt x="4464" y="12465"/>
                  </a:cubicBezTo>
                  <a:cubicBezTo>
                    <a:pt x="4483" y="12465"/>
                    <a:pt x="4504" y="12463"/>
                    <a:pt x="4526" y="12459"/>
                  </a:cubicBezTo>
                  <a:cubicBezTo>
                    <a:pt x="4571" y="12459"/>
                    <a:pt x="4616" y="12444"/>
                    <a:pt x="4645" y="12399"/>
                  </a:cubicBezTo>
                  <a:cubicBezTo>
                    <a:pt x="4735" y="12280"/>
                    <a:pt x="4780" y="12145"/>
                    <a:pt x="4660" y="12026"/>
                  </a:cubicBezTo>
                  <a:cubicBezTo>
                    <a:pt x="4611" y="11976"/>
                    <a:pt x="4520" y="11947"/>
                    <a:pt x="4448" y="11947"/>
                  </a:cubicBezTo>
                  <a:close/>
                  <a:moveTo>
                    <a:pt x="7722" y="12518"/>
                  </a:moveTo>
                  <a:cubicBezTo>
                    <a:pt x="7707" y="12533"/>
                    <a:pt x="7677" y="12548"/>
                    <a:pt x="7662" y="12563"/>
                  </a:cubicBezTo>
                  <a:cubicBezTo>
                    <a:pt x="7662" y="12578"/>
                    <a:pt x="7707" y="12608"/>
                    <a:pt x="7737" y="12653"/>
                  </a:cubicBezTo>
                  <a:cubicBezTo>
                    <a:pt x="7752" y="12608"/>
                    <a:pt x="7767" y="12578"/>
                    <a:pt x="7767" y="12548"/>
                  </a:cubicBezTo>
                  <a:cubicBezTo>
                    <a:pt x="7767" y="12533"/>
                    <a:pt x="7737" y="12518"/>
                    <a:pt x="7722" y="125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6" name="Google Shape;696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62"/>
          <p:cNvSpPr txBox="1">
            <a:spLocks noGrp="1"/>
          </p:cNvSpPr>
          <p:nvPr>
            <p:ph type="body" idx="1"/>
          </p:nvPr>
        </p:nvSpPr>
        <p:spPr>
          <a:xfrm>
            <a:off x="720000" y="1091525"/>
            <a:ext cx="77040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66"/>
          <p:cNvGrpSpPr/>
          <p:nvPr/>
        </p:nvGrpSpPr>
        <p:grpSpPr>
          <a:xfrm>
            <a:off x="-789882" y="-1913113"/>
            <a:ext cx="10469767" cy="7582103"/>
            <a:chOff x="-789882" y="-1913113"/>
            <a:chExt cx="10469767" cy="7582103"/>
          </a:xfrm>
        </p:grpSpPr>
        <p:grpSp>
          <p:nvGrpSpPr>
            <p:cNvPr id="700" name="Google Shape;700;p66"/>
            <p:cNvGrpSpPr/>
            <p:nvPr/>
          </p:nvGrpSpPr>
          <p:grpSpPr>
            <a:xfrm>
              <a:off x="-570972" y="1207866"/>
              <a:ext cx="1385687" cy="1300119"/>
              <a:chOff x="1928848" y="-399874"/>
              <a:chExt cx="832544" cy="781134"/>
            </a:xfrm>
          </p:grpSpPr>
          <p:sp>
            <p:nvSpPr>
              <p:cNvPr id="701" name="Google Shape;701;p66"/>
              <p:cNvSpPr/>
              <p:nvPr/>
            </p:nvSpPr>
            <p:spPr>
              <a:xfrm>
                <a:off x="2192906" y="-176282"/>
                <a:ext cx="376729" cy="384193"/>
              </a:xfrm>
              <a:custGeom>
                <a:avLst/>
                <a:gdLst/>
                <a:ahLst/>
                <a:cxnLst/>
                <a:rect l="l" t="t" r="r" b="b"/>
                <a:pathLst>
                  <a:path w="4049" h="4129" extrusionOk="0">
                    <a:moveTo>
                      <a:pt x="2614" y="256"/>
                    </a:moveTo>
                    <a:cubicBezTo>
                      <a:pt x="2614" y="271"/>
                      <a:pt x="2614" y="286"/>
                      <a:pt x="2614" y="301"/>
                    </a:cubicBezTo>
                    <a:cubicBezTo>
                      <a:pt x="2599" y="330"/>
                      <a:pt x="2614" y="345"/>
                      <a:pt x="2644" y="360"/>
                    </a:cubicBezTo>
                    <a:cubicBezTo>
                      <a:pt x="2659" y="375"/>
                      <a:pt x="2689" y="375"/>
                      <a:pt x="2734" y="405"/>
                    </a:cubicBezTo>
                    <a:cubicBezTo>
                      <a:pt x="2689" y="405"/>
                      <a:pt x="2674" y="405"/>
                      <a:pt x="2644" y="420"/>
                    </a:cubicBezTo>
                    <a:cubicBezTo>
                      <a:pt x="2555" y="450"/>
                      <a:pt x="2465" y="525"/>
                      <a:pt x="2346" y="525"/>
                    </a:cubicBezTo>
                    <a:cubicBezTo>
                      <a:pt x="2346" y="495"/>
                      <a:pt x="2360" y="480"/>
                      <a:pt x="2360" y="465"/>
                    </a:cubicBezTo>
                    <a:cubicBezTo>
                      <a:pt x="2360" y="435"/>
                      <a:pt x="2375" y="420"/>
                      <a:pt x="2375" y="390"/>
                    </a:cubicBezTo>
                    <a:cubicBezTo>
                      <a:pt x="2380" y="369"/>
                      <a:pt x="2378" y="352"/>
                      <a:pt x="2372" y="339"/>
                    </a:cubicBezTo>
                    <a:lnTo>
                      <a:pt x="2372" y="339"/>
                    </a:lnTo>
                    <a:cubicBezTo>
                      <a:pt x="2393" y="352"/>
                      <a:pt x="2419" y="360"/>
                      <a:pt x="2450" y="360"/>
                    </a:cubicBezTo>
                    <a:cubicBezTo>
                      <a:pt x="2495" y="345"/>
                      <a:pt x="2525" y="345"/>
                      <a:pt x="2555" y="315"/>
                    </a:cubicBezTo>
                    <a:cubicBezTo>
                      <a:pt x="2585" y="301"/>
                      <a:pt x="2585" y="271"/>
                      <a:pt x="2614" y="256"/>
                    </a:cubicBezTo>
                    <a:close/>
                    <a:moveTo>
                      <a:pt x="2661" y="0"/>
                    </a:moveTo>
                    <a:cubicBezTo>
                      <a:pt x="2587" y="0"/>
                      <a:pt x="2523" y="49"/>
                      <a:pt x="2465" y="136"/>
                    </a:cubicBezTo>
                    <a:cubicBezTo>
                      <a:pt x="2450" y="151"/>
                      <a:pt x="2435" y="166"/>
                      <a:pt x="2420" y="196"/>
                    </a:cubicBezTo>
                    <a:cubicBezTo>
                      <a:pt x="2375" y="196"/>
                      <a:pt x="2316" y="226"/>
                      <a:pt x="2331" y="286"/>
                    </a:cubicBezTo>
                    <a:cubicBezTo>
                      <a:pt x="2334" y="294"/>
                      <a:pt x="2338" y="303"/>
                      <a:pt x="2343" y="310"/>
                    </a:cubicBezTo>
                    <a:lnTo>
                      <a:pt x="2343" y="310"/>
                    </a:lnTo>
                    <a:cubicBezTo>
                      <a:pt x="2333" y="306"/>
                      <a:pt x="2322" y="304"/>
                      <a:pt x="2310" y="304"/>
                    </a:cubicBezTo>
                    <a:cubicBezTo>
                      <a:pt x="2294" y="304"/>
                      <a:pt x="2275" y="308"/>
                      <a:pt x="2256" y="315"/>
                    </a:cubicBezTo>
                    <a:cubicBezTo>
                      <a:pt x="2196" y="345"/>
                      <a:pt x="2151" y="405"/>
                      <a:pt x="2092" y="420"/>
                    </a:cubicBezTo>
                    <a:cubicBezTo>
                      <a:pt x="1823" y="480"/>
                      <a:pt x="1703" y="734"/>
                      <a:pt x="1509" y="883"/>
                    </a:cubicBezTo>
                    <a:cubicBezTo>
                      <a:pt x="1330" y="1047"/>
                      <a:pt x="1195" y="1256"/>
                      <a:pt x="1046" y="1466"/>
                    </a:cubicBezTo>
                    <a:cubicBezTo>
                      <a:pt x="807" y="1779"/>
                      <a:pt x="583" y="2108"/>
                      <a:pt x="359" y="2421"/>
                    </a:cubicBezTo>
                    <a:cubicBezTo>
                      <a:pt x="299" y="2541"/>
                      <a:pt x="255" y="2690"/>
                      <a:pt x="165" y="2780"/>
                    </a:cubicBezTo>
                    <a:cubicBezTo>
                      <a:pt x="1" y="2959"/>
                      <a:pt x="30" y="3153"/>
                      <a:pt x="135" y="3333"/>
                    </a:cubicBezTo>
                    <a:cubicBezTo>
                      <a:pt x="180" y="3422"/>
                      <a:pt x="314" y="3467"/>
                      <a:pt x="419" y="3512"/>
                    </a:cubicBezTo>
                    <a:cubicBezTo>
                      <a:pt x="538" y="3557"/>
                      <a:pt x="673" y="3586"/>
                      <a:pt x="792" y="3646"/>
                    </a:cubicBezTo>
                    <a:cubicBezTo>
                      <a:pt x="839" y="3665"/>
                      <a:pt x="875" y="3684"/>
                      <a:pt x="913" y="3684"/>
                    </a:cubicBezTo>
                    <a:cubicBezTo>
                      <a:pt x="936" y="3684"/>
                      <a:pt x="959" y="3678"/>
                      <a:pt x="986" y="3661"/>
                    </a:cubicBezTo>
                    <a:cubicBezTo>
                      <a:pt x="1001" y="3654"/>
                      <a:pt x="1024" y="3650"/>
                      <a:pt x="1042" y="3650"/>
                    </a:cubicBezTo>
                    <a:cubicBezTo>
                      <a:pt x="1061" y="3650"/>
                      <a:pt x="1076" y="3654"/>
                      <a:pt x="1076" y="3661"/>
                    </a:cubicBezTo>
                    <a:cubicBezTo>
                      <a:pt x="1110" y="3721"/>
                      <a:pt x="1144" y="3737"/>
                      <a:pt x="1183" y="3737"/>
                    </a:cubicBezTo>
                    <a:cubicBezTo>
                      <a:pt x="1213" y="3737"/>
                      <a:pt x="1246" y="3727"/>
                      <a:pt x="1285" y="3721"/>
                    </a:cubicBezTo>
                    <a:cubicBezTo>
                      <a:pt x="1360" y="3721"/>
                      <a:pt x="1434" y="3796"/>
                      <a:pt x="1509" y="3825"/>
                    </a:cubicBezTo>
                    <a:cubicBezTo>
                      <a:pt x="1644" y="3870"/>
                      <a:pt x="1778" y="3915"/>
                      <a:pt x="1912" y="3945"/>
                    </a:cubicBezTo>
                    <a:cubicBezTo>
                      <a:pt x="1927" y="3945"/>
                      <a:pt x="1942" y="3960"/>
                      <a:pt x="1957" y="3960"/>
                    </a:cubicBezTo>
                    <a:cubicBezTo>
                      <a:pt x="2107" y="3975"/>
                      <a:pt x="2256" y="3990"/>
                      <a:pt x="2405" y="4020"/>
                    </a:cubicBezTo>
                    <a:cubicBezTo>
                      <a:pt x="2644" y="4049"/>
                      <a:pt x="2883" y="4094"/>
                      <a:pt x="3122" y="4124"/>
                    </a:cubicBezTo>
                    <a:cubicBezTo>
                      <a:pt x="3139" y="4127"/>
                      <a:pt x="3155" y="4128"/>
                      <a:pt x="3170" y="4128"/>
                    </a:cubicBezTo>
                    <a:cubicBezTo>
                      <a:pt x="3239" y="4128"/>
                      <a:pt x="3300" y="4104"/>
                      <a:pt x="3361" y="4079"/>
                    </a:cubicBezTo>
                    <a:cubicBezTo>
                      <a:pt x="3451" y="4035"/>
                      <a:pt x="3540" y="3990"/>
                      <a:pt x="3630" y="3930"/>
                    </a:cubicBezTo>
                    <a:cubicBezTo>
                      <a:pt x="3636" y="3927"/>
                      <a:pt x="3641" y="3926"/>
                      <a:pt x="3647" y="3926"/>
                    </a:cubicBezTo>
                    <a:cubicBezTo>
                      <a:pt x="3671" y="3926"/>
                      <a:pt x="3695" y="3948"/>
                      <a:pt x="3720" y="3960"/>
                    </a:cubicBezTo>
                    <a:cubicBezTo>
                      <a:pt x="3767" y="3979"/>
                      <a:pt x="3820" y="3998"/>
                      <a:pt x="3872" y="3998"/>
                    </a:cubicBezTo>
                    <a:cubicBezTo>
                      <a:pt x="3902" y="3998"/>
                      <a:pt x="3931" y="3991"/>
                      <a:pt x="3959" y="3975"/>
                    </a:cubicBezTo>
                    <a:cubicBezTo>
                      <a:pt x="4003" y="3945"/>
                      <a:pt x="4048" y="3870"/>
                      <a:pt x="4003" y="3796"/>
                    </a:cubicBezTo>
                    <a:cubicBezTo>
                      <a:pt x="3884" y="3676"/>
                      <a:pt x="3839" y="3527"/>
                      <a:pt x="3794" y="3377"/>
                    </a:cubicBezTo>
                    <a:cubicBezTo>
                      <a:pt x="3735" y="3094"/>
                      <a:pt x="3615" y="2825"/>
                      <a:pt x="3555" y="2526"/>
                    </a:cubicBezTo>
                    <a:cubicBezTo>
                      <a:pt x="3481" y="2212"/>
                      <a:pt x="3466" y="1869"/>
                      <a:pt x="3406" y="1555"/>
                    </a:cubicBezTo>
                    <a:cubicBezTo>
                      <a:pt x="3376" y="1391"/>
                      <a:pt x="3331" y="1241"/>
                      <a:pt x="3286" y="1092"/>
                    </a:cubicBezTo>
                    <a:cubicBezTo>
                      <a:pt x="3242" y="958"/>
                      <a:pt x="3167" y="808"/>
                      <a:pt x="3107" y="659"/>
                    </a:cubicBezTo>
                    <a:cubicBezTo>
                      <a:pt x="3062" y="525"/>
                      <a:pt x="3033" y="375"/>
                      <a:pt x="2973" y="241"/>
                    </a:cubicBezTo>
                    <a:cubicBezTo>
                      <a:pt x="2943" y="166"/>
                      <a:pt x="2868" y="91"/>
                      <a:pt x="2794" y="47"/>
                    </a:cubicBezTo>
                    <a:cubicBezTo>
                      <a:pt x="2746" y="15"/>
                      <a:pt x="2702" y="0"/>
                      <a:pt x="26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66"/>
              <p:cNvSpPr/>
              <p:nvPr/>
            </p:nvSpPr>
            <p:spPr>
              <a:xfrm>
                <a:off x="1928848" y="-399874"/>
                <a:ext cx="832544" cy="781134"/>
              </a:xfrm>
              <a:custGeom>
                <a:avLst/>
                <a:gdLst/>
                <a:ahLst/>
                <a:cxnLst/>
                <a:rect l="l" t="t" r="r" b="b"/>
                <a:pathLst>
                  <a:path w="8948" h="8395" extrusionOk="0">
                    <a:moveTo>
                      <a:pt x="4765" y="822"/>
                    </a:moveTo>
                    <a:lnTo>
                      <a:pt x="4810" y="837"/>
                    </a:lnTo>
                    <a:cubicBezTo>
                      <a:pt x="4795" y="837"/>
                      <a:pt x="4765" y="837"/>
                      <a:pt x="4750" y="822"/>
                    </a:cubicBezTo>
                    <a:close/>
                    <a:moveTo>
                      <a:pt x="6528" y="2733"/>
                    </a:moveTo>
                    <a:cubicBezTo>
                      <a:pt x="6528" y="2733"/>
                      <a:pt x="6528" y="2748"/>
                      <a:pt x="6528" y="2748"/>
                    </a:cubicBezTo>
                    <a:lnTo>
                      <a:pt x="6498" y="2748"/>
                    </a:lnTo>
                    <a:lnTo>
                      <a:pt x="6528" y="2733"/>
                    </a:lnTo>
                    <a:close/>
                    <a:moveTo>
                      <a:pt x="4915" y="2584"/>
                    </a:moveTo>
                    <a:cubicBezTo>
                      <a:pt x="4870" y="2644"/>
                      <a:pt x="4840" y="2718"/>
                      <a:pt x="4810" y="2778"/>
                    </a:cubicBezTo>
                    <a:cubicBezTo>
                      <a:pt x="4855" y="2808"/>
                      <a:pt x="4915" y="2838"/>
                      <a:pt x="4915" y="2853"/>
                    </a:cubicBezTo>
                    <a:cubicBezTo>
                      <a:pt x="4900" y="2913"/>
                      <a:pt x="4870" y="2972"/>
                      <a:pt x="4840" y="3032"/>
                    </a:cubicBezTo>
                    <a:cubicBezTo>
                      <a:pt x="4855" y="3047"/>
                      <a:pt x="4855" y="3062"/>
                      <a:pt x="4870" y="3062"/>
                    </a:cubicBezTo>
                    <a:cubicBezTo>
                      <a:pt x="4989" y="3017"/>
                      <a:pt x="5109" y="2957"/>
                      <a:pt x="5228" y="2898"/>
                    </a:cubicBezTo>
                    <a:cubicBezTo>
                      <a:pt x="5273" y="2898"/>
                      <a:pt x="5333" y="2898"/>
                      <a:pt x="5378" y="2883"/>
                    </a:cubicBezTo>
                    <a:cubicBezTo>
                      <a:pt x="5333" y="2868"/>
                      <a:pt x="5273" y="2838"/>
                      <a:pt x="5228" y="2808"/>
                    </a:cubicBezTo>
                    <a:lnTo>
                      <a:pt x="5213" y="2808"/>
                    </a:lnTo>
                    <a:cubicBezTo>
                      <a:pt x="5213" y="2793"/>
                      <a:pt x="5198" y="2763"/>
                      <a:pt x="5184" y="2748"/>
                    </a:cubicBezTo>
                    <a:cubicBezTo>
                      <a:pt x="5213" y="2718"/>
                      <a:pt x="5243" y="2689"/>
                      <a:pt x="5258" y="2674"/>
                    </a:cubicBezTo>
                    <a:cubicBezTo>
                      <a:pt x="5228" y="2674"/>
                      <a:pt x="5198" y="2674"/>
                      <a:pt x="5169" y="2689"/>
                    </a:cubicBezTo>
                    <a:cubicBezTo>
                      <a:pt x="5139" y="2704"/>
                      <a:pt x="5124" y="2733"/>
                      <a:pt x="5109" y="2748"/>
                    </a:cubicBezTo>
                    <a:lnTo>
                      <a:pt x="4930" y="2748"/>
                    </a:lnTo>
                    <a:cubicBezTo>
                      <a:pt x="4945" y="2718"/>
                      <a:pt x="4974" y="2689"/>
                      <a:pt x="4989" y="2659"/>
                    </a:cubicBezTo>
                    <a:cubicBezTo>
                      <a:pt x="4960" y="2629"/>
                      <a:pt x="4930" y="2599"/>
                      <a:pt x="4915" y="2584"/>
                    </a:cubicBezTo>
                    <a:close/>
                    <a:moveTo>
                      <a:pt x="7063" y="3531"/>
                    </a:moveTo>
                    <a:cubicBezTo>
                      <a:pt x="7069" y="3531"/>
                      <a:pt x="7075" y="3537"/>
                      <a:pt x="7080" y="3555"/>
                    </a:cubicBezTo>
                    <a:lnTo>
                      <a:pt x="7036" y="3555"/>
                    </a:lnTo>
                    <a:cubicBezTo>
                      <a:pt x="7045" y="3546"/>
                      <a:pt x="7054" y="3531"/>
                      <a:pt x="7063" y="3531"/>
                    </a:cubicBezTo>
                    <a:close/>
                    <a:moveTo>
                      <a:pt x="4989" y="3570"/>
                    </a:moveTo>
                    <a:cubicBezTo>
                      <a:pt x="4974" y="3600"/>
                      <a:pt x="4945" y="3630"/>
                      <a:pt x="4930" y="3659"/>
                    </a:cubicBezTo>
                    <a:cubicBezTo>
                      <a:pt x="4915" y="3689"/>
                      <a:pt x="4915" y="3734"/>
                      <a:pt x="4900" y="3779"/>
                    </a:cubicBezTo>
                    <a:cubicBezTo>
                      <a:pt x="4900" y="3824"/>
                      <a:pt x="4900" y="3869"/>
                      <a:pt x="4885" y="3913"/>
                    </a:cubicBezTo>
                    <a:cubicBezTo>
                      <a:pt x="5094" y="3854"/>
                      <a:pt x="5139" y="3779"/>
                      <a:pt x="5079" y="3674"/>
                    </a:cubicBezTo>
                    <a:cubicBezTo>
                      <a:pt x="5064" y="3659"/>
                      <a:pt x="5049" y="3644"/>
                      <a:pt x="5034" y="3644"/>
                    </a:cubicBezTo>
                    <a:cubicBezTo>
                      <a:pt x="5019" y="3615"/>
                      <a:pt x="5004" y="3585"/>
                      <a:pt x="4989" y="3570"/>
                    </a:cubicBezTo>
                    <a:close/>
                    <a:moveTo>
                      <a:pt x="4840" y="4317"/>
                    </a:moveTo>
                    <a:cubicBezTo>
                      <a:pt x="4825" y="4332"/>
                      <a:pt x="4795" y="4332"/>
                      <a:pt x="4780" y="4332"/>
                    </a:cubicBezTo>
                    <a:cubicBezTo>
                      <a:pt x="4795" y="4376"/>
                      <a:pt x="4810" y="4421"/>
                      <a:pt x="4810" y="4466"/>
                    </a:cubicBezTo>
                    <a:cubicBezTo>
                      <a:pt x="4825" y="4421"/>
                      <a:pt x="4825" y="4376"/>
                      <a:pt x="4840" y="4317"/>
                    </a:cubicBezTo>
                    <a:close/>
                    <a:moveTo>
                      <a:pt x="4511" y="4078"/>
                    </a:moveTo>
                    <a:cubicBezTo>
                      <a:pt x="4482" y="4137"/>
                      <a:pt x="4422" y="4182"/>
                      <a:pt x="4422" y="4227"/>
                    </a:cubicBezTo>
                    <a:cubicBezTo>
                      <a:pt x="4437" y="4302"/>
                      <a:pt x="4496" y="4376"/>
                      <a:pt x="4526" y="4436"/>
                    </a:cubicBezTo>
                    <a:cubicBezTo>
                      <a:pt x="4482" y="4571"/>
                      <a:pt x="4601" y="4556"/>
                      <a:pt x="4661" y="4585"/>
                    </a:cubicBezTo>
                    <a:lnTo>
                      <a:pt x="4750" y="4585"/>
                    </a:lnTo>
                    <a:cubicBezTo>
                      <a:pt x="4758" y="4593"/>
                      <a:pt x="4765" y="4597"/>
                      <a:pt x="4773" y="4597"/>
                    </a:cubicBezTo>
                    <a:cubicBezTo>
                      <a:pt x="4780" y="4597"/>
                      <a:pt x="4788" y="4593"/>
                      <a:pt x="4795" y="4585"/>
                    </a:cubicBezTo>
                    <a:cubicBezTo>
                      <a:pt x="4795" y="4556"/>
                      <a:pt x="4810" y="4511"/>
                      <a:pt x="4810" y="4466"/>
                    </a:cubicBezTo>
                    <a:lnTo>
                      <a:pt x="4810" y="4466"/>
                    </a:lnTo>
                    <a:cubicBezTo>
                      <a:pt x="4795" y="4496"/>
                      <a:pt x="4765" y="4511"/>
                      <a:pt x="4735" y="4541"/>
                    </a:cubicBezTo>
                    <a:lnTo>
                      <a:pt x="4706" y="4541"/>
                    </a:lnTo>
                    <a:cubicBezTo>
                      <a:pt x="4676" y="4481"/>
                      <a:pt x="4661" y="4421"/>
                      <a:pt x="4646" y="4361"/>
                    </a:cubicBezTo>
                    <a:cubicBezTo>
                      <a:pt x="4661" y="4332"/>
                      <a:pt x="4646" y="4287"/>
                      <a:pt x="4676" y="4272"/>
                    </a:cubicBezTo>
                    <a:lnTo>
                      <a:pt x="4676" y="4272"/>
                    </a:lnTo>
                    <a:cubicBezTo>
                      <a:pt x="4676" y="4272"/>
                      <a:pt x="4676" y="4272"/>
                      <a:pt x="4676" y="4272"/>
                    </a:cubicBezTo>
                    <a:cubicBezTo>
                      <a:pt x="4646" y="4242"/>
                      <a:pt x="4616" y="4197"/>
                      <a:pt x="4586" y="4167"/>
                    </a:cubicBezTo>
                    <a:cubicBezTo>
                      <a:pt x="4571" y="4137"/>
                      <a:pt x="4541" y="4108"/>
                      <a:pt x="4511" y="4078"/>
                    </a:cubicBezTo>
                    <a:close/>
                    <a:moveTo>
                      <a:pt x="4885" y="4675"/>
                    </a:moveTo>
                    <a:cubicBezTo>
                      <a:pt x="4885" y="4675"/>
                      <a:pt x="4870" y="4690"/>
                      <a:pt x="4885" y="4705"/>
                    </a:cubicBezTo>
                    <a:cubicBezTo>
                      <a:pt x="4885" y="4720"/>
                      <a:pt x="4900" y="4720"/>
                      <a:pt x="4900" y="4735"/>
                    </a:cubicBezTo>
                    <a:cubicBezTo>
                      <a:pt x="4915" y="4735"/>
                      <a:pt x="4915" y="4720"/>
                      <a:pt x="4930" y="4705"/>
                    </a:cubicBezTo>
                    <a:cubicBezTo>
                      <a:pt x="4915" y="4690"/>
                      <a:pt x="4900" y="4675"/>
                      <a:pt x="4885" y="4675"/>
                    </a:cubicBezTo>
                    <a:close/>
                    <a:moveTo>
                      <a:pt x="5079" y="4660"/>
                    </a:moveTo>
                    <a:cubicBezTo>
                      <a:pt x="5079" y="4705"/>
                      <a:pt x="5079" y="4735"/>
                      <a:pt x="5079" y="4780"/>
                    </a:cubicBezTo>
                    <a:cubicBezTo>
                      <a:pt x="5079" y="4780"/>
                      <a:pt x="5079" y="4780"/>
                      <a:pt x="5079" y="4795"/>
                    </a:cubicBezTo>
                    <a:cubicBezTo>
                      <a:pt x="5094" y="4750"/>
                      <a:pt x="5109" y="4720"/>
                      <a:pt x="5124" y="4675"/>
                    </a:cubicBezTo>
                    <a:cubicBezTo>
                      <a:pt x="5124" y="4675"/>
                      <a:pt x="5094" y="4675"/>
                      <a:pt x="5079" y="4660"/>
                    </a:cubicBezTo>
                    <a:close/>
                    <a:moveTo>
                      <a:pt x="4048" y="4615"/>
                    </a:moveTo>
                    <a:cubicBezTo>
                      <a:pt x="4004" y="4690"/>
                      <a:pt x="3974" y="4765"/>
                      <a:pt x="3929" y="4854"/>
                    </a:cubicBezTo>
                    <a:cubicBezTo>
                      <a:pt x="4108" y="4780"/>
                      <a:pt x="4108" y="4765"/>
                      <a:pt x="4048" y="4615"/>
                    </a:cubicBezTo>
                    <a:close/>
                    <a:moveTo>
                      <a:pt x="7618" y="4944"/>
                    </a:moveTo>
                    <a:cubicBezTo>
                      <a:pt x="7618" y="4959"/>
                      <a:pt x="7633" y="4974"/>
                      <a:pt x="7633" y="4974"/>
                    </a:cubicBezTo>
                    <a:lnTo>
                      <a:pt x="7618" y="4974"/>
                    </a:lnTo>
                    <a:cubicBezTo>
                      <a:pt x="7618" y="4974"/>
                      <a:pt x="7618" y="4959"/>
                      <a:pt x="7618" y="4944"/>
                    </a:cubicBezTo>
                    <a:close/>
                    <a:moveTo>
                      <a:pt x="4482" y="4974"/>
                    </a:moveTo>
                    <a:cubicBezTo>
                      <a:pt x="4467" y="4974"/>
                      <a:pt x="4452" y="4989"/>
                      <a:pt x="4452" y="4989"/>
                    </a:cubicBezTo>
                    <a:cubicBezTo>
                      <a:pt x="4452" y="5004"/>
                      <a:pt x="4467" y="5019"/>
                      <a:pt x="4482" y="5019"/>
                    </a:cubicBezTo>
                    <a:cubicBezTo>
                      <a:pt x="4482" y="5019"/>
                      <a:pt x="4496" y="5019"/>
                      <a:pt x="4496" y="5004"/>
                    </a:cubicBezTo>
                    <a:cubicBezTo>
                      <a:pt x="4496" y="4989"/>
                      <a:pt x="4482" y="4989"/>
                      <a:pt x="4482" y="4974"/>
                    </a:cubicBezTo>
                    <a:close/>
                    <a:moveTo>
                      <a:pt x="5079" y="4795"/>
                    </a:moveTo>
                    <a:lnTo>
                      <a:pt x="5079" y="4795"/>
                    </a:lnTo>
                    <a:cubicBezTo>
                      <a:pt x="4945" y="4824"/>
                      <a:pt x="5109" y="4884"/>
                      <a:pt x="5079" y="4929"/>
                    </a:cubicBezTo>
                    <a:cubicBezTo>
                      <a:pt x="5004" y="5034"/>
                      <a:pt x="5094" y="5063"/>
                      <a:pt x="5154" y="5108"/>
                    </a:cubicBezTo>
                    <a:cubicBezTo>
                      <a:pt x="5169" y="5108"/>
                      <a:pt x="5198" y="5093"/>
                      <a:pt x="5198" y="5078"/>
                    </a:cubicBezTo>
                    <a:cubicBezTo>
                      <a:pt x="5213" y="5063"/>
                      <a:pt x="5198" y="5034"/>
                      <a:pt x="5184" y="5019"/>
                    </a:cubicBezTo>
                    <a:cubicBezTo>
                      <a:pt x="5154" y="4989"/>
                      <a:pt x="5124" y="4959"/>
                      <a:pt x="5094" y="4929"/>
                    </a:cubicBezTo>
                    <a:cubicBezTo>
                      <a:pt x="5169" y="4899"/>
                      <a:pt x="5198" y="4869"/>
                      <a:pt x="5109" y="4839"/>
                    </a:cubicBezTo>
                    <a:cubicBezTo>
                      <a:pt x="5094" y="4824"/>
                      <a:pt x="5079" y="4809"/>
                      <a:pt x="5079" y="4795"/>
                    </a:cubicBezTo>
                    <a:close/>
                    <a:moveTo>
                      <a:pt x="7289" y="5138"/>
                    </a:moveTo>
                    <a:lnTo>
                      <a:pt x="7289" y="5138"/>
                    </a:lnTo>
                    <a:cubicBezTo>
                      <a:pt x="7275" y="5153"/>
                      <a:pt x="7260" y="5168"/>
                      <a:pt x="7230" y="5183"/>
                    </a:cubicBezTo>
                    <a:cubicBezTo>
                      <a:pt x="7245" y="5183"/>
                      <a:pt x="7260" y="5198"/>
                      <a:pt x="7260" y="5198"/>
                    </a:cubicBezTo>
                    <a:cubicBezTo>
                      <a:pt x="7275" y="5183"/>
                      <a:pt x="7275" y="5153"/>
                      <a:pt x="7289" y="5138"/>
                    </a:cubicBezTo>
                    <a:close/>
                    <a:moveTo>
                      <a:pt x="4063" y="4929"/>
                    </a:moveTo>
                    <a:cubicBezTo>
                      <a:pt x="4004" y="4974"/>
                      <a:pt x="3944" y="5004"/>
                      <a:pt x="3914" y="5048"/>
                    </a:cubicBezTo>
                    <a:cubicBezTo>
                      <a:pt x="3899" y="5078"/>
                      <a:pt x="3944" y="5138"/>
                      <a:pt x="3959" y="5198"/>
                    </a:cubicBezTo>
                    <a:cubicBezTo>
                      <a:pt x="3929" y="5228"/>
                      <a:pt x="3899" y="5258"/>
                      <a:pt x="3869" y="5302"/>
                    </a:cubicBezTo>
                    <a:cubicBezTo>
                      <a:pt x="4004" y="5273"/>
                      <a:pt x="4004" y="5273"/>
                      <a:pt x="3989" y="5198"/>
                    </a:cubicBezTo>
                    <a:lnTo>
                      <a:pt x="3989" y="5183"/>
                    </a:lnTo>
                    <a:cubicBezTo>
                      <a:pt x="4019" y="5153"/>
                      <a:pt x="4063" y="5123"/>
                      <a:pt x="4108" y="5093"/>
                    </a:cubicBezTo>
                    <a:cubicBezTo>
                      <a:pt x="4078" y="5078"/>
                      <a:pt x="4048" y="5063"/>
                      <a:pt x="4019" y="5048"/>
                    </a:cubicBezTo>
                    <a:cubicBezTo>
                      <a:pt x="4048" y="5019"/>
                      <a:pt x="4078" y="5004"/>
                      <a:pt x="4093" y="4974"/>
                    </a:cubicBezTo>
                    <a:cubicBezTo>
                      <a:pt x="4093" y="4974"/>
                      <a:pt x="4063" y="4944"/>
                      <a:pt x="4063" y="4929"/>
                    </a:cubicBezTo>
                    <a:close/>
                    <a:moveTo>
                      <a:pt x="3570" y="5108"/>
                    </a:moveTo>
                    <a:lnTo>
                      <a:pt x="3630" y="5183"/>
                    </a:lnTo>
                    <a:lnTo>
                      <a:pt x="3645" y="5183"/>
                    </a:lnTo>
                    <a:cubicBezTo>
                      <a:pt x="3705" y="5243"/>
                      <a:pt x="3750" y="5287"/>
                      <a:pt x="3809" y="5332"/>
                    </a:cubicBezTo>
                    <a:cubicBezTo>
                      <a:pt x="3854" y="5153"/>
                      <a:pt x="3839" y="5138"/>
                      <a:pt x="3675" y="5108"/>
                    </a:cubicBezTo>
                    <a:close/>
                    <a:moveTo>
                      <a:pt x="7604" y="5318"/>
                    </a:moveTo>
                    <a:cubicBezTo>
                      <a:pt x="7618" y="5333"/>
                      <a:pt x="7618" y="5347"/>
                      <a:pt x="7618" y="5362"/>
                    </a:cubicBezTo>
                    <a:lnTo>
                      <a:pt x="7603" y="5362"/>
                    </a:lnTo>
                    <a:cubicBezTo>
                      <a:pt x="7618" y="5347"/>
                      <a:pt x="7618" y="5333"/>
                      <a:pt x="7604" y="5318"/>
                    </a:cubicBezTo>
                    <a:close/>
                    <a:moveTo>
                      <a:pt x="4078" y="5228"/>
                    </a:moveTo>
                    <a:cubicBezTo>
                      <a:pt x="4078" y="5302"/>
                      <a:pt x="4063" y="5377"/>
                      <a:pt x="4063" y="5452"/>
                    </a:cubicBezTo>
                    <a:cubicBezTo>
                      <a:pt x="4078" y="5437"/>
                      <a:pt x="4108" y="5422"/>
                      <a:pt x="4123" y="5422"/>
                    </a:cubicBezTo>
                    <a:cubicBezTo>
                      <a:pt x="4138" y="5362"/>
                      <a:pt x="4138" y="5302"/>
                      <a:pt x="4138" y="5243"/>
                    </a:cubicBezTo>
                    <a:cubicBezTo>
                      <a:pt x="4123" y="5228"/>
                      <a:pt x="4108" y="5228"/>
                      <a:pt x="4078" y="5228"/>
                    </a:cubicBezTo>
                    <a:close/>
                    <a:moveTo>
                      <a:pt x="4960" y="5810"/>
                    </a:moveTo>
                    <a:cubicBezTo>
                      <a:pt x="4930" y="5825"/>
                      <a:pt x="4900" y="5855"/>
                      <a:pt x="4915" y="5855"/>
                    </a:cubicBezTo>
                    <a:cubicBezTo>
                      <a:pt x="4930" y="5885"/>
                      <a:pt x="4960" y="5915"/>
                      <a:pt x="4989" y="5930"/>
                    </a:cubicBezTo>
                    <a:cubicBezTo>
                      <a:pt x="4989" y="5930"/>
                      <a:pt x="5034" y="5900"/>
                      <a:pt x="5034" y="5900"/>
                    </a:cubicBezTo>
                    <a:cubicBezTo>
                      <a:pt x="5004" y="5870"/>
                      <a:pt x="4989" y="5840"/>
                      <a:pt x="4960" y="5810"/>
                    </a:cubicBezTo>
                    <a:close/>
                    <a:moveTo>
                      <a:pt x="5960" y="5885"/>
                    </a:moveTo>
                    <a:cubicBezTo>
                      <a:pt x="5930" y="5930"/>
                      <a:pt x="5886" y="5974"/>
                      <a:pt x="5856" y="6019"/>
                    </a:cubicBezTo>
                    <a:cubicBezTo>
                      <a:pt x="5841" y="6034"/>
                      <a:pt x="5856" y="6064"/>
                      <a:pt x="5871" y="6094"/>
                    </a:cubicBezTo>
                    <a:cubicBezTo>
                      <a:pt x="5886" y="6079"/>
                      <a:pt x="5930" y="6064"/>
                      <a:pt x="5930" y="6049"/>
                    </a:cubicBezTo>
                    <a:cubicBezTo>
                      <a:pt x="5960" y="6004"/>
                      <a:pt x="5960" y="5945"/>
                      <a:pt x="5975" y="5900"/>
                    </a:cubicBezTo>
                    <a:cubicBezTo>
                      <a:pt x="5975" y="5885"/>
                      <a:pt x="5960" y="5885"/>
                      <a:pt x="5960" y="5885"/>
                    </a:cubicBezTo>
                    <a:close/>
                    <a:moveTo>
                      <a:pt x="1031" y="6094"/>
                    </a:moveTo>
                    <a:cubicBezTo>
                      <a:pt x="1031" y="6094"/>
                      <a:pt x="1031" y="6094"/>
                      <a:pt x="1031" y="6109"/>
                    </a:cubicBezTo>
                    <a:lnTo>
                      <a:pt x="1016" y="6109"/>
                    </a:lnTo>
                    <a:lnTo>
                      <a:pt x="1031" y="6094"/>
                    </a:lnTo>
                    <a:close/>
                    <a:moveTo>
                      <a:pt x="6558" y="6258"/>
                    </a:moveTo>
                    <a:lnTo>
                      <a:pt x="6558" y="6258"/>
                    </a:lnTo>
                    <a:cubicBezTo>
                      <a:pt x="6543" y="6318"/>
                      <a:pt x="6528" y="6378"/>
                      <a:pt x="6513" y="6438"/>
                    </a:cubicBezTo>
                    <a:cubicBezTo>
                      <a:pt x="6423" y="6408"/>
                      <a:pt x="6334" y="6378"/>
                      <a:pt x="6244" y="6363"/>
                    </a:cubicBezTo>
                    <a:cubicBezTo>
                      <a:pt x="6229" y="6363"/>
                      <a:pt x="6214" y="6393"/>
                      <a:pt x="6199" y="6393"/>
                    </a:cubicBezTo>
                    <a:cubicBezTo>
                      <a:pt x="6214" y="6423"/>
                      <a:pt x="6229" y="6438"/>
                      <a:pt x="6259" y="6452"/>
                    </a:cubicBezTo>
                    <a:cubicBezTo>
                      <a:pt x="6274" y="6482"/>
                      <a:pt x="6304" y="6482"/>
                      <a:pt x="6334" y="6482"/>
                    </a:cubicBezTo>
                    <a:lnTo>
                      <a:pt x="6334" y="6482"/>
                    </a:lnTo>
                    <a:lnTo>
                      <a:pt x="6334" y="6482"/>
                    </a:lnTo>
                    <a:cubicBezTo>
                      <a:pt x="6363" y="6497"/>
                      <a:pt x="6378" y="6497"/>
                      <a:pt x="6393" y="6512"/>
                    </a:cubicBezTo>
                    <a:cubicBezTo>
                      <a:pt x="6408" y="6527"/>
                      <a:pt x="6438" y="6527"/>
                      <a:pt x="6453" y="6542"/>
                    </a:cubicBezTo>
                    <a:lnTo>
                      <a:pt x="6513" y="6572"/>
                    </a:lnTo>
                    <a:cubicBezTo>
                      <a:pt x="6528" y="6542"/>
                      <a:pt x="6528" y="6512"/>
                      <a:pt x="6543" y="6482"/>
                    </a:cubicBezTo>
                    <a:cubicBezTo>
                      <a:pt x="6647" y="6423"/>
                      <a:pt x="6647" y="6348"/>
                      <a:pt x="6558" y="6258"/>
                    </a:cubicBezTo>
                    <a:close/>
                    <a:moveTo>
                      <a:pt x="5751" y="7901"/>
                    </a:moveTo>
                    <a:cubicBezTo>
                      <a:pt x="5751" y="7901"/>
                      <a:pt x="5751" y="7901"/>
                      <a:pt x="5751" y="7916"/>
                    </a:cubicBezTo>
                    <a:lnTo>
                      <a:pt x="5721" y="7901"/>
                    </a:lnTo>
                    <a:close/>
                    <a:moveTo>
                      <a:pt x="5975" y="7946"/>
                    </a:moveTo>
                    <a:lnTo>
                      <a:pt x="6005" y="7976"/>
                    </a:lnTo>
                    <a:cubicBezTo>
                      <a:pt x="5990" y="7976"/>
                      <a:pt x="5975" y="7961"/>
                      <a:pt x="5975" y="7946"/>
                    </a:cubicBezTo>
                    <a:close/>
                    <a:moveTo>
                      <a:pt x="5557" y="538"/>
                    </a:moveTo>
                    <a:cubicBezTo>
                      <a:pt x="5617" y="657"/>
                      <a:pt x="5676" y="777"/>
                      <a:pt x="5736" y="896"/>
                    </a:cubicBezTo>
                    <a:cubicBezTo>
                      <a:pt x="5736" y="911"/>
                      <a:pt x="5766" y="911"/>
                      <a:pt x="5796" y="926"/>
                    </a:cubicBezTo>
                    <a:cubicBezTo>
                      <a:pt x="5796" y="956"/>
                      <a:pt x="5796" y="971"/>
                      <a:pt x="5796" y="986"/>
                    </a:cubicBezTo>
                    <a:cubicBezTo>
                      <a:pt x="5796" y="1016"/>
                      <a:pt x="5811" y="1031"/>
                      <a:pt x="5811" y="1046"/>
                    </a:cubicBezTo>
                    <a:cubicBezTo>
                      <a:pt x="5796" y="1135"/>
                      <a:pt x="5841" y="1255"/>
                      <a:pt x="5900" y="1300"/>
                    </a:cubicBezTo>
                    <a:cubicBezTo>
                      <a:pt x="5900" y="1300"/>
                      <a:pt x="5900" y="1315"/>
                      <a:pt x="5886" y="1329"/>
                    </a:cubicBezTo>
                    <a:cubicBezTo>
                      <a:pt x="5886" y="1359"/>
                      <a:pt x="5900" y="1389"/>
                      <a:pt x="5930" y="1404"/>
                    </a:cubicBezTo>
                    <a:cubicBezTo>
                      <a:pt x="5945" y="1404"/>
                      <a:pt x="5945" y="1419"/>
                      <a:pt x="5945" y="1419"/>
                    </a:cubicBezTo>
                    <a:cubicBezTo>
                      <a:pt x="6005" y="1539"/>
                      <a:pt x="6050" y="1673"/>
                      <a:pt x="6110" y="1792"/>
                    </a:cubicBezTo>
                    <a:cubicBezTo>
                      <a:pt x="6124" y="1807"/>
                      <a:pt x="6169" y="1822"/>
                      <a:pt x="6199" y="1837"/>
                    </a:cubicBezTo>
                    <a:cubicBezTo>
                      <a:pt x="6199" y="1882"/>
                      <a:pt x="6095" y="1927"/>
                      <a:pt x="6184" y="1972"/>
                    </a:cubicBezTo>
                    <a:cubicBezTo>
                      <a:pt x="6184" y="1972"/>
                      <a:pt x="6184" y="1987"/>
                      <a:pt x="6184" y="2002"/>
                    </a:cubicBezTo>
                    <a:cubicBezTo>
                      <a:pt x="6184" y="2031"/>
                      <a:pt x="6199" y="2076"/>
                      <a:pt x="6229" y="2091"/>
                    </a:cubicBezTo>
                    <a:cubicBezTo>
                      <a:pt x="6239" y="2091"/>
                      <a:pt x="6236" y="2085"/>
                      <a:pt x="6237" y="2085"/>
                    </a:cubicBezTo>
                    <a:lnTo>
                      <a:pt x="6237" y="2085"/>
                    </a:lnTo>
                    <a:cubicBezTo>
                      <a:pt x="6237" y="2085"/>
                      <a:pt x="6239" y="2086"/>
                      <a:pt x="6244" y="2091"/>
                    </a:cubicBezTo>
                    <a:cubicBezTo>
                      <a:pt x="6244" y="2091"/>
                      <a:pt x="6244" y="2106"/>
                      <a:pt x="6244" y="2106"/>
                    </a:cubicBezTo>
                    <a:cubicBezTo>
                      <a:pt x="6229" y="2181"/>
                      <a:pt x="6259" y="2241"/>
                      <a:pt x="6274" y="2300"/>
                    </a:cubicBezTo>
                    <a:cubicBezTo>
                      <a:pt x="6283" y="2355"/>
                      <a:pt x="6303" y="2387"/>
                      <a:pt x="6335" y="2387"/>
                    </a:cubicBezTo>
                    <a:cubicBezTo>
                      <a:pt x="6355" y="2387"/>
                      <a:pt x="6379" y="2374"/>
                      <a:pt x="6408" y="2345"/>
                    </a:cubicBezTo>
                    <a:lnTo>
                      <a:pt x="6408" y="2330"/>
                    </a:lnTo>
                    <a:cubicBezTo>
                      <a:pt x="6423" y="2345"/>
                      <a:pt x="6438" y="2345"/>
                      <a:pt x="6408" y="2390"/>
                    </a:cubicBezTo>
                    <a:cubicBezTo>
                      <a:pt x="6349" y="2450"/>
                      <a:pt x="6393" y="2479"/>
                      <a:pt x="6453" y="2509"/>
                    </a:cubicBezTo>
                    <a:lnTo>
                      <a:pt x="6468" y="2509"/>
                    </a:lnTo>
                    <a:cubicBezTo>
                      <a:pt x="6498" y="2569"/>
                      <a:pt x="6513" y="2614"/>
                      <a:pt x="6543" y="2659"/>
                    </a:cubicBezTo>
                    <a:cubicBezTo>
                      <a:pt x="6513" y="2674"/>
                      <a:pt x="6483" y="2689"/>
                      <a:pt x="6483" y="2704"/>
                    </a:cubicBezTo>
                    <a:cubicBezTo>
                      <a:pt x="6483" y="2748"/>
                      <a:pt x="6498" y="2808"/>
                      <a:pt x="6513" y="2853"/>
                    </a:cubicBezTo>
                    <a:lnTo>
                      <a:pt x="6573" y="2808"/>
                    </a:lnTo>
                    <a:lnTo>
                      <a:pt x="6573" y="2883"/>
                    </a:lnTo>
                    <a:cubicBezTo>
                      <a:pt x="6528" y="2943"/>
                      <a:pt x="6513" y="3002"/>
                      <a:pt x="6588" y="3032"/>
                    </a:cubicBezTo>
                    <a:lnTo>
                      <a:pt x="6602" y="3032"/>
                    </a:lnTo>
                    <a:cubicBezTo>
                      <a:pt x="6602" y="3107"/>
                      <a:pt x="6677" y="3152"/>
                      <a:pt x="6722" y="3196"/>
                    </a:cubicBezTo>
                    <a:cubicBezTo>
                      <a:pt x="6647" y="3346"/>
                      <a:pt x="6767" y="3420"/>
                      <a:pt x="6841" y="3510"/>
                    </a:cubicBezTo>
                    <a:cubicBezTo>
                      <a:pt x="6812" y="3525"/>
                      <a:pt x="6752" y="3540"/>
                      <a:pt x="6797" y="3600"/>
                    </a:cubicBezTo>
                    <a:lnTo>
                      <a:pt x="7065" y="4302"/>
                    </a:lnTo>
                    <a:cubicBezTo>
                      <a:pt x="7095" y="4317"/>
                      <a:pt x="7110" y="4317"/>
                      <a:pt x="7140" y="4332"/>
                    </a:cubicBezTo>
                    <a:lnTo>
                      <a:pt x="7155" y="4406"/>
                    </a:lnTo>
                    <a:cubicBezTo>
                      <a:pt x="7143" y="4406"/>
                      <a:pt x="7131" y="4404"/>
                      <a:pt x="7120" y="4404"/>
                    </a:cubicBezTo>
                    <a:cubicBezTo>
                      <a:pt x="7104" y="4404"/>
                      <a:pt x="7089" y="4409"/>
                      <a:pt x="7080" y="4436"/>
                    </a:cubicBezTo>
                    <a:cubicBezTo>
                      <a:pt x="7065" y="4481"/>
                      <a:pt x="7125" y="4496"/>
                      <a:pt x="7155" y="4526"/>
                    </a:cubicBezTo>
                    <a:lnTo>
                      <a:pt x="7170" y="4541"/>
                    </a:lnTo>
                    <a:cubicBezTo>
                      <a:pt x="7155" y="4585"/>
                      <a:pt x="7140" y="4615"/>
                      <a:pt x="7140" y="4660"/>
                    </a:cubicBezTo>
                    <a:cubicBezTo>
                      <a:pt x="7185" y="4795"/>
                      <a:pt x="7245" y="4914"/>
                      <a:pt x="7289" y="5048"/>
                    </a:cubicBezTo>
                    <a:cubicBezTo>
                      <a:pt x="7289" y="5078"/>
                      <a:pt x="7289" y="5108"/>
                      <a:pt x="7289" y="5138"/>
                    </a:cubicBezTo>
                    <a:cubicBezTo>
                      <a:pt x="7334" y="5243"/>
                      <a:pt x="7379" y="5347"/>
                      <a:pt x="7454" y="5497"/>
                    </a:cubicBezTo>
                    <a:cubicBezTo>
                      <a:pt x="7454" y="5422"/>
                      <a:pt x="7454" y="5392"/>
                      <a:pt x="7469" y="5362"/>
                    </a:cubicBezTo>
                    <a:cubicBezTo>
                      <a:pt x="7499" y="5422"/>
                      <a:pt x="7543" y="5482"/>
                      <a:pt x="7573" y="5541"/>
                    </a:cubicBezTo>
                    <a:lnTo>
                      <a:pt x="7573" y="5571"/>
                    </a:lnTo>
                    <a:cubicBezTo>
                      <a:pt x="7573" y="5586"/>
                      <a:pt x="7573" y="5586"/>
                      <a:pt x="7558" y="5601"/>
                    </a:cubicBezTo>
                    <a:cubicBezTo>
                      <a:pt x="7558" y="5661"/>
                      <a:pt x="7573" y="5706"/>
                      <a:pt x="7588" y="5750"/>
                    </a:cubicBezTo>
                    <a:cubicBezTo>
                      <a:pt x="7618" y="5870"/>
                      <a:pt x="7618" y="6004"/>
                      <a:pt x="7738" y="6079"/>
                    </a:cubicBezTo>
                    <a:lnTo>
                      <a:pt x="7752" y="6079"/>
                    </a:lnTo>
                    <a:lnTo>
                      <a:pt x="7782" y="6169"/>
                    </a:lnTo>
                    <a:lnTo>
                      <a:pt x="7782" y="6184"/>
                    </a:lnTo>
                    <a:lnTo>
                      <a:pt x="7752" y="6184"/>
                    </a:lnTo>
                    <a:cubicBezTo>
                      <a:pt x="7723" y="6213"/>
                      <a:pt x="7723" y="6258"/>
                      <a:pt x="7752" y="6288"/>
                    </a:cubicBezTo>
                    <a:lnTo>
                      <a:pt x="7752" y="6303"/>
                    </a:lnTo>
                    <a:cubicBezTo>
                      <a:pt x="7738" y="6303"/>
                      <a:pt x="7723" y="6318"/>
                      <a:pt x="7708" y="6333"/>
                    </a:cubicBezTo>
                    <a:cubicBezTo>
                      <a:pt x="7693" y="6333"/>
                      <a:pt x="7723" y="6363"/>
                      <a:pt x="7738" y="6378"/>
                    </a:cubicBezTo>
                    <a:lnTo>
                      <a:pt x="7782" y="6333"/>
                    </a:lnTo>
                    <a:cubicBezTo>
                      <a:pt x="7827" y="6408"/>
                      <a:pt x="7782" y="6512"/>
                      <a:pt x="7872" y="6557"/>
                    </a:cubicBezTo>
                    <a:lnTo>
                      <a:pt x="7902" y="6557"/>
                    </a:lnTo>
                    <a:lnTo>
                      <a:pt x="7902" y="6572"/>
                    </a:lnTo>
                    <a:lnTo>
                      <a:pt x="7902" y="6632"/>
                    </a:lnTo>
                    <a:cubicBezTo>
                      <a:pt x="7902" y="6647"/>
                      <a:pt x="7887" y="6676"/>
                      <a:pt x="7887" y="6691"/>
                    </a:cubicBezTo>
                    <a:cubicBezTo>
                      <a:pt x="7902" y="6721"/>
                      <a:pt x="7902" y="6751"/>
                      <a:pt x="7932" y="6766"/>
                    </a:cubicBezTo>
                    <a:cubicBezTo>
                      <a:pt x="7827" y="6826"/>
                      <a:pt x="7917" y="6915"/>
                      <a:pt x="7917" y="7005"/>
                    </a:cubicBezTo>
                    <a:cubicBezTo>
                      <a:pt x="7947" y="7035"/>
                      <a:pt x="7991" y="7020"/>
                      <a:pt x="8021" y="7050"/>
                    </a:cubicBezTo>
                    <a:cubicBezTo>
                      <a:pt x="8036" y="7050"/>
                      <a:pt x="8051" y="7050"/>
                      <a:pt x="8066" y="7065"/>
                    </a:cubicBezTo>
                    <a:cubicBezTo>
                      <a:pt x="8066" y="7095"/>
                      <a:pt x="8066" y="7110"/>
                      <a:pt x="8066" y="7139"/>
                    </a:cubicBezTo>
                    <a:lnTo>
                      <a:pt x="8141" y="7214"/>
                    </a:lnTo>
                    <a:cubicBezTo>
                      <a:pt x="8156" y="7229"/>
                      <a:pt x="8171" y="7229"/>
                      <a:pt x="8186" y="7244"/>
                    </a:cubicBezTo>
                    <a:lnTo>
                      <a:pt x="8216" y="7274"/>
                    </a:lnTo>
                    <a:cubicBezTo>
                      <a:pt x="8216" y="7274"/>
                      <a:pt x="8216" y="7274"/>
                      <a:pt x="8216" y="7289"/>
                    </a:cubicBezTo>
                    <a:cubicBezTo>
                      <a:pt x="8216" y="7304"/>
                      <a:pt x="8230" y="7319"/>
                      <a:pt x="8245" y="7334"/>
                    </a:cubicBezTo>
                    <a:cubicBezTo>
                      <a:pt x="8245" y="7349"/>
                      <a:pt x="8260" y="7349"/>
                      <a:pt x="8260" y="7364"/>
                    </a:cubicBezTo>
                    <a:lnTo>
                      <a:pt x="8245" y="7722"/>
                    </a:lnTo>
                    <a:cubicBezTo>
                      <a:pt x="8290" y="7677"/>
                      <a:pt x="8320" y="7662"/>
                      <a:pt x="8350" y="7632"/>
                    </a:cubicBezTo>
                    <a:cubicBezTo>
                      <a:pt x="8350" y="7662"/>
                      <a:pt x="8350" y="7677"/>
                      <a:pt x="8350" y="7692"/>
                    </a:cubicBezTo>
                    <a:lnTo>
                      <a:pt x="8335" y="7692"/>
                    </a:lnTo>
                    <a:cubicBezTo>
                      <a:pt x="8260" y="7737"/>
                      <a:pt x="8260" y="7797"/>
                      <a:pt x="8320" y="7856"/>
                    </a:cubicBezTo>
                    <a:cubicBezTo>
                      <a:pt x="8380" y="7901"/>
                      <a:pt x="8410" y="7946"/>
                      <a:pt x="8425" y="8006"/>
                    </a:cubicBezTo>
                    <a:lnTo>
                      <a:pt x="8230" y="8006"/>
                    </a:lnTo>
                    <a:cubicBezTo>
                      <a:pt x="8216" y="8006"/>
                      <a:pt x="8216" y="7991"/>
                      <a:pt x="8201" y="7991"/>
                    </a:cubicBezTo>
                    <a:cubicBezTo>
                      <a:pt x="8186" y="7991"/>
                      <a:pt x="8171" y="7991"/>
                      <a:pt x="8156" y="8006"/>
                    </a:cubicBezTo>
                    <a:lnTo>
                      <a:pt x="8156" y="7991"/>
                    </a:lnTo>
                    <a:cubicBezTo>
                      <a:pt x="8126" y="7976"/>
                      <a:pt x="8096" y="7976"/>
                      <a:pt x="8066" y="7976"/>
                    </a:cubicBezTo>
                    <a:cubicBezTo>
                      <a:pt x="8066" y="7961"/>
                      <a:pt x="8066" y="7946"/>
                      <a:pt x="8051" y="7931"/>
                    </a:cubicBezTo>
                    <a:cubicBezTo>
                      <a:pt x="8051" y="7946"/>
                      <a:pt x="8021" y="7961"/>
                      <a:pt x="8021" y="7976"/>
                    </a:cubicBezTo>
                    <a:cubicBezTo>
                      <a:pt x="8021" y="7991"/>
                      <a:pt x="8021" y="7991"/>
                      <a:pt x="8006" y="7991"/>
                    </a:cubicBezTo>
                    <a:cubicBezTo>
                      <a:pt x="7991" y="7976"/>
                      <a:pt x="7973" y="7968"/>
                      <a:pt x="7952" y="7968"/>
                    </a:cubicBezTo>
                    <a:cubicBezTo>
                      <a:pt x="7932" y="7968"/>
                      <a:pt x="7909" y="7976"/>
                      <a:pt x="7887" y="7991"/>
                    </a:cubicBezTo>
                    <a:cubicBezTo>
                      <a:pt x="7872" y="7991"/>
                      <a:pt x="7872" y="7976"/>
                      <a:pt x="7857" y="7976"/>
                    </a:cubicBezTo>
                    <a:cubicBezTo>
                      <a:pt x="7857" y="7946"/>
                      <a:pt x="7842" y="7901"/>
                      <a:pt x="7842" y="7871"/>
                    </a:cubicBezTo>
                    <a:cubicBezTo>
                      <a:pt x="7812" y="7871"/>
                      <a:pt x="7782" y="7886"/>
                      <a:pt x="7738" y="7901"/>
                    </a:cubicBezTo>
                    <a:cubicBezTo>
                      <a:pt x="7738" y="7886"/>
                      <a:pt x="7738" y="7886"/>
                      <a:pt x="7738" y="7871"/>
                    </a:cubicBezTo>
                    <a:cubicBezTo>
                      <a:pt x="7618" y="7797"/>
                      <a:pt x="7484" y="7782"/>
                      <a:pt x="7334" y="7782"/>
                    </a:cubicBezTo>
                    <a:cubicBezTo>
                      <a:pt x="7327" y="7789"/>
                      <a:pt x="7319" y="7800"/>
                      <a:pt x="7312" y="7812"/>
                    </a:cubicBezTo>
                    <a:lnTo>
                      <a:pt x="7312" y="7812"/>
                    </a:lnTo>
                    <a:cubicBezTo>
                      <a:pt x="7226" y="7812"/>
                      <a:pt x="7153" y="7827"/>
                      <a:pt x="7080" y="7827"/>
                    </a:cubicBezTo>
                    <a:cubicBezTo>
                      <a:pt x="7051" y="7827"/>
                      <a:pt x="7036" y="7827"/>
                      <a:pt x="7006" y="7812"/>
                    </a:cubicBezTo>
                    <a:cubicBezTo>
                      <a:pt x="7051" y="7758"/>
                      <a:pt x="7031" y="7747"/>
                      <a:pt x="7001" y="7747"/>
                    </a:cubicBezTo>
                    <a:cubicBezTo>
                      <a:pt x="6982" y="7747"/>
                      <a:pt x="6958" y="7752"/>
                      <a:pt x="6946" y="7752"/>
                    </a:cubicBezTo>
                    <a:cubicBezTo>
                      <a:pt x="6752" y="7707"/>
                      <a:pt x="6573" y="7662"/>
                      <a:pt x="6378" y="7632"/>
                    </a:cubicBezTo>
                    <a:cubicBezTo>
                      <a:pt x="6289" y="7617"/>
                      <a:pt x="6199" y="7602"/>
                      <a:pt x="6095" y="7588"/>
                    </a:cubicBezTo>
                    <a:cubicBezTo>
                      <a:pt x="6095" y="7573"/>
                      <a:pt x="6080" y="7573"/>
                      <a:pt x="6080" y="7558"/>
                    </a:cubicBezTo>
                    <a:cubicBezTo>
                      <a:pt x="6080" y="7543"/>
                      <a:pt x="6050" y="7543"/>
                      <a:pt x="6035" y="7528"/>
                    </a:cubicBezTo>
                    <a:cubicBezTo>
                      <a:pt x="5960" y="7513"/>
                      <a:pt x="5886" y="7498"/>
                      <a:pt x="5811" y="7498"/>
                    </a:cubicBezTo>
                    <a:cubicBezTo>
                      <a:pt x="5796" y="7498"/>
                      <a:pt x="5781" y="7513"/>
                      <a:pt x="5766" y="7513"/>
                    </a:cubicBezTo>
                    <a:lnTo>
                      <a:pt x="5617" y="7483"/>
                    </a:lnTo>
                    <a:cubicBezTo>
                      <a:pt x="5599" y="7466"/>
                      <a:pt x="5582" y="7458"/>
                      <a:pt x="5564" y="7458"/>
                    </a:cubicBezTo>
                    <a:cubicBezTo>
                      <a:pt x="5552" y="7458"/>
                      <a:pt x="5539" y="7462"/>
                      <a:pt x="5527" y="7468"/>
                    </a:cubicBezTo>
                    <a:cubicBezTo>
                      <a:pt x="5512" y="7468"/>
                      <a:pt x="5512" y="7468"/>
                      <a:pt x="5512" y="7483"/>
                    </a:cubicBezTo>
                    <a:lnTo>
                      <a:pt x="5363" y="7408"/>
                    </a:lnTo>
                    <a:cubicBezTo>
                      <a:pt x="5306" y="7363"/>
                      <a:pt x="5250" y="7318"/>
                      <a:pt x="5187" y="7318"/>
                    </a:cubicBezTo>
                    <a:cubicBezTo>
                      <a:pt x="5167" y="7318"/>
                      <a:pt x="5146" y="7323"/>
                      <a:pt x="5124" y="7334"/>
                    </a:cubicBezTo>
                    <a:lnTo>
                      <a:pt x="5109" y="7334"/>
                    </a:lnTo>
                    <a:cubicBezTo>
                      <a:pt x="5099" y="7330"/>
                      <a:pt x="5089" y="7329"/>
                      <a:pt x="5081" y="7329"/>
                    </a:cubicBezTo>
                    <a:cubicBezTo>
                      <a:pt x="5065" y="7329"/>
                      <a:pt x="5051" y="7333"/>
                      <a:pt x="5038" y="7333"/>
                    </a:cubicBezTo>
                    <a:cubicBezTo>
                      <a:pt x="5026" y="7333"/>
                      <a:pt x="5015" y="7330"/>
                      <a:pt x="5004" y="7319"/>
                    </a:cubicBezTo>
                    <a:cubicBezTo>
                      <a:pt x="4989" y="7319"/>
                      <a:pt x="4974" y="7319"/>
                      <a:pt x="4960" y="7334"/>
                    </a:cubicBezTo>
                    <a:lnTo>
                      <a:pt x="4780" y="7274"/>
                    </a:lnTo>
                    <a:cubicBezTo>
                      <a:pt x="4750" y="7244"/>
                      <a:pt x="4661" y="7259"/>
                      <a:pt x="4631" y="7199"/>
                    </a:cubicBezTo>
                    <a:cubicBezTo>
                      <a:pt x="4482" y="7154"/>
                      <a:pt x="4317" y="7139"/>
                      <a:pt x="4153" y="7080"/>
                    </a:cubicBezTo>
                    <a:cubicBezTo>
                      <a:pt x="3944" y="7020"/>
                      <a:pt x="3720" y="7050"/>
                      <a:pt x="3496" y="7005"/>
                    </a:cubicBezTo>
                    <a:cubicBezTo>
                      <a:pt x="3369" y="6984"/>
                      <a:pt x="3235" y="6963"/>
                      <a:pt x="3104" y="6963"/>
                    </a:cubicBezTo>
                    <a:cubicBezTo>
                      <a:pt x="3049" y="6963"/>
                      <a:pt x="2996" y="6966"/>
                      <a:pt x="2943" y="6975"/>
                    </a:cubicBezTo>
                    <a:lnTo>
                      <a:pt x="2898" y="6975"/>
                    </a:lnTo>
                    <a:cubicBezTo>
                      <a:pt x="2868" y="6975"/>
                      <a:pt x="2854" y="6960"/>
                      <a:pt x="2824" y="6960"/>
                    </a:cubicBezTo>
                    <a:cubicBezTo>
                      <a:pt x="2510" y="6915"/>
                      <a:pt x="2211" y="6886"/>
                      <a:pt x="1898" y="6856"/>
                    </a:cubicBezTo>
                    <a:cubicBezTo>
                      <a:pt x="1778" y="6841"/>
                      <a:pt x="1674" y="6811"/>
                      <a:pt x="1554" y="6796"/>
                    </a:cubicBezTo>
                    <a:cubicBezTo>
                      <a:pt x="1345" y="6781"/>
                      <a:pt x="1121" y="6766"/>
                      <a:pt x="912" y="6736"/>
                    </a:cubicBezTo>
                    <a:lnTo>
                      <a:pt x="882" y="6647"/>
                    </a:lnTo>
                    <a:cubicBezTo>
                      <a:pt x="957" y="6602"/>
                      <a:pt x="1002" y="6557"/>
                      <a:pt x="1031" y="6482"/>
                    </a:cubicBezTo>
                    <a:cubicBezTo>
                      <a:pt x="1061" y="6423"/>
                      <a:pt x="1091" y="6363"/>
                      <a:pt x="1091" y="6303"/>
                    </a:cubicBezTo>
                    <a:cubicBezTo>
                      <a:pt x="1091" y="6273"/>
                      <a:pt x="1061" y="6243"/>
                      <a:pt x="1016" y="6213"/>
                    </a:cubicBezTo>
                    <a:lnTo>
                      <a:pt x="1016" y="6199"/>
                    </a:lnTo>
                    <a:cubicBezTo>
                      <a:pt x="1016" y="6184"/>
                      <a:pt x="1016" y="6184"/>
                      <a:pt x="1016" y="6169"/>
                    </a:cubicBezTo>
                    <a:lnTo>
                      <a:pt x="1091" y="6124"/>
                    </a:lnTo>
                    <a:lnTo>
                      <a:pt x="1151" y="6124"/>
                    </a:lnTo>
                    <a:cubicBezTo>
                      <a:pt x="1226" y="6064"/>
                      <a:pt x="1285" y="5989"/>
                      <a:pt x="1345" y="5900"/>
                    </a:cubicBezTo>
                    <a:cubicBezTo>
                      <a:pt x="1405" y="5795"/>
                      <a:pt x="1494" y="5721"/>
                      <a:pt x="1509" y="5586"/>
                    </a:cubicBezTo>
                    <a:cubicBezTo>
                      <a:pt x="1584" y="5571"/>
                      <a:pt x="1614" y="5526"/>
                      <a:pt x="1614" y="5452"/>
                    </a:cubicBezTo>
                    <a:cubicBezTo>
                      <a:pt x="1614" y="5452"/>
                      <a:pt x="1614" y="5452"/>
                      <a:pt x="1614" y="5437"/>
                    </a:cubicBezTo>
                    <a:cubicBezTo>
                      <a:pt x="1733" y="5287"/>
                      <a:pt x="1868" y="5138"/>
                      <a:pt x="1987" y="5004"/>
                    </a:cubicBezTo>
                    <a:cubicBezTo>
                      <a:pt x="2152" y="4929"/>
                      <a:pt x="2226" y="4765"/>
                      <a:pt x="2361" y="4645"/>
                    </a:cubicBezTo>
                    <a:cubicBezTo>
                      <a:pt x="2361" y="4645"/>
                      <a:pt x="2361" y="4630"/>
                      <a:pt x="2361" y="4630"/>
                    </a:cubicBezTo>
                    <a:cubicBezTo>
                      <a:pt x="2376" y="4645"/>
                      <a:pt x="2391" y="4645"/>
                      <a:pt x="2391" y="4645"/>
                    </a:cubicBezTo>
                    <a:cubicBezTo>
                      <a:pt x="2435" y="4645"/>
                      <a:pt x="2480" y="4630"/>
                      <a:pt x="2510" y="4615"/>
                    </a:cubicBezTo>
                    <a:cubicBezTo>
                      <a:pt x="2510" y="4585"/>
                      <a:pt x="2495" y="4556"/>
                      <a:pt x="2480" y="4541"/>
                    </a:cubicBezTo>
                    <a:cubicBezTo>
                      <a:pt x="2465" y="4526"/>
                      <a:pt x="2450" y="4511"/>
                      <a:pt x="2435" y="4511"/>
                    </a:cubicBezTo>
                    <a:cubicBezTo>
                      <a:pt x="2435" y="4511"/>
                      <a:pt x="2435" y="4511"/>
                      <a:pt x="2435" y="4496"/>
                    </a:cubicBezTo>
                    <a:cubicBezTo>
                      <a:pt x="2585" y="4376"/>
                      <a:pt x="2674" y="4212"/>
                      <a:pt x="2764" y="4033"/>
                    </a:cubicBezTo>
                    <a:cubicBezTo>
                      <a:pt x="2883" y="3839"/>
                      <a:pt x="2988" y="3630"/>
                      <a:pt x="3122" y="3450"/>
                    </a:cubicBezTo>
                    <a:cubicBezTo>
                      <a:pt x="3182" y="3376"/>
                      <a:pt x="3242" y="3301"/>
                      <a:pt x="3257" y="3211"/>
                    </a:cubicBezTo>
                    <a:lnTo>
                      <a:pt x="3257" y="3196"/>
                    </a:lnTo>
                    <a:lnTo>
                      <a:pt x="3331" y="3077"/>
                    </a:lnTo>
                    <a:lnTo>
                      <a:pt x="3346" y="3077"/>
                    </a:lnTo>
                    <a:cubicBezTo>
                      <a:pt x="3376" y="3062"/>
                      <a:pt x="3391" y="3062"/>
                      <a:pt x="3406" y="3047"/>
                    </a:cubicBezTo>
                    <a:cubicBezTo>
                      <a:pt x="3645" y="2748"/>
                      <a:pt x="3884" y="2435"/>
                      <a:pt x="4108" y="2136"/>
                    </a:cubicBezTo>
                    <a:cubicBezTo>
                      <a:pt x="4123" y="2106"/>
                      <a:pt x="4153" y="2091"/>
                      <a:pt x="4138" y="2061"/>
                    </a:cubicBezTo>
                    <a:cubicBezTo>
                      <a:pt x="4243" y="1987"/>
                      <a:pt x="4317" y="1897"/>
                      <a:pt x="4377" y="1807"/>
                    </a:cubicBezTo>
                    <a:cubicBezTo>
                      <a:pt x="4377" y="1792"/>
                      <a:pt x="4392" y="1778"/>
                      <a:pt x="4377" y="1763"/>
                    </a:cubicBezTo>
                    <a:lnTo>
                      <a:pt x="4467" y="1658"/>
                    </a:lnTo>
                    <a:cubicBezTo>
                      <a:pt x="4467" y="1628"/>
                      <a:pt x="4467" y="1598"/>
                      <a:pt x="4452" y="1583"/>
                    </a:cubicBezTo>
                    <a:lnTo>
                      <a:pt x="4452" y="1583"/>
                    </a:lnTo>
                    <a:cubicBezTo>
                      <a:pt x="4471" y="1590"/>
                      <a:pt x="4487" y="1592"/>
                      <a:pt x="4501" y="1592"/>
                    </a:cubicBezTo>
                    <a:cubicBezTo>
                      <a:pt x="4587" y="1592"/>
                      <a:pt x="4595" y="1490"/>
                      <a:pt x="4646" y="1464"/>
                    </a:cubicBezTo>
                    <a:cubicBezTo>
                      <a:pt x="4691" y="1404"/>
                      <a:pt x="4735" y="1359"/>
                      <a:pt x="4795" y="1315"/>
                    </a:cubicBezTo>
                    <a:cubicBezTo>
                      <a:pt x="4825" y="1270"/>
                      <a:pt x="4855" y="1240"/>
                      <a:pt x="4885" y="1210"/>
                    </a:cubicBezTo>
                    <a:lnTo>
                      <a:pt x="4930" y="1210"/>
                    </a:lnTo>
                    <a:cubicBezTo>
                      <a:pt x="4989" y="1150"/>
                      <a:pt x="5049" y="1105"/>
                      <a:pt x="5064" y="1016"/>
                    </a:cubicBezTo>
                    <a:lnTo>
                      <a:pt x="5124" y="971"/>
                    </a:lnTo>
                    <a:cubicBezTo>
                      <a:pt x="5228" y="866"/>
                      <a:pt x="5318" y="762"/>
                      <a:pt x="5423" y="642"/>
                    </a:cubicBezTo>
                    <a:cubicBezTo>
                      <a:pt x="5452" y="613"/>
                      <a:pt x="5482" y="568"/>
                      <a:pt x="5512" y="538"/>
                    </a:cubicBezTo>
                    <a:close/>
                    <a:moveTo>
                      <a:pt x="5647" y="0"/>
                    </a:moveTo>
                    <a:cubicBezTo>
                      <a:pt x="5497" y="0"/>
                      <a:pt x="5363" y="120"/>
                      <a:pt x="5363" y="209"/>
                    </a:cubicBezTo>
                    <a:cubicBezTo>
                      <a:pt x="5348" y="239"/>
                      <a:pt x="5318" y="254"/>
                      <a:pt x="5303" y="269"/>
                    </a:cubicBezTo>
                    <a:cubicBezTo>
                      <a:pt x="5258" y="299"/>
                      <a:pt x="5213" y="314"/>
                      <a:pt x="5169" y="329"/>
                    </a:cubicBezTo>
                    <a:cubicBezTo>
                      <a:pt x="5109" y="374"/>
                      <a:pt x="5049" y="403"/>
                      <a:pt x="5004" y="448"/>
                    </a:cubicBezTo>
                    <a:cubicBezTo>
                      <a:pt x="4870" y="598"/>
                      <a:pt x="4721" y="732"/>
                      <a:pt x="4586" y="881"/>
                    </a:cubicBezTo>
                    <a:cubicBezTo>
                      <a:pt x="4511" y="1016"/>
                      <a:pt x="4317" y="1046"/>
                      <a:pt x="4272" y="1225"/>
                    </a:cubicBezTo>
                    <a:cubicBezTo>
                      <a:pt x="4287" y="1210"/>
                      <a:pt x="4302" y="1195"/>
                      <a:pt x="4317" y="1180"/>
                    </a:cubicBezTo>
                    <a:lnTo>
                      <a:pt x="4317" y="1180"/>
                    </a:lnTo>
                    <a:cubicBezTo>
                      <a:pt x="4317" y="1195"/>
                      <a:pt x="4302" y="1195"/>
                      <a:pt x="4302" y="1210"/>
                    </a:cubicBezTo>
                    <a:cubicBezTo>
                      <a:pt x="4302" y="1210"/>
                      <a:pt x="4287" y="1210"/>
                      <a:pt x="4272" y="1225"/>
                    </a:cubicBezTo>
                    <a:cubicBezTo>
                      <a:pt x="4243" y="1255"/>
                      <a:pt x="4213" y="1285"/>
                      <a:pt x="4183" y="1315"/>
                    </a:cubicBezTo>
                    <a:cubicBezTo>
                      <a:pt x="4165" y="1307"/>
                      <a:pt x="4150" y="1304"/>
                      <a:pt x="4137" y="1304"/>
                    </a:cubicBezTo>
                    <a:cubicBezTo>
                      <a:pt x="4072" y="1304"/>
                      <a:pt x="4056" y="1384"/>
                      <a:pt x="4019" y="1434"/>
                    </a:cubicBezTo>
                    <a:cubicBezTo>
                      <a:pt x="3974" y="1479"/>
                      <a:pt x="3929" y="1524"/>
                      <a:pt x="3899" y="1568"/>
                    </a:cubicBezTo>
                    <a:lnTo>
                      <a:pt x="3884" y="1568"/>
                    </a:lnTo>
                    <a:lnTo>
                      <a:pt x="3660" y="1852"/>
                    </a:lnTo>
                    <a:cubicBezTo>
                      <a:pt x="3630" y="1897"/>
                      <a:pt x="3570" y="1942"/>
                      <a:pt x="3541" y="1987"/>
                    </a:cubicBezTo>
                    <a:cubicBezTo>
                      <a:pt x="3481" y="2076"/>
                      <a:pt x="3361" y="2121"/>
                      <a:pt x="3406" y="2255"/>
                    </a:cubicBezTo>
                    <a:lnTo>
                      <a:pt x="3376" y="2300"/>
                    </a:lnTo>
                    <a:lnTo>
                      <a:pt x="3376" y="2315"/>
                    </a:lnTo>
                    <a:cubicBezTo>
                      <a:pt x="3331" y="2315"/>
                      <a:pt x="3302" y="2330"/>
                      <a:pt x="3272" y="2345"/>
                    </a:cubicBezTo>
                    <a:lnTo>
                      <a:pt x="3257" y="2345"/>
                    </a:lnTo>
                    <a:cubicBezTo>
                      <a:pt x="3227" y="2420"/>
                      <a:pt x="3182" y="2479"/>
                      <a:pt x="3152" y="2539"/>
                    </a:cubicBezTo>
                    <a:cubicBezTo>
                      <a:pt x="3107" y="2599"/>
                      <a:pt x="3078" y="2644"/>
                      <a:pt x="3033" y="2689"/>
                    </a:cubicBezTo>
                    <a:cubicBezTo>
                      <a:pt x="3033" y="2689"/>
                      <a:pt x="3018" y="2704"/>
                      <a:pt x="3018" y="2704"/>
                    </a:cubicBezTo>
                    <a:cubicBezTo>
                      <a:pt x="2988" y="2733"/>
                      <a:pt x="2943" y="2763"/>
                      <a:pt x="2913" y="2808"/>
                    </a:cubicBezTo>
                    <a:cubicBezTo>
                      <a:pt x="2809" y="2957"/>
                      <a:pt x="2704" y="3107"/>
                      <a:pt x="2615" y="3256"/>
                    </a:cubicBezTo>
                    <a:cubicBezTo>
                      <a:pt x="2510" y="3406"/>
                      <a:pt x="2405" y="3555"/>
                      <a:pt x="2301" y="3704"/>
                    </a:cubicBezTo>
                    <a:cubicBezTo>
                      <a:pt x="2167" y="3913"/>
                      <a:pt x="2032" y="4108"/>
                      <a:pt x="1898" y="4302"/>
                    </a:cubicBezTo>
                    <a:cubicBezTo>
                      <a:pt x="1838" y="4332"/>
                      <a:pt x="1808" y="4361"/>
                      <a:pt x="1808" y="4421"/>
                    </a:cubicBezTo>
                    <a:cubicBezTo>
                      <a:pt x="1689" y="4571"/>
                      <a:pt x="1569" y="4735"/>
                      <a:pt x="1465" y="4884"/>
                    </a:cubicBezTo>
                    <a:cubicBezTo>
                      <a:pt x="1435" y="4944"/>
                      <a:pt x="1435" y="5019"/>
                      <a:pt x="1390" y="5063"/>
                    </a:cubicBezTo>
                    <a:cubicBezTo>
                      <a:pt x="1315" y="5153"/>
                      <a:pt x="1226" y="5213"/>
                      <a:pt x="1151" y="5287"/>
                    </a:cubicBezTo>
                    <a:cubicBezTo>
                      <a:pt x="1136" y="5302"/>
                      <a:pt x="1136" y="5347"/>
                      <a:pt x="1121" y="5362"/>
                    </a:cubicBezTo>
                    <a:cubicBezTo>
                      <a:pt x="1121" y="5392"/>
                      <a:pt x="1121" y="5407"/>
                      <a:pt x="1106" y="5422"/>
                    </a:cubicBezTo>
                    <a:cubicBezTo>
                      <a:pt x="1046" y="5497"/>
                      <a:pt x="987" y="5571"/>
                      <a:pt x="927" y="5646"/>
                    </a:cubicBezTo>
                    <a:cubicBezTo>
                      <a:pt x="912" y="5676"/>
                      <a:pt x="882" y="5706"/>
                      <a:pt x="867" y="5736"/>
                    </a:cubicBezTo>
                    <a:lnTo>
                      <a:pt x="852" y="5736"/>
                    </a:lnTo>
                    <a:cubicBezTo>
                      <a:pt x="777" y="5870"/>
                      <a:pt x="718" y="6004"/>
                      <a:pt x="643" y="6139"/>
                    </a:cubicBezTo>
                    <a:cubicBezTo>
                      <a:pt x="598" y="6184"/>
                      <a:pt x="553" y="6228"/>
                      <a:pt x="509" y="6288"/>
                    </a:cubicBezTo>
                    <a:lnTo>
                      <a:pt x="389" y="6333"/>
                    </a:lnTo>
                    <a:cubicBezTo>
                      <a:pt x="374" y="6348"/>
                      <a:pt x="374" y="6363"/>
                      <a:pt x="359" y="6363"/>
                    </a:cubicBezTo>
                    <a:cubicBezTo>
                      <a:pt x="329" y="6408"/>
                      <a:pt x="314" y="6438"/>
                      <a:pt x="285" y="6467"/>
                    </a:cubicBezTo>
                    <a:cubicBezTo>
                      <a:pt x="285" y="6467"/>
                      <a:pt x="270" y="6482"/>
                      <a:pt x="270" y="6482"/>
                    </a:cubicBezTo>
                    <a:lnTo>
                      <a:pt x="240" y="6482"/>
                    </a:lnTo>
                    <a:cubicBezTo>
                      <a:pt x="195" y="6542"/>
                      <a:pt x="150" y="6602"/>
                      <a:pt x="90" y="6647"/>
                    </a:cubicBezTo>
                    <a:cubicBezTo>
                      <a:pt x="1" y="6721"/>
                      <a:pt x="1" y="6796"/>
                      <a:pt x="105" y="6856"/>
                    </a:cubicBezTo>
                    <a:cubicBezTo>
                      <a:pt x="150" y="6886"/>
                      <a:pt x="180" y="6915"/>
                      <a:pt x="225" y="6945"/>
                    </a:cubicBezTo>
                    <a:cubicBezTo>
                      <a:pt x="225" y="6945"/>
                      <a:pt x="240" y="6960"/>
                      <a:pt x="255" y="6960"/>
                    </a:cubicBezTo>
                    <a:cubicBezTo>
                      <a:pt x="270" y="6975"/>
                      <a:pt x="285" y="6990"/>
                      <a:pt x="300" y="7005"/>
                    </a:cubicBezTo>
                    <a:cubicBezTo>
                      <a:pt x="300" y="7005"/>
                      <a:pt x="314" y="7020"/>
                      <a:pt x="314" y="7020"/>
                    </a:cubicBezTo>
                    <a:cubicBezTo>
                      <a:pt x="344" y="7035"/>
                      <a:pt x="389" y="7065"/>
                      <a:pt x="419" y="7095"/>
                    </a:cubicBezTo>
                    <a:cubicBezTo>
                      <a:pt x="434" y="7095"/>
                      <a:pt x="449" y="7110"/>
                      <a:pt x="479" y="7125"/>
                    </a:cubicBezTo>
                    <a:cubicBezTo>
                      <a:pt x="539" y="7139"/>
                      <a:pt x="583" y="7154"/>
                      <a:pt x="643" y="7184"/>
                    </a:cubicBezTo>
                    <a:cubicBezTo>
                      <a:pt x="673" y="7184"/>
                      <a:pt x="688" y="7199"/>
                      <a:pt x="703" y="7199"/>
                    </a:cubicBezTo>
                    <a:lnTo>
                      <a:pt x="972" y="7289"/>
                    </a:lnTo>
                    <a:cubicBezTo>
                      <a:pt x="1061" y="7289"/>
                      <a:pt x="1151" y="7304"/>
                      <a:pt x="1240" y="7304"/>
                    </a:cubicBezTo>
                    <a:cubicBezTo>
                      <a:pt x="1268" y="7322"/>
                      <a:pt x="1290" y="7335"/>
                      <a:pt x="1317" y="7335"/>
                    </a:cubicBezTo>
                    <a:cubicBezTo>
                      <a:pt x="1334" y="7335"/>
                      <a:pt x="1352" y="7330"/>
                      <a:pt x="1375" y="7319"/>
                    </a:cubicBezTo>
                    <a:cubicBezTo>
                      <a:pt x="1599" y="7364"/>
                      <a:pt x="1823" y="7393"/>
                      <a:pt x="2062" y="7438"/>
                    </a:cubicBezTo>
                    <a:lnTo>
                      <a:pt x="2107" y="7438"/>
                    </a:lnTo>
                    <a:cubicBezTo>
                      <a:pt x="2152" y="7438"/>
                      <a:pt x="2196" y="7453"/>
                      <a:pt x="2226" y="7453"/>
                    </a:cubicBezTo>
                    <a:cubicBezTo>
                      <a:pt x="2331" y="7468"/>
                      <a:pt x="2420" y="7468"/>
                      <a:pt x="2525" y="7483"/>
                    </a:cubicBezTo>
                    <a:cubicBezTo>
                      <a:pt x="2883" y="7528"/>
                      <a:pt x="3257" y="7573"/>
                      <a:pt x="3615" y="7617"/>
                    </a:cubicBezTo>
                    <a:cubicBezTo>
                      <a:pt x="3780" y="7632"/>
                      <a:pt x="3959" y="7647"/>
                      <a:pt x="4123" y="7662"/>
                    </a:cubicBezTo>
                    <a:cubicBezTo>
                      <a:pt x="4138" y="7677"/>
                      <a:pt x="4138" y="7677"/>
                      <a:pt x="4153" y="7677"/>
                    </a:cubicBezTo>
                    <a:cubicBezTo>
                      <a:pt x="4228" y="7692"/>
                      <a:pt x="4302" y="7692"/>
                      <a:pt x="4377" y="7707"/>
                    </a:cubicBezTo>
                    <a:cubicBezTo>
                      <a:pt x="4526" y="7737"/>
                      <a:pt x="4691" y="7767"/>
                      <a:pt x="4840" y="7812"/>
                    </a:cubicBezTo>
                    <a:cubicBezTo>
                      <a:pt x="4885" y="7812"/>
                      <a:pt x="4915" y="7827"/>
                      <a:pt x="4960" y="7841"/>
                    </a:cubicBezTo>
                    <a:lnTo>
                      <a:pt x="5079" y="7856"/>
                    </a:lnTo>
                    <a:lnTo>
                      <a:pt x="5363" y="7901"/>
                    </a:lnTo>
                    <a:cubicBezTo>
                      <a:pt x="5418" y="7920"/>
                      <a:pt x="5479" y="7955"/>
                      <a:pt x="5538" y="7955"/>
                    </a:cubicBezTo>
                    <a:cubicBezTo>
                      <a:pt x="5576" y="7955"/>
                      <a:pt x="5612" y="7941"/>
                      <a:pt x="5647" y="7901"/>
                    </a:cubicBezTo>
                    <a:lnTo>
                      <a:pt x="5676" y="7901"/>
                    </a:lnTo>
                    <a:cubicBezTo>
                      <a:pt x="5691" y="7931"/>
                      <a:pt x="5721" y="7961"/>
                      <a:pt x="5736" y="7976"/>
                    </a:cubicBezTo>
                    <a:cubicBezTo>
                      <a:pt x="5945" y="8021"/>
                      <a:pt x="6154" y="8066"/>
                      <a:pt x="6349" y="8095"/>
                    </a:cubicBezTo>
                    <a:cubicBezTo>
                      <a:pt x="6378" y="8095"/>
                      <a:pt x="6423" y="8080"/>
                      <a:pt x="6453" y="8066"/>
                    </a:cubicBezTo>
                    <a:cubicBezTo>
                      <a:pt x="6522" y="8111"/>
                      <a:pt x="6599" y="8175"/>
                      <a:pt x="6686" y="8175"/>
                    </a:cubicBezTo>
                    <a:cubicBezTo>
                      <a:pt x="6712" y="8175"/>
                      <a:pt x="6739" y="8169"/>
                      <a:pt x="6767" y="8155"/>
                    </a:cubicBezTo>
                    <a:cubicBezTo>
                      <a:pt x="6871" y="8170"/>
                      <a:pt x="6976" y="8200"/>
                      <a:pt x="7080" y="8215"/>
                    </a:cubicBezTo>
                    <a:cubicBezTo>
                      <a:pt x="7155" y="8215"/>
                      <a:pt x="7245" y="8230"/>
                      <a:pt x="7319" y="8245"/>
                    </a:cubicBezTo>
                    <a:cubicBezTo>
                      <a:pt x="7343" y="8263"/>
                      <a:pt x="7364" y="8270"/>
                      <a:pt x="7385" y="8270"/>
                    </a:cubicBezTo>
                    <a:cubicBezTo>
                      <a:pt x="7431" y="8270"/>
                      <a:pt x="7472" y="8235"/>
                      <a:pt x="7514" y="8215"/>
                    </a:cubicBezTo>
                    <a:cubicBezTo>
                      <a:pt x="7543" y="8230"/>
                      <a:pt x="7573" y="8230"/>
                      <a:pt x="7588" y="8245"/>
                    </a:cubicBezTo>
                    <a:cubicBezTo>
                      <a:pt x="7614" y="8285"/>
                      <a:pt x="7630" y="8300"/>
                      <a:pt x="7643" y="8300"/>
                    </a:cubicBezTo>
                    <a:cubicBezTo>
                      <a:pt x="7666" y="8300"/>
                      <a:pt x="7673" y="8244"/>
                      <a:pt x="7693" y="8215"/>
                    </a:cubicBezTo>
                    <a:lnTo>
                      <a:pt x="7857" y="8200"/>
                    </a:lnTo>
                    <a:cubicBezTo>
                      <a:pt x="7887" y="8230"/>
                      <a:pt x="7917" y="8245"/>
                      <a:pt x="7947" y="8260"/>
                    </a:cubicBezTo>
                    <a:cubicBezTo>
                      <a:pt x="7947" y="8290"/>
                      <a:pt x="7932" y="8334"/>
                      <a:pt x="7932" y="8334"/>
                    </a:cubicBezTo>
                    <a:cubicBezTo>
                      <a:pt x="7977" y="8334"/>
                      <a:pt x="8021" y="8334"/>
                      <a:pt x="8066" y="8349"/>
                    </a:cubicBezTo>
                    <a:cubicBezTo>
                      <a:pt x="8081" y="8349"/>
                      <a:pt x="8096" y="8379"/>
                      <a:pt x="8126" y="8394"/>
                    </a:cubicBezTo>
                    <a:cubicBezTo>
                      <a:pt x="8126" y="8364"/>
                      <a:pt x="8141" y="8319"/>
                      <a:pt x="8156" y="8290"/>
                    </a:cubicBezTo>
                    <a:lnTo>
                      <a:pt x="8201" y="8304"/>
                    </a:lnTo>
                    <a:cubicBezTo>
                      <a:pt x="8245" y="8304"/>
                      <a:pt x="8275" y="8290"/>
                      <a:pt x="8320" y="8290"/>
                    </a:cubicBezTo>
                    <a:cubicBezTo>
                      <a:pt x="8320" y="8290"/>
                      <a:pt x="8320" y="8275"/>
                      <a:pt x="8320" y="8275"/>
                    </a:cubicBezTo>
                    <a:cubicBezTo>
                      <a:pt x="8350" y="8275"/>
                      <a:pt x="8365" y="8290"/>
                      <a:pt x="8380" y="8290"/>
                    </a:cubicBezTo>
                    <a:lnTo>
                      <a:pt x="8395" y="8290"/>
                    </a:lnTo>
                    <a:cubicBezTo>
                      <a:pt x="8420" y="8302"/>
                      <a:pt x="8468" y="8337"/>
                      <a:pt x="8500" y="8337"/>
                    </a:cubicBezTo>
                    <a:cubicBezTo>
                      <a:pt x="8505" y="8337"/>
                      <a:pt x="8510" y="8336"/>
                      <a:pt x="8514" y="8334"/>
                    </a:cubicBezTo>
                    <a:cubicBezTo>
                      <a:pt x="8589" y="8319"/>
                      <a:pt x="8634" y="8260"/>
                      <a:pt x="8693" y="8215"/>
                    </a:cubicBezTo>
                    <a:cubicBezTo>
                      <a:pt x="8708" y="8200"/>
                      <a:pt x="8723" y="8185"/>
                      <a:pt x="8738" y="8185"/>
                    </a:cubicBezTo>
                    <a:lnTo>
                      <a:pt x="8693" y="8215"/>
                    </a:lnTo>
                    <a:cubicBezTo>
                      <a:pt x="8732" y="8215"/>
                      <a:pt x="8781" y="8248"/>
                      <a:pt x="8813" y="8248"/>
                    </a:cubicBezTo>
                    <a:cubicBezTo>
                      <a:pt x="8819" y="8248"/>
                      <a:pt x="8824" y="8247"/>
                      <a:pt x="8828" y="8245"/>
                    </a:cubicBezTo>
                    <a:cubicBezTo>
                      <a:pt x="8873" y="8215"/>
                      <a:pt x="8947" y="8170"/>
                      <a:pt x="8873" y="8095"/>
                    </a:cubicBezTo>
                    <a:cubicBezTo>
                      <a:pt x="8873" y="8080"/>
                      <a:pt x="8873" y="8066"/>
                      <a:pt x="8873" y="8036"/>
                    </a:cubicBezTo>
                    <a:lnTo>
                      <a:pt x="8858" y="8036"/>
                    </a:lnTo>
                    <a:cubicBezTo>
                      <a:pt x="8843" y="8006"/>
                      <a:pt x="8813" y="7976"/>
                      <a:pt x="8783" y="7961"/>
                    </a:cubicBezTo>
                    <a:lnTo>
                      <a:pt x="8783" y="7946"/>
                    </a:lnTo>
                    <a:cubicBezTo>
                      <a:pt x="8796" y="7893"/>
                      <a:pt x="8832" y="7806"/>
                      <a:pt x="8739" y="7806"/>
                    </a:cubicBezTo>
                    <a:cubicBezTo>
                      <a:pt x="8727" y="7806"/>
                      <a:pt x="8711" y="7808"/>
                      <a:pt x="8693" y="7812"/>
                    </a:cubicBezTo>
                    <a:lnTo>
                      <a:pt x="8708" y="7722"/>
                    </a:lnTo>
                    <a:lnTo>
                      <a:pt x="8708" y="7722"/>
                    </a:lnTo>
                    <a:cubicBezTo>
                      <a:pt x="8664" y="7737"/>
                      <a:pt x="8634" y="7752"/>
                      <a:pt x="8589" y="7782"/>
                    </a:cubicBezTo>
                    <a:cubicBezTo>
                      <a:pt x="8589" y="7752"/>
                      <a:pt x="8604" y="7722"/>
                      <a:pt x="8619" y="7692"/>
                    </a:cubicBezTo>
                    <a:lnTo>
                      <a:pt x="8664" y="7602"/>
                    </a:lnTo>
                    <a:cubicBezTo>
                      <a:pt x="8664" y="7573"/>
                      <a:pt x="8649" y="7543"/>
                      <a:pt x="8634" y="7513"/>
                    </a:cubicBezTo>
                    <a:lnTo>
                      <a:pt x="8574" y="7378"/>
                    </a:lnTo>
                    <a:cubicBezTo>
                      <a:pt x="8559" y="7334"/>
                      <a:pt x="8544" y="7304"/>
                      <a:pt x="8514" y="7259"/>
                    </a:cubicBezTo>
                    <a:lnTo>
                      <a:pt x="8440" y="7259"/>
                    </a:lnTo>
                    <a:cubicBezTo>
                      <a:pt x="8469" y="7229"/>
                      <a:pt x="8499" y="7199"/>
                      <a:pt x="8514" y="7169"/>
                    </a:cubicBezTo>
                    <a:cubicBezTo>
                      <a:pt x="8514" y="7169"/>
                      <a:pt x="8499" y="7154"/>
                      <a:pt x="8499" y="7139"/>
                    </a:cubicBezTo>
                    <a:lnTo>
                      <a:pt x="8440" y="7065"/>
                    </a:lnTo>
                    <a:lnTo>
                      <a:pt x="8410" y="7065"/>
                    </a:lnTo>
                    <a:cubicBezTo>
                      <a:pt x="8425" y="7035"/>
                      <a:pt x="8454" y="7005"/>
                      <a:pt x="8440" y="6990"/>
                    </a:cubicBezTo>
                    <a:cubicBezTo>
                      <a:pt x="8410" y="6886"/>
                      <a:pt x="8365" y="6766"/>
                      <a:pt x="8320" y="6662"/>
                    </a:cubicBezTo>
                    <a:cubicBezTo>
                      <a:pt x="8260" y="6632"/>
                      <a:pt x="8201" y="6617"/>
                      <a:pt x="8156" y="6602"/>
                    </a:cubicBezTo>
                    <a:lnTo>
                      <a:pt x="8126" y="6602"/>
                    </a:lnTo>
                    <a:cubicBezTo>
                      <a:pt x="8111" y="6572"/>
                      <a:pt x="8111" y="6557"/>
                      <a:pt x="8096" y="6542"/>
                    </a:cubicBezTo>
                    <a:cubicBezTo>
                      <a:pt x="8111" y="6527"/>
                      <a:pt x="8111" y="6512"/>
                      <a:pt x="8111" y="6497"/>
                    </a:cubicBezTo>
                    <a:cubicBezTo>
                      <a:pt x="8111" y="6482"/>
                      <a:pt x="8111" y="6467"/>
                      <a:pt x="8126" y="6452"/>
                    </a:cubicBezTo>
                    <a:lnTo>
                      <a:pt x="8126" y="6452"/>
                    </a:lnTo>
                    <a:lnTo>
                      <a:pt x="8126" y="6452"/>
                    </a:lnTo>
                    <a:lnTo>
                      <a:pt x="8141" y="6452"/>
                    </a:lnTo>
                    <a:cubicBezTo>
                      <a:pt x="8171" y="6452"/>
                      <a:pt x="8201" y="6438"/>
                      <a:pt x="8230" y="6438"/>
                    </a:cubicBezTo>
                    <a:cubicBezTo>
                      <a:pt x="8230" y="6423"/>
                      <a:pt x="8230" y="6408"/>
                      <a:pt x="8216" y="6393"/>
                    </a:cubicBezTo>
                    <a:cubicBezTo>
                      <a:pt x="8201" y="6408"/>
                      <a:pt x="8171" y="6423"/>
                      <a:pt x="8141" y="6438"/>
                    </a:cubicBezTo>
                    <a:cubicBezTo>
                      <a:pt x="8141" y="6423"/>
                      <a:pt x="8126" y="6408"/>
                      <a:pt x="8126" y="6393"/>
                    </a:cubicBezTo>
                    <a:cubicBezTo>
                      <a:pt x="8111" y="6363"/>
                      <a:pt x="8096" y="6348"/>
                      <a:pt x="8096" y="6318"/>
                    </a:cubicBezTo>
                    <a:cubicBezTo>
                      <a:pt x="8096" y="6288"/>
                      <a:pt x="8096" y="6273"/>
                      <a:pt x="8096" y="6258"/>
                    </a:cubicBezTo>
                    <a:cubicBezTo>
                      <a:pt x="8111" y="6199"/>
                      <a:pt x="8260" y="6154"/>
                      <a:pt x="8081" y="6094"/>
                    </a:cubicBezTo>
                    <a:cubicBezTo>
                      <a:pt x="8066" y="6094"/>
                      <a:pt x="8066" y="6034"/>
                      <a:pt x="8066" y="5989"/>
                    </a:cubicBezTo>
                    <a:cubicBezTo>
                      <a:pt x="8066" y="5989"/>
                      <a:pt x="8066" y="5974"/>
                      <a:pt x="8066" y="5974"/>
                    </a:cubicBezTo>
                    <a:cubicBezTo>
                      <a:pt x="8066" y="5930"/>
                      <a:pt x="8081" y="5900"/>
                      <a:pt x="8081" y="5855"/>
                    </a:cubicBezTo>
                    <a:lnTo>
                      <a:pt x="8081" y="5855"/>
                    </a:lnTo>
                    <a:cubicBezTo>
                      <a:pt x="8066" y="5870"/>
                      <a:pt x="8051" y="5900"/>
                      <a:pt x="8021" y="5915"/>
                    </a:cubicBezTo>
                    <a:cubicBezTo>
                      <a:pt x="8008" y="5915"/>
                      <a:pt x="7994" y="5927"/>
                      <a:pt x="7981" y="5940"/>
                    </a:cubicBezTo>
                    <a:lnTo>
                      <a:pt x="7981" y="5940"/>
                    </a:lnTo>
                    <a:cubicBezTo>
                      <a:pt x="7978" y="5938"/>
                      <a:pt x="7977" y="5935"/>
                      <a:pt x="7977" y="5930"/>
                    </a:cubicBezTo>
                    <a:cubicBezTo>
                      <a:pt x="7977" y="5915"/>
                      <a:pt x="7977" y="5900"/>
                      <a:pt x="7977" y="5885"/>
                    </a:cubicBezTo>
                    <a:cubicBezTo>
                      <a:pt x="8036" y="5706"/>
                      <a:pt x="7902" y="5706"/>
                      <a:pt x="7782" y="5661"/>
                    </a:cubicBezTo>
                    <a:cubicBezTo>
                      <a:pt x="7827" y="5646"/>
                      <a:pt x="7872" y="5646"/>
                      <a:pt x="7872" y="5646"/>
                    </a:cubicBezTo>
                    <a:cubicBezTo>
                      <a:pt x="7842" y="5601"/>
                      <a:pt x="7797" y="5571"/>
                      <a:pt x="7782" y="5526"/>
                    </a:cubicBezTo>
                    <a:cubicBezTo>
                      <a:pt x="7767" y="5437"/>
                      <a:pt x="7767" y="5362"/>
                      <a:pt x="7752" y="5287"/>
                    </a:cubicBezTo>
                    <a:cubicBezTo>
                      <a:pt x="7767" y="5273"/>
                      <a:pt x="7767" y="5258"/>
                      <a:pt x="7782" y="5243"/>
                    </a:cubicBezTo>
                    <a:cubicBezTo>
                      <a:pt x="7782" y="5168"/>
                      <a:pt x="7782" y="5078"/>
                      <a:pt x="7782" y="4989"/>
                    </a:cubicBezTo>
                    <a:cubicBezTo>
                      <a:pt x="7752" y="4959"/>
                      <a:pt x="7738" y="4914"/>
                      <a:pt x="7723" y="4884"/>
                    </a:cubicBezTo>
                    <a:lnTo>
                      <a:pt x="7723" y="4869"/>
                    </a:lnTo>
                    <a:cubicBezTo>
                      <a:pt x="7711" y="4821"/>
                      <a:pt x="7747" y="4733"/>
                      <a:pt x="7683" y="4733"/>
                    </a:cubicBezTo>
                    <a:cubicBezTo>
                      <a:pt x="7667" y="4733"/>
                      <a:pt x="7647" y="4738"/>
                      <a:pt x="7618" y="4750"/>
                    </a:cubicBezTo>
                    <a:cubicBezTo>
                      <a:pt x="7603" y="4750"/>
                      <a:pt x="7588" y="4720"/>
                      <a:pt x="7573" y="4705"/>
                    </a:cubicBezTo>
                    <a:lnTo>
                      <a:pt x="7588" y="4675"/>
                    </a:lnTo>
                    <a:cubicBezTo>
                      <a:pt x="7618" y="4660"/>
                      <a:pt x="7648" y="4630"/>
                      <a:pt x="7633" y="4585"/>
                    </a:cubicBezTo>
                    <a:cubicBezTo>
                      <a:pt x="7543" y="4571"/>
                      <a:pt x="7528" y="4511"/>
                      <a:pt x="7543" y="4436"/>
                    </a:cubicBezTo>
                    <a:cubicBezTo>
                      <a:pt x="7558" y="4406"/>
                      <a:pt x="7558" y="4361"/>
                      <a:pt x="7558" y="4361"/>
                    </a:cubicBezTo>
                    <a:cubicBezTo>
                      <a:pt x="7454" y="4346"/>
                      <a:pt x="7528" y="4287"/>
                      <a:pt x="7514" y="4242"/>
                    </a:cubicBezTo>
                    <a:cubicBezTo>
                      <a:pt x="7514" y="4197"/>
                      <a:pt x="7514" y="4167"/>
                      <a:pt x="7514" y="4122"/>
                    </a:cubicBezTo>
                    <a:cubicBezTo>
                      <a:pt x="7469" y="4033"/>
                      <a:pt x="7424" y="3928"/>
                      <a:pt x="7379" y="3824"/>
                    </a:cubicBezTo>
                    <a:cubicBezTo>
                      <a:pt x="7379" y="3824"/>
                      <a:pt x="7379" y="3824"/>
                      <a:pt x="7379" y="3809"/>
                    </a:cubicBezTo>
                    <a:cubicBezTo>
                      <a:pt x="7349" y="3659"/>
                      <a:pt x="7334" y="3644"/>
                      <a:pt x="7230" y="3615"/>
                    </a:cubicBezTo>
                    <a:cubicBezTo>
                      <a:pt x="7215" y="3615"/>
                      <a:pt x="7215" y="3600"/>
                      <a:pt x="7215" y="3585"/>
                    </a:cubicBezTo>
                    <a:cubicBezTo>
                      <a:pt x="7230" y="3525"/>
                      <a:pt x="7215" y="3510"/>
                      <a:pt x="7191" y="3510"/>
                    </a:cubicBezTo>
                    <a:cubicBezTo>
                      <a:pt x="7166" y="3510"/>
                      <a:pt x="7133" y="3525"/>
                      <a:pt x="7110" y="3525"/>
                    </a:cubicBezTo>
                    <a:cubicBezTo>
                      <a:pt x="7140" y="3450"/>
                      <a:pt x="7155" y="3391"/>
                      <a:pt x="7170" y="3316"/>
                    </a:cubicBezTo>
                    <a:cubicBezTo>
                      <a:pt x="7185" y="3301"/>
                      <a:pt x="7155" y="3271"/>
                      <a:pt x="7140" y="3241"/>
                    </a:cubicBezTo>
                    <a:cubicBezTo>
                      <a:pt x="7140" y="3271"/>
                      <a:pt x="7125" y="3286"/>
                      <a:pt x="7110" y="3316"/>
                    </a:cubicBezTo>
                    <a:cubicBezTo>
                      <a:pt x="7110" y="3331"/>
                      <a:pt x="7095" y="3361"/>
                      <a:pt x="7080" y="3420"/>
                    </a:cubicBezTo>
                    <a:cubicBezTo>
                      <a:pt x="7065" y="3361"/>
                      <a:pt x="7065" y="3331"/>
                      <a:pt x="7051" y="3286"/>
                    </a:cubicBezTo>
                    <a:cubicBezTo>
                      <a:pt x="7021" y="3271"/>
                      <a:pt x="6991" y="3241"/>
                      <a:pt x="6961" y="3211"/>
                    </a:cubicBezTo>
                    <a:cubicBezTo>
                      <a:pt x="7021" y="3167"/>
                      <a:pt x="7036" y="3122"/>
                      <a:pt x="6991" y="3077"/>
                    </a:cubicBezTo>
                    <a:cubicBezTo>
                      <a:pt x="6961" y="3047"/>
                      <a:pt x="6961" y="3002"/>
                      <a:pt x="6946" y="2972"/>
                    </a:cubicBezTo>
                    <a:cubicBezTo>
                      <a:pt x="6916" y="2913"/>
                      <a:pt x="6901" y="2853"/>
                      <a:pt x="6886" y="2778"/>
                    </a:cubicBezTo>
                    <a:cubicBezTo>
                      <a:pt x="6886" y="2704"/>
                      <a:pt x="6886" y="2644"/>
                      <a:pt x="6886" y="2569"/>
                    </a:cubicBezTo>
                    <a:cubicBezTo>
                      <a:pt x="6841" y="2479"/>
                      <a:pt x="6797" y="2390"/>
                      <a:pt x="6767" y="2330"/>
                    </a:cubicBezTo>
                    <a:cubicBezTo>
                      <a:pt x="6767" y="2330"/>
                      <a:pt x="6737" y="2375"/>
                      <a:pt x="6707" y="2405"/>
                    </a:cubicBezTo>
                    <a:cubicBezTo>
                      <a:pt x="6632" y="2315"/>
                      <a:pt x="6752" y="2270"/>
                      <a:pt x="6767" y="2211"/>
                    </a:cubicBezTo>
                    <a:lnTo>
                      <a:pt x="6767" y="2196"/>
                    </a:lnTo>
                    <a:lnTo>
                      <a:pt x="6662" y="1972"/>
                    </a:lnTo>
                    <a:cubicBezTo>
                      <a:pt x="6632" y="1942"/>
                      <a:pt x="6617" y="1927"/>
                      <a:pt x="6602" y="1912"/>
                    </a:cubicBezTo>
                    <a:cubicBezTo>
                      <a:pt x="6602" y="1867"/>
                      <a:pt x="6602" y="1807"/>
                      <a:pt x="6602" y="1763"/>
                    </a:cubicBezTo>
                    <a:cubicBezTo>
                      <a:pt x="6588" y="1733"/>
                      <a:pt x="6588" y="1703"/>
                      <a:pt x="6573" y="1688"/>
                    </a:cubicBezTo>
                    <a:cubicBezTo>
                      <a:pt x="6558" y="1658"/>
                      <a:pt x="6528" y="1643"/>
                      <a:pt x="6513" y="1628"/>
                    </a:cubicBezTo>
                    <a:lnTo>
                      <a:pt x="6423" y="1374"/>
                    </a:lnTo>
                    <a:cubicBezTo>
                      <a:pt x="6393" y="1315"/>
                      <a:pt x="6363" y="1255"/>
                      <a:pt x="6334" y="1195"/>
                    </a:cubicBezTo>
                    <a:cubicBezTo>
                      <a:pt x="6304" y="1150"/>
                      <a:pt x="6289" y="1120"/>
                      <a:pt x="6259" y="1076"/>
                    </a:cubicBezTo>
                    <a:cubicBezTo>
                      <a:pt x="6199" y="941"/>
                      <a:pt x="6154" y="792"/>
                      <a:pt x="6110" y="657"/>
                    </a:cubicBezTo>
                    <a:cubicBezTo>
                      <a:pt x="6095" y="642"/>
                      <a:pt x="6095" y="627"/>
                      <a:pt x="6080" y="627"/>
                    </a:cubicBezTo>
                    <a:lnTo>
                      <a:pt x="6080" y="613"/>
                    </a:lnTo>
                    <a:cubicBezTo>
                      <a:pt x="6065" y="583"/>
                      <a:pt x="6065" y="553"/>
                      <a:pt x="6050" y="508"/>
                    </a:cubicBezTo>
                    <a:cubicBezTo>
                      <a:pt x="6050" y="478"/>
                      <a:pt x="6035" y="463"/>
                      <a:pt x="6020" y="448"/>
                    </a:cubicBezTo>
                    <a:cubicBezTo>
                      <a:pt x="6005" y="403"/>
                      <a:pt x="5990" y="359"/>
                      <a:pt x="5960" y="314"/>
                    </a:cubicBezTo>
                    <a:lnTo>
                      <a:pt x="5960" y="299"/>
                    </a:lnTo>
                    <a:cubicBezTo>
                      <a:pt x="5960" y="284"/>
                      <a:pt x="5945" y="254"/>
                      <a:pt x="5930" y="224"/>
                    </a:cubicBezTo>
                    <a:cubicBezTo>
                      <a:pt x="5915" y="224"/>
                      <a:pt x="5900" y="224"/>
                      <a:pt x="5886" y="209"/>
                    </a:cubicBezTo>
                    <a:lnTo>
                      <a:pt x="5886" y="209"/>
                    </a:lnTo>
                    <a:lnTo>
                      <a:pt x="5930" y="224"/>
                    </a:lnTo>
                    <a:cubicBezTo>
                      <a:pt x="5871" y="194"/>
                      <a:pt x="5826" y="164"/>
                      <a:pt x="5766" y="135"/>
                    </a:cubicBezTo>
                    <a:cubicBezTo>
                      <a:pt x="5721" y="90"/>
                      <a:pt x="5676" y="0"/>
                      <a:pt x="56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3" name="Google Shape;703;p66"/>
            <p:cNvSpPr/>
            <p:nvPr/>
          </p:nvSpPr>
          <p:spPr>
            <a:xfrm rot="1384334">
              <a:off x="-331533" y="-1705973"/>
              <a:ext cx="1601282" cy="2666001"/>
            </a:xfrm>
            <a:custGeom>
              <a:avLst/>
              <a:gdLst/>
              <a:ahLst/>
              <a:cxnLst/>
              <a:rect l="l" t="t" r="r" b="b"/>
              <a:pathLst>
                <a:path w="11457" h="19074" extrusionOk="0">
                  <a:moveTo>
                    <a:pt x="7319" y="5900"/>
                  </a:moveTo>
                  <a:lnTo>
                    <a:pt x="7319" y="5900"/>
                  </a:lnTo>
                  <a:cubicBezTo>
                    <a:pt x="7289" y="5915"/>
                    <a:pt x="7244" y="5930"/>
                    <a:pt x="7199" y="5959"/>
                  </a:cubicBezTo>
                  <a:cubicBezTo>
                    <a:pt x="7229" y="5974"/>
                    <a:pt x="7259" y="6004"/>
                    <a:pt x="7289" y="6034"/>
                  </a:cubicBezTo>
                  <a:cubicBezTo>
                    <a:pt x="7304" y="5989"/>
                    <a:pt x="7319" y="5945"/>
                    <a:pt x="7319" y="5900"/>
                  </a:cubicBezTo>
                  <a:close/>
                  <a:moveTo>
                    <a:pt x="11172" y="6348"/>
                  </a:moveTo>
                  <a:lnTo>
                    <a:pt x="11202" y="6393"/>
                  </a:lnTo>
                  <a:lnTo>
                    <a:pt x="11157" y="6393"/>
                  </a:lnTo>
                  <a:lnTo>
                    <a:pt x="11172" y="6348"/>
                  </a:lnTo>
                  <a:close/>
                  <a:moveTo>
                    <a:pt x="3719" y="8857"/>
                  </a:moveTo>
                  <a:cubicBezTo>
                    <a:pt x="3719" y="8917"/>
                    <a:pt x="3719" y="8991"/>
                    <a:pt x="3704" y="9066"/>
                  </a:cubicBezTo>
                  <a:lnTo>
                    <a:pt x="3719" y="8857"/>
                  </a:lnTo>
                  <a:close/>
                  <a:moveTo>
                    <a:pt x="3839" y="9753"/>
                  </a:moveTo>
                  <a:cubicBezTo>
                    <a:pt x="3854" y="9783"/>
                    <a:pt x="3839" y="9798"/>
                    <a:pt x="3824" y="9828"/>
                  </a:cubicBezTo>
                  <a:cubicBezTo>
                    <a:pt x="3824" y="9813"/>
                    <a:pt x="3824" y="9798"/>
                    <a:pt x="3824" y="9768"/>
                  </a:cubicBezTo>
                  <a:cubicBezTo>
                    <a:pt x="3839" y="9768"/>
                    <a:pt x="3839" y="9768"/>
                    <a:pt x="3839" y="9753"/>
                  </a:cubicBezTo>
                  <a:close/>
                  <a:moveTo>
                    <a:pt x="5527" y="10156"/>
                  </a:moveTo>
                  <a:cubicBezTo>
                    <a:pt x="5541" y="10186"/>
                    <a:pt x="5541" y="10231"/>
                    <a:pt x="5541" y="10261"/>
                  </a:cubicBezTo>
                  <a:lnTo>
                    <a:pt x="5527" y="10156"/>
                  </a:lnTo>
                  <a:close/>
                  <a:moveTo>
                    <a:pt x="11411" y="10649"/>
                  </a:moveTo>
                  <a:lnTo>
                    <a:pt x="11411" y="10649"/>
                  </a:lnTo>
                  <a:cubicBezTo>
                    <a:pt x="11396" y="10724"/>
                    <a:pt x="11381" y="10799"/>
                    <a:pt x="11381" y="10873"/>
                  </a:cubicBezTo>
                  <a:cubicBezTo>
                    <a:pt x="11381" y="10799"/>
                    <a:pt x="11381" y="10724"/>
                    <a:pt x="11411" y="10649"/>
                  </a:cubicBezTo>
                  <a:close/>
                  <a:moveTo>
                    <a:pt x="7169" y="11650"/>
                  </a:moveTo>
                  <a:lnTo>
                    <a:pt x="7169" y="11650"/>
                  </a:lnTo>
                  <a:cubicBezTo>
                    <a:pt x="7169" y="11650"/>
                    <a:pt x="7184" y="11665"/>
                    <a:pt x="7184" y="11680"/>
                  </a:cubicBezTo>
                  <a:lnTo>
                    <a:pt x="7184" y="11740"/>
                  </a:lnTo>
                  <a:cubicBezTo>
                    <a:pt x="7184" y="11710"/>
                    <a:pt x="7169" y="11680"/>
                    <a:pt x="7169" y="11650"/>
                  </a:cubicBezTo>
                  <a:close/>
                  <a:moveTo>
                    <a:pt x="463" y="12053"/>
                  </a:moveTo>
                  <a:lnTo>
                    <a:pt x="433" y="12173"/>
                  </a:lnTo>
                  <a:cubicBezTo>
                    <a:pt x="433" y="12128"/>
                    <a:pt x="433" y="12083"/>
                    <a:pt x="463" y="12053"/>
                  </a:cubicBezTo>
                  <a:close/>
                  <a:moveTo>
                    <a:pt x="7095" y="12322"/>
                  </a:moveTo>
                  <a:lnTo>
                    <a:pt x="7095" y="12322"/>
                  </a:lnTo>
                  <a:cubicBezTo>
                    <a:pt x="7125" y="12397"/>
                    <a:pt x="7125" y="12471"/>
                    <a:pt x="7125" y="12561"/>
                  </a:cubicBezTo>
                  <a:lnTo>
                    <a:pt x="7095" y="12322"/>
                  </a:lnTo>
                  <a:close/>
                  <a:moveTo>
                    <a:pt x="299" y="0"/>
                  </a:moveTo>
                  <a:cubicBezTo>
                    <a:pt x="284" y="0"/>
                    <a:pt x="269" y="0"/>
                    <a:pt x="254" y="15"/>
                  </a:cubicBezTo>
                  <a:cubicBezTo>
                    <a:pt x="239" y="314"/>
                    <a:pt x="224" y="627"/>
                    <a:pt x="194" y="941"/>
                  </a:cubicBezTo>
                  <a:cubicBezTo>
                    <a:pt x="150" y="1090"/>
                    <a:pt x="90" y="1225"/>
                    <a:pt x="75" y="1374"/>
                  </a:cubicBezTo>
                  <a:cubicBezTo>
                    <a:pt x="45" y="2464"/>
                    <a:pt x="60" y="3570"/>
                    <a:pt x="30" y="4660"/>
                  </a:cubicBezTo>
                  <a:cubicBezTo>
                    <a:pt x="30" y="4705"/>
                    <a:pt x="45" y="4750"/>
                    <a:pt x="60" y="4794"/>
                  </a:cubicBezTo>
                  <a:cubicBezTo>
                    <a:pt x="45" y="4839"/>
                    <a:pt x="30" y="4884"/>
                    <a:pt x="45" y="4929"/>
                  </a:cubicBezTo>
                  <a:cubicBezTo>
                    <a:pt x="45" y="4959"/>
                    <a:pt x="45" y="4974"/>
                    <a:pt x="45" y="4989"/>
                  </a:cubicBezTo>
                  <a:cubicBezTo>
                    <a:pt x="30" y="5138"/>
                    <a:pt x="0" y="5302"/>
                    <a:pt x="30" y="5452"/>
                  </a:cubicBezTo>
                  <a:cubicBezTo>
                    <a:pt x="45" y="5482"/>
                    <a:pt x="60" y="5496"/>
                    <a:pt x="90" y="5526"/>
                  </a:cubicBezTo>
                  <a:cubicBezTo>
                    <a:pt x="75" y="5915"/>
                    <a:pt x="60" y="6303"/>
                    <a:pt x="60" y="6691"/>
                  </a:cubicBezTo>
                  <a:cubicBezTo>
                    <a:pt x="60" y="7602"/>
                    <a:pt x="75" y="8528"/>
                    <a:pt x="75" y="9454"/>
                  </a:cubicBezTo>
                  <a:cubicBezTo>
                    <a:pt x="90" y="10007"/>
                    <a:pt x="90" y="10575"/>
                    <a:pt x="90" y="11127"/>
                  </a:cubicBezTo>
                  <a:lnTo>
                    <a:pt x="120" y="11471"/>
                  </a:lnTo>
                  <a:lnTo>
                    <a:pt x="105" y="11501"/>
                  </a:lnTo>
                  <a:cubicBezTo>
                    <a:pt x="105" y="11560"/>
                    <a:pt x="120" y="11620"/>
                    <a:pt x="135" y="11680"/>
                  </a:cubicBezTo>
                  <a:lnTo>
                    <a:pt x="165" y="12023"/>
                  </a:lnTo>
                  <a:cubicBezTo>
                    <a:pt x="150" y="12113"/>
                    <a:pt x="165" y="12188"/>
                    <a:pt x="194" y="12277"/>
                  </a:cubicBezTo>
                  <a:lnTo>
                    <a:pt x="254" y="12860"/>
                  </a:lnTo>
                  <a:cubicBezTo>
                    <a:pt x="254" y="12934"/>
                    <a:pt x="254" y="13009"/>
                    <a:pt x="254" y="13099"/>
                  </a:cubicBezTo>
                  <a:lnTo>
                    <a:pt x="329" y="13099"/>
                  </a:lnTo>
                  <a:cubicBezTo>
                    <a:pt x="344" y="13009"/>
                    <a:pt x="344" y="12934"/>
                    <a:pt x="359" y="12860"/>
                  </a:cubicBezTo>
                  <a:lnTo>
                    <a:pt x="418" y="12442"/>
                  </a:lnTo>
                  <a:cubicBezTo>
                    <a:pt x="433" y="12397"/>
                    <a:pt x="433" y="12337"/>
                    <a:pt x="433" y="12277"/>
                  </a:cubicBezTo>
                  <a:cubicBezTo>
                    <a:pt x="433" y="12262"/>
                    <a:pt x="433" y="12262"/>
                    <a:pt x="433" y="12247"/>
                  </a:cubicBezTo>
                  <a:lnTo>
                    <a:pt x="463" y="12053"/>
                  </a:lnTo>
                  <a:cubicBezTo>
                    <a:pt x="478" y="11979"/>
                    <a:pt x="508" y="11919"/>
                    <a:pt x="508" y="11844"/>
                  </a:cubicBezTo>
                  <a:cubicBezTo>
                    <a:pt x="538" y="10963"/>
                    <a:pt x="553" y="10082"/>
                    <a:pt x="568" y="9201"/>
                  </a:cubicBezTo>
                  <a:cubicBezTo>
                    <a:pt x="568" y="8976"/>
                    <a:pt x="538" y="8767"/>
                    <a:pt x="523" y="8543"/>
                  </a:cubicBezTo>
                  <a:cubicBezTo>
                    <a:pt x="478" y="8484"/>
                    <a:pt x="478" y="8424"/>
                    <a:pt x="493" y="8364"/>
                  </a:cubicBezTo>
                  <a:lnTo>
                    <a:pt x="493" y="8364"/>
                  </a:lnTo>
                  <a:cubicBezTo>
                    <a:pt x="493" y="8424"/>
                    <a:pt x="508" y="8484"/>
                    <a:pt x="523" y="8543"/>
                  </a:cubicBezTo>
                  <a:cubicBezTo>
                    <a:pt x="523" y="7961"/>
                    <a:pt x="523" y="7378"/>
                    <a:pt x="523" y="6796"/>
                  </a:cubicBezTo>
                  <a:cubicBezTo>
                    <a:pt x="523" y="6512"/>
                    <a:pt x="553" y="6228"/>
                    <a:pt x="568" y="5945"/>
                  </a:cubicBezTo>
                  <a:cubicBezTo>
                    <a:pt x="553" y="5661"/>
                    <a:pt x="523" y="5362"/>
                    <a:pt x="508" y="5063"/>
                  </a:cubicBezTo>
                  <a:cubicBezTo>
                    <a:pt x="493" y="4570"/>
                    <a:pt x="478" y="4078"/>
                    <a:pt x="463" y="3585"/>
                  </a:cubicBezTo>
                  <a:lnTo>
                    <a:pt x="463" y="3465"/>
                  </a:lnTo>
                  <a:cubicBezTo>
                    <a:pt x="508" y="3405"/>
                    <a:pt x="493" y="3331"/>
                    <a:pt x="463" y="3256"/>
                  </a:cubicBezTo>
                  <a:lnTo>
                    <a:pt x="463" y="2987"/>
                  </a:lnTo>
                  <a:cubicBezTo>
                    <a:pt x="463" y="3047"/>
                    <a:pt x="448" y="3107"/>
                    <a:pt x="448" y="3166"/>
                  </a:cubicBezTo>
                  <a:cubicBezTo>
                    <a:pt x="433" y="3107"/>
                    <a:pt x="418" y="3047"/>
                    <a:pt x="463" y="2987"/>
                  </a:cubicBezTo>
                  <a:lnTo>
                    <a:pt x="463" y="2987"/>
                  </a:lnTo>
                  <a:lnTo>
                    <a:pt x="463" y="2987"/>
                  </a:lnTo>
                  <a:cubicBezTo>
                    <a:pt x="463" y="2644"/>
                    <a:pt x="463" y="2300"/>
                    <a:pt x="463" y="1957"/>
                  </a:cubicBezTo>
                  <a:cubicBezTo>
                    <a:pt x="463" y="1882"/>
                    <a:pt x="463" y="1822"/>
                    <a:pt x="463" y="1748"/>
                  </a:cubicBezTo>
                  <a:cubicBezTo>
                    <a:pt x="404" y="1165"/>
                    <a:pt x="359" y="583"/>
                    <a:pt x="299" y="0"/>
                  </a:cubicBezTo>
                  <a:close/>
                  <a:moveTo>
                    <a:pt x="5915" y="13009"/>
                  </a:moveTo>
                  <a:cubicBezTo>
                    <a:pt x="5900" y="13099"/>
                    <a:pt x="5900" y="13173"/>
                    <a:pt x="5885" y="13263"/>
                  </a:cubicBezTo>
                  <a:cubicBezTo>
                    <a:pt x="5870" y="13173"/>
                    <a:pt x="5870" y="13099"/>
                    <a:pt x="5915" y="13009"/>
                  </a:cubicBezTo>
                  <a:close/>
                  <a:moveTo>
                    <a:pt x="9171" y="1912"/>
                  </a:moveTo>
                  <a:cubicBezTo>
                    <a:pt x="9141" y="1912"/>
                    <a:pt x="9111" y="1927"/>
                    <a:pt x="9081" y="1927"/>
                  </a:cubicBezTo>
                  <a:lnTo>
                    <a:pt x="9081" y="2554"/>
                  </a:lnTo>
                  <a:lnTo>
                    <a:pt x="9096" y="2554"/>
                  </a:lnTo>
                  <a:cubicBezTo>
                    <a:pt x="9066" y="2629"/>
                    <a:pt x="9066" y="2703"/>
                    <a:pt x="9066" y="2778"/>
                  </a:cubicBezTo>
                  <a:cubicBezTo>
                    <a:pt x="9081" y="2883"/>
                    <a:pt x="9081" y="2987"/>
                    <a:pt x="9036" y="3092"/>
                  </a:cubicBezTo>
                  <a:cubicBezTo>
                    <a:pt x="9022" y="3465"/>
                    <a:pt x="9007" y="3854"/>
                    <a:pt x="8992" y="4227"/>
                  </a:cubicBezTo>
                  <a:cubicBezTo>
                    <a:pt x="8962" y="4287"/>
                    <a:pt x="8932" y="4346"/>
                    <a:pt x="8932" y="4406"/>
                  </a:cubicBezTo>
                  <a:cubicBezTo>
                    <a:pt x="8947" y="4809"/>
                    <a:pt x="8962" y="5213"/>
                    <a:pt x="8977" y="5616"/>
                  </a:cubicBezTo>
                  <a:cubicBezTo>
                    <a:pt x="8962" y="5661"/>
                    <a:pt x="8932" y="5720"/>
                    <a:pt x="8932" y="5765"/>
                  </a:cubicBezTo>
                  <a:cubicBezTo>
                    <a:pt x="8932" y="6482"/>
                    <a:pt x="8932" y="7184"/>
                    <a:pt x="8932" y="7886"/>
                  </a:cubicBezTo>
                  <a:cubicBezTo>
                    <a:pt x="8857" y="7976"/>
                    <a:pt x="8842" y="8080"/>
                    <a:pt x="8932" y="8155"/>
                  </a:cubicBezTo>
                  <a:cubicBezTo>
                    <a:pt x="8932" y="8215"/>
                    <a:pt x="8932" y="8275"/>
                    <a:pt x="8932" y="8319"/>
                  </a:cubicBezTo>
                  <a:cubicBezTo>
                    <a:pt x="8947" y="8708"/>
                    <a:pt x="8962" y="9081"/>
                    <a:pt x="8977" y="9454"/>
                  </a:cubicBezTo>
                  <a:cubicBezTo>
                    <a:pt x="8977" y="9783"/>
                    <a:pt x="8947" y="10112"/>
                    <a:pt x="8947" y="10440"/>
                  </a:cubicBezTo>
                  <a:cubicBezTo>
                    <a:pt x="8947" y="10903"/>
                    <a:pt x="8962" y="11351"/>
                    <a:pt x="8977" y="11814"/>
                  </a:cubicBezTo>
                  <a:cubicBezTo>
                    <a:pt x="8962" y="12053"/>
                    <a:pt x="8947" y="12307"/>
                    <a:pt x="8962" y="12546"/>
                  </a:cubicBezTo>
                  <a:cubicBezTo>
                    <a:pt x="8977" y="12964"/>
                    <a:pt x="9007" y="13383"/>
                    <a:pt x="9036" y="13816"/>
                  </a:cubicBezTo>
                  <a:cubicBezTo>
                    <a:pt x="9066" y="13890"/>
                    <a:pt x="9096" y="13965"/>
                    <a:pt x="9111" y="14055"/>
                  </a:cubicBezTo>
                  <a:cubicBezTo>
                    <a:pt x="9171" y="13950"/>
                    <a:pt x="9201" y="13890"/>
                    <a:pt x="9231" y="13816"/>
                  </a:cubicBezTo>
                  <a:cubicBezTo>
                    <a:pt x="9246" y="13741"/>
                    <a:pt x="9246" y="13681"/>
                    <a:pt x="9260" y="13607"/>
                  </a:cubicBezTo>
                  <a:cubicBezTo>
                    <a:pt x="9260" y="13502"/>
                    <a:pt x="9260" y="13398"/>
                    <a:pt x="9260" y="13293"/>
                  </a:cubicBezTo>
                  <a:cubicBezTo>
                    <a:pt x="9290" y="12770"/>
                    <a:pt x="9335" y="12262"/>
                    <a:pt x="9350" y="11740"/>
                  </a:cubicBezTo>
                  <a:cubicBezTo>
                    <a:pt x="9365" y="11157"/>
                    <a:pt x="9365" y="10575"/>
                    <a:pt x="9365" y="9992"/>
                  </a:cubicBezTo>
                  <a:cubicBezTo>
                    <a:pt x="9470" y="9858"/>
                    <a:pt x="9410" y="9753"/>
                    <a:pt x="9320" y="9634"/>
                  </a:cubicBezTo>
                  <a:lnTo>
                    <a:pt x="9320" y="9619"/>
                  </a:lnTo>
                  <a:cubicBezTo>
                    <a:pt x="9320" y="9626"/>
                    <a:pt x="9324" y="9630"/>
                    <a:pt x="9330" y="9630"/>
                  </a:cubicBezTo>
                  <a:cubicBezTo>
                    <a:pt x="9335" y="9630"/>
                    <a:pt x="9343" y="9626"/>
                    <a:pt x="9350" y="9619"/>
                  </a:cubicBezTo>
                  <a:cubicBezTo>
                    <a:pt x="9365" y="9380"/>
                    <a:pt x="9365" y="9156"/>
                    <a:pt x="9365" y="8917"/>
                  </a:cubicBezTo>
                  <a:cubicBezTo>
                    <a:pt x="9350" y="8887"/>
                    <a:pt x="9350" y="8857"/>
                    <a:pt x="9350" y="8827"/>
                  </a:cubicBezTo>
                  <a:lnTo>
                    <a:pt x="9380" y="8827"/>
                  </a:lnTo>
                  <a:cubicBezTo>
                    <a:pt x="9365" y="8513"/>
                    <a:pt x="9335" y="8200"/>
                    <a:pt x="9335" y="7886"/>
                  </a:cubicBezTo>
                  <a:cubicBezTo>
                    <a:pt x="9335" y="7513"/>
                    <a:pt x="9365" y="7154"/>
                    <a:pt x="9365" y="6781"/>
                  </a:cubicBezTo>
                  <a:cubicBezTo>
                    <a:pt x="9365" y="6333"/>
                    <a:pt x="9350" y="5900"/>
                    <a:pt x="9335" y="5452"/>
                  </a:cubicBezTo>
                  <a:cubicBezTo>
                    <a:pt x="9335" y="5317"/>
                    <a:pt x="9320" y="5168"/>
                    <a:pt x="9305" y="5033"/>
                  </a:cubicBezTo>
                  <a:cubicBezTo>
                    <a:pt x="9275" y="4959"/>
                    <a:pt x="9275" y="4869"/>
                    <a:pt x="9275" y="4780"/>
                  </a:cubicBezTo>
                  <a:lnTo>
                    <a:pt x="9275" y="4780"/>
                  </a:lnTo>
                  <a:lnTo>
                    <a:pt x="9305" y="5033"/>
                  </a:lnTo>
                  <a:cubicBezTo>
                    <a:pt x="9305" y="4750"/>
                    <a:pt x="9305" y="4466"/>
                    <a:pt x="9305" y="4167"/>
                  </a:cubicBezTo>
                  <a:cubicBezTo>
                    <a:pt x="9290" y="4003"/>
                    <a:pt x="9275" y="3854"/>
                    <a:pt x="9260" y="3689"/>
                  </a:cubicBezTo>
                  <a:lnTo>
                    <a:pt x="9246" y="3704"/>
                  </a:lnTo>
                  <a:cubicBezTo>
                    <a:pt x="9246" y="3689"/>
                    <a:pt x="9246" y="3689"/>
                    <a:pt x="9260" y="3689"/>
                  </a:cubicBezTo>
                  <a:cubicBezTo>
                    <a:pt x="9246" y="3286"/>
                    <a:pt x="9216" y="2898"/>
                    <a:pt x="9201" y="2509"/>
                  </a:cubicBezTo>
                  <a:cubicBezTo>
                    <a:pt x="9186" y="2300"/>
                    <a:pt x="9186" y="2106"/>
                    <a:pt x="9171" y="1912"/>
                  </a:cubicBezTo>
                  <a:close/>
                  <a:moveTo>
                    <a:pt x="3854" y="3734"/>
                  </a:moveTo>
                  <a:cubicBezTo>
                    <a:pt x="3839" y="3764"/>
                    <a:pt x="3809" y="3779"/>
                    <a:pt x="3809" y="3809"/>
                  </a:cubicBezTo>
                  <a:cubicBezTo>
                    <a:pt x="3794" y="4585"/>
                    <a:pt x="3764" y="5377"/>
                    <a:pt x="3749" y="6169"/>
                  </a:cubicBezTo>
                  <a:cubicBezTo>
                    <a:pt x="3764" y="6034"/>
                    <a:pt x="3764" y="5900"/>
                    <a:pt x="3779" y="5780"/>
                  </a:cubicBezTo>
                  <a:lnTo>
                    <a:pt x="3779" y="5780"/>
                  </a:lnTo>
                  <a:cubicBezTo>
                    <a:pt x="3779" y="5900"/>
                    <a:pt x="3779" y="6034"/>
                    <a:pt x="3749" y="6169"/>
                  </a:cubicBezTo>
                  <a:cubicBezTo>
                    <a:pt x="3734" y="6721"/>
                    <a:pt x="3704" y="7274"/>
                    <a:pt x="3704" y="7826"/>
                  </a:cubicBezTo>
                  <a:cubicBezTo>
                    <a:pt x="3689" y="8245"/>
                    <a:pt x="3704" y="8663"/>
                    <a:pt x="3704" y="9081"/>
                  </a:cubicBezTo>
                  <a:lnTo>
                    <a:pt x="3689" y="9081"/>
                  </a:lnTo>
                  <a:cubicBezTo>
                    <a:pt x="3675" y="9380"/>
                    <a:pt x="3645" y="9664"/>
                    <a:pt x="3645" y="9962"/>
                  </a:cubicBezTo>
                  <a:cubicBezTo>
                    <a:pt x="3645" y="11082"/>
                    <a:pt x="3630" y="12203"/>
                    <a:pt x="3645" y="13323"/>
                  </a:cubicBezTo>
                  <a:cubicBezTo>
                    <a:pt x="3645" y="13935"/>
                    <a:pt x="3689" y="14563"/>
                    <a:pt x="3719" y="15175"/>
                  </a:cubicBezTo>
                  <a:cubicBezTo>
                    <a:pt x="3719" y="15294"/>
                    <a:pt x="3779" y="15414"/>
                    <a:pt x="3809" y="15533"/>
                  </a:cubicBezTo>
                  <a:cubicBezTo>
                    <a:pt x="3839" y="15533"/>
                    <a:pt x="3869" y="15533"/>
                    <a:pt x="3899" y="15518"/>
                  </a:cubicBezTo>
                  <a:cubicBezTo>
                    <a:pt x="3928" y="15384"/>
                    <a:pt x="3943" y="15250"/>
                    <a:pt x="3973" y="15115"/>
                  </a:cubicBezTo>
                  <a:cubicBezTo>
                    <a:pt x="3988" y="15055"/>
                    <a:pt x="4033" y="15011"/>
                    <a:pt x="4033" y="14951"/>
                  </a:cubicBezTo>
                  <a:cubicBezTo>
                    <a:pt x="4048" y="14533"/>
                    <a:pt x="4063" y="14114"/>
                    <a:pt x="4078" y="13696"/>
                  </a:cubicBezTo>
                  <a:cubicBezTo>
                    <a:pt x="4093" y="13084"/>
                    <a:pt x="4078" y="12471"/>
                    <a:pt x="4093" y="11874"/>
                  </a:cubicBezTo>
                  <a:lnTo>
                    <a:pt x="4078" y="11874"/>
                  </a:lnTo>
                  <a:cubicBezTo>
                    <a:pt x="4078" y="11605"/>
                    <a:pt x="4078" y="11336"/>
                    <a:pt x="4078" y="11082"/>
                  </a:cubicBezTo>
                  <a:cubicBezTo>
                    <a:pt x="4078" y="11077"/>
                    <a:pt x="4078" y="11072"/>
                    <a:pt x="4078" y="11068"/>
                  </a:cubicBezTo>
                  <a:cubicBezTo>
                    <a:pt x="4033" y="10963"/>
                    <a:pt x="4033" y="10858"/>
                    <a:pt x="4078" y="10754"/>
                  </a:cubicBezTo>
                  <a:cubicBezTo>
                    <a:pt x="4078" y="10739"/>
                    <a:pt x="4078" y="10709"/>
                    <a:pt x="4078" y="10694"/>
                  </a:cubicBezTo>
                  <a:cubicBezTo>
                    <a:pt x="4063" y="10425"/>
                    <a:pt x="4033" y="10171"/>
                    <a:pt x="4018" y="9903"/>
                  </a:cubicBezTo>
                  <a:lnTo>
                    <a:pt x="4018" y="9888"/>
                  </a:lnTo>
                  <a:cubicBezTo>
                    <a:pt x="4018" y="9858"/>
                    <a:pt x="4018" y="9828"/>
                    <a:pt x="4033" y="9798"/>
                  </a:cubicBezTo>
                  <a:cubicBezTo>
                    <a:pt x="4063" y="9693"/>
                    <a:pt x="4063" y="9589"/>
                    <a:pt x="4048" y="9484"/>
                  </a:cubicBezTo>
                  <a:lnTo>
                    <a:pt x="4078" y="9245"/>
                  </a:lnTo>
                  <a:cubicBezTo>
                    <a:pt x="4108" y="9215"/>
                    <a:pt x="4108" y="9171"/>
                    <a:pt x="4078" y="9141"/>
                  </a:cubicBezTo>
                  <a:cubicBezTo>
                    <a:pt x="4063" y="8872"/>
                    <a:pt x="4048" y="8588"/>
                    <a:pt x="4018" y="8319"/>
                  </a:cubicBezTo>
                  <a:cubicBezTo>
                    <a:pt x="4003" y="7662"/>
                    <a:pt x="3988" y="7005"/>
                    <a:pt x="3958" y="6348"/>
                  </a:cubicBezTo>
                  <a:cubicBezTo>
                    <a:pt x="3958" y="5974"/>
                    <a:pt x="3928" y="5616"/>
                    <a:pt x="3913" y="5257"/>
                  </a:cubicBezTo>
                  <a:cubicBezTo>
                    <a:pt x="3928" y="5168"/>
                    <a:pt x="3943" y="5093"/>
                    <a:pt x="3943" y="5004"/>
                  </a:cubicBezTo>
                  <a:cubicBezTo>
                    <a:pt x="3943" y="4615"/>
                    <a:pt x="3928" y="4242"/>
                    <a:pt x="3913" y="3854"/>
                  </a:cubicBezTo>
                  <a:cubicBezTo>
                    <a:pt x="3943" y="3794"/>
                    <a:pt x="3899" y="3764"/>
                    <a:pt x="3854" y="3734"/>
                  </a:cubicBezTo>
                  <a:close/>
                  <a:moveTo>
                    <a:pt x="2166" y="1046"/>
                  </a:moveTo>
                  <a:cubicBezTo>
                    <a:pt x="2151" y="1046"/>
                    <a:pt x="2136" y="1046"/>
                    <a:pt x="2121" y="1060"/>
                  </a:cubicBezTo>
                  <a:cubicBezTo>
                    <a:pt x="2061" y="1255"/>
                    <a:pt x="2017" y="1449"/>
                    <a:pt x="1972" y="1643"/>
                  </a:cubicBezTo>
                  <a:cubicBezTo>
                    <a:pt x="1972" y="1777"/>
                    <a:pt x="1972" y="1927"/>
                    <a:pt x="1972" y="2076"/>
                  </a:cubicBezTo>
                  <a:cubicBezTo>
                    <a:pt x="1972" y="2091"/>
                    <a:pt x="1972" y="2106"/>
                    <a:pt x="1987" y="2121"/>
                  </a:cubicBezTo>
                  <a:cubicBezTo>
                    <a:pt x="1957" y="2196"/>
                    <a:pt x="1927" y="2285"/>
                    <a:pt x="1927" y="2360"/>
                  </a:cubicBezTo>
                  <a:cubicBezTo>
                    <a:pt x="1912" y="2957"/>
                    <a:pt x="1897" y="3570"/>
                    <a:pt x="1882" y="4182"/>
                  </a:cubicBezTo>
                  <a:cubicBezTo>
                    <a:pt x="1882" y="4302"/>
                    <a:pt x="1897" y="4436"/>
                    <a:pt x="1912" y="4555"/>
                  </a:cubicBezTo>
                  <a:lnTo>
                    <a:pt x="1912" y="4914"/>
                  </a:lnTo>
                  <a:cubicBezTo>
                    <a:pt x="1897" y="4959"/>
                    <a:pt x="1897" y="5018"/>
                    <a:pt x="1912" y="5063"/>
                  </a:cubicBezTo>
                  <a:lnTo>
                    <a:pt x="1912" y="6004"/>
                  </a:lnTo>
                  <a:cubicBezTo>
                    <a:pt x="1897" y="6094"/>
                    <a:pt x="1882" y="6183"/>
                    <a:pt x="1882" y="6288"/>
                  </a:cubicBezTo>
                  <a:cubicBezTo>
                    <a:pt x="1882" y="7602"/>
                    <a:pt x="1882" y="8932"/>
                    <a:pt x="1867" y="10246"/>
                  </a:cubicBezTo>
                  <a:cubicBezTo>
                    <a:pt x="1867" y="10545"/>
                    <a:pt x="1837" y="10829"/>
                    <a:pt x="1808" y="11127"/>
                  </a:cubicBezTo>
                  <a:cubicBezTo>
                    <a:pt x="1808" y="11187"/>
                    <a:pt x="1793" y="11247"/>
                    <a:pt x="1793" y="11306"/>
                  </a:cubicBezTo>
                  <a:cubicBezTo>
                    <a:pt x="1837" y="11575"/>
                    <a:pt x="1912" y="11844"/>
                    <a:pt x="1912" y="12113"/>
                  </a:cubicBezTo>
                  <a:cubicBezTo>
                    <a:pt x="1912" y="12740"/>
                    <a:pt x="1882" y="13368"/>
                    <a:pt x="1867" y="13980"/>
                  </a:cubicBezTo>
                  <a:cubicBezTo>
                    <a:pt x="1867" y="13980"/>
                    <a:pt x="1867" y="13980"/>
                    <a:pt x="1867" y="13980"/>
                  </a:cubicBezTo>
                  <a:lnTo>
                    <a:pt x="1867" y="13980"/>
                  </a:lnTo>
                  <a:cubicBezTo>
                    <a:pt x="1882" y="14010"/>
                    <a:pt x="1882" y="14025"/>
                    <a:pt x="1882" y="14040"/>
                  </a:cubicBezTo>
                  <a:lnTo>
                    <a:pt x="1867" y="13980"/>
                  </a:lnTo>
                  <a:lnTo>
                    <a:pt x="1867" y="13980"/>
                  </a:lnTo>
                  <a:cubicBezTo>
                    <a:pt x="1882" y="14085"/>
                    <a:pt x="1897" y="14189"/>
                    <a:pt x="1912" y="14294"/>
                  </a:cubicBezTo>
                  <a:cubicBezTo>
                    <a:pt x="1763" y="14503"/>
                    <a:pt x="1852" y="14697"/>
                    <a:pt x="1912" y="14891"/>
                  </a:cubicBezTo>
                  <a:lnTo>
                    <a:pt x="1942" y="14787"/>
                  </a:lnTo>
                  <a:lnTo>
                    <a:pt x="1942" y="14787"/>
                  </a:lnTo>
                  <a:cubicBezTo>
                    <a:pt x="1942" y="14831"/>
                    <a:pt x="1957" y="14876"/>
                    <a:pt x="1912" y="14891"/>
                  </a:cubicBezTo>
                  <a:cubicBezTo>
                    <a:pt x="1897" y="14951"/>
                    <a:pt x="1882" y="14996"/>
                    <a:pt x="1882" y="15040"/>
                  </a:cubicBezTo>
                  <a:cubicBezTo>
                    <a:pt x="1912" y="15339"/>
                    <a:pt x="1942" y="15638"/>
                    <a:pt x="1972" y="15922"/>
                  </a:cubicBezTo>
                  <a:cubicBezTo>
                    <a:pt x="1957" y="15996"/>
                    <a:pt x="1927" y="16056"/>
                    <a:pt x="1942" y="16116"/>
                  </a:cubicBezTo>
                  <a:cubicBezTo>
                    <a:pt x="2032" y="16519"/>
                    <a:pt x="2091" y="16922"/>
                    <a:pt x="2032" y="17326"/>
                  </a:cubicBezTo>
                  <a:cubicBezTo>
                    <a:pt x="2032" y="17356"/>
                    <a:pt x="2046" y="17385"/>
                    <a:pt x="2061" y="17415"/>
                  </a:cubicBezTo>
                  <a:cubicBezTo>
                    <a:pt x="2076" y="17415"/>
                    <a:pt x="2106" y="17400"/>
                    <a:pt x="2121" y="17400"/>
                  </a:cubicBezTo>
                  <a:cubicBezTo>
                    <a:pt x="2136" y="17102"/>
                    <a:pt x="2166" y="16818"/>
                    <a:pt x="2181" y="16519"/>
                  </a:cubicBezTo>
                  <a:cubicBezTo>
                    <a:pt x="2211" y="16370"/>
                    <a:pt x="2226" y="16235"/>
                    <a:pt x="2241" y="16086"/>
                  </a:cubicBezTo>
                  <a:lnTo>
                    <a:pt x="2360" y="14637"/>
                  </a:lnTo>
                  <a:cubicBezTo>
                    <a:pt x="2375" y="14219"/>
                    <a:pt x="2405" y="13816"/>
                    <a:pt x="2420" y="13398"/>
                  </a:cubicBezTo>
                  <a:cubicBezTo>
                    <a:pt x="2420" y="13278"/>
                    <a:pt x="2405" y="13173"/>
                    <a:pt x="2405" y="13069"/>
                  </a:cubicBezTo>
                  <a:cubicBezTo>
                    <a:pt x="2405" y="12979"/>
                    <a:pt x="2405" y="12890"/>
                    <a:pt x="2405" y="12800"/>
                  </a:cubicBezTo>
                  <a:cubicBezTo>
                    <a:pt x="2390" y="12740"/>
                    <a:pt x="2360" y="12696"/>
                    <a:pt x="2345" y="12636"/>
                  </a:cubicBezTo>
                  <a:cubicBezTo>
                    <a:pt x="2375" y="12546"/>
                    <a:pt x="2435" y="12442"/>
                    <a:pt x="2435" y="12352"/>
                  </a:cubicBezTo>
                  <a:cubicBezTo>
                    <a:pt x="2435" y="11784"/>
                    <a:pt x="2420" y="11202"/>
                    <a:pt x="2420" y="10634"/>
                  </a:cubicBezTo>
                  <a:cubicBezTo>
                    <a:pt x="2405" y="10052"/>
                    <a:pt x="2405" y="9454"/>
                    <a:pt x="2405" y="8872"/>
                  </a:cubicBezTo>
                  <a:cubicBezTo>
                    <a:pt x="2450" y="8738"/>
                    <a:pt x="2420" y="8603"/>
                    <a:pt x="2405" y="8469"/>
                  </a:cubicBezTo>
                  <a:cubicBezTo>
                    <a:pt x="2420" y="8454"/>
                    <a:pt x="2420" y="8439"/>
                    <a:pt x="2405" y="8424"/>
                  </a:cubicBezTo>
                  <a:cubicBezTo>
                    <a:pt x="2405" y="8319"/>
                    <a:pt x="2405" y="8215"/>
                    <a:pt x="2405" y="8110"/>
                  </a:cubicBezTo>
                  <a:cubicBezTo>
                    <a:pt x="2420" y="8050"/>
                    <a:pt x="2435" y="7991"/>
                    <a:pt x="2450" y="7931"/>
                  </a:cubicBezTo>
                  <a:lnTo>
                    <a:pt x="2450" y="7946"/>
                  </a:lnTo>
                  <a:cubicBezTo>
                    <a:pt x="2465" y="7976"/>
                    <a:pt x="2465" y="8021"/>
                    <a:pt x="2480" y="8065"/>
                  </a:cubicBezTo>
                  <a:cubicBezTo>
                    <a:pt x="2510" y="8050"/>
                    <a:pt x="2524" y="8021"/>
                    <a:pt x="2554" y="8006"/>
                  </a:cubicBezTo>
                  <a:cubicBezTo>
                    <a:pt x="2524" y="7976"/>
                    <a:pt x="2495" y="7946"/>
                    <a:pt x="2465" y="7901"/>
                  </a:cubicBezTo>
                  <a:cubicBezTo>
                    <a:pt x="2465" y="7901"/>
                    <a:pt x="2465" y="7901"/>
                    <a:pt x="2450" y="7886"/>
                  </a:cubicBezTo>
                  <a:cubicBezTo>
                    <a:pt x="2435" y="7617"/>
                    <a:pt x="2420" y="7348"/>
                    <a:pt x="2405" y="7080"/>
                  </a:cubicBezTo>
                  <a:cubicBezTo>
                    <a:pt x="2405" y="6333"/>
                    <a:pt x="2405" y="5571"/>
                    <a:pt x="2405" y="4824"/>
                  </a:cubicBezTo>
                  <a:lnTo>
                    <a:pt x="2375" y="4511"/>
                  </a:lnTo>
                  <a:cubicBezTo>
                    <a:pt x="2375" y="4481"/>
                    <a:pt x="2375" y="4421"/>
                    <a:pt x="2360" y="4376"/>
                  </a:cubicBezTo>
                  <a:lnTo>
                    <a:pt x="2345" y="3256"/>
                  </a:lnTo>
                  <a:cubicBezTo>
                    <a:pt x="2315" y="3226"/>
                    <a:pt x="2315" y="3181"/>
                    <a:pt x="2315" y="3152"/>
                  </a:cubicBezTo>
                  <a:lnTo>
                    <a:pt x="2315" y="3152"/>
                  </a:lnTo>
                  <a:lnTo>
                    <a:pt x="2345" y="3256"/>
                  </a:lnTo>
                  <a:lnTo>
                    <a:pt x="2315" y="3002"/>
                  </a:lnTo>
                  <a:cubicBezTo>
                    <a:pt x="2330" y="2972"/>
                    <a:pt x="2315" y="2942"/>
                    <a:pt x="2300" y="2913"/>
                  </a:cubicBezTo>
                  <a:lnTo>
                    <a:pt x="2300" y="2883"/>
                  </a:lnTo>
                  <a:cubicBezTo>
                    <a:pt x="2315" y="2763"/>
                    <a:pt x="2345" y="2659"/>
                    <a:pt x="2360" y="2554"/>
                  </a:cubicBezTo>
                  <a:cubicBezTo>
                    <a:pt x="2345" y="2479"/>
                    <a:pt x="2315" y="2405"/>
                    <a:pt x="2300" y="2345"/>
                  </a:cubicBezTo>
                  <a:cubicBezTo>
                    <a:pt x="2315" y="2330"/>
                    <a:pt x="2330" y="2315"/>
                    <a:pt x="2345" y="2285"/>
                  </a:cubicBezTo>
                  <a:cubicBezTo>
                    <a:pt x="2390" y="2181"/>
                    <a:pt x="2330" y="2061"/>
                    <a:pt x="2300" y="1957"/>
                  </a:cubicBezTo>
                  <a:cubicBezTo>
                    <a:pt x="2285" y="1897"/>
                    <a:pt x="2256" y="1822"/>
                    <a:pt x="2241" y="1748"/>
                  </a:cubicBezTo>
                  <a:cubicBezTo>
                    <a:pt x="2226" y="1733"/>
                    <a:pt x="2226" y="1733"/>
                    <a:pt x="2226" y="1718"/>
                  </a:cubicBezTo>
                  <a:lnTo>
                    <a:pt x="2226" y="1718"/>
                  </a:lnTo>
                  <a:lnTo>
                    <a:pt x="2241" y="1748"/>
                  </a:lnTo>
                  <a:cubicBezTo>
                    <a:pt x="2211" y="1509"/>
                    <a:pt x="2181" y="1270"/>
                    <a:pt x="2166" y="1046"/>
                  </a:cubicBezTo>
                  <a:close/>
                  <a:moveTo>
                    <a:pt x="5594" y="17505"/>
                  </a:moveTo>
                  <a:cubicBezTo>
                    <a:pt x="5597" y="17509"/>
                    <a:pt x="5601" y="17512"/>
                    <a:pt x="5601" y="17520"/>
                  </a:cubicBezTo>
                  <a:lnTo>
                    <a:pt x="5594" y="17505"/>
                  </a:lnTo>
                  <a:close/>
                  <a:moveTo>
                    <a:pt x="5729" y="4719"/>
                  </a:moveTo>
                  <a:cubicBezTo>
                    <a:pt x="5523" y="4719"/>
                    <a:pt x="5687" y="4931"/>
                    <a:pt x="5586" y="4989"/>
                  </a:cubicBezTo>
                  <a:cubicBezTo>
                    <a:pt x="5571" y="5228"/>
                    <a:pt x="5571" y="5482"/>
                    <a:pt x="5571" y="5720"/>
                  </a:cubicBezTo>
                  <a:cubicBezTo>
                    <a:pt x="5556" y="6303"/>
                    <a:pt x="5541" y="6885"/>
                    <a:pt x="5527" y="7453"/>
                  </a:cubicBezTo>
                  <a:cubicBezTo>
                    <a:pt x="5527" y="7871"/>
                    <a:pt x="5497" y="8275"/>
                    <a:pt x="5497" y="8678"/>
                  </a:cubicBezTo>
                  <a:cubicBezTo>
                    <a:pt x="5497" y="9141"/>
                    <a:pt x="5512" y="9604"/>
                    <a:pt x="5527" y="10067"/>
                  </a:cubicBezTo>
                  <a:cubicBezTo>
                    <a:pt x="5527" y="10097"/>
                    <a:pt x="5527" y="10127"/>
                    <a:pt x="5527" y="10156"/>
                  </a:cubicBezTo>
                  <a:cubicBezTo>
                    <a:pt x="5512" y="10321"/>
                    <a:pt x="5482" y="10500"/>
                    <a:pt x="5482" y="10664"/>
                  </a:cubicBezTo>
                  <a:cubicBezTo>
                    <a:pt x="5482" y="11456"/>
                    <a:pt x="5497" y="12247"/>
                    <a:pt x="5497" y="13039"/>
                  </a:cubicBezTo>
                  <a:cubicBezTo>
                    <a:pt x="5512" y="14294"/>
                    <a:pt x="5527" y="15533"/>
                    <a:pt x="5527" y="16788"/>
                  </a:cubicBezTo>
                  <a:cubicBezTo>
                    <a:pt x="5497" y="16848"/>
                    <a:pt x="5482" y="16907"/>
                    <a:pt x="5541" y="16967"/>
                  </a:cubicBezTo>
                  <a:lnTo>
                    <a:pt x="5556" y="17161"/>
                  </a:lnTo>
                  <a:cubicBezTo>
                    <a:pt x="5556" y="17191"/>
                    <a:pt x="5556" y="17221"/>
                    <a:pt x="5571" y="17236"/>
                  </a:cubicBezTo>
                  <a:lnTo>
                    <a:pt x="5586" y="17490"/>
                  </a:lnTo>
                  <a:cubicBezTo>
                    <a:pt x="5586" y="17490"/>
                    <a:pt x="5586" y="17490"/>
                    <a:pt x="5586" y="17490"/>
                  </a:cubicBezTo>
                  <a:lnTo>
                    <a:pt x="5586" y="17490"/>
                  </a:lnTo>
                  <a:cubicBezTo>
                    <a:pt x="5586" y="17491"/>
                    <a:pt x="5586" y="17492"/>
                    <a:pt x="5587" y="17493"/>
                  </a:cubicBezTo>
                  <a:lnTo>
                    <a:pt x="5587" y="17493"/>
                  </a:lnTo>
                  <a:cubicBezTo>
                    <a:pt x="5601" y="17686"/>
                    <a:pt x="5616" y="17864"/>
                    <a:pt x="5631" y="18043"/>
                  </a:cubicBezTo>
                  <a:cubicBezTo>
                    <a:pt x="5646" y="18057"/>
                    <a:pt x="5676" y="18057"/>
                    <a:pt x="5706" y="18057"/>
                  </a:cubicBezTo>
                  <a:cubicBezTo>
                    <a:pt x="5721" y="17938"/>
                    <a:pt x="5736" y="17819"/>
                    <a:pt x="5751" y="17699"/>
                  </a:cubicBezTo>
                  <a:cubicBezTo>
                    <a:pt x="5766" y="17565"/>
                    <a:pt x="5780" y="17415"/>
                    <a:pt x="5810" y="17281"/>
                  </a:cubicBezTo>
                  <a:cubicBezTo>
                    <a:pt x="5825" y="17176"/>
                    <a:pt x="5840" y="17087"/>
                    <a:pt x="5855" y="16982"/>
                  </a:cubicBezTo>
                  <a:cubicBezTo>
                    <a:pt x="5870" y="16489"/>
                    <a:pt x="5885" y="15996"/>
                    <a:pt x="5900" y="15503"/>
                  </a:cubicBezTo>
                  <a:cubicBezTo>
                    <a:pt x="5900" y="15040"/>
                    <a:pt x="5885" y="14592"/>
                    <a:pt x="5870" y="14144"/>
                  </a:cubicBezTo>
                  <a:cubicBezTo>
                    <a:pt x="5870" y="14129"/>
                    <a:pt x="5870" y="14114"/>
                    <a:pt x="5855" y="14099"/>
                  </a:cubicBezTo>
                  <a:cubicBezTo>
                    <a:pt x="5885" y="14010"/>
                    <a:pt x="5915" y="13920"/>
                    <a:pt x="5915" y="13846"/>
                  </a:cubicBezTo>
                  <a:cubicBezTo>
                    <a:pt x="5930" y="13562"/>
                    <a:pt x="5915" y="13293"/>
                    <a:pt x="5915" y="13009"/>
                  </a:cubicBezTo>
                  <a:cubicBezTo>
                    <a:pt x="5915" y="12800"/>
                    <a:pt x="5915" y="12606"/>
                    <a:pt x="5915" y="12397"/>
                  </a:cubicBezTo>
                  <a:cubicBezTo>
                    <a:pt x="5915" y="12083"/>
                    <a:pt x="5915" y="11770"/>
                    <a:pt x="5900" y="11456"/>
                  </a:cubicBezTo>
                  <a:cubicBezTo>
                    <a:pt x="5900" y="11277"/>
                    <a:pt x="5900" y="11097"/>
                    <a:pt x="5900" y="10918"/>
                  </a:cubicBezTo>
                  <a:cubicBezTo>
                    <a:pt x="5915" y="10888"/>
                    <a:pt x="5915" y="10873"/>
                    <a:pt x="5915" y="10858"/>
                  </a:cubicBezTo>
                  <a:cubicBezTo>
                    <a:pt x="5870" y="10754"/>
                    <a:pt x="5870" y="10649"/>
                    <a:pt x="5915" y="10530"/>
                  </a:cubicBezTo>
                  <a:cubicBezTo>
                    <a:pt x="5915" y="10097"/>
                    <a:pt x="5915" y="9649"/>
                    <a:pt x="5900" y="9215"/>
                  </a:cubicBezTo>
                  <a:cubicBezTo>
                    <a:pt x="5900" y="8991"/>
                    <a:pt x="5870" y="8752"/>
                    <a:pt x="5855" y="8528"/>
                  </a:cubicBezTo>
                  <a:cubicBezTo>
                    <a:pt x="5870" y="8499"/>
                    <a:pt x="5900" y="8469"/>
                    <a:pt x="5900" y="8439"/>
                  </a:cubicBezTo>
                  <a:cubicBezTo>
                    <a:pt x="5885" y="7826"/>
                    <a:pt x="5870" y="7214"/>
                    <a:pt x="5855" y="6602"/>
                  </a:cubicBezTo>
                  <a:cubicBezTo>
                    <a:pt x="5840" y="6243"/>
                    <a:pt x="5825" y="5885"/>
                    <a:pt x="5795" y="5526"/>
                  </a:cubicBezTo>
                  <a:lnTo>
                    <a:pt x="5810" y="5526"/>
                  </a:lnTo>
                  <a:cubicBezTo>
                    <a:pt x="5810" y="5467"/>
                    <a:pt x="5810" y="5407"/>
                    <a:pt x="5810" y="5362"/>
                  </a:cubicBezTo>
                  <a:cubicBezTo>
                    <a:pt x="5915" y="5198"/>
                    <a:pt x="5855" y="5033"/>
                    <a:pt x="5795" y="4869"/>
                  </a:cubicBezTo>
                  <a:cubicBezTo>
                    <a:pt x="5780" y="4824"/>
                    <a:pt x="5766" y="4765"/>
                    <a:pt x="5751" y="4720"/>
                  </a:cubicBezTo>
                  <a:cubicBezTo>
                    <a:pt x="5743" y="4719"/>
                    <a:pt x="5736" y="4719"/>
                    <a:pt x="5729" y="4719"/>
                  </a:cubicBezTo>
                  <a:close/>
                  <a:moveTo>
                    <a:pt x="7263" y="6223"/>
                  </a:moveTo>
                  <a:cubicBezTo>
                    <a:pt x="7207" y="6223"/>
                    <a:pt x="7199" y="6304"/>
                    <a:pt x="7199" y="6378"/>
                  </a:cubicBezTo>
                  <a:cubicBezTo>
                    <a:pt x="7184" y="6676"/>
                    <a:pt x="7169" y="6960"/>
                    <a:pt x="7155" y="7244"/>
                  </a:cubicBezTo>
                  <a:cubicBezTo>
                    <a:pt x="7140" y="7632"/>
                    <a:pt x="7125" y="8021"/>
                    <a:pt x="7110" y="8409"/>
                  </a:cubicBezTo>
                  <a:cubicBezTo>
                    <a:pt x="7095" y="8603"/>
                    <a:pt x="7095" y="8812"/>
                    <a:pt x="7095" y="9006"/>
                  </a:cubicBezTo>
                  <a:cubicBezTo>
                    <a:pt x="7080" y="9245"/>
                    <a:pt x="7080" y="9499"/>
                    <a:pt x="7080" y="9738"/>
                  </a:cubicBezTo>
                  <a:cubicBezTo>
                    <a:pt x="7095" y="9917"/>
                    <a:pt x="7095" y="10097"/>
                    <a:pt x="7095" y="10276"/>
                  </a:cubicBezTo>
                  <a:cubicBezTo>
                    <a:pt x="7095" y="10933"/>
                    <a:pt x="7095" y="11605"/>
                    <a:pt x="7095" y="12277"/>
                  </a:cubicBezTo>
                  <a:cubicBezTo>
                    <a:pt x="7095" y="12292"/>
                    <a:pt x="7095" y="12307"/>
                    <a:pt x="7095" y="12322"/>
                  </a:cubicBezTo>
                  <a:lnTo>
                    <a:pt x="7095" y="13069"/>
                  </a:lnTo>
                  <a:cubicBezTo>
                    <a:pt x="7095" y="13084"/>
                    <a:pt x="7095" y="13099"/>
                    <a:pt x="7095" y="13114"/>
                  </a:cubicBezTo>
                  <a:cubicBezTo>
                    <a:pt x="7065" y="13159"/>
                    <a:pt x="7020" y="13218"/>
                    <a:pt x="7020" y="13263"/>
                  </a:cubicBezTo>
                  <a:cubicBezTo>
                    <a:pt x="7035" y="13771"/>
                    <a:pt x="7065" y="14279"/>
                    <a:pt x="7095" y="14787"/>
                  </a:cubicBezTo>
                  <a:cubicBezTo>
                    <a:pt x="7110" y="15459"/>
                    <a:pt x="7140" y="16116"/>
                    <a:pt x="7155" y="16788"/>
                  </a:cubicBezTo>
                  <a:lnTo>
                    <a:pt x="7155" y="16803"/>
                  </a:lnTo>
                  <a:cubicBezTo>
                    <a:pt x="7155" y="16878"/>
                    <a:pt x="7155" y="16937"/>
                    <a:pt x="7169" y="17012"/>
                  </a:cubicBezTo>
                  <a:cubicBezTo>
                    <a:pt x="7184" y="17535"/>
                    <a:pt x="7214" y="18057"/>
                    <a:pt x="7229" y="18580"/>
                  </a:cubicBezTo>
                  <a:lnTo>
                    <a:pt x="7334" y="18580"/>
                  </a:lnTo>
                  <a:cubicBezTo>
                    <a:pt x="7334" y="18356"/>
                    <a:pt x="7349" y="18147"/>
                    <a:pt x="7364" y="17923"/>
                  </a:cubicBezTo>
                  <a:cubicBezTo>
                    <a:pt x="7379" y="17609"/>
                    <a:pt x="7408" y="17311"/>
                    <a:pt x="7423" y="17012"/>
                  </a:cubicBezTo>
                  <a:cubicBezTo>
                    <a:pt x="7423" y="16907"/>
                    <a:pt x="7423" y="16803"/>
                    <a:pt x="7423" y="16698"/>
                  </a:cubicBezTo>
                  <a:cubicBezTo>
                    <a:pt x="7453" y="16654"/>
                    <a:pt x="7453" y="16594"/>
                    <a:pt x="7438" y="16549"/>
                  </a:cubicBezTo>
                  <a:lnTo>
                    <a:pt x="7468" y="16355"/>
                  </a:lnTo>
                  <a:cubicBezTo>
                    <a:pt x="7468" y="16086"/>
                    <a:pt x="7483" y="15817"/>
                    <a:pt x="7483" y="15548"/>
                  </a:cubicBezTo>
                  <a:cubicBezTo>
                    <a:pt x="7468" y="15474"/>
                    <a:pt x="7468" y="15414"/>
                    <a:pt x="7468" y="15339"/>
                  </a:cubicBezTo>
                  <a:cubicBezTo>
                    <a:pt x="7468" y="14891"/>
                    <a:pt x="7468" y="14443"/>
                    <a:pt x="7483" y="13995"/>
                  </a:cubicBezTo>
                  <a:lnTo>
                    <a:pt x="7483" y="13980"/>
                  </a:lnTo>
                  <a:cubicBezTo>
                    <a:pt x="7498" y="13622"/>
                    <a:pt x="7513" y="13263"/>
                    <a:pt x="7528" y="12905"/>
                  </a:cubicBezTo>
                  <a:cubicBezTo>
                    <a:pt x="7513" y="12770"/>
                    <a:pt x="7498" y="12636"/>
                    <a:pt x="7483" y="12501"/>
                  </a:cubicBezTo>
                  <a:cubicBezTo>
                    <a:pt x="7483" y="12486"/>
                    <a:pt x="7483" y="12486"/>
                    <a:pt x="7483" y="12471"/>
                  </a:cubicBezTo>
                  <a:cubicBezTo>
                    <a:pt x="7483" y="12457"/>
                    <a:pt x="7483" y="12442"/>
                    <a:pt x="7483" y="12427"/>
                  </a:cubicBezTo>
                  <a:cubicBezTo>
                    <a:pt x="7498" y="12337"/>
                    <a:pt x="7528" y="12247"/>
                    <a:pt x="7528" y="12143"/>
                  </a:cubicBezTo>
                  <a:cubicBezTo>
                    <a:pt x="7528" y="11635"/>
                    <a:pt x="7528" y="11127"/>
                    <a:pt x="7528" y="10634"/>
                  </a:cubicBezTo>
                  <a:cubicBezTo>
                    <a:pt x="7513" y="10306"/>
                    <a:pt x="7498" y="9977"/>
                    <a:pt x="7483" y="9649"/>
                  </a:cubicBezTo>
                  <a:cubicBezTo>
                    <a:pt x="7483" y="9410"/>
                    <a:pt x="7498" y="9171"/>
                    <a:pt x="7498" y="8932"/>
                  </a:cubicBezTo>
                  <a:cubicBezTo>
                    <a:pt x="7498" y="8723"/>
                    <a:pt x="7483" y="8499"/>
                    <a:pt x="7483" y="8289"/>
                  </a:cubicBezTo>
                  <a:lnTo>
                    <a:pt x="7483" y="8275"/>
                  </a:lnTo>
                  <a:cubicBezTo>
                    <a:pt x="7483" y="8260"/>
                    <a:pt x="7483" y="8245"/>
                    <a:pt x="7483" y="8245"/>
                  </a:cubicBezTo>
                  <a:lnTo>
                    <a:pt x="7483" y="8006"/>
                  </a:lnTo>
                  <a:cubicBezTo>
                    <a:pt x="7483" y="7856"/>
                    <a:pt x="7468" y="7722"/>
                    <a:pt x="7468" y="7573"/>
                  </a:cubicBezTo>
                  <a:cubicBezTo>
                    <a:pt x="7453" y="7319"/>
                    <a:pt x="7438" y="7065"/>
                    <a:pt x="7423" y="6811"/>
                  </a:cubicBezTo>
                  <a:cubicBezTo>
                    <a:pt x="7423" y="6781"/>
                    <a:pt x="7423" y="6736"/>
                    <a:pt x="7423" y="6706"/>
                  </a:cubicBezTo>
                  <a:cubicBezTo>
                    <a:pt x="7408" y="6587"/>
                    <a:pt x="7394" y="6452"/>
                    <a:pt x="7379" y="6333"/>
                  </a:cubicBezTo>
                  <a:cubicBezTo>
                    <a:pt x="7364" y="6318"/>
                    <a:pt x="7364" y="6303"/>
                    <a:pt x="7364" y="6273"/>
                  </a:cubicBezTo>
                  <a:cubicBezTo>
                    <a:pt x="7319" y="6238"/>
                    <a:pt x="7287" y="6223"/>
                    <a:pt x="7263" y="6223"/>
                  </a:cubicBezTo>
                  <a:close/>
                  <a:moveTo>
                    <a:pt x="5661" y="18446"/>
                  </a:moveTo>
                  <a:cubicBezTo>
                    <a:pt x="5646" y="18476"/>
                    <a:pt x="5601" y="18506"/>
                    <a:pt x="5586" y="18535"/>
                  </a:cubicBezTo>
                  <a:cubicBezTo>
                    <a:pt x="5586" y="18550"/>
                    <a:pt x="5631" y="18610"/>
                    <a:pt x="5646" y="18610"/>
                  </a:cubicBezTo>
                  <a:cubicBezTo>
                    <a:pt x="5676" y="18610"/>
                    <a:pt x="5706" y="18565"/>
                    <a:pt x="5736" y="18535"/>
                  </a:cubicBezTo>
                  <a:cubicBezTo>
                    <a:pt x="5706" y="18506"/>
                    <a:pt x="5691" y="18476"/>
                    <a:pt x="5661" y="18446"/>
                  </a:cubicBezTo>
                  <a:close/>
                  <a:moveTo>
                    <a:pt x="11157" y="4675"/>
                  </a:moveTo>
                  <a:cubicBezTo>
                    <a:pt x="11142" y="4705"/>
                    <a:pt x="11098" y="4735"/>
                    <a:pt x="11098" y="4765"/>
                  </a:cubicBezTo>
                  <a:cubicBezTo>
                    <a:pt x="11098" y="5093"/>
                    <a:pt x="11098" y="5422"/>
                    <a:pt x="11098" y="5735"/>
                  </a:cubicBezTo>
                  <a:lnTo>
                    <a:pt x="11113" y="5571"/>
                  </a:lnTo>
                  <a:lnTo>
                    <a:pt x="11113" y="5571"/>
                  </a:lnTo>
                  <a:cubicBezTo>
                    <a:pt x="11113" y="5631"/>
                    <a:pt x="11113" y="5691"/>
                    <a:pt x="11098" y="5735"/>
                  </a:cubicBezTo>
                  <a:lnTo>
                    <a:pt x="11098" y="5750"/>
                  </a:lnTo>
                  <a:cubicBezTo>
                    <a:pt x="11053" y="7050"/>
                    <a:pt x="11008" y="8364"/>
                    <a:pt x="10978" y="9678"/>
                  </a:cubicBezTo>
                  <a:lnTo>
                    <a:pt x="10993" y="9619"/>
                  </a:lnTo>
                  <a:lnTo>
                    <a:pt x="10993" y="9619"/>
                  </a:lnTo>
                  <a:cubicBezTo>
                    <a:pt x="10993" y="9634"/>
                    <a:pt x="10993" y="9649"/>
                    <a:pt x="10978" y="9678"/>
                  </a:cubicBezTo>
                  <a:cubicBezTo>
                    <a:pt x="10978" y="9708"/>
                    <a:pt x="10993" y="9738"/>
                    <a:pt x="10993" y="9783"/>
                  </a:cubicBezTo>
                  <a:cubicBezTo>
                    <a:pt x="10978" y="10022"/>
                    <a:pt x="10978" y="10246"/>
                    <a:pt x="10978" y="10485"/>
                  </a:cubicBezTo>
                  <a:cubicBezTo>
                    <a:pt x="10963" y="11217"/>
                    <a:pt x="10948" y="11964"/>
                    <a:pt x="10933" y="12696"/>
                  </a:cubicBezTo>
                  <a:cubicBezTo>
                    <a:pt x="10918" y="13517"/>
                    <a:pt x="10918" y="14324"/>
                    <a:pt x="10933" y="15145"/>
                  </a:cubicBezTo>
                  <a:cubicBezTo>
                    <a:pt x="10933" y="15354"/>
                    <a:pt x="10963" y="15563"/>
                    <a:pt x="10978" y="15772"/>
                  </a:cubicBezTo>
                  <a:cubicBezTo>
                    <a:pt x="10993" y="16489"/>
                    <a:pt x="11008" y="17206"/>
                    <a:pt x="11023" y="17923"/>
                  </a:cubicBezTo>
                  <a:cubicBezTo>
                    <a:pt x="11053" y="18296"/>
                    <a:pt x="11083" y="18670"/>
                    <a:pt x="11098" y="19028"/>
                  </a:cubicBezTo>
                  <a:lnTo>
                    <a:pt x="11187" y="19028"/>
                  </a:lnTo>
                  <a:cubicBezTo>
                    <a:pt x="11202" y="18894"/>
                    <a:pt x="11232" y="18759"/>
                    <a:pt x="11247" y="18625"/>
                  </a:cubicBezTo>
                  <a:cubicBezTo>
                    <a:pt x="11262" y="18491"/>
                    <a:pt x="11292" y="18371"/>
                    <a:pt x="11307" y="18252"/>
                  </a:cubicBezTo>
                  <a:cubicBezTo>
                    <a:pt x="11337" y="18162"/>
                    <a:pt x="11337" y="18087"/>
                    <a:pt x="11337" y="17998"/>
                  </a:cubicBezTo>
                  <a:cubicBezTo>
                    <a:pt x="11322" y="17893"/>
                    <a:pt x="11322" y="17804"/>
                    <a:pt x="11366" y="17714"/>
                  </a:cubicBezTo>
                  <a:lnTo>
                    <a:pt x="11366" y="17714"/>
                  </a:lnTo>
                  <a:lnTo>
                    <a:pt x="11366" y="17714"/>
                  </a:lnTo>
                  <a:lnTo>
                    <a:pt x="11411" y="15937"/>
                  </a:lnTo>
                  <a:lnTo>
                    <a:pt x="11411" y="15922"/>
                  </a:lnTo>
                  <a:cubicBezTo>
                    <a:pt x="11411" y="15787"/>
                    <a:pt x="11411" y="15638"/>
                    <a:pt x="11411" y="15503"/>
                  </a:cubicBezTo>
                  <a:cubicBezTo>
                    <a:pt x="11426" y="15220"/>
                    <a:pt x="11426" y="14936"/>
                    <a:pt x="11426" y="14652"/>
                  </a:cubicBezTo>
                  <a:cubicBezTo>
                    <a:pt x="11426" y="14279"/>
                    <a:pt x="11411" y="13920"/>
                    <a:pt x="11411" y="13562"/>
                  </a:cubicBezTo>
                  <a:lnTo>
                    <a:pt x="11411" y="13547"/>
                  </a:lnTo>
                  <a:lnTo>
                    <a:pt x="11426" y="12486"/>
                  </a:lnTo>
                  <a:cubicBezTo>
                    <a:pt x="11426" y="12412"/>
                    <a:pt x="11441" y="12337"/>
                    <a:pt x="11456" y="12262"/>
                  </a:cubicBezTo>
                  <a:cubicBezTo>
                    <a:pt x="11441" y="12038"/>
                    <a:pt x="11426" y="11829"/>
                    <a:pt x="11411" y="11620"/>
                  </a:cubicBezTo>
                  <a:cubicBezTo>
                    <a:pt x="11411" y="11292"/>
                    <a:pt x="11411" y="10963"/>
                    <a:pt x="11411" y="10649"/>
                  </a:cubicBezTo>
                  <a:cubicBezTo>
                    <a:pt x="11411" y="10216"/>
                    <a:pt x="11411" y="9783"/>
                    <a:pt x="11411" y="9365"/>
                  </a:cubicBezTo>
                  <a:cubicBezTo>
                    <a:pt x="11396" y="9036"/>
                    <a:pt x="11381" y="8708"/>
                    <a:pt x="11366" y="8379"/>
                  </a:cubicBezTo>
                  <a:cubicBezTo>
                    <a:pt x="11366" y="8334"/>
                    <a:pt x="11366" y="8304"/>
                    <a:pt x="11366" y="8275"/>
                  </a:cubicBezTo>
                  <a:cubicBezTo>
                    <a:pt x="11366" y="8230"/>
                    <a:pt x="11366" y="8200"/>
                    <a:pt x="11366" y="8170"/>
                  </a:cubicBezTo>
                  <a:cubicBezTo>
                    <a:pt x="11351" y="7617"/>
                    <a:pt x="11322" y="7080"/>
                    <a:pt x="11307" y="6542"/>
                  </a:cubicBezTo>
                  <a:cubicBezTo>
                    <a:pt x="11292" y="6542"/>
                    <a:pt x="11292" y="6527"/>
                    <a:pt x="11277" y="6512"/>
                  </a:cubicBezTo>
                  <a:lnTo>
                    <a:pt x="11277" y="6512"/>
                  </a:lnTo>
                  <a:lnTo>
                    <a:pt x="11307" y="6542"/>
                  </a:lnTo>
                  <a:lnTo>
                    <a:pt x="11307" y="6542"/>
                  </a:lnTo>
                  <a:lnTo>
                    <a:pt x="11247" y="5422"/>
                  </a:lnTo>
                  <a:cubicBezTo>
                    <a:pt x="11232" y="5407"/>
                    <a:pt x="11232" y="5392"/>
                    <a:pt x="11217" y="5362"/>
                  </a:cubicBezTo>
                  <a:lnTo>
                    <a:pt x="11217" y="5362"/>
                  </a:lnTo>
                  <a:lnTo>
                    <a:pt x="11247" y="5422"/>
                  </a:lnTo>
                  <a:cubicBezTo>
                    <a:pt x="11247" y="5198"/>
                    <a:pt x="11247" y="4989"/>
                    <a:pt x="11247" y="4780"/>
                  </a:cubicBezTo>
                  <a:cubicBezTo>
                    <a:pt x="11247" y="4750"/>
                    <a:pt x="11187" y="4705"/>
                    <a:pt x="11157" y="4675"/>
                  </a:cubicBezTo>
                  <a:close/>
                  <a:moveTo>
                    <a:pt x="7214" y="18819"/>
                  </a:moveTo>
                  <a:cubicBezTo>
                    <a:pt x="7214" y="18894"/>
                    <a:pt x="7214" y="18984"/>
                    <a:pt x="7199" y="19058"/>
                  </a:cubicBezTo>
                  <a:cubicBezTo>
                    <a:pt x="7229" y="19058"/>
                    <a:pt x="7259" y="19058"/>
                    <a:pt x="7274" y="19073"/>
                  </a:cubicBezTo>
                  <a:cubicBezTo>
                    <a:pt x="7289" y="18984"/>
                    <a:pt x="7289" y="18909"/>
                    <a:pt x="7304" y="188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4" name="Google Shape;704;p66"/>
            <p:cNvGrpSpPr/>
            <p:nvPr/>
          </p:nvGrpSpPr>
          <p:grpSpPr>
            <a:xfrm rot="3474904">
              <a:off x="8154954" y="4037076"/>
              <a:ext cx="1170849" cy="1483705"/>
              <a:chOff x="8049283" y="-244462"/>
              <a:chExt cx="1170796" cy="1483637"/>
            </a:xfrm>
          </p:grpSpPr>
          <p:sp>
            <p:nvSpPr>
              <p:cNvPr id="705" name="Google Shape;705;p66"/>
              <p:cNvSpPr/>
              <p:nvPr/>
            </p:nvSpPr>
            <p:spPr>
              <a:xfrm>
                <a:off x="8049283" y="-244462"/>
                <a:ext cx="1170796" cy="1483637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66"/>
              <p:cNvSpPr/>
              <p:nvPr/>
            </p:nvSpPr>
            <p:spPr>
              <a:xfrm>
                <a:off x="8117374" y="-156110"/>
                <a:ext cx="991767" cy="1261431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07" name="Google Shape;707;p66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oogle Shape;709;p67"/>
          <p:cNvGrpSpPr/>
          <p:nvPr/>
        </p:nvGrpSpPr>
        <p:grpSpPr>
          <a:xfrm>
            <a:off x="-711192" y="-1010700"/>
            <a:ext cx="10672104" cy="6605633"/>
            <a:chOff x="-711192" y="-1010700"/>
            <a:chExt cx="10672104" cy="6605633"/>
          </a:xfrm>
        </p:grpSpPr>
        <p:grpSp>
          <p:nvGrpSpPr>
            <p:cNvPr id="710" name="Google Shape;710;p67"/>
            <p:cNvGrpSpPr/>
            <p:nvPr/>
          </p:nvGrpSpPr>
          <p:grpSpPr>
            <a:xfrm rot="-4564129" flipH="1">
              <a:off x="-1041904" y="1669951"/>
              <a:ext cx="1964060" cy="854923"/>
              <a:chOff x="521732" y="3858675"/>
              <a:chExt cx="1280076" cy="854902"/>
            </a:xfrm>
          </p:grpSpPr>
          <p:sp>
            <p:nvSpPr>
              <p:cNvPr id="711" name="Google Shape;711;p67"/>
              <p:cNvSpPr/>
              <p:nvPr/>
            </p:nvSpPr>
            <p:spPr>
              <a:xfrm>
                <a:off x="806637" y="4225743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2" name="Google Shape;712;p67"/>
              <p:cNvSpPr/>
              <p:nvPr/>
            </p:nvSpPr>
            <p:spPr>
              <a:xfrm>
                <a:off x="1355835" y="4224051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3" name="Google Shape;713;p67"/>
              <p:cNvSpPr/>
              <p:nvPr/>
            </p:nvSpPr>
            <p:spPr>
              <a:xfrm>
                <a:off x="1172154" y="4224051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4" name="Google Shape;714;p67"/>
              <p:cNvSpPr/>
              <p:nvPr/>
            </p:nvSpPr>
            <p:spPr>
              <a:xfrm>
                <a:off x="988165" y="4223897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5" name="Google Shape;715;p67"/>
              <p:cNvSpPr/>
              <p:nvPr/>
            </p:nvSpPr>
            <p:spPr>
              <a:xfrm>
                <a:off x="1075698" y="4333740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6" name="Google Shape;716;p67"/>
              <p:cNvSpPr/>
              <p:nvPr/>
            </p:nvSpPr>
            <p:spPr>
              <a:xfrm>
                <a:off x="1073698" y="3950057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7" name="Google Shape;717;p67"/>
              <p:cNvSpPr/>
              <p:nvPr/>
            </p:nvSpPr>
            <p:spPr>
              <a:xfrm>
                <a:off x="1077852" y="4515736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8" name="Google Shape;718;p67"/>
              <p:cNvSpPr/>
              <p:nvPr/>
            </p:nvSpPr>
            <p:spPr>
              <a:xfrm>
                <a:off x="1077852" y="4131438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19" name="Google Shape;719;p67"/>
              <p:cNvSpPr/>
              <p:nvPr/>
            </p:nvSpPr>
            <p:spPr>
              <a:xfrm>
                <a:off x="1532747" y="4230820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0" name="Google Shape;720;p67"/>
              <p:cNvSpPr/>
              <p:nvPr/>
            </p:nvSpPr>
            <p:spPr>
              <a:xfrm>
                <a:off x="1714275" y="4230358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1" name="Google Shape;721;p67"/>
              <p:cNvSpPr/>
              <p:nvPr/>
            </p:nvSpPr>
            <p:spPr>
              <a:xfrm>
                <a:off x="808945" y="3865598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2" name="Google Shape;722;p67"/>
              <p:cNvSpPr/>
              <p:nvPr/>
            </p:nvSpPr>
            <p:spPr>
              <a:xfrm>
                <a:off x="1176615" y="4423738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3" name="Google Shape;723;p67"/>
              <p:cNvSpPr/>
              <p:nvPr/>
            </p:nvSpPr>
            <p:spPr>
              <a:xfrm>
                <a:off x="988165" y="3863290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4" name="Google Shape;724;p67"/>
              <p:cNvSpPr/>
              <p:nvPr/>
            </p:nvSpPr>
            <p:spPr>
              <a:xfrm>
                <a:off x="1530594" y="4046978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5" name="Google Shape;725;p67"/>
              <p:cNvSpPr/>
              <p:nvPr/>
            </p:nvSpPr>
            <p:spPr>
              <a:xfrm>
                <a:off x="811253" y="4046824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6" name="Google Shape;726;p67"/>
              <p:cNvSpPr/>
              <p:nvPr/>
            </p:nvSpPr>
            <p:spPr>
              <a:xfrm>
                <a:off x="1445522" y="4329125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7" name="Google Shape;727;p67"/>
              <p:cNvSpPr/>
              <p:nvPr/>
            </p:nvSpPr>
            <p:spPr>
              <a:xfrm>
                <a:off x="1714429" y="3865444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8" name="Google Shape;728;p67"/>
              <p:cNvSpPr/>
              <p:nvPr/>
            </p:nvSpPr>
            <p:spPr>
              <a:xfrm>
                <a:off x="985857" y="4428507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29" name="Google Shape;729;p67"/>
              <p:cNvSpPr/>
              <p:nvPr/>
            </p:nvSpPr>
            <p:spPr>
              <a:xfrm>
                <a:off x="1710121" y="4046670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0" name="Google Shape;730;p67"/>
              <p:cNvSpPr/>
              <p:nvPr/>
            </p:nvSpPr>
            <p:spPr>
              <a:xfrm>
                <a:off x="627418" y="3858675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1" name="Google Shape;731;p67"/>
              <p:cNvSpPr/>
              <p:nvPr/>
            </p:nvSpPr>
            <p:spPr>
              <a:xfrm>
                <a:off x="900939" y="4513274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2" name="Google Shape;732;p67"/>
              <p:cNvSpPr/>
              <p:nvPr/>
            </p:nvSpPr>
            <p:spPr>
              <a:xfrm>
                <a:off x="1351220" y="4049440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3" name="Google Shape;733;p67"/>
              <p:cNvSpPr/>
              <p:nvPr/>
            </p:nvSpPr>
            <p:spPr>
              <a:xfrm>
                <a:off x="1622434" y="4328356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4" name="Google Shape;734;p67"/>
              <p:cNvSpPr/>
              <p:nvPr/>
            </p:nvSpPr>
            <p:spPr>
              <a:xfrm>
                <a:off x="898632" y="4134361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5" name="Google Shape;735;p67"/>
              <p:cNvSpPr/>
              <p:nvPr/>
            </p:nvSpPr>
            <p:spPr>
              <a:xfrm>
                <a:off x="1261687" y="4329740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6" name="Google Shape;736;p67"/>
              <p:cNvSpPr/>
              <p:nvPr/>
            </p:nvSpPr>
            <p:spPr>
              <a:xfrm>
                <a:off x="724027" y="4327433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7" name="Google Shape;737;p67"/>
              <p:cNvSpPr/>
              <p:nvPr/>
            </p:nvSpPr>
            <p:spPr>
              <a:xfrm>
                <a:off x="1535055" y="3865598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8" name="Google Shape;738;p67"/>
              <p:cNvSpPr/>
              <p:nvPr/>
            </p:nvSpPr>
            <p:spPr>
              <a:xfrm>
                <a:off x="1266302" y="4511275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39" name="Google Shape;739;p67"/>
              <p:cNvSpPr/>
              <p:nvPr/>
            </p:nvSpPr>
            <p:spPr>
              <a:xfrm>
                <a:off x="1441061" y="3956365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0" name="Google Shape;740;p67"/>
              <p:cNvSpPr/>
              <p:nvPr/>
            </p:nvSpPr>
            <p:spPr>
              <a:xfrm>
                <a:off x="813560" y="4419123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1" name="Google Shape;741;p67"/>
              <p:cNvSpPr/>
              <p:nvPr/>
            </p:nvSpPr>
            <p:spPr>
              <a:xfrm>
                <a:off x="1351220" y="3860983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2" name="Google Shape;742;p67"/>
              <p:cNvSpPr/>
              <p:nvPr/>
            </p:nvSpPr>
            <p:spPr>
              <a:xfrm>
                <a:off x="1353527" y="4421584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3" name="Google Shape;743;p67"/>
              <p:cNvSpPr/>
              <p:nvPr/>
            </p:nvSpPr>
            <p:spPr>
              <a:xfrm>
                <a:off x="898632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4" name="Google Shape;744;p67"/>
              <p:cNvSpPr/>
              <p:nvPr/>
            </p:nvSpPr>
            <p:spPr>
              <a:xfrm>
                <a:off x="1627049" y="3955134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5" name="Google Shape;745;p67"/>
              <p:cNvSpPr/>
              <p:nvPr/>
            </p:nvSpPr>
            <p:spPr>
              <a:xfrm>
                <a:off x="521732" y="4141130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6" name="Google Shape;746;p67"/>
              <p:cNvSpPr/>
              <p:nvPr/>
            </p:nvSpPr>
            <p:spPr>
              <a:xfrm>
                <a:off x="1443214" y="4138976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7" name="Google Shape;747;p67"/>
              <p:cNvSpPr/>
              <p:nvPr/>
            </p:nvSpPr>
            <p:spPr>
              <a:xfrm>
                <a:off x="1443214" y="4511275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8" name="Google Shape;748;p67"/>
              <p:cNvSpPr/>
              <p:nvPr/>
            </p:nvSpPr>
            <p:spPr>
              <a:xfrm>
                <a:off x="537885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49" name="Google Shape;749;p67"/>
              <p:cNvSpPr/>
              <p:nvPr/>
            </p:nvSpPr>
            <p:spPr>
              <a:xfrm>
                <a:off x="988165" y="404482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0" name="Google Shape;750;p67"/>
              <p:cNvSpPr/>
              <p:nvPr/>
            </p:nvSpPr>
            <p:spPr>
              <a:xfrm>
                <a:off x="714797" y="4508813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1" name="Google Shape;751;p67"/>
              <p:cNvSpPr/>
              <p:nvPr/>
            </p:nvSpPr>
            <p:spPr>
              <a:xfrm>
                <a:off x="1172154" y="4602965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2" name="Google Shape;752;p67"/>
              <p:cNvSpPr/>
              <p:nvPr/>
            </p:nvSpPr>
            <p:spPr>
              <a:xfrm>
                <a:off x="988165" y="4604965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3" name="Google Shape;753;p67"/>
              <p:cNvSpPr/>
              <p:nvPr/>
            </p:nvSpPr>
            <p:spPr>
              <a:xfrm>
                <a:off x="625572" y="4048363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4" name="Google Shape;754;p67"/>
              <p:cNvSpPr/>
              <p:nvPr/>
            </p:nvSpPr>
            <p:spPr>
              <a:xfrm>
                <a:off x="1268609" y="4154822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5" name="Google Shape;755;p67"/>
              <p:cNvSpPr/>
              <p:nvPr/>
            </p:nvSpPr>
            <p:spPr>
              <a:xfrm>
                <a:off x="751564" y="4148206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6" name="Google Shape;756;p67"/>
              <p:cNvSpPr/>
              <p:nvPr/>
            </p:nvSpPr>
            <p:spPr>
              <a:xfrm>
                <a:off x="811253" y="4600811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7" name="Google Shape;757;p67"/>
              <p:cNvSpPr/>
              <p:nvPr/>
            </p:nvSpPr>
            <p:spPr>
              <a:xfrm>
                <a:off x="680337" y="4433123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8" name="Google Shape;758;p67"/>
              <p:cNvSpPr/>
              <p:nvPr/>
            </p:nvSpPr>
            <p:spPr>
              <a:xfrm>
                <a:off x="776793" y="3966672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59" name="Google Shape;759;p67"/>
              <p:cNvSpPr/>
              <p:nvPr/>
            </p:nvSpPr>
            <p:spPr>
              <a:xfrm>
                <a:off x="1615512" y="4139283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60" name="Google Shape;760;p67"/>
              <p:cNvSpPr/>
              <p:nvPr/>
            </p:nvSpPr>
            <p:spPr>
              <a:xfrm>
                <a:off x="1525825" y="4694501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</p:grpSp>
        <p:grpSp>
          <p:nvGrpSpPr>
            <p:cNvPr id="761" name="Google Shape;761;p67"/>
            <p:cNvGrpSpPr/>
            <p:nvPr/>
          </p:nvGrpSpPr>
          <p:grpSpPr>
            <a:xfrm rot="352941">
              <a:off x="8100856" y="2497253"/>
              <a:ext cx="1183090" cy="1499045"/>
              <a:chOff x="-575067" y="38652"/>
              <a:chExt cx="1093330" cy="1385441"/>
            </a:xfrm>
          </p:grpSpPr>
          <p:sp>
            <p:nvSpPr>
              <p:cNvPr id="762" name="Google Shape;762;p67"/>
              <p:cNvSpPr/>
              <p:nvPr/>
            </p:nvSpPr>
            <p:spPr>
              <a:xfrm>
                <a:off x="-575067" y="38652"/>
                <a:ext cx="1093330" cy="1385441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63" name="Google Shape;763;p67"/>
              <p:cNvSpPr/>
              <p:nvPr/>
            </p:nvSpPr>
            <p:spPr>
              <a:xfrm>
                <a:off x="-511482" y="121157"/>
                <a:ext cx="926146" cy="1177942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</p:grpSp>
        <p:sp>
          <p:nvSpPr>
            <p:cNvPr id="764" name="Google Shape;764;p67"/>
            <p:cNvSpPr/>
            <p:nvPr/>
          </p:nvSpPr>
          <p:spPr>
            <a:xfrm flipH="1">
              <a:off x="-498341" y="-1010700"/>
              <a:ext cx="2305510" cy="1811891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765" name="Google Shape;765;p67"/>
            <p:cNvSpPr/>
            <p:nvPr/>
          </p:nvSpPr>
          <p:spPr>
            <a:xfrm rot="4886961" flipH="1">
              <a:off x="8564154" y="4170423"/>
              <a:ext cx="1146186" cy="1493513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766" name="Google Shape;766;p67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67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" name="Google Shape;770;p69"/>
          <p:cNvGrpSpPr/>
          <p:nvPr/>
        </p:nvGrpSpPr>
        <p:grpSpPr>
          <a:xfrm>
            <a:off x="-2216153" y="-933175"/>
            <a:ext cx="11643277" cy="6555825"/>
            <a:chOff x="-2216153" y="-933175"/>
            <a:chExt cx="11643277" cy="6555825"/>
          </a:xfrm>
        </p:grpSpPr>
        <p:grpSp>
          <p:nvGrpSpPr>
            <p:cNvPr id="771" name="Google Shape;771;p69"/>
            <p:cNvGrpSpPr/>
            <p:nvPr/>
          </p:nvGrpSpPr>
          <p:grpSpPr>
            <a:xfrm rot="-353083" flipH="1">
              <a:off x="8031469" y="3895034"/>
              <a:ext cx="1313781" cy="1664653"/>
              <a:chOff x="-575067" y="38652"/>
              <a:chExt cx="1093330" cy="1385441"/>
            </a:xfrm>
          </p:grpSpPr>
          <p:sp>
            <p:nvSpPr>
              <p:cNvPr id="772" name="Google Shape;772;p69"/>
              <p:cNvSpPr/>
              <p:nvPr/>
            </p:nvSpPr>
            <p:spPr>
              <a:xfrm>
                <a:off x="-575067" y="38652"/>
                <a:ext cx="1093330" cy="1385441"/>
              </a:xfrm>
              <a:custGeom>
                <a:avLst/>
                <a:gdLst/>
                <a:ahLst/>
                <a:cxnLst/>
                <a:rect l="l" t="t" r="r" b="b"/>
                <a:pathLst>
                  <a:path w="11039" h="13988" extrusionOk="0">
                    <a:moveTo>
                      <a:pt x="5557" y="878"/>
                    </a:moveTo>
                    <a:cubicBezTo>
                      <a:pt x="5557" y="878"/>
                      <a:pt x="5572" y="878"/>
                      <a:pt x="5572" y="893"/>
                    </a:cubicBezTo>
                    <a:lnTo>
                      <a:pt x="5557" y="878"/>
                    </a:lnTo>
                    <a:close/>
                    <a:moveTo>
                      <a:pt x="852" y="863"/>
                    </a:moveTo>
                    <a:cubicBezTo>
                      <a:pt x="897" y="897"/>
                      <a:pt x="942" y="913"/>
                      <a:pt x="986" y="913"/>
                    </a:cubicBezTo>
                    <a:cubicBezTo>
                      <a:pt x="1001" y="913"/>
                      <a:pt x="1016" y="912"/>
                      <a:pt x="1031" y="908"/>
                    </a:cubicBezTo>
                    <a:lnTo>
                      <a:pt x="1121" y="908"/>
                    </a:lnTo>
                    <a:cubicBezTo>
                      <a:pt x="1136" y="923"/>
                      <a:pt x="1151" y="938"/>
                      <a:pt x="1151" y="953"/>
                    </a:cubicBezTo>
                    <a:cubicBezTo>
                      <a:pt x="1151" y="983"/>
                      <a:pt x="1166" y="1027"/>
                      <a:pt x="1196" y="1057"/>
                    </a:cubicBezTo>
                    <a:cubicBezTo>
                      <a:pt x="1225" y="1132"/>
                      <a:pt x="1240" y="1207"/>
                      <a:pt x="1240" y="1281"/>
                    </a:cubicBezTo>
                    <a:cubicBezTo>
                      <a:pt x="1230" y="1410"/>
                      <a:pt x="1173" y="1477"/>
                      <a:pt x="1086" y="1477"/>
                    </a:cubicBezTo>
                    <a:cubicBezTo>
                      <a:pt x="1052" y="1477"/>
                      <a:pt x="1014" y="1467"/>
                      <a:pt x="972" y="1446"/>
                    </a:cubicBezTo>
                    <a:cubicBezTo>
                      <a:pt x="837" y="1356"/>
                      <a:pt x="762" y="1236"/>
                      <a:pt x="747" y="1072"/>
                    </a:cubicBezTo>
                    <a:cubicBezTo>
                      <a:pt x="747" y="1027"/>
                      <a:pt x="762" y="968"/>
                      <a:pt x="733" y="923"/>
                    </a:cubicBezTo>
                    <a:lnTo>
                      <a:pt x="733" y="923"/>
                    </a:lnTo>
                    <a:cubicBezTo>
                      <a:pt x="761" y="942"/>
                      <a:pt x="784" y="950"/>
                      <a:pt x="802" y="950"/>
                    </a:cubicBezTo>
                    <a:cubicBezTo>
                      <a:pt x="838" y="950"/>
                      <a:pt x="852" y="914"/>
                      <a:pt x="852" y="863"/>
                    </a:cubicBezTo>
                    <a:close/>
                    <a:moveTo>
                      <a:pt x="598" y="1744"/>
                    </a:moveTo>
                    <a:cubicBezTo>
                      <a:pt x="617" y="1774"/>
                      <a:pt x="635" y="1804"/>
                      <a:pt x="658" y="1834"/>
                    </a:cubicBezTo>
                    <a:lnTo>
                      <a:pt x="598" y="1744"/>
                    </a:lnTo>
                    <a:close/>
                    <a:moveTo>
                      <a:pt x="4362" y="2058"/>
                    </a:moveTo>
                    <a:lnTo>
                      <a:pt x="4362" y="2073"/>
                    </a:lnTo>
                    <a:lnTo>
                      <a:pt x="4347" y="2058"/>
                    </a:lnTo>
                    <a:close/>
                    <a:moveTo>
                      <a:pt x="4739" y="995"/>
                    </a:moveTo>
                    <a:cubicBezTo>
                      <a:pt x="4799" y="995"/>
                      <a:pt x="4854" y="1026"/>
                      <a:pt x="4944" y="1117"/>
                    </a:cubicBezTo>
                    <a:cubicBezTo>
                      <a:pt x="4989" y="1177"/>
                      <a:pt x="5034" y="1222"/>
                      <a:pt x="5094" y="1251"/>
                    </a:cubicBezTo>
                    <a:cubicBezTo>
                      <a:pt x="5109" y="1266"/>
                      <a:pt x="5124" y="1266"/>
                      <a:pt x="5139" y="1281"/>
                    </a:cubicBezTo>
                    <a:cubicBezTo>
                      <a:pt x="5213" y="1446"/>
                      <a:pt x="5288" y="1610"/>
                      <a:pt x="5363" y="1774"/>
                    </a:cubicBezTo>
                    <a:cubicBezTo>
                      <a:pt x="5363" y="1789"/>
                      <a:pt x="5363" y="1789"/>
                      <a:pt x="5363" y="1789"/>
                    </a:cubicBezTo>
                    <a:cubicBezTo>
                      <a:pt x="5318" y="1864"/>
                      <a:pt x="5333" y="1938"/>
                      <a:pt x="5318" y="2013"/>
                    </a:cubicBezTo>
                    <a:cubicBezTo>
                      <a:pt x="5258" y="2043"/>
                      <a:pt x="5168" y="2013"/>
                      <a:pt x="5124" y="2103"/>
                    </a:cubicBezTo>
                    <a:cubicBezTo>
                      <a:pt x="5109" y="2103"/>
                      <a:pt x="5109" y="2118"/>
                      <a:pt x="5094" y="2118"/>
                    </a:cubicBezTo>
                    <a:cubicBezTo>
                      <a:pt x="4944" y="2118"/>
                      <a:pt x="4795" y="2103"/>
                      <a:pt x="4691" y="1953"/>
                    </a:cubicBezTo>
                    <a:cubicBezTo>
                      <a:pt x="4601" y="1819"/>
                      <a:pt x="4526" y="1685"/>
                      <a:pt x="4437" y="1535"/>
                    </a:cubicBezTo>
                    <a:cubicBezTo>
                      <a:pt x="4466" y="1461"/>
                      <a:pt x="4452" y="1401"/>
                      <a:pt x="4437" y="1326"/>
                    </a:cubicBezTo>
                    <a:cubicBezTo>
                      <a:pt x="4392" y="1207"/>
                      <a:pt x="4437" y="1087"/>
                      <a:pt x="4556" y="1042"/>
                    </a:cubicBezTo>
                    <a:cubicBezTo>
                      <a:pt x="4636" y="1016"/>
                      <a:pt x="4690" y="995"/>
                      <a:pt x="4739" y="995"/>
                    </a:cubicBezTo>
                    <a:close/>
                    <a:moveTo>
                      <a:pt x="615" y="1"/>
                    </a:moveTo>
                    <a:cubicBezTo>
                      <a:pt x="598" y="1"/>
                      <a:pt x="583" y="4"/>
                      <a:pt x="568" y="12"/>
                    </a:cubicBezTo>
                    <a:cubicBezTo>
                      <a:pt x="464" y="42"/>
                      <a:pt x="389" y="116"/>
                      <a:pt x="314" y="176"/>
                    </a:cubicBezTo>
                    <a:lnTo>
                      <a:pt x="299" y="176"/>
                    </a:lnTo>
                    <a:cubicBezTo>
                      <a:pt x="225" y="251"/>
                      <a:pt x="135" y="325"/>
                      <a:pt x="60" y="400"/>
                    </a:cubicBezTo>
                    <a:cubicBezTo>
                      <a:pt x="45" y="430"/>
                      <a:pt x="31" y="460"/>
                      <a:pt x="31" y="475"/>
                    </a:cubicBezTo>
                    <a:cubicBezTo>
                      <a:pt x="16" y="520"/>
                      <a:pt x="1" y="564"/>
                      <a:pt x="16" y="594"/>
                    </a:cubicBezTo>
                    <a:cubicBezTo>
                      <a:pt x="90" y="773"/>
                      <a:pt x="180" y="968"/>
                      <a:pt x="270" y="1147"/>
                    </a:cubicBezTo>
                    <a:cubicBezTo>
                      <a:pt x="344" y="1311"/>
                      <a:pt x="449" y="1475"/>
                      <a:pt x="538" y="1655"/>
                    </a:cubicBezTo>
                    <a:lnTo>
                      <a:pt x="598" y="1744"/>
                    </a:lnTo>
                    <a:lnTo>
                      <a:pt x="598" y="1744"/>
                    </a:lnTo>
                    <a:cubicBezTo>
                      <a:pt x="579" y="1714"/>
                      <a:pt x="561" y="1685"/>
                      <a:pt x="538" y="1655"/>
                    </a:cubicBezTo>
                    <a:lnTo>
                      <a:pt x="538" y="1655"/>
                    </a:lnTo>
                    <a:cubicBezTo>
                      <a:pt x="583" y="1714"/>
                      <a:pt x="628" y="1774"/>
                      <a:pt x="658" y="1834"/>
                    </a:cubicBezTo>
                    <a:cubicBezTo>
                      <a:pt x="762" y="1924"/>
                      <a:pt x="852" y="2028"/>
                      <a:pt x="957" y="2088"/>
                    </a:cubicBezTo>
                    <a:cubicBezTo>
                      <a:pt x="986" y="2103"/>
                      <a:pt x="1031" y="2118"/>
                      <a:pt x="1076" y="2133"/>
                    </a:cubicBezTo>
                    <a:cubicBezTo>
                      <a:pt x="1136" y="2162"/>
                      <a:pt x="1196" y="2162"/>
                      <a:pt x="1270" y="2162"/>
                    </a:cubicBezTo>
                    <a:cubicBezTo>
                      <a:pt x="1494" y="2073"/>
                      <a:pt x="1733" y="2013"/>
                      <a:pt x="1942" y="1909"/>
                    </a:cubicBezTo>
                    <a:cubicBezTo>
                      <a:pt x="2122" y="1819"/>
                      <a:pt x="2151" y="1699"/>
                      <a:pt x="2047" y="1520"/>
                    </a:cubicBezTo>
                    <a:cubicBezTo>
                      <a:pt x="1823" y="1147"/>
                      <a:pt x="1599" y="788"/>
                      <a:pt x="1360" y="430"/>
                    </a:cubicBezTo>
                    <a:cubicBezTo>
                      <a:pt x="1330" y="385"/>
                      <a:pt x="1255" y="340"/>
                      <a:pt x="1210" y="310"/>
                    </a:cubicBezTo>
                    <a:cubicBezTo>
                      <a:pt x="1196" y="296"/>
                      <a:pt x="1196" y="281"/>
                      <a:pt x="1181" y="281"/>
                    </a:cubicBezTo>
                    <a:cubicBezTo>
                      <a:pt x="1088" y="162"/>
                      <a:pt x="1019" y="19"/>
                      <a:pt x="859" y="19"/>
                    </a:cubicBezTo>
                    <a:cubicBezTo>
                      <a:pt x="838" y="19"/>
                      <a:pt x="816" y="22"/>
                      <a:pt x="792" y="27"/>
                    </a:cubicBezTo>
                    <a:cubicBezTo>
                      <a:pt x="761" y="16"/>
                      <a:pt x="729" y="6"/>
                      <a:pt x="703" y="6"/>
                    </a:cubicBezTo>
                    <a:cubicBezTo>
                      <a:pt x="692" y="6"/>
                      <a:pt x="682" y="7"/>
                      <a:pt x="673" y="12"/>
                    </a:cubicBezTo>
                    <a:cubicBezTo>
                      <a:pt x="650" y="4"/>
                      <a:pt x="632" y="1"/>
                      <a:pt x="615" y="1"/>
                    </a:cubicBezTo>
                    <a:close/>
                    <a:moveTo>
                      <a:pt x="4783" y="203"/>
                    </a:moveTo>
                    <a:cubicBezTo>
                      <a:pt x="4699" y="203"/>
                      <a:pt x="4617" y="224"/>
                      <a:pt x="4541" y="281"/>
                    </a:cubicBezTo>
                    <a:cubicBezTo>
                      <a:pt x="4437" y="340"/>
                      <a:pt x="4332" y="385"/>
                      <a:pt x="4228" y="445"/>
                    </a:cubicBezTo>
                    <a:cubicBezTo>
                      <a:pt x="4168" y="475"/>
                      <a:pt x="4123" y="505"/>
                      <a:pt x="4063" y="534"/>
                    </a:cubicBezTo>
                    <a:cubicBezTo>
                      <a:pt x="4048" y="549"/>
                      <a:pt x="4018" y="549"/>
                      <a:pt x="4003" y="564"/>
                    </a:cubicBezTo>
                    <a:cubicBezTo>
                      <a:pt x="3974" y="579"/>
                      <a:pt x="3944" y="609"/>
                      <a:pt x="3914" y="624"/>
                    </a:cubicBezTo>
                    <a:cubicBezTo>
                      <a:pt x="3869" y="654"/>
                      <a:pt x="3824" y="669"/>
                      <a:pt x="3779" y="699"/>
                    </a:cubicBezTo>
                    <a:cubicBezTo>
                      <a:pt x="3765" y="714"/>
                      <a:pt x="3765" y="729"/>
                      <a:pt x="3750" y="759"/>
                    </a:cubicBezTo>
                    <a:cubicBezTo>
                      <a:pt x="3705" y="803"/>
                      <a:pt x="3660" y="848"/>
                      <a:pt x="3630" y="893"/>
                    </a:cubicBezTo>
                    <a:cubicBezTo>
                      <a:pt x="3600" y="983"/>
                      <a:pt x="3585" y="1057"/>
                      <a:pt x="3555" y="1147"/>
                    </a:cubicBezTo>
                    <a:lnTo>
                      <a:pt x="3555" y="1371"/>
                    </a:lnTo>
                    <a:cubicBezTo>
                      <a:pt x="3600" y="1490"/>
                      <a:pt x="3645" y="1625"/>
                      <a:pt x="3690" y="1744"/>
                    </a:cubicBezTo>
                    <a:cubicBezTo>
                      <a:pt x="3779" y="1864"/>
                      <a:pt x="3869" y="1983"/>
                      <a:pt x="3959" y="2103"/>
                    </a:cubicBezTo>
                    <a:cubicBezTo>
                      <a:pt x="4063" y="2237"/>
                      <a:pt x="4168" y="2372"/>
                      <a:pt x="4272" y="2506"/>
                    </a:cubicBezTo>
                    <a:cubicBezTo>
                      <a:pt x="4377" y="2611"/>
                      <a:pt x="4496" y="2715"/>
                      <a:pt x="4616" y="2820"/>
                    </a:cubicBezTo>
                    <a:cubicBezTo>
                      <a:pt x="4633" y="2837"/>
                      <a:pt x="4646" y="2844"/>
                      <a:pt x="4659" y="2844"/>
                    </a:cubicBezTo>
                    <a:cubicBezTo>
                      <a:pt x="4668" y="2844"/>
                      <a:pt x="4678" y="2841"/>
                      <a:pt x="4691" y="2835"/>
                    </a:cubicBezTo>
                    <a:lnTo>
                      <a:pt x="4691" y="2850"/>
                    </a:lnTo>
                    <a:cubicBezTo>
                      <a:pt x="4780" y="2939"/>
                      <a:pt x="4855" y="3029"/>
                      <a:pt x="4974" y="3059"/>
                    </a:cubicBezTo>
                    <a:cubicBezTo>
                      <a:pt x="4986" y="3061"/>
                      <a:pt x="4997" y="3063"/>
                      <a:pt x="5009" y="3063"/>
                    </a:cubicBezTo>
                    <a:cubicBezTo>
                      <a:pt x="5057" y="3063"/>
                      <a:pt x="5105" y="3041"/>
                      <a:pt x="5154" y="3029"/>
                    </a:cubicBezTo>
                    <a:cubicBezTo>
                      <a:pt x="5183" y="2999"/>
                      <a:pt x="5243" y="3014"/>
                      <a:pt x="5273" y="2984"/>
                    </a:cubicBezTo>
                    <a:cubicBezTo>
                      <a:pt x="5318" y="2969"/>
                      <a:pt x="5348" y="2969"/>
                      <a:pt x="5378" y="2954"/>
                    </a:cubicBezTo>
                    <a:cubicBezTo>
                      <a:pt x="5467" y="2939"/>
                      <a:pt x="5572" y="2954"/>
                      <a:pt x="5617" y="2850"/>
                    </a:cubicBezTo>
                    <a:lnTo>
                      <a:pt x="5856" y="2730"/>
                    </a:lnTo>
                    <a:cubicBezTo>
                      <a:pt x="5990" y="2685"/>
                      <a:pt x="6109" y="2625"/>
                      <a:pt x="6244" y="2581"/>
                    </a:cubicBezTo>
                    <a:cubicBezTo>
                      <a:pt x="6259" y="2566"/>
                      <a:pt x="6274" y="2551"/>
                      <a:pt x="6274" y="2536"/>
                    </a:cubicBezTo>
                    <a:cubicBezTo>
                      <a:pt x="6319" y="2506"/>
                      <a:pt x="6363" y="2461"/>
                      <a:pt x="6363" y="2431"/>
                    </a:cubicBezTo>
                    <a:cubicBezTo>
                      <a:pt x="6393" y="2297"/>
                      <a:pt x="6378" y="2162"/>
                      <a:pt x="6393" y="2028"/>
                    </a:cubicBezTo>
                    <a:cubicBezTo>
                      <a:pt x="6348" y="1909"/>
                      <a:pt x="6304" y="1774"/>
                      <a:pt x="6259" y="1655"/>
                    </a:cubicBezTo>
                    <a:lnTo>
                      <a:pt x="6229" y="1565"/>
                    </a:lnTo>
                    <a:lnTo>
                      <a:pt x="6109" y="1401"/>
                    </a:lnTo>
                    <a:lnTo>
                      <a:pt x="5661" y="729"/>
                    </a:lnTo>
                    <a:cubicBezTo>
                      <a:pt x="5572" y="639"/>
                      <a:pt x="5467" y="564"/>
                      <a:pt x="5378" y="475"/>
                    </a:cubicBezTo>
                    <a:cubicBezTo>
                      <a:pt x="5288" y="400"/>
                      <a:pt x="5183" y="340"/>
                      <a:pt x="5094" y="281"/>
                    </a:cubicBezTo>
                    <a:cubicBezTo>
                      <a:pt x="5034" y="266"/>
                      <a:pt x="4989" y="236"/>
                      <a:pt x="4930" y="221"/>
                    </a:cubicBezTo>
                    <a:cubicBezTo>
                      <a:pt x="4880" y="210"/>
                      <a:pt x="4831" y="203"/>
                      <a:pt x="4783" y="203"/>
                    </a:cubicBezTo>
                    <a:close/>
                    <a:moveTo>
                      <a:pt x="4242" y="3925"/>
                    </a:moveTo>
                    <a:cubicBezTo>
                      <a:pt x="4242" y="3940"/>
                      <a:pt x="4228" y="3970"/>
                      <a:pt x="4213" y="3970"/>
                    </a:cubicBezTo>
                    <a:lnTo>
                      <a:pt x="4242" y="3925"/>
                    </a:lnTo>
                    <a:close/>
                    <a:moveTo>
                      <a:pt x="3940" y="3495"/>
                    </a:moveTo>
                    <a:cubicBezTo>
                      <a:pt x="3838" y="3495"/>
                      <a:pt x="3737" y="3523"/>
                      <a:pt x="3645" y="3552"/>
                    </a:cubicBezTo>
                    <a:cubicBezTo>
                      <a:pt x="3391" y="3641"/>
                      <a:pt x="3152" y="3820"/>
                      <a:pt x="2913" y="3970"/>
                    </a:cubicBezTo>
                    <a:cubicBezTo>
                      <a:pt x="2779" y="4074"/>
                      <a:pt x="2600" y="4149"/>
                      <a:pt x="2570" y="4358"/>
                    </a:cubicBezTo>
                    <a:cubicBezTo>
                      <a:pt x="2555" y="4388"/>
                      <a:pt x="2525" y="4418"/>
                      <a:pt x="2510" y="4448"/>
                    </a:cubicBezTo>
                    <a:cubicBezTo>
                      <a:pt x="2465" y="4537"/>
                      <a:pt x="2510" y="4627"/>
                      <a:pt x="2495" y="4702"/>
                    </a:cubicBezTo>
                    <a:cubicBezTo>
                      <a:pt x="2555" y="4941"/>
                      <a:pt x="2659" y="5165"/>
                      <a:pt x="2838" y="5344"/>
                    </a:cubicBezTo>
                    <a:lnTo>
                      <a:pt x="2824" y="5344"/>
                    </a:lnTo>
                    <a:cubicBezTo>
                      <a:pt x="2943" y="5583"/>
                      <a:pt x="3122" y="5762"/>
                      <a:pt x="3316" y="5941"/>
                    </a:cubicBezTo>
                    <a:cubicBezTo>
                      <a:pt x="3451" y="6076"/>
                      <a:pt x="3600" y="6210"/>
                      <a:pt x="3750" y="6345"/>
                    </a:cubicBezTo>
                    <a:cubicBezTo>
                      <a:pt x="3794" y="6389"/>
                      <a:pt x="3839" y="6434"/>
                      <a:pt x="3884" y="6464"/>
                    </a:cubicBezTo>
                    <a:cubicBezTo>
                      <a:pt x="4108" y="6643"/>
                      <a:pt x="4272" y="6882"/>
                      <a:pt x="4556" y="6957"/>
                    </a:cubicBezTo>
                    <a:cubicBezTo>
                      <a:pt x="4571" y="6957"/>
                      <a:pt x="4586" y="6987"/>
                      <a:pt x="4601" y="7002"/>
                    </a:cubicBezTo>
                    <a:cubicBezTo>
                      <a:pt x="4691" y="7047"/>
                      <a:pt x="4780" y="7091"/>
                      <a:pt x="4870" y="7121"/>
                    </a:cubicBezTo>
                    <a:cubicBezTo>
                      <a:pt x="4915" y="7211"/>
                      <a:pt x="5004" y="7181"/>
                      <a:pt x="5079" y="7196"/>
                    </a:cubicBezTo>
                    <a:cubicBezTo>
                      <a:pt x="5094" y="7196"/>
                      <a:pt x="5124" y="7211"/>
                      <a:pt x="5154" y="7211"/>
                    </a:cubicBezTo>
                    <a:cubicBezTo>
                      <a:pt x="5213" y="7196"/>
                      <a:pt x="5303" y="7226"/>
                      <a:pt x="5348" y="7136"/>
                    </a:cubicBezTo>
                    <a:lnTo>
                      <a:pt x="5512" y="7106"/>
                    </a:lnTo>
                    <a:cubicBezTo>
                      <a:pt x="5518" y="7112"/>
                      <a:pt x="5524" y="7116"/>
                      <a:pt x="5531" y="7116"/>
                    </a:cubicBezTo>
                    <a:cubicBezTo>
                      <a:pt x="5539" y="7116"/>
                      <a:pt x="5548" y="7109"/>
                      <a:pt x="5557" y="7091"/>
                    </a:cubicBezTo>
                    <a:cubicBezTo>
                      <a:pt x="5587" y="7076"/>
                      <a:pt x="5631" y="7061"/>
                      <a:pt x="5661" y="7047"/>
                    </a:cubicBezTo>
                    <a:cubicBezTo>
                      <a:pt x="5679" y="7053"/>
                      <a:pt x="5695" y="7056"/>
                      <a:pt x="5711" y="7056"/>
                    </a:cubicBezTo>
                    <a:cubicBezTo>
                      <a:pt x="5763" y="7056"/>
                      <a:pt x="5806" y="7025"/>
                      <a:pt x="5841" y="7002"/>
                    </a:cubicBezTo>
                    <a:cubicBezTo>
                      <a:pt x="5856" y="6987"/>
                      <a:pt x="5870" y="6972"/>
                      <a:pt x="5885" y="6957"/>
                    </a:cubicBezTo>
                    <a:cubicBezTo>
                      <a:pt x="6005" y="6808"/>
                      <a:pt x="5960" y="6643"/>
                      <a:pt x="5930" y="6494"/>
                    </a:cubicBezTo>
                    <a:lnTo>
                      <a:pt x="5826" y="6270"/>
                    </a:lnTo>
                    <a:cubicBezTo>
                      <a:pt x="5826" y="6255"/>
                      <a:pt x="5826" y="6240"/>
                      <a:pt x="5826" y="6240"/>
                    </a:cubicBezTo>
                    <a:cubicBezTo>
                      <a:pt x="5841" y="5926"/>
                      <a:pt x="5811" y="5643"/>
                      <a:pt x="5631" y="5374"/>
                    </a:cubicBezTo>
                    <a:cubicBezTo>
                      <a:pt x="5572" y="5224"/>
                      <a:pt x="5497" y="5075"/>
                      <a:pt x="5437" y="4941"/>
                    </a:cubicBezTo>
                    <a:lnTo>
                      <a:pt x="5437" y="4926"/>
                    </a:lnTo>
                    <a:cubicBezTo>
                      <a:pt x="5407" y="4896"/>
                      <a:pt x="5378" y="4851"/>
                      <a:pt x="5348" y="4821"/>
                    </a:cubicBezTo>
                    <a:cubicBezTo>
                      <a:pt x="5348" y="4806"/>
                      <a:pt x="5348" y="4806"/>
                      <a:pt x="5348" y="4806"/>
                    </a:cubicBezTo>
                    <a:cubicBezTo>
                      <a:pt x="5303" y="4731"/>
                      <a:pt x="5258" y="4672"/>
                      <a:pt x="5213" y="4612"/>
                    </a:cubicBezTo>
                    <a:cubicBezTo>
                      <a:pt x="5168" y="4522"/>
                      <a:pt x="5109" y="4448"/>
                      <a:pt x="5049" y="4358"/>
                    </a:cubicBezTo>
                    <a:lnTo>
                      <a:pt x="4959" y="4298"/>
                    </a:lnTo>
                    <a:cubicBezTo>
                      <a:pt x="4930" y="4254"/>
                      <a:pt x="4915" y="4224"/>
                      <a:pt x="4885" y="4194"/>
                    </a:cubicBezTo>
                    <a:cubicBezTo>
                      <a:pt x="4840" y="4149"/>
                      <a:pt x="4810" y="4104"/>
                      <a:pt x="4765" y="4074"/>
                    </a:cubicBezTo>
                    <a:cubicBezTo>
                      <a:pt x="4750" y="4044"/>
                      <a:pt x="4735" y="4029"/>
                      <a:pt x="4705" y="4015"/>
                    </a:cubicBezTo>
                    <a:cubicBezTo>
                      <a:pt x="4676" y="3985"/>
                      <a:pt x="4661" y="3970"/>
                      <a:pt x="4631" y="3940"/>
                    </a:cubicBezTo>
                    <a:lnTo>
                      <a:pt x="4616" y="3940"/>
                    </a:lnTo>
                    <a:cubicBezTo>
                      <a:pt x="4631" y="3895"/>
                      <a:pt x="4631" y="3865"/>
                      <a:pt x="4571" y="3865"/>
                    </a:cubicBezTo>
                    <a:cubicBezTo>
                      <a:pt x="4466" y="3790"/>
                      <a:pt x="4347" y="3731"/>
                      <a:pt x="4272" y="3641"/>
                    </a:cubicBezTo>
                    <a:cubicBezTo>
                      <a:pt x="4170" y="3531"/>
                      <a:pt x="4055" y="3495"/>
                      <a:pt x="3940" y="3495"/>
                    </a:cubicBezTo>
                    <a:close/>
                    <a:moveTo>
                      <a:pt x="8280" y="6114"/>
                    </a:moveTo>
                    <a:cubicBezTo>
                      <a:pt x="8147" y="6114"/>
                      <a:pt x="8017" y="6150"/>
                      <a:pt x="7887" y="6240"/>
                    </a:cubicBezTo>
                    <a:cubicBezTo>
                      <a:pt x="7797" y="6270"/>
                      <a:pt x="7693" y="6315"/>
                      <a:pt x="7603" y="6359"/>
                    </a:cubicBezTo>
                    <a:cubicBezTo>
                      <a:pt x="7558" y="6389"/>
                      <a:pt x="7513" y="6404"/>
                      <a:pt x="7469" y="6434"/>
                    </a:cubicBezTo>
                    <a:cubicBezTo>
                      <a:pt x="7274" y="6554"/>
                      <a:pt x="7215" y="6703"/>
                      <a:pt x="7304" y="6912"/>
                    </a:cubicBezTo>
                    <a:cubicBezTo>
                      <a:pt x="7424" y="7121"/>
                      <a:pt x="7543" y="7345"/>
                      <a:pt x="7663" y="7569"/>
                    </a:cubicBezTo>
                    <a:cubicBezTo>
                      <a:pt x="7842" y="7778"/>
                      <a:pt x="8021" y="7973"/>
                      <a:pt x="8200" y="8182"/>
                    </a:cubicBezTo>
                    <a:lnTo>
                      <a:pt x="8215" y="8182"/>
                    </a:lnTo>
                    <a:lnTo>
                      <a:pt x="8410" y="8436"/>
                    </a:lnTo>
                    <a:cubicBezTo>
                      <a:pt x="8454" y="8495"/>
                      <a:pt x="8499" y="8540"/>
                      <a:pt x="8529" y="8585"/>
                    </a:cubicBezTo>
                    <a:lnTo>
                      <a:pt x="8559" y="8630"/>
                    </a:lnTo>
                    <a:lnTo>
                      <a:pt x="8559" y="8615"/>
                    </a:lnTo>
                    <a:cubicBezTo>
                      <a:pt x="8708" y="8764"/>
                      <a:pt x="8858" y="8899"/>
                      <a:pt x="9007" y="9048"/>
                    </a:cubicBezTo>
                    <a:cubicBezTo>
                      <a:pt x="9125" y="9156"/>
                      <a:pt x="9250" y="9213"/>
                      <a:pt x="9386" y="9213"/>
                    </a:cubicBezTo>
                    <a:cubicBezTo>
                      <a:pt x="9456" y="9213"/>
                      <a:pt x="9528" y="9198"/>
                      <a:pt x="9604" y="9167"/>
                    </a:cubicBezTo>
                    <a:lnTo>
                      <a:pt x="9619" y="9167"/>
                    </a:lnTo>
                    <a:cubicBezTo>
                      <a:pt x="9724" y="9138"/>
                      <a:pt x="9843" y="9108"/>
                      <a:pt x="9963" y="9078"/>
                    </a:cubicBezTo>
                    <a:cubicBezTo>
                      <a:pt x="10172" y="9048"/>
                      <a:pt x="10247" y="8943"/>
                      <a:pt x="10232" y="8749"/>
                    </a:cubicBezTo>
                    <a:cubicBezTo>
                      <a:pt x="10217" y="8615"/>
                      <a:pt x="10187" y="8495"/>
                      <a:pt x="10202" y="8376"/>
                    </a:cubicBezTo>
                    <a:cubicBezTo>
                      <a:pt x="10217" y="8167"/>
                      <a:pt x="10187" y="7958"/>
                      <a:pt x="10052" y="7778"/>
                    </a:cubicBezTo>
                    <a:lnTo>
                      <a:pt x="10023" y="7704"/>
                    </a:lnTo>
                    <a:cubicBezTo>
                      <a:pt x="9963" y="7510"/>
                      <a:pt x="9888" y="7315"/>
                      <a:pt x="9709" y="7196"/>
                    </a:cubicBezTo>
                    <a:cubicBezTo>
                      <a:pt x="9694" y="7166"/>
                      <a:pt x="9664" y="7151"/>
                      <a:pt x="9649" y="7121"/>
                    </a:cubicBezTo>
                    <a:cubicBezTo>
                      <a:pt x="9619" y="7091"/>
                      <a:pt x="9589" y="7061"/>
                      <a:pt x="9560" y="7032"/>
                    </a:cubicBezTo>
                    <a:lnTo>
                      <a:pt x="9545" y="7032"/>
                    </a:lnTo>
                    <a:cubicBezTo>
                      <a:pt x="9485" y="6987"/>
                      <a:pt x="9425" y="6927"/>
                      <a:pt x="9365" y="6882"/>
                    </a:cubicBezTo>
                    <a:cubicBezTo>
                      <a:pt x="9231" y="6598"/>
                      <a:pt x="8962" y="6479"/>
                      <a:pt x="8753" y="6270"/>
                    </a:cubicBezTo>
                    <a:cubicBezTo>
                      <a:pt x="8723" y="6240"/>
                      <a:pt x="8663" y="6195"/>
                      <a:pt x="8619" y="6180"/>
                    </a:cubicBezTo>
                    <a:cubicBezTo>
                      <a:pt x="8503" y="6139"/>
                      <a:pt x="8391" y="6114"/>
                      <a:pt x="8280" y="6114"/>
                    </a:cubicBezTo>
                    <a:close/>
                    <a:moveTo>
                      <a:pt x="7170" y="10646"/>
                    </a:moveTo>
                    <a:cubicBezTo>
                      <a:pt x="7170" y="10661"/>
                      <a:pt x="7170" y="10676"/>
                      <a:pt x="7170" y="10691"/>
                    </a:cubicBezTo>
                    <a:cubicBezTo>
                      <a:pt x="7170" y="10676"/>
                      <a:pt x="7155" y="10661"/>
                      <a:pt x="7170" y="10646"/>
                    </a:cubicBezTo>
                    <a:close/>
                    <a:moveTo>
                      <a:pt x="8177" y="8940"/>
                    </a:moveTo>
                    <a:cubicBezTo>
                      <a:pt x="8093" y="8940"/>
                      <a:pt x="8009" y="8955"/>
                      <a:pt x="7932" y="8973"/>
                    </a:cubicBezTo>
                    <a:cubicBezTo>
                      <a:pt x="7708" y="9018"/>
                      <a:pt x="7498" y="9182"/>
                      <a:pt x="7289" y="9287"/>
                    </a:cubicBezTo>
                    <a:cubicBezTo>
                      <a:pt x="7215" y="9317"/>
                      <a:pt x="7155" y="9347"/>
                      <a:pt x="7095" y="9391"/>
                    </a:cubicBezTo>
                    <a:cubicBezTo>
                      <a:pt x="7050" y="9406"/>
                      <a:pt x="7006" y="9436"/>
                      <a:pt x="6961" y="9451"/>
                    </a:cubicBezTo>
                    <a:cubicBezTo>
                      <a:pt x="6886" y="9496"/>
                      <a:pt x="6826" y="9541"/>
                      <a:pt x="6752" y="9586"/>
                    </a:cubicBezTo>
                    <a:cubicBezTo>
                      <a:pt x="6737" y="9615"/>
                      <a:pt x="6722" y="9660"/>
                      <a:pt x="6707" y="9705"/>
                    </a:cubicBezTo>
                    <a:cubicBezTo>
                      <a:pt x="6692" y="9735"/>
                      <a:pt x="6662" y="9750"/>
                      <a:pt x="6662" y="9780"/>
                    </a:cubicBezTo>
                    <a:cubicBezTo>
                      <a:pt x="6662" y="9929"/>
                      <a:pt x="6647" y="10078"/>
                      <a:pt x="6677" y="10228"/>
                    </a:cubicBezTo>
                    <a:cubicBezTo>
                      <a:pt x="6722" y="10512"/>
                      <a:pt x="6811" y="10795"/>
                      <a:pt x="6856" y="11079"/>
                    </a:cubicBezTo>
                    <a:cubicBezTo>
                      <a:pt x="6916" y="11363"/>
                      <a:pt x="7125" y="11572"/>
                      <a:pt x="7245" y="11811"/>
                    </a:cubicBezTo>
                    <a:cubicBezTo>
                      <a:pt x="7319" y="12050"/>
                      <a:pt x="7484" y="12184"/>
                      <a:pt x="7663" y="12319"/>
                    </a:cubicBezTo>
                    <a:cubicBezTo>
                      <a:pt x="7663" y="12364"/>
                      <a:pt x="7663" y="12408"/>
                      <a:pt x="7663" y="12438"/>
                    </a:cubicBezTo>
                    <a:cubicBezTo>
                      <a:pt x="7678" y="12513"/>
                      <a:pt x="7693" y="12603"/>
                      <a:pt x="7693" y="12677"/>
                    </a:cubicBezTo>
                    <a:cubicBezTo>
                      <a:pt x="7663" y="12812"/>
                      <a:pt x="7767" y="12842"/>
                      <a:pt x="7857" y="12886"/>
                    </a:cubicBezTo>
                    <a:cubicBezTo>
                      <a:pt x="7932" y="12916"/>
                      <a:pt x="7991" y="12946"/>
                      <a:pt x="8066" y="12961"/>
                    </a:cubicBezTo>
                    <a:lnTo>
                      <a:pt x="8081" y="12961"/>
                    </a:lnTo>
                    <a:cubicBezTo>
                      <a:pt x="8115" y="12970"/>
                      <a:pt x="8150" y="12978"/>
                      <a:pt x="8187" y="12978"/>
                    </a:cubicBezTo>
                    <a:cubicBezTo>
                      <a:pt x="8215" y="12978"/>
                      <a:pt x="8244" y="12974"/>
                      <a:pt x="8275" y="12961"/>
                    </a:cubicBezTo>
                    <a:cubicBezTo>
                      <a:pt x="8305" y="13155"/>
                      <a:pt x="8499" y="13335"/>
                      <a:pt x="8693" y="13335"/>
                    </a:cubicBezTo>
                    <a:cubicBezTo>
                      <a:pt x="8738" y="13364"/>
                      <a:pt x="8783" y="13409"/>
                      <a:pt x="8813" y="13439"/>
                    </a:cubicBezTo>
                    <a:cubicBezTo>
                      <a:pt x="8753" y="13573"/>
                      <a:pt x="8873" y="13588"/>
                      <a:pt x="8932" y="13633"/>
                    </a:cubicBezTo>
                    <a:cubicBezTo>
                      <a:pt x="9221" y="13884"/>
                      <a:pt x="9541" y="13988"/>
                      <a:pt x="9893" y="13988"/>
                    </a:cubicBezTo>
                    <a:cubicBezTo>
                      <a:pt x="9960" y="13988"/>
                      <a:pt x="10028" y="13984"/>
                      <a:pt x="10097" y="13977"/>
                    </a:cubicBezTo>
                    <a:lnTo>
                      <a:pt x="10381" y="13917"/>
                    </a:lnTo>
                    <a:lnTo>
                      <a:pt x="10426" y="13917"/>
                    </a:lnTo>
                    <a:cubicBezTo>
                      <a:pt x="10515" y="13902"/>
                      <a:pt x="10620" y="13887"/>
                      <a:pt x="10725" y="13872"/>
                    </a:cubicBezTo>
                    <a:cubicBezTo>
                      <a:pt x="10964" y="13812"/>
                      <a:pt x="11038" y="13678"/>
                      <a:pt x="10978" y="13439"/>
                    </a:cubicBezTo>
                    <a:cubicBezTo>
                      <a:pt x="10964" y="13335"/>
                      <a:pt x="10904" y="13230"/>
                      <a:pt x="10949" y="13155"/>
                    </a:cubicBezTo>
                    <a:cubicBezTo>
                      <a:pt x="11008" y="12991"/>
                      <a:pt x="10993" y="12857"/>
                      <a:pt x="10978" y="12707"/>
                    </a:cubicBezTo>
                    <a:cubicBezTo>
                      <a:pt x="11008" y="12528"/>
                      <a:pt x="10949" y="12364"/>
                      <a:pt x="10904" y="12184"/>
                    </a:cubicBezTo>
                    <a:cubicBezTo>
                      <a:pt x="10799" y="11856"/>
                      <a:pt x="10665" y="11572"/>
                      <a:pt x="10486" y="11303"/>
                    </a:cubicBezTo>
                    <a:cubicBezTo>
                      <a:pt x="10441" y="11034"/>
                      <a:pt x="10262" y="10870"/>
                      <a:pt x="10127" y="10661"/>
                    </a:cubicBezTo>
                    <a:cubicBezTo>
                      <a:pt x="10100" y="10592"/>
                      <a:pt x="10110" y="10510"/>
                      <a:pt x="10017" y="10510"/>
                    </a:cubicBezTo>
                    <a:cubicBezTo>
                      <a:pt x="10010" y="10510"/>
                      <a:pt x="10002" y="10511"/>
                      <a:pt x="9993" y="10512"/>
                    </a:cubicBezTo>
                    <a:lnTo>
                      <a:pt x="9903" y="10377"/>
                    </a:lnTo>
                    <a:cubicBezTo>
                      <a:pt x="9799" y="10258"/>
                      <a:pt x="9694" y="10138"/>
                      <a:pt x="9589" y="10019"/>
                    </a:cubicBezTo>
                    <a:lnTo>
                      <a:pt x="9575" y="10004"/>
                    </a:lnTo>
                    <a:cubicBezTo>
                      <a:pt x="9530" y="9974"/>
                      <a:pt x="9500" y="9929"/>
                      <a:pt x="9455" y="9899"/>
                    </a:cubicBezTo>
                    <a:cubicBezTo>
                      <a:pt x="9410" y="9869"/>
                      <a:pt x="9365" y="9840"/>
                      <a:pt x="9336" y="9795"/>
                    </a:cubicBezTo>
                    <a:lnTo>
                      <a:pt x="9336" y="9795"/>
                    </a:lnTo>
                    <a:lnTo>
                      <a:pt x="9455" y="9899"/>
                    </a:lnTo>
                    <a:lnTo>
                      <a:pt x="9231" y="9675"/>
                    </a:lnTo>
                    <a:cubicBezTo>
                      <a:pt x="9141" y="9526"/>
                      <a:pt x="9022" y="9421"/>
                      <a:pt x="8858" y="9377"/>
                    </a:cubicBezTo>
                    <a:cubicBezTo>
                      <a:pt x="8783" y="9302"/>
                      <a:pt x="8723" y="9242"/>
                      <a:pt x="8663" y="9167"/>
                    </a:cubicBezTo>
                    <a:cubicBezTo>
                      <a:pt x="8619" y="9138"/>
                      <a:pt x="8559" y="9138"/>
                      <a:pt x="8529" y="9093"/>
                    </a:cubicBezTo>
                    <a:cubicBezTo>
                      <a:pt x="8430" y="8976"/>
                      <a:pt x="8304" y="8940"/>
                      <a:pt x="8177" y="894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  <p:sp>
            <p:nvSpPr>
              <p:cNvPr id="773" name="Google Shape;773;p69"/>
              <p:cNvSpPr/>
              <p:nvPr/>
            </p:nvSpPr>
            <p:spPr>
              <a:xfrm>
                <a:off x="-511482" y="121157"/>
                <a:ext cx="926146" cy="1177942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11893" extrusionOk="0">
                    <a:moveTo>
                      <a:pt x="225" y="0"/>
                    </a:moveTo>
                    <a:cubicBezTo>
                      <a:pt x="180" y="30"/>
                      <a:pt x="135" y="45"/>
                      <a:pt x="91" y="60"/>
                    </a:cubicBezTo>
                    <a:cubicBezTo>
                      <a:pt x="1" y="239"/>
                      <a:pt x="76" y="403"/>
                      <a:pt x="195" y="523"/>
                    </a:cubicBezTo>
                    <a:cubicBezTo>
                      <a:pt x="264" y="592"/>
                      <a:pt x="384" y="674"/>
                      <a:pt x="461" y="674"/>
                    </a:cubicBezTo>
                    <a:cubicBezTo>
                      <a:pt x="467" y="674"/>
                      <a:pt x="473" y="673"/>
                      <a:pt x="479" y="672"/>
                    </a:cubicBezTo>
                    <a:cubicBezTo>
                      <a:pt x="554" y="642"/>
                      <a:pt x="643" y="493"/>
                      <a:pt x="643" y="389"/>
                    </a:cubicBezTo>
                    <a:cubicBezTo>
                      <a:pt x="658" y="284"/>
                      <a:pt x="568" y="179"/>
                      <a:pt x="539" y="60"/>
                    </a:cubicBezTo>
                    <a:cubicBezTo>
                      <a:pt x="523" y="44"/>
                      <a:pt x="507" y="39"/>
                      <a:pt x="491" y="39"/>
                    </a:cubicBezTo>
                    <a:cubicBezTo>
                      <a:pt x="469" y="39"/>
                      <a:pt x="447" y="48"/>
                      <a:pt x="425" y="48"/>
                    </a:cubicBezTo>
                    <a:cubicBezTo>
                      <a:pt x="418" y="48"/>
                      <a:pt x="411" y="47"/>
                      <a:pt x="404" y="45"/>
                    </a:cubicBezTo>
                    <a:cubicBezTo>
                      <a:pt x="344" y="30"/>
                      <a:pt x="285" y="15"/>
                      <a:pt x="225" y="0"/>
                    </a:cubicBezTo>
                    <a:close/>
                    <a:moveTo>
                      <a:pt x="4100" y="105"/>
                    </a:moveTo>
                    <a:cubicBezTo>
                      <a:pt x="4058" y="105"/>
                      <a:pt x="4011" y="115"/>
                      <a:pt x="3959" y="135"/>
                    </a:cubicBezTo>
                    <a:cubicBezTo>
                      <a:pt x="3795" y="194"/>
                      <a:pt x="3690" y="329"/>
                      <a:pt x="3750" y="478"/>
                    </a:cubicBezTo>
                    <a:cubicBezTo>
                      <a:pt x="3765" y="538"/>
                      <a:pt x="3780" y="598"/>
                      <a:pt x="3795" y="657"/>
                    </a:cubicBezTo>
                    <a:cubicBezTo>
                      <a:pt x="3824" y="896"/>
                      <a:pt x="3974" y="1076"/>
                      <a:pt x="4138" y="1225"/>
                    </a:cubicBezTo>
                    <a:cubicBezTo>
                      <a:pt x="4194" y="1280"/>
                      <a:pt x="4272" y="1319"/>
                      <a:pt x="4355" y="1319"/>
                    </a:cubicBezTo>
                    <a:cubicBezTo>
                      <a:pt x="4407" y="1319"/>
                      <a:pt x="4460" y="1304"/>
                      <a:pt x="4512" y="1270"/>
                    </a:cubicBezTo>
                    <a:cubicBezTo>
                      <a:pt x="4586" y="1225"/>
                      <a:pt x="4646" y="1180"/>
                      <a:pt x="4706" y="1150"/>
                    </a:cubicBezTo>
                    <a:cubicBezTo>
                      <a:pt x="4721" y="1076"/>
                      <a:pt x="4736" y="1016"/>
                      <a:pt x="4751" y="956"/>
                    </a:cubicBezTo>
                    <a:cubicBezTo>
                      <a:pt x="4736" y="732"/>
                      <a:pt x="4661" y="538"/>
                      <a:pt x="4482" y="389"/>
                    </a:cubicBezTo>
                    <a:cubicBezTo>
                      <a:pt x="4452" y="359"/>
                      <a:pt x="4407" y="329"/>
                      <a:pt x="4377" y="284"/>
                    </a:cubicBezTo>
                    <a:cubicBezTo>
                      <a:pt x="4301" y="175"/>
                      <a:pt x="4216" y="105"/>
                      <a:pt x="4100" y="105"/>
                    </a:cubicBezTo>
                    <a:close/>
                    <a:moveTo>
                      <a:pt x="3272" y="3709"/>
                    </a:moveTo>
                    <a:cubicBezTo>
                      <a:pt x="3224" y="3709"/>
                      <a:pt x="3173" y="3725"/>
                      <a:pt x="3123" y="3764"/>
                    </a:cubicBezTo>
                    <a:cubicBezTo>
                      <a:pt x="3018" y="3839"/>
                      <a:pt x="2898" y="3958"/>
                      <a:pt x="2958" y="4108"/>
                    </a:cubicBezTo>
                    <a:cubicBezTo>
                      <a:pt x="3048" y="4347"/>
                      <a:pt x="3167" y="4586"/>
                      <a:pt x="3287" y="4810"/>
                    </a:cubicBezTo>
                    <a:cubicBezTo>
                      <a:pt x="3376" y="4989"/>
                      <a:pt x="3541" y="5093"/>
                      <a:pt x="3810" y="5108"/>
                    </a:cubicBezTo>
                    <a:cubicBezTo>
                      <a:pt x="3884" y="5093"/>
                      <a:pt x="4004" y="5049"/>
                      <a:pt x="4019" y="4899"/>
                    </a:cubicBezTo>
                    <a:cubicBezTo>
                      <a:pt x="4019" y="4735"/>
                      <a:pt x="4019" y="4541"/>
                      <a:pt x="3944" y="4391"/>
                    </a:cubicBezTo>
                    <a:cubicBezTo>
                      <a:pt x="3824" y="4182"/>
                      <a:pt x="3660" y="3988"/>
                      <a:pt x="3481" y="3809"/>
                    </a:cubicBezTo>
                    <a:cubicBezTo>
                      <a:pt x="3425" y="3753"/>
                      <a:pt x="3352" y="3709"/>
                      <a:pt x="3272" y="3709"/>
                    </a:cubicBezTo>
                    <a:close/>
                    <a:moveTo>
                      <a:pt x="7804" y="5873"/>
                    </a:moveTo>
                    <a:cubicBezTo>
                      <a:pt x="7751" y="5873"/>
                      <a:pt x="7702" y="5909"/>
                      <a:pt x="7648" y="5945"/>
                    </a:cubicBezTo>
                    <a:cubicBezTo>
                      <a:pt x="7544" y="6019"/>
                      <a:pt x="7454" y="6124"/>
                      <a:pt x="7558" y="6258"/>
                    </a:cubicBezTo>
                    <a:cubicBezTo>
                      <a:pt x="7708" y="6497"/>
                      <a:pt x="7842" y="6721"/>
                      <a:pt x="7992" y="6960"/>
                    </a:cubicBezTo>
                    <a:cubicBezTo>
                      <a:pt x="8068" y="7062"/>
                      <a:pt x="8166" y="7131"/>
                      <a:pt x="8294" y="7131"/>
                    </a:cubicBezTo>
                    <a:cubicBezTo>
                      <a:pt x="8317" y="7131"/>
                      <a:pt x="8340" y="7129"/>
                      <a:pt x="8365" y="7125"/>
                    </a:cubicBezTo>
                    <a:cubicBezTo>
                      <a:pt x="8529" y="7095"/>
                      <a:pt x="8514" y="6960"/>
                      <a:pt x="8544" y="6811"/>
                    </a:cubicBezTo>
                    <a:lnTo>
                      <a:pt x="8559" y="6811"/>
                    </a:lnTo>
                    <a:cubicBezTo>
                      <a:pt x="8484" y="6662"/>
                      <a:pt x="8440" y="6482"/>
                      <a:pt x="8335" y="6348"/>
                    </a:cubicBezTo>
                    <a:cubicBezTo>
                      <a:pt x="8231" y="6199"/>
                      <a:pt x="8051" y="6079"/>
                      <a:pt x="7917" y="5930"/>
                    </a:cubicBezTo>
                    <a:cubicBezTo>
                      <a:pt x="7875" y="5888"/>
                      <a:pt x="7839" y="5873"/>
                      <a:pt x="7804" y="5873"/>
                    </a:cubicBezTo>
                    <a:close/>
                    <a:moveTo>
                      <a:pt x="7611" y="9342"/>
                    </a:moveTo>
                    <a:cubicBezTo>
                      <a:pt x="7489" y="9342"/>
                      <a:pt x="7370" y="9441"/>
                      <a:pt x="7334" y="9559"/>
                    </a:cubicBezTo>
                    <a:cubicBezTo>
                      <a:pt x="7305" y="9708"/>
                      <a:pt x="7305" y="9843"/>
                      <a:pt x="7379" y="9992"/>
                    </a:cubicBezTo>
                    <a:cubicBezTo>
                      <a:pt x="7439" y="10097"/>
                      <a:pt x="7469" y="10231"/>
                      <a:pt x="7529" y="10351"/>
                    </a:cubicBezTo>
                    <a:cubicBezTo>
                      <a:pt x="7693" y="10605"/>
                      <a:pt x="7812" y="10903"/>
                      <a:pt x="8021" y="11127"/>
                    </a:cubicBezTo>
                    <a:cubicBezTo>
                      <a:pt x="8245" y="11396"/>
                      <a:pt x="8484" y="11665"/>
                      <a:pt x="8798" y="11844"/>
                    </a:cubicBezTo>
                    <a:cubicBezTo>
                      <a:pt x="8850" y="11877"/>
                      <a:pt x="8913" y="11892"/>
                      <a:pt x="8977" y="11892"/>
                    </a:cubicBezTo>
                    <a:cubicBezTo>
                      <a:pt x="9061" y="11892"/>
                      <a:pt x="9148" y="11865"/>
                      <a:pt x="9216" y="11814"/>
                    </a:cubicBezTo>
                    <a:cubicBezTo>
                      <a:pt x="9351" y="11725"/>
                      <a:pt x="9306" y="11620"/>
                      <a:pt x="9276" y="11501"/>
                    </a:cubicBezTo>
                    <a:cubicBezTo>
                      <a:pt x="9291" y="11471"/>
                      <a:pt x="9276" y="11441"/>
                      <a:pt x="9261" y="11396"/>
                    </a:cubicBezTo>
                    <a:cubicBezTo>
                      <a:pt x="9261" y="11396"/>
                      <a:pt x="9261" y="11381"/>
                      <a:pt x="9261" y="11366"/>
                    </a:cubicBezTo>
                    <a:cubicBezTo>
                      <a:pt x="9276" y="11337"/>
                      <a:pt x="9276" y="11307"/>
                      <a:pt x="9261" y="11277"/>
                    </a:cubicBezTo>
                    <a:cubicBezTo>
                      <a:pt x="9186" y="11112"/>
                      <a:pt x="9097" y="10933"/>
                      <a:pt x="9007" y="10784"/>
                    </a:cubicBezTo>
                    <a:cubicBezTo>
                      <a:pt x="8858" y="10575"/>
                      <a:pt x="8694" y="10366"/>
                      <a:pt x="8574" y="10142"/>
                    </a:cubicBezTo>
                    <a:cubicBezTo>
                      <a:pt x="8380" y="9783"/>
                      <a:pt x="8081" y="9529"/>
                      <a:pt x="7708" y="9365"/>
                    </a:cubicBezTo>
                    <a:cubicBezTo>
                      <a:pt x="7676" y="9349"/>
                      <a:pt x="7643" y="9342"/>
                      <a:pt x="7611" y="93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endParaRPr>
              </a:p>
            </p:txBody>
          </p:sp>
        </p:grpSp>
        <p:sp>
          <p:nvSpPr>
            <p:cNvPr id="774" name="Google Shape;774;p69"/>
            <p:cNvSpPr/>
            <p:nvPr/>
          </p:nvSpPr>
          <p:spPr>
            <a:xfrm rot="7927515">
              <a:off x="-1898751" y="-243985"/>
              <a:ext cx="2787778" cy="2093448"/>
            </a:xfrm>
            <a:custGeom>
              <a:avLst/>
              <a:gdLst/>
              <a:ahLst/>
              <a:cxnLst/>
              <a:rect l="l" t="t" r="r" b="b"/>
              <a:pathLst>
                <a:path w="7723" h="6133" extrusionOk="0">
                  <a:moveTo>
                    <a:pt x="1644" y="1996"/>
                  </a:moveTo>
                  <a:lnTo>
                    <a:pt x="1644" y="1996"/>
                  </a:lnTo>
                  <a:cubicBezTo>
                    <a:pt x="1644" y="1998"/>
                    <a:pt x="1643" y="2000"/>
                    <a:pt x="1643" y="2001"/>
                  </a:cubicBezTo>
                  <a:cubicBezTo>
                    <a:pt x="1583" y="2046"/>
                    <a:pt x="1568" y="2136"/>
                    <a:pt x="1494" y="2180"/>
                  </a:cubicBezTo>
                  <a:cubicBezTo>
                    <a:pt x="1553" y="2110"/>
                    <a:pt x="1593" y="2048"/>
                    <a:pt x="1644" y="1996"/>
                  </a:cubicBezTo>
                  <a:close/>
                  <a:moveTo>
                    <a:pt x="5875" y="1"/>
                  </a:moveTo>
                  <a:cubicBezTo>
                    <a:pt x="5809" y="1"/>
                    <a:pt x="5738" y="15"/>
                    <a:pt x="5661" y="45"/>
                  </a:cubicBezTo>
                  <a:cubicBezTo>
                    <a:pt x="5347" y="164"/>
                    <a:pt x="5034" y="179"/>
                    <a:pt x="4720" y="209"/>
                  </a:cubicBezTo>
                  <a:cubicBezTo>
                    <a:pt x="4630" y="239"/>
                    <a:pt x="4541" y="269"/>
                    <a:pt x="4466" y="284"/>
                  </a:cubicBezTo>
                  <a:cubicBezTo>
                    <a:pt x="4152" y="403"/>
                    <a:pt x="3809" y="463"/>
                    <a:pt x="3659" y="821"/>
                  </a:cubicBezTo>
                  <a:cubicBezTo>
                    <a:pt x="3650" y="850"/>
                    <a:pt x="3567" y="1007"/>
                    <a:pt x="3485" y="1007"/>
                  </a:cubicBezTo>
                  <a:cubicBezTo>
                    <a:pt x="3439" y="1007"/>
                    <a:pt x="3393" y="957"/>
                    <a:pt x="3361" y="806"/>
                  </a:cubicBezTo>
                  <a:cubicBezTo>
                    <a:pt x="3346" y="732"/>
                    <a:pt x="3226" y="762"/>
                    <a:pt x="3182" y="717"/>
                  </a:cubicBezTo>
                  <a:cubicBezTo>
                    <a:pt x="3167" y="687"/>
                    <a:pt x="3137" y="657"/>
                    <a:pt x="3107" y="627"/>
                  </a:cubicBezTo>
                  <a:cubicBezTo>
                    <a:pt x="3032" y="702"/>
                    <a:pt x="3077" y="806"/>
                    <a:pt x="3047" y="896"/>
                  </a:cubicBezTo>
                  <a:cubicBezTo>
                    <a:pt x="3030" y="953"/>
                    <a:pt x="3016" y="973"/>
                    <a:pt x="3004" y="973"/>
                  </a:cubicBezTo>
                  <a:cubicBezTo>
                    <a:pt x="2978" y="973"/>
                    <a:pt x="2962" y="878"/>
                    <a:pt x="2935" y="878"/>
                  </a:cubicBezTo>
                  <a:cubicBezTo>
                    <a:pt x="2933" y="878"/>
                    <a:pt x="2930" y="879"/>
                    <a:pt x="2928" y="881"/>
                  </a:cubicBezTo>
                  <a:cubicBezTo>
                    <a:pt x="2873" y="837"/>
                    <a:pt x="2820" y="818"/>
                    <a:pt x="2773" y="818"/>
                  </a:cubicBezTo>
                  <a:cubicBezTo>
                    <a:pt x="2692" y="818"/>
                    <a:pt x="2627" y="876"/>
                    <a:pt x="2599" y="971"/>
                  </a:cubicBezTo>
                  <a:cubicBezTo>
                    <a:pt x="2524" y="1284"/>
                    <a:pt x="2285" y="1434"/>
                    <a:pt x="2031" y="1523"/>
                  </a:cubicBezTo>
                  <a:cubicBezTo>
                    <a:pt x="1857" y="1589"/>
                    <a:pt x="1754" y="1687"/>
                    <a:pt x="1693" y="1828"/>
                  </a:cubicBezTo>
                  <a:lnTo>
                    <a:pt x="1693" y="1828"/>
                  </a:lnTo>
                  <a:cubicBezTo>
                    <a:pt x="1695" y="1743"/>
                    <a:pt x="1698" y="1663"/>
                    <a:pt x="1748" y="1583"/>
                  </a:cubicBezTo>
                  <a:cubicBezTo>
                    <a:pt x="1793" y="1493"/>
                    <a:pt x="1793" y="1389"/>
                    <a:pt x="1688" y="1329"/>
                  </a:cubicBezTo>
                  <a:cubicBezTo>
                    <a:pt x="1655" y="1310"/>
                    <a:pt x="1630" y="1301"/>
                    <a:pt x="1609" y="1301"/>
                  </a:cubicBezTo>
                  <a:cubicBezTo>
                    <a:pt x="1536" y="1301"/>
                    <a:pt x="1529" y="1405"/>
                    <a:pt x="1494" y="1464"/>
                  </a:cubicBezTo>
                  <a:cubicBezTo>
                    <a:pt x="1464" y="1523"/>
                    <a:pt x="1434" y="1598"/>
                    <a:pt x="1374" y="1628"/>
                  </a:cubicBezTo>
                  <a:cubicBezTo>
                    <a:pt x="1031" y="1762"/>
                    <a:pt x="971" y="2061"/>
                    <a:pt x="1001" y="2345"/>
                  </a:cubicBezTo>
                  <a:cubicBezTo>
                    <a:pt x="1046" y="2614"/>
                    <a:pt x="956" y="2778"/>
                    <a:pt x="762" y="2927"/>
                  </a:cubicBezTo>
                  <a:cubicBezTo>
                    <a:pt x="239" y="3345"/>
                    <a:pt x="0" y="3868"/>
                    <a:pt x="135" y="4540"/>
                  </a:cubicBezTo>
                  <a:cubicBezTo>
                    <a:pt x="299" y="4764"/>
                    <a:pt x="179" y="5063"/>
                    <a:pt x="299" y="5302"/>
                  </a:cubicBezTo>
                  <a:cubicBezTo>
                    <a:pt x="359" y="5422"/>
                    <a:pt x="374" y="5556"/>
                    <a:pt x="463" y="5646"/>
                  </a:cubicBezTo>
                  <a:cubicBezTo>
                    <a:pt x="493" y="5705"/>
                    <a:pt x="523" y="5765"/>
                    <a:pt x="553" y="5810"/>
                  </a:cubicBezTo>
                  <a:cubicBezTo>
                    <a:pt x="727" y="5868"/>
                    <a:pt x="746" y="6124"/>
                    <a:pt x="953" y="6124"/>
                  </a:cubicBezTo>
                  <a:cubicBezTo>
                    <a:pt x="959" y="6124"/>
                    <a:pt x="965" y="6124"/>
                    <a:pt x="971" y="6124"/>
                  </a:cubicBezTo>
                  <a:cubicBezTo>
                    <a:pt x="1016" y="6122"/>
                    <a:pt x="1061" y="6121"/>
                    <a:pt x="1106" y="6121"/>
                  </a:cubicBezTo>
                  <a:cubicBezTo>
                    <a:pt x="1284" y="6121"/>
                    <a:pt x="1463" y="6132"/>
                    <a:pt x="1634" y="6132"/>
                  </a:cubicBezTo>
                  <a:cubicBezTo>
                    <a:pt x="1779" y="6132"/>
                    <a:pt x="1919" y="6124"/>
                    <a:pt x="2046" y="6094"/>
                  </a:cubicBezTo>
                  <a:cubicBezTo>
                    <a:pt x="2539" y="5974"/>
                    <a:pt x="3032" y="5900"/>
                    <a:pt x="3525" y="5825"/>
                  </a:cubicBezTo>
                  <a:cubicBezTo>
                    <a:pt x="3704" y="5705"/>
                    <a:pt x="3869" y="5586"/>
                    <a:pt x="4063" y="5496"/>
                  </a:cubicBezTo>
                  <a:cubicBezTo>
                    <a:pt x="4511" y="5287"/>
                    <a:pt x="4974" y="5108"/>
                    <a:pt x="5437" y="4914"/>
                  </a:cubicBezTo>
                  <a:cubicBezTo>
                    <a:pt x="5661" y="4824"/>
                    <a:pt x="5945" y="4809"/>
                    <a:pt x="6109" y="4675"/>
                  </a:cubicBezTo>
                  <a:cubicBezTo>
                    <a:pt x="6572" y="4301"/>
                    <a:pt x="7005" y="3898"/>
                    <a:pt x="7423" y="3480"/>
                  </a:cubicBezTo>
                  <a:cubicBezTo>
                    <a:pt x="7662" y="3256"/>
                    <a:pt x="7722" y="2972"/>
                    <a:pt x="7617" y="2629"/>
                  </a:cubicBezTo>
                  <a:cubicBezTo>
                    <a:pt x="7453" y="2076"/>
                    <a:pt x="7110" y="1628"/>
                    <a:pt x="6841" y="1135"/>
                  </a:cubicBezTo>
                  <a:cubicBezTo>
                    <a:pt x="6572" y="956"/>
                    <a:pt x="6617" y="597"/>
                    <a:pt x="6423" y="373"/>
                  </a:cubicBezTo>
                  <a:cubicBezTo>
                    <a:pt x="6272" y="165"/>
                    <a:pt x="6103" y="1"/>
                    <a:pt x="5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  <p:sp>
          <p:nvSpPr>
            <p:cNvPr id="775" name="Google Shape;775;p69"/>
            <p:cNvSpPr/>
            <p:nvPr/>
          </p:nvSpPr>
          <p:spPr>
            <a:xfrm>
              <a:off x="-150423" y="-631100"/>
              <a:ext cx="2305510" cy="1811891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70"/>
          <p:cNvGrpSpPr/>
          <p:nvPr/>
        </p:nvGrpSpPr>
        <p:grpSpPr>
          <a:xfrm>
            <a:off x="-500793" y="-1350013"/>
            <a:ext cx="10218258" cy="7158559"/>
            <a:chOff x="-500793" y="-1350013"/>
            <a:chExt cx="10218258" cy="7158559"/>
          </a:xfrm>
        </p:grpSpPr>
        <p:grpSp>
          <p:nvGrpSpPr>
            <p:cNvPr id="778" name="Google Shape;778;p70"/>
            <p:cNvGrpSpPr/>
            <p:nvPr/>
          </p:nvGrpSpPr>
          <p:grpSpPr>
            <a:xfrm>
              <a:off x="8331778" y="591766"/>
              <a:ext cx="1385687" cy="1300119"/>
              <a:chOff x="1928848" y="-399874"/>
              <a:chExt cx="832544" cy="781134"/>
            </a:xfrm>
          </p:grpSpPr>
          <p:sp>
            <p:nvSpPr>
              <p:cNvPr id="779" name="Google Shape;779;p70"/>
              <p:cNvSpPr/>
              <p:nvPr/>
            </p:nvSpPr>
            <p:spPr>
              <a:xfrm>
                <a:off x="2192906" y="-176282"/>
                <a:ext cx="376729" cy="384193"/>
              </a:xfrm>
              <a:custGeom>
                <a:avLst/>
                <a:gdLst/>
                <a:ahLst/>
                <a:cxnLst/>
                <a:rect l="l" t="t" r="r" b="b"/>
                <a:pathLst>
                  <a:path w="4049" h="4129" extrusionOk="0">
                    <a:moveTo>
                      <a:pt x="2614" y="256"/>
                    </a:moveTo>
                    <a:cubicBezTo>
                      <a:pt x="2614" y="271"/>
                      <a:pt x="2614" y="286"/>
                      <a:pt x="2614" y="301"/>
                    </a:cubicBezTo>
                    <a:cubicBezTo>
                      <a:pt x="2599" y="330"/>
                      <a:pt x="2614" y="345"/>
                      <a:pt x="2644" y="360"/>
                    </a:cubicBezTo>
                    <a:cubicBezTo>
                      <a:pt x="2659" y="375"/>
                      <a:pt x="2689" y="375"/>
                      <a:pt x="2734" y="405"/>
                    </a:cubicBezTo>
                    <a:cubicBezTo>
                      <a:pt x="2689" y="405"/>
                      <a:pt x="2674" y="405"/>
                      <a:pt x="2644" y="420"/>
                    </a:cubicBezTo>
                    <a:cubicBezTo>
                      <a:pt x="2555" y="450"/>
                      <a:pt x="2465" y="525"/>
                      <a:pt x="2346" y="525"/>
                    </a:cubicBezTo>
                    <a:cubicBezTo>
                      <a:pt x="2346" y="495"/>
                      <a:pt x="2360" y="480"/>
                      <a:pt x="2360" y="465"/>
                    </a:cubicBezTo>
                    <a:cubicBezTo>
                      <a:pt x="2360" y="435"/>
                      <a:pt x="2375" y="420"/>
                      <a:pt x="2375" y="390"/>
                    </a:cubicBezTo>
                    <a:cubicBezTo>
                      <a:pt x="2380" y="369"/>
                      <a:pt x="2378" y="352"/>
                      <a:pt x="2372" y="339"/>
                    </a:cubicBezTo>
                    <a:lnTo>
                      <a:pt x="2372" y="339"/>
                    </a:lnTo>
                    <a:cubicBezTo>
                      <a:pt x="2393" y="352"/>
                      <a:pt x="2419" y="360"/>
                      <a:pt x="2450" y="360"/>
                    </a:cubicBezTo>
                    <a:cubicBezTo>
                      <a:pt x="2495" y="345"/>
                      <a:pt x="2525" y="345"/>
                      <a:pt x="2555" y="315"/>
                    </a:cubicBezTo>
                    <a:cubicBezTo>
                      <a:pt x="2585" y="301"/>
                      <a:pt x="2585" y="271"/>
                      <a:pt x="2614" y="256"/>
                    </a:cubicBezTo>
                    <a:close/>
                    <a:moveTo>
                      <a:pt x="2661" y="0"/>
                    </a:moveTo>
                    <a:cubicBezTo>
                      <a:pt x="2587" y="0"/>
                      <a:pt x="2523" y="49"/>
                      <a:pt x="2465" y="136"/>
                    </a:cubicBezTo>
                    <a:cubicBezTo>
                      <a:pt x="2450" y="151"/>
                      <a:pt x="2435" y="166"/>
                      <a:pt x="2420" y="196"/>
                    </a:cubicBezTo>
                    <a:cubicBezTo>
                      <a:pt x="2375" y="196"/>
                      <a:pt x="2316" y="226"/>
                      <a:pt x="2331" y="286"/>
                    </a:cubicBezTo>
                    <a:cubicBezTo>
                      <a:pt x="2334" y="294"/>
                      <a:pt x="2338" y="303"/>
                      <a:pt x="2343" y="310"/>
                    </a:cubicBezTo>
                    <a:lnTo>
                      <a:pt x="2343" y="310"/>
                    </a:lnTo>
                    <a:cubicBezTo>
                      <a:pt x="2333" y="306"/>
                      <a:pt x="2322" y="304"/>
                      <a:pt x="2310" y="304"/>
                    </a:cubicBezTo>
                    <a:cubicBezTo>
                      <a:pt x="2294" y="304"/>
                      <a:pt x="2275" y="308"/>
                      <a:pt x="2256" y="315"/>
                    </a:cubicBezTo>
                    <a:cubicBezTo>
                      <a:pt x="2196" y="345"/>
                      <a:pt x="2151" y="405"/>
                      <a:pt x="2092" y="420"/>
                    </a:cubicBezTo>
                    <a:cubicBezTo>
                      <a:pt x="1823" y="480"/>
                      <a:pt x="1703" y="734"/>
                      <a:pt x="1509" y="883"/>
                    </a:cubicBezTo>
                    <a:cubicBezTo>
                      <a:pt x="1330" y="1047"/>
                      <a:pt x="1195" y="1256"/>
                      <a:pt x="1046" y="1466"/>
                    </a:cubicBezTo>
                    <a:cubicBezTo>
                      <a:pt x="807" y="1779"/>
                      <a:pt x="583" y="2108"/>
                      <a:pt x="359" y="2421"/>
                    </a:cubicBezTo>
                    <a:cubicBezTo>
                      <a:pt x="299" y="2541"/>
                      <a:pt x="255" y="2690"/>
                      <a:pt x="165" y="2780"/>
                    </a:cubicBezTo>
                    <a:cubicBezTo>
                      <a:pt x="1" y="2959"/>
                      <a:pt x="30" y="3153"/>
                      <a:pt x="135" y="3333"/>
                    </a:cubicBezTo>
                    <a:cubicBezTo>
                      <a:pt x="180" y="3422"/>
                      <a:pt x="314" y="3467"/>
                      <a:pt x="419" y="3512"/>
                    </a:cubicBezTo>
                    <a:cubicBezTo>
                      <a:pt x="538" y="3557"/>
                      <a:pt x="673" y="3586"/>
                      <a:pt x="792" y="3646"/>
                    </a:cubicBezTo>
                    <a:cubicBezTo>
                      <a:pt x="839" y="3665"/>
                      <a:pt x="875" y="3684"/>
                      <a:pt x="913" y="3684"/>
                    </a:cubicBezTo>
                    <a:cubicBezTo>
                      <a:pt x="936" y="3684"/>
                      <a:pt x="959" y="3678"/>
                      <a:pt x="986" y="3661"/>
                    </a:cubicBezTo>
                    <a:cubicBezTo>
                      <a:pt x="1001" y="3654"/>
                      <a:pt x="1024" y="3650"/>
                      <a:pt x="1042" y="3650"/>
                    </a:cubicBezTo>
                    <a:cubicBezTo>
                      <a:pt x="1061" y="3650"/>
                      <a:pt x="1076" y="3654"/>
                      <a:pt x="1076" y="3661"/>
                    </a:cubicBezTo>
                    <a:cubicBezTo>
                      <a:pt x="1110" y="3721"/>
                      <a:pt x="1144" y="3737"/>
                      <a:pt x="1183" y="3737"/>
                    </a:cubicBezTo>
                    <a:cubicBezTo>
                      <a:pt x="1213" y="3737"/>
                      <a:pt x="1246" y="3727"/>
                      <a:pt x="1285" y="3721"/>
                    </a:cubicBezTo>
                    <a:cubicBezTo>
                      <a:pt x="1360" y="3721"/>
                      <a:pt x="1434" y="3796"/>
                      <a:pt x="1509" y="3825"/>
                    </a:cubicBezTo>
                    <a:cubicBezTo>
                      <a:pt x="1644" y="3870"/>
                      <a:pt x="1778" y="3915"/>
                      <a:pt x="1912" y="3945"/>
                    </a:cubicBezTo>
                    <a:cubicBezTo>
                      <a:pt x="1927" y="3945"/>
                      <a:pt x="1942" y="3960"/>
                      <a:pt x="1957" y="3960"/>
                    </a:cubicBezTo>
                    <a:cubicBezTo>
                      <a:pt x="2107" y="3975"/>
                      <a:pt x="2256" y="3990"/>
                      <a:pt x="2405" y="4020"/>
                    </a:cubicBezTo>
                    <a:cubicBezTo>
                      <a:pt x="2644" y="4049"/>
                      <a:pt x="2883" y="4094"/>
                      <a:pt x="3122" y="4124"/>
                    </a:cubicBezTo>
                    <a:cubicBezTo>
                      <a:pt x="3139" y="4127"/>
                      <a:pt x="3155" y="4128"/>
                      <a:pt x="3170" y="4128"/>
                    </a:cubicBezTo>
                    <a:cubicBezTo>
                      <a:pt x="3239" y="4128"/>
                      <a:pt x="3300" y="4104"/>
                      <a:pt x="3361" y="4079"/>
                    </a:cubicBezTo>
                    <a:cubicBezTo>
                      <a:pt x="3451" y="4035"/>
                      <a:pt x="3540" y="3990"/>
                      <a:pt x="3630" y="3930"/>
                    </a:cubicBezTo>
                    <a:cubicBezTo>
                      <a:pt x="3636" y="3927"/>
                      <a:pt x="3641" y="3926"/>
                      <a:pt x="3647" y="3926"/>
                    </a:cubicBezTo>
                    <a:cubicBezTo>
                      <a:pt x="3671" y="3926"/>
                      <a:pt x="3695" y="3948"/>
                      <a:pt x="3720" y="3960"/>
                    </a:cubicBezTo>
                    <a:cubicBezTo>
                      <a:pt x="3767" y="3979"/>
                      <a:pt x="3820" y="3998"/>
                      <a:pt x="3872" y="3998"/>
                    </a:cubicBezTo>
                    <a:cubicBezTo>
                      <a:pt x="3902" y="3998"/>
                      <a:pt x="3931" y="3991"/>
                      <a:pt x="3959" y="3975"/>
                    </a:cubicBezTo>
                    <a:cubicBezTo>
                      <a:pt x="4003" y="3945"/>
                      <a:pt x="4048" y="3870"/>
                      <a:pt x="4003" y="3796"/>
                    </a:cubicBezTo>
                    <a:cubicBezTo>
                      <a:pt x="3884" y="3676"/>
                      <a:pt x="3839" y="3527"/>
                      <a:pt x="3794" y="3377"/>
                    </a:cubicBezTo>
                    <a:cubicBezTo>
                      <a:pt x="3735" y="3094"/>
                      <a:pt x="3615" y="2825"/>
                      <a:pt x="3555" y="2526"/>
                    </a:cubicBezTo>
                    <a:cubicBezTo>
                      <a:pt x="3481" y="2212"/>
                      <a:pt x="3466" y="1869"/>
                      <a:pt x="3406" y="1555"/>
                    </a:cubicBezTo>
                    <a:cubicBezTo>
                      <a:pt x="3376" y="1391"/>
                      <a:pt x="3331" y="1241"/>
                      <a:pt x="3286" y="1092"/>
                    </a:cubicBezTo>
                    <a:cubicBezTo>
                      <a:pt x="3242" y="958"/>
                      <a:pt x="3167" y="808"/>
                      <a:pt x="3107" y="659"/>
                    </a:cubicBezTo>
                    <a:cubicBezTo>
                      <a:pt x="3062" y="525"/>
                      <a:pt x="3033" y="375"/>
                      <a:pt x="2973" y="241"/>
                    </a:cubicBezTo>
                    <a:cubicBezTo>
                      <a:pt x="2943" y="166"/>
                      <a:pt x="2868" y="91"/>
                      <a:pt x="2794" y="47"/>
                    </a:cubicBezTo>
                    <a:cubicBezTo>
                      <a:pt x="2746" y="15"/>
                      <a:pt x="2702" y="0"/>
                      <a:pt x="26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70"/>
              <p:cNvSpPr/>
              <p:nvPr/>
            </p:nvSpPr>
            <p:spPr>
              <a:xfrm>
                <a:off x="1928848" y="-399874"/>
                <a:ext cx="832544" cy="781134"/>
              </a:xfrm>
              <a:custGeom>
                <a:avLst/>
                <a:gdLst/>
                <a:ahLst/>
                <a:cxnLst/>
                <a:rect l="l" t="t" r="r" b="b"/>
                <a:pathLst>
                  <a:path w="8948" h="8395" extrusionOk="0">
                    <a:moveTo>
                      <a:pt x="4765" y="822"/>
                    </a:moveTo>
                    <a:lnTo>
                      <a:pt x="4810" y="837"/>
                    </a:lnTo>
                    <a:cubicBezTo>
                      <a:pt x="4795" y="837"/>
                      <a:pt x="4765" y="837"/>
                      <a:pt x="4750" y="822"/>
                    </a:cubicBezTo>
                    <a:close/>
                    <a:moveTo>
                      <a:pt x="6528" y="2733"/>
                    </a:moveTo>
                    <a:cubicBezTo>
                      <a:pt x="6528" y="2733"/>
                      <a:pt x="6528" y="2748"/>
                      <a:pt x="6528" y="2748"/>
                    </a:cubicBezTo>
                    <a:lnTo>
                      <a:pt x="6498" y="2748"/>
                    </a:lnTo>
                    <a:lnTo>
                      <a:pt x="6528" y="2733"/>
                    </a:lnTo>
                    <a:close/>
                    <a:moveTo>
                      <a:pt x="4915" y="2584"/>
                    </a:moveTo>
                    <a:cubicBezTo>
                      <a:pt x="4870" y="2644"/>
                      <a:pt x="4840" y="2718"/>
                      <a:pt x="4810" y="2778"/>
                    </a:cubicBezTo>
                    <a:cubicBezTo>
                      <a:pt x="4855" y="2808"/>
                      <a:pt x="4915" y="2838"/>
                      <a:pt x="4915" y="2853"/>
                    </a:cubicBezTo>
                    <a:cubicBezTo>
                      <a:pt x="4900" y="2913"/>
                      <a:pt x="4870" y="2972"/>
                      <a:pt x="4840" y="3032"/>
                    </a:cubicBezTo>
                    <a:cubicBezTo>
                      <a:pt x="4855" y="3047"/>
                      <a:pt x="4855" y="3062"/>
                      <a:pt x="4870" y="3062"/>
                    </a:cubicBezTo>
                    <a:cubicBezTo>
                      <a:pt x="4989" y="3017"/>
                      <a:pt x="5109" y="2957"/>
                      <a:pt x="5228" y="2898"/>
                    </a:cubicBezTo>
                    <a:cubicBezTo>
                      <a:pt x="5273" y="2898"/>
                      <a:pt x="5333" y="2898"/>
                      <a:pt x="5378" y="2883"/>
                    </a:cubicBezTo>
                    <a:cubicBezTo>
                      <a:pt x="5333" y="2868"/>
                      <a:pt x="5273" y="2838"/>
                      <a:pt x="5228" y="2808"/>
                    </a:cubicBezTo>
                    <a:lnTo>
                      <a:pt x="5213" y="2808"/>
                    </a:lnTo>
                    <a:cubicBezTo>
                      <a:pt x="5213" y="2793"/>
                      <a:pt x="5198" y="2763"/>
                      <a:pt x="5184" y="2748"/>
                    </a:cubicBezTo>
                    <a:cubicBezTo>
                      <a:pt x="5213" y="2718"/>
                      <a:pt x="5243" y="2689"/>
                      <a:pt x="5258" y="2674"/>
                    </a:cubicBezTo>
                    <a:cubicBezTo>
                      <a:pt x="5228" y="2674"/>
                      <a:pt x="5198" y="2674"/>
                      <a:pt x="5169" y="2689"/>
                    </a:cubicBezTo>
                    <a:cubicBezTo>
                      <a:pt x="5139" y="2704"/>
                      <a:pt x="5124" y="2733"/>
                      <a:pt x="5109" y="2748"/>
                    </a:cubicBezTo>
                    <a:lnTo>
                      <a:pt x="4930" y="2748"/>
                    </a:lnTo>
                    <a:cubicBezTo>
                      <a:pt x="4945" y="2718"/>
                      <a:pt x="4974" y="2689"/>
                      <a:pt x="4989" y="2659"/>
                    </a:cubicBezTo>
                    <a:cubicBezTo>
                      <a:pt x="4960" y="2629"/>
                      <a:pt x="4930" y="2599"/>
                      <a:pt x="4915" y="2584"/>
                    </a:cubicBezTo>
                    <a:close/>
                    <a:moveTo>
                      <a:pt x="7063" y="3531"/>
                    </a:moveTo>
                    <a:cubicBezTo>
                      <a:pt x="7069" y="3531"/>
                      <a:pt x="7075" y="3537"/>
                      <a:pt x="7080" y="3555"/>
                    </a:cubicBezTo>
                    <a:lnTo>
                      <a:pt x="7036" y="3555"/>
                    </a:lnTo>
                    <a:cubicBezTo>
                      <a:pt x="7045" y="3546"/>
                      <a:pt x="7054" y="3531"/>
                      <a:pt x="7063" y="3531"/>
                    </a:cubicBezTo>
                    <a:close/>
                    <a:moveTo>
                      <a:pt x="4989" y="3570"/>
                    </a:moveTo>
                    <a:cubicBezTo>
                      <a:pt x="4974" y="3600"/>
                      <a:pt x="4945" y="3630"/>
                      <a:pt x="4930" y="3659"/>
                    </a:cubicBezTo>
                    <a:cubicBezTo>
                      <a:pt x="4915" y="3689"/>
                      <a:pt x="4915" y="3734"/>
                      <a:pt x="4900" y="3779"/>
                    </a:cubicBezTo>
                    <a:cubicBezTo>
                      <a:pt x="4900" y="3824"/>
                      <a:pt x="4900" y="3869"/>
                      <a:pt x="4885" y="3913"/>
                    </a:cubicBezTo>
                    <a:cubicBezTo>
                      <a:pt x="5094" y="3854"/>
                      <a:pt x="5139" y="3779"/>
                      <a:pt x="5079" y="3674"/>
                    </a:cubicBezTo>
                    <a:cubicBezTo>
                      <a:pt x="5064" y="3659"/>
                      <a:pt x="5049" y="3644"/>
                      <a:pt x="5034" y="3644"/>
                    </a:cubicBezTo>
                    <a:cubicBezTo>
                      <a:pt x="5019" y="3615"/>
                      <a:pt x="5004" y="3585"/>
                      <a:pt x="4989" y="3570"/>
                    </a:cubicBezTo>
                    <a:close/>
                    <a:moveTo>
                      <a:pt x="4840" y="4317"/>
                    </a:moveTo>
                    <a:cubicBezTo>
                      <a:pt x="4825" y="4332"/>
                      <a:pt x="4795" y="4332"/>
                      <a:pt x="4780" y="4332"/>
                    </a:cubicBezTo>
                    <a:cubicBezTo>
                      <a:pt x="4795" y="4376"/>
                      <a:pt x="4810" y="4421"/>
                      <a:pt x="4810" y="4466"/>
                    </a:cubicBezTo>
                    <a:cubicBezTo>
                      <a:pt x="4825" y="4421"/>
                      <a:pt x="4825" y="4376"/>
                      <a:pt x="4840" y="4317"/>
                    </a:cubicBezTo>
                    <a:close/>
                    <a:moveTo>
                      <a:pt x="4511" y="4078"/>
                    </a:moveTo>
                    <a:cubicBezTo>
                      <a:pt x="4482" y="4137"/>
                      <a:pt x="4422" y="4182"/>
                      <a:pt x="4422" y="4227"/>
                    </a:cubicBezTo>
                    <a:cubicBezTo>
                      <a:pt x="4437" y="4302"/>
                      <a:pt x="4496" y="4376"/>
                      <a:pt x="4526" y="4436"/>
                    </a:cubicBezTo>
                    <a:cubicBezTo>
                      <a:pt x="4482" y="4571"/>
                      <a:pt x="4601" y="4556"/>
                      <a:pt x="4661" y="4585"/>
                    </a:cubicBezTo>
                    <a:lnTo>
                      <a:pt x="4750" y="4585"/>
                    </a:lnTo>
                    <a:cubicBezTo>
                      <a:pt x="4758" y="4593"/>
                      <a:pt x="4765" y="4597"/>
                      <a:pt x="4773" y="4597"/>
                    </a:cubicBezTo>
                    <a:cubicBezTo>
                      <a:pt x="4780" y="4597"/>
                      <a:pt x="4788" y="4593"/>
                      <a:pt x="4795" y="4585"/>
                    </a:cubicBezTo>
                    <a:cubicBezTo>
                      <a:pt x="4795" y="4556"/>
                      <a:pt x="4810" y="4511"/>
                      <a:pt x="4810" y="4466"/>
                    </a:cubicBezTo>
                    <a:lnTo>
                      <a:pt x="4810" y="4466"/>
                    </a:lnTo>
                    <a:cubicBezTo>
                      <a:pt x="4795" y="4496"/>
                      <a:pt x="4765" y="4511"/>
                      <a:pt x="4735" y="4541"/>
                    </a:cubicBezTo>
                    <a:lnTo>
                      <a:pt x="4706" y="4541"/>
                    </a:lnTo>
                    <a:cubicBezTo>
                      <a:pt x="4676" y="4481"/>
                      <a:pt x="4661" y="4421"/>
                      <a:pt x="4646" y="4361"/>
                    </a:cubicBezTo>
                    <a:cubicBezTo>
                      <a:pt x="4661" y="4332"/>
                      <a:pt x="4646" y="4287"/>
                      <a:pt x="4676" y="4272"/>
                    </a:cubicBezTo>
                    <a:lnTo>
                      <a:pt x="4676" y="4272"/>
                    </a:lnTo>
                    <a:cubicBezTo>
                      <a:pt x="4676" y="4272"/>
                      <a:pt x="4676" y="4272"/>
                      <a:pt x="4676" y="4272"/>
                    </a:cubicBezTo>
                    <a:cubicBezTo>
                      <a:pt x="4646" y="4242"/>
                      <a:pt x="4616" y="4197"/>
                      <a:pt x="4586" y="4167"/>
                    </a:cubicBezTo>
                    <a:cubicBezTo>
                      <a:pt x="4571" y="4137"/>
                      <a:pt x="4541" y="4108"/>
                      <a:pt x="4511" y="4078"/>
                    </a:cubicBezTo>
                    <a:close/>
                    <a:moveTo>
                      <a:pt x="4885" y="4675"/>
                    </a:moveTo>
                    <a:cubicBezTo>
                      <a:pt x="4885" y="4675"/>
                      <a:pt x="4870" y="4690"/>
                      <a:pt x="4885" y="4705"/>
                    </a:cubicBezTo>
                    <a:cubicBezTo>
                      <a:pt x="4885" y="4720"/>
                      <a:pt x="4900" y="4720"/>
                      <a:pt x="4900" y="4735"/>
                    </a:cubicBezTo>
                    <a:cubicBezTo>
                      <a:pt x="4915" y="4735"/>
                      <a:pt x="4915" y="4720"/>
                      <a:pt x="4930" y="4705"/>
                    </a:cubicBezTo>
                    <a:cubicBezTo>
                      <a:pt x="4915" y="4690"/>
                      <a:pt x="4900" y="4675"/>
                      <a:pt x="4885" y="4675"/>
                    </a:cubicBezTo>
                    <a:close/>
                    <a:moveTo>
                      <a:pt x="5079" y="4660"/>
                    </a:moveTo>
                    <a:cubicBezTo>
                      <a:pt x="5079" y="4705"/>
                      <a:pt x="5079" y="4735"/>
                      <a:pt x="5079" y="4780"/>
                    </a:cubicBezTo>
                    <a:cubicBezTo>
                      <a:pt x="5079" y="4780"/>
                      <a:pt x="5079" y="4780"/>
                      <a:pt x="5079" y="4795"/>
                    </a:cubicBezTo>
                    <a:cubicBezTo>
                      <a:pt x="5094" y="4750"/>
                      <a:pt x="5109" y="4720"/>
                      <a:pt x="5124" y="4675"/>
                    </a:cubicBezTo>
                    <a:cubicBezTo>
                      <a:pt x="5124" y="4675"/>
                      <a:pt x="5094" y="4675"/>
                      <a:pt x="5079" y="4660"/>
                    </a:cubicBezTo>
                    <a:close/>
                    <a:moveTo>
                      <a:pt x="4048" y="4615"/>
                    </a:moveTo>
                    <a:cubicBezTo>
                      <a:pt x="4004" y="4690"/>
                      <a:pt x="3974" y="4765"/>
                      <a:pt x="3929" y="4854"/>
                    </a:cubicBezTo>
                    <a:cubicBezTo>
                      <a:pt x="4108" y="4780"/>
                      <a:pt x="4108" y="4765"/>
                      <a:pt x="4048" y="4615"/>
                    </a:cubicBezTo>
                    <a:close/>
                    <a:moveTo>
                      <a:pt x="7618" y="4944"/>
                    </a:moveTo>
                    <a:cubicBezTo>
                      <a:pt x="7618" y="4959"/>
                      <a:pt x="7633" y="4974"/>
                      <a:pt x="7633" y="4974"/>
                    </a:cubicBezTo>
                    <a:lnTo>
                      <a:pt x="7618" y="4974"/>
                    </a:lnTo>
                    <a:cubicBezTo>
                      <a:pt x="7618" y="4974"/>
                      <a:pt x="7618" y="4959"/>
                      <a:pt x="7618" y="4944"/>
                    </a:cubicBezTo>
                    <a:close/>
                    <a:moveTo>
                      <a:pt x="4482" y="4974"/>
                    </a:moveTo>
                    <a:cubicBezTo>
                      <a:pt x="4467" y="4974"/>
                      <a:pt x="4452" y="4989"/>
                      <a:pt x="4452" y="4989"/>
                    </a:cubicBezTo>
                    <a:cubicBezTo>
                      <a:pt x="4452" y="5004"/>
                      <a:pt x="4467" y="5019"/>
                      <a:pt x="4482" y="5019"/>
                    </a:cubicBezTo>
                    <a:cubicBezTo>
                      <a:pt x="4482" y="5019"/>
                      <a:pt x="4496" y="5019"/>
                      <a:pt x="4496" y="5004"/>
                    </a:cubicBezTo>
                    <a:cubicBezTo>
                      <a:pt x="4496" y="4989"/>
                      <a:pt x="4482" y="4989"/>
                      <a:pt x="4482" y="4974"/>
                    </a:cubicBezTo>
                    <a:close/>
                    <a:moveTo>
                      <a:pt x="5079" y="4795"/>
                    </a:moveTo>
                    <a:lnTo>
                      <a:pt x="5079" y="4795"/>
                    </a:lnTo>
                    <a:cubicBezTo>
                      <a:pt x="4945" y="4824"/>
                      <a:pt x="5109" y="4884"/>
                      <a:pt x="5079" y="4929"/>
                    </a:cubicBezTo>
                    <a:cubicBezTo>
                      <a:pt x="5004" y="5034"/>
                      <a:pt x="5094" y="5063"/>
                      <a:pt x="5154" y="5108"/>
                    </a:cubicBezTo>
                    <a:cubicBezTo>
                      <a:pt x="5169" y="5108"/>
                      <a:pt x="5198" y="5093"/>
                      <a:pt x="5198" y="5078"/>
                    </a:cubicBezTo>
                    <a:cubicBezTo>
                      <a:pt x="5213" y="5063"/>
                      <a:pt x="5198" y="5034"/>
                      <a:pt x="5184" y="5019"/>
                    </a:cubicBezTo>
                    <a:cubicBezTo>
                      <a:pt x="5154" y="4989"/>
                      <a:pt x="5124" y="4959"/>
                      <a:pt x="5094" y="4929"/>
                    </a:cubicBezTo>
                    <a:cubicBezTo>
                      <a:pt x="5169" y="4899"/>
                      <a:pt x="5198" y="4869"/>
                      <a:pt x="5109" y="4839"/>
                    </a:cubicBezTo>
                    <a:cubicBezTo>
                      <a:pt x="5094" y="4824"/>
                      <a:pt x="5079" y="4809"/>
                      <a:pt x="5079" y="4795"/>
                    </a:cubicBezTo>
                    <a:close/>
                    <a:moveTo>
                      <a:pt x="7289" y="5138"/>
                    </a:moveTo>
                    <a:lnTo>
                      <a:pt x="7289" y="5138"/>
                    </a:lnTo>
                    <a:cubicBezTo>
                      <a:pt x="7275" y="5153"/>
                      <a:pt x="7260" y="5168"/>
                      <a:pt x="7230" y="5183"/>
                    </a:cubicBezTo>
                    <a:cubicBezTo>
                      <a:pt x="7245" y="5183"/>
                      <a:pt x="7260" y="5198"/>
                      <a:pt x="7260" y="5198"/>
                    </a:cubicBezTo>
                    <a:cubicBezTo>
                      <a:pt x="7275" y="5183"/>
                      <a:pt x="7275" y="5153"/>
                      <a:pt x="7289" y="5138"/>
                    </a:cubicBezTo>
                    <a:close/>
                    <a:moveTo>
                      <a:pt x="4063" y="4929"/>
                    </a:moveTo>
                    <a:cubicBezTo>
                      <a:pt x="4004" y="4974"/>
                      <a:pt x="3944" y="5004"/>
                      <a:pt x="3914" y="5048"/>
                    </a:cubicBezTo>
                    <a:cubicBezTo>
                      <a:pt x="3899" y="5078"/>
                      <a:pt x="3944" y="5138"/>
                      <a:pt x="3959" y="5198"/>
                    </a:cubicBezTo>
                    <a:cubicBezTo>
                      <a:pt x="3929" y="5228"/>
                      <a:pt x="3899" y="5258"/>
                      <a:pt x="3869" y="5302"/>
                    </a:cubicBezTo>
                    <a:cubicBezTo>
                      <a:pt x="4004" y="5273"/>
                      <a:pt x="4004" y="5273"/>
                      <a:pt x="3989" y="5198"/>
                    </a:cubicBezTo>
                    <a:lnTo>
                      <a:pt x="3989" y="5183"/>
                    </a:lnTo>
                    <a:cubicBezTo>
                      <a:pt x="4019" y="5153"/>
                      <a:pt x="4063" y="5123"/>
                      <a:pt x="4108" y="5093"/>
                    </a:cubicBezTo>
                    <a:cubicBezTo>
                      <a:pt x="4078" y="5078"/>
                      <a:pt x="4048" y="5063"/>
                      <a:pt x="4019" y="5048"/>
                    </a:cubicBezTo>
                    <a:cubicBezTo>
                      <a:pt x="4048" y="5019"/>
                      <a:pt x="4078" y="5004"/>
                      <a:pt x="4093" y="4974"/>
                    </a:cubicBezTo>
                    <a:cubicBezTo>
                      <a:pt x="4093" y="4974"/>
                      <a:pt x="4063" y="4944"/>
                      <a:pt x="4063" y="4929"/>
                    </a:cubicBezTo>
                    <a:close/>
                    <a:moveTo>
                      <a:pt x="3570" y="5108"/>
                    </a:moveTo>
                    <a:lnTo>
                      <a:pt x="3630" y="5183"/>
                    </a:lnTo>
                    <a:lnTo>
                      <a:pt x="3645" y="5183"/>
                    </a:lnTo>
                    <a:cubicBezTo>
                      <a:pt x="3705" y="5243"/>
                      <a:pt x="3750" y="5287"/>
                      <a:pt x="3809" y="5332"/>
                    </a:cubicBezTo>
                    <a:cubicBezTo>
                      <a:pt x="3854" y="5153"/>
                      <a:pt x="3839" y="5138"/>
                      <a:pt x="3675" y="5108"/>
                    </a:cubicBezTo>
                    <a:close/>
                    <a:moveTo>
                      <a:pt x="7604" y="5318"/>
                    </a:moveTo>
                    <a:cubicBezTo>
                      <a:pt x="7618" y="5333"/>
                      <a:pt x="7618" y="5347"/>
                      <a:pt x="7618" y="5362"/>
                    </a:cubicBezTo>
                    <a:lnTo>
                      <a:pt x="7603" y="5362"/>
                    </a:lnTo>
                    <a:cubicBezTo>
                      <a:pt x="7618" y="5347"/>
                      <a:pt x="7618" y="5333"/>
                      <a:pt x="7604" y="5318"/>
                    </a:cubicBezTo>
                    <a:close/>
                    <a:moveTo>
                      <a:pt x="4078" y="5228"/>
                    </a:moveTo>
                    <a:cubicBezTo>
                      <a:pt x="4078" y="5302"/>
                      <a:pt x="4063" y="5377"/>
                      <a:pt x="4063" y="5452"/>
                    </a:cubicBezTo>
                    <a:cubicBezTo>
                      <a:pt x="4078" y="5437"/>
                      <a:pt x="4108" y="5422"/>
                      <a:pt x="4123" y="5422"/>
                    </a:cubicBezTo>
                    <a:cubicBezTo>
                      <a:pt x="4138" y="5362"/>
                      <a:pt x="4138" y="5302"/>
                      <a:pt x="4138" y="5243"/>
                    </a:cubicBezTo>
                    <a:cubicBezTo>
                      <a:pt x="4123" y="5228"/>
                      <a:pt x="4108" y="5228"/>
                      <a:pt x="4078" y="5228"/>
                    </a:cubicBezTo>
                    <a:close/>
                    <a:moveTo>
                      <a:pt x="4960" y="5810"/>
                    </a:moveTo>
                    <a:cubicBezTo>
                      <a:pt x="4930" y="5825"/>
                      <a:pt x="4900" y="5855"/>
                      <a:pt x="4915" y="5855"/>
                    </a:cubicBezTo>
                    <a:cubicBezTo>
                      <a:pt x="4930" y="5885"/>
                      <a:pt x="4960" y="5915"/>
                      <a:pt x="4989" y="5930"/>
                    </a:cubicBezTo>
                    <a:cubicBezTo>
                      <a:pt x="4989" y="5930"/>
                      <a:pt x="5034" y="5900"/>
                      <a:pt x="5034" y="5900"/>
                    </a:cubicBezTo>
                    <a:cubicBezTo>
                      <a:pt x="5004" y="5870"/>
                      <a:pt x="4989" y="5840"/>
                      <a:pt x="4960" y="5810"/>
                    </a:cubicBezTo>
                    <a:close/>
                    <a:moveTo>
                      <a:pt x="5960" y="5885"/>
                    </a:moveTo>
                    <a:cubicBezTo>
                      <a:pt x="5930" y="5930"/>
                      <a:pt x="5886" y="5974"/>
                      <a:pt x="5856" y="6019"/>
                    </a:cubicBezTo>
                    <a:cubicBezTo>
                      <a:pt x="5841" y="6034"/>
                      <a:pt x="5856" y="6064"/>
                      <a:pt x="5871" y="6094"/>
                    </a:cubicBezTo>
                    <a:cubicBezTo>
                      <a:pt x="5886" y="6079"/>
                      <a:pt x="5930" y="6064"/>
                      <a:pt x="5930" y="6049"/>
                    </a:cubicBezTo>
                    <a:cubicBezTo>
                      <a:pt x="5960" y="6004"/>
                      <a:pt x="5960" y="5945"/>
                      <a:pt x="5975" y="5900"/>
                    </a:cubicBezTo>
                    <a:cubicBezTo>
                      <a:pt x="5975" y="5885"/>
                      <a:pt x="5960" y="5885"/>
                      <a:pt x="5960" y="5885"/>
                    </a:cubicBezTo>
                    <a:close/>
                    <a:moveTo>
                      <a:pt x="1031" y="6094"/>
                    </a:moveTo>
                    <a:cubicBezTo>
                      <a:pt x="1031" y="6094"/>
                      <a:pt x="1031" y="6094"/>
                      <a:pt x="1031" y="6109"/>
                    </a:cubicBezTo>
                    <a:lnTo>
                      <a:pt x="1016" y="6109"/>
                    </a:lnTo>
                    <a:lnTo>
                      <a:pt x="1031" y="6094"/>
                    </a:lnTo>
                    <a:close/>
                    <a:moveTo>
                      <a:pt x="6558" y="6258"/>
                    </a:moveTo>
                    <a:lnTo>
                      <a:pt x="6558" y="6258"/>
                    </a:lnTo>
                    <a:cubicBezTo>
                      <a:pt x="6543" y="6318"/>
                      <a:pt x="6528" y="6378"/>
                      <a:pt x="6513" y="6438"/>
                    </a:cubicBezTo>
                    <a:cubicBezTo>
                      <a:pt x="6423" y="6408"/>
                      <a:pt x="6334" y="6378"/>
                      <a:pt x="6244" y="6363"/>
                    </a:cubicBezTo>
                    <a:cubicBezTo>
                      <a:pt x="6229" y="6363"/>
                      <a:pt x="6214" y="6393"/>
                      <a:pt x="6199" y="6393"/>
                    </a:cubicBezTo>
                    <a:cubicBezTo>
                      <a:pt x="6214" y="6423"/>
                      <a:pt x="6229" y="6438"/>
                      <a:pt x="6259" y="6452"/>
                    </a:cubicBezTo>
                    <a:cubicBezTo>
                      <a:pt x="6274" y="6482"/>
                      <a:pt x="6304" y="6482"/>
                      <a:pt x="6334" y="6482"/>
                    </a:cubicBezTo>
                    <a:lnTo>
                      <a:pt x="6334" y="6482"/>
                    </a:lnTo>
                    <a:lnTo>
                      <a:pt x="6334" y="6482"/>
                    </a:lnTo>
                    <a:cubicBezTo>
                      <a:pt x="6363" y="6497"/>
                      <a:pt x="6378" y="6497"/>
                      <a:pt x="6393" y="6512"/>
                    </a:cubicBezTo>
                    <a:cubicBezTo>
                      <a:pt x="6408" y="6527"/>
                      <a:pt x="6438" y="6527"/>
                      <a:pt x="6453" y="6542"/>
                    </a:cubicBezTo>
                    <a:lnTo>
                      <a:pt x="6513" y="6572"/>
                    </a:lnTo>
                    <a:cubicBezTo>
                      <a:pt x="6528" y="6542"/>
                      <a:pt x="6528" y="6512"/>
                      <a:pt x="6543" y="6482"/>
                    </a:cubicBezTo>
                    <a:cubicBezTo>
                      <a:pt x="6647" y="6423"/>
                      <a:pt x="6647" y="6348"/>
                      <a:pt x="6558" y="6258"/>
                    </a:cubicBezTo>
                    <a:close/>
                    <a:moveTo>
                      <a:pt x="5751" y="7901"/>
                    </a:moveTo>
                    <a:cubicBezTo>
                      <a:pt x="5751" y="7901"/>
                      <a:pt x="5751" y="7901"/>
                      <a:pt x="5751" y="7916"/>
                    </a:cubicBezTo>
                    <a:lnTo>
                      <a:pt x="5721" y="7901"/>
                    </a:lnTo>
                    <a:close/>
                    <a:moveTo>
                      <a:pt x="5975" y="7946"/>
                    </a:moveTo>
                    <a:lnTo>
                      <a:pt x="6005" y="7976"/>
                    </a:lnTo>
                    <a:cubicBezTo>
                      <a:pt x="5990" y="7976"/>
                      <a:pt x="5975" y="7961"/>
                      <a:pt x="5975" y="7946"/>
                    </a:cubicBezTo>
                    <a:close/>
                    <a:moveTo>
                      <a:pt x="5557" y="538"/>
                    </a:moveTo>
                    <a:cubicBezTo>
                      <a:pt x="5617" y="657"/>
                      <a:pt x="5676" y="777"/>
                      <a:pt x="5736" y="896"/>
                    </a:cubicBezTo>
                    <a:cubicBezTo>
                      <a:pt x="5736" y="911"/>
                      <a:pt x="5766" y="911"/>
                      <a:pt x="5796" y="926"/>
                    </a:cubicBezTo>
                    <a:cubicBezTo>
                      <a:pt x="5796" y="956"/>
                      <a:pt x="5796" y="971"/>
                      <a:pt x="5796" y="986"/>
                    </a:cubicBezTo>
                    <a:cubicBezTo>
                      <a:pt x="5796" y="1016"/>
                      <a:pt x="5811" y="1031"/>
                      <a:pt x="5811" y="1046"/>
                    </a:cubicBezTo>
                    <a:cubicBezTo>
                      <a:pt x="5796" y="1135"/>
                      <a:pt x="5841" y="1255"/>
                      <a:pt x="5900" y="1300"/>
                    </a:cubicBezTo>
                    <a:cubicBezTo>
                      <a:pt x="5900" y="1300"/>
                      <a:pt x="5900" y="1315"/>
                      <a:pt x="5886" y="1329"/>
                    </a:cubicBezTo>
                    <a:cubicBezTo>
                      <a:pt x="5886" y="1359"/>
                      <a:pt x="5900" y="1389"/>
                      <a:pt x="5930" y="1404"/>
                    </a:cubicBezTo>
                    <a:cubicBezTo>
                      <a:pt x="5945" y="1404"/>
                      <a:pt x="5945" y="1419"/>
                      <a:pt x="5945" y="1419"/>
                    </a:cubicBezTo>
                    <a:cubicBezTo>
                      <a:pt x="6005" y="1539"/>
                      <a:pt x="6050" y="1673"/>
                      <a:pt x="6110" y="1792"/>
                    </a:cubicBezTo>
                    <a:cubicBezTo>
                      <a:pt x="6124" y="1807"/>
                      <a:pt x="6169" y="1822"/>
                      <a:pt x="6199" y="1837"/>
                    </a:cubicBezTo>
                    <a:cubicBezTo>
                      <a:pt x="6199" y="1882"/>
                      <a:pt x="6095" y="1927"/>
                      <a:pt x="6184" y="1972"/>
                    </a:cubicBezTo>
                    <a:cubicBezTo>
                      <a:pt x="6184" y="1972"/>
                      <a:pt x="6184" y="1987"/>
                      <a:pt x="6184" y="2002"/>
                    </a:cubicBezTo>
                    <a:cubicBezTo>
                      <a:pt x="6184" y="2031"/>
                      <a:pt x="6199" y="2076"/>
                      <a:pt x="6229" y="2091"/>
                    </a:cubicBezTo>
                    <a:cubicBezTo>
                      <a:pt x="6239" y="2091"/>
                      <a:pt x="6236" y="2085"/>
                      <a:pt x="6237" y="2085"/>
                    </a:cubicBezTo>
                    <a:lnTo>
                      <a:pt x="6237" y="2085"/>
                    </a:lnTo>
                    <a:cubicBezTo>
                      <a:pt x="6237" y="2085"/>
                      <a:pt x="6239" y="2086"/>
                      <a:pt x="6244" y="2091"/>
                    </a:cubicBezTo>
                    <a:cubicBezTo>
                      <a:pt x="6244" y="2091"/>
                      <a:pt x="6244" y="2106"/>
                      <a:pt x="6244" y="2106"/>
                    </a:cubicBezTo>
                    <a:cubicBezTo>
                      <a:pt x="6229" y="2181"/>
                      <a:pt x="6259" y="2241"/>
                      <a:pt x="6274" y="2300"/>
                    </a:cubicBezTo>
                    <a:cubicBezTo>
                      <a:pt x="6283" y="2355"/>
                      <a:pt x="6303" y="2387"/>
                      <a:pt x="6335" y="2387"/>
                    </a:cubicBezTo>
                    <a:cubicBezTo>
                      <a:pt x="6355" y="2387"/>
                      <a:pt x="6379" y="2374"/>
                      <a:pt x="6408" y="2345"/>
                    </a:cubicBezTo>
                    <a:lnTo>
                      <a:pt x="6408" y="2330"/>
                    </a:lnTo>
                    <a:cubicBezTo>
                      <a:pt x="6423" y="2345"/>
                      <a:pt x="6438" y="2345"/>
                      <a:pt x="6408" y="2390"/>
                    </a:cubicBezTo>
                    <a:cubicBezTo>
                      <a:pt x="6349" y="2450"/>
                      <a:pt x="6393" y="2479"/>
                      <a:pt x="6453" y="2509"/>
                    </a:cubicBezTo>
                    <a:lnTo>
                      <a:pt x="6468" y="2509"/>
                    </a:lnTo>
                    <a:cubicBezTo>
                      <a:pt x="6498" y="2569"/>
                      <a:pt x="6513" y="2614"/>
                      <a:pt x="6543" y="2659"/>
                    </a:cubicBezTo>
                    <a:cubicBezTo>
                      <a:pt x="6513" y="2674"/>
                      <a:pt x="6483" y="2689"/>
                      <a:pt x="6483" y="2704"/>
                    </a:cubicBezTo>
                    <a:cubicBezTo>
                      <a:pt x="6483" y="2748"/>
                      <a:pt x="6498" y="2808"/>
                      <a:pt x="6513" y="2853"/>
                    </a:cubicBezTo>
                    <a:lnTo>
                      <a:pt x="6573" y="2808"/>
                    </a:lnTo>
                    <a:lnTo>
                      <a:pt x="6573" y="2883"/>
                    </a:lnTo>
                    <a:cubicBezTo>
                      <a:pt x="6528" y="2943"/>
                      <a:pt x="6513" y="3002"/>
                      <a:pt x="6588" y="3032"/>
                    </a:cubicBezTo>
                    <a:lnTo>
                      <a:pt x="6602" y="3032"/>
                    </a:lnTo>
                    <a:cubicBezTo>
                      <a:pt x="6602" y="3107"/>
                      <a:pt x="6677" y="3152"/>
                      <a:pt x="6722" y="3196"/>
                    </a:cubicBezTo>
                    <a:cubicBezTo>
                      <a:pt x="6647" y="3346"/>
                      <a:pt x="6767" y="3420"/>
                      <a:pt x="6841" y="3510"/>
                    </a:cubicBezTo>
                    <a:cubicBezTo>
                      <a:pt x="6812" y="3525"/>
                      <a:pt x="6752" y="3540"/>
                      <a:pt x="6797" y="3600"/>
                    </a:cubicBezTo>
                    <a:lnTo>
                      <a:pt x="7065" y="4302"/>
                    </a:lnTo>
                    <a:cubicBezTo>
                      <a:pt x="7095" y="4317"/>
                      <a:pt x="7110" y="4317"/>
                      <a:pt x="7140" y="4332"/>
                    </a:cubicBezTo>
                    <a:lnTo>
                      <a:pt x="7155" y="4406"/>
                    </a:lnTo>
                    <a:cubicBezTo>
                      <a:pt x="7143" y="4406"/>
                      <a:pt x="7131" y="4404"/>
                      <a:pt x="7120" y="4404"/>
                    </a:cubicBezTo>
                    <a:cubicBezTo>
                      <a:pt x="7104" y="4404"/>
                      <a:pt x="7089" y="4409"/>
                      <a:pt x="7080" y="4436"/>
                    </a:cubicBezTo>
                    <a:cubicBezTo>
                      <a:pt x="7065" y="4481"/>
                      <a:pt x="7125" y="4496"/>
                      <a:pt x="7155" y="4526"/>
                    </a:cubicBezTo>
                    <a:lnTo>
                      <a:pt x="7170" y="4541"/>
                    </a:lnTo>
                    <a:cubicBezTo>
                      <a:pt x="7155" y="4585"/>
                      <a:pt x="7140" y="4615"/>
                      <a:pt x="7140" y="4660"/>
                    </a:cubicBezTo>
                    <a:cubicBezTo>
                      <a:pt x="7185" y="4795"/>
                      <a:pt x="7245" y="4914"/>
                      <a:pt x="7289" y="5048"/>
                    </a:cubicBezTo>
                    <a:cubicBezTo>
                      <a:pt x="7289" y="5078"/>
                      <a:pt x="7289" y="5108"/>
                      <a:pt x="7289" y="5138"/>
                    </a:cubicBezTo>
                    <a:cubicBezTo>
                      <a:pt x="7334" y="5243"/>
                      <a:pt x="7379" y="5347"/>
                      <a:pt x="7454" y="5497"/>
                    </a:cubicBezTo>
                    <a:cubicBezTo>
                      <a:pt x="7454" y="5422"/>
                      <a:pt x="7454" y="5392"/>
                      <a:pt x="7469" y="5362"/>
                    </a:cubicBezTo>
                    <a:cubicBezTo>
                      <a:pt x="7499" y="5422"/>
                      <a:pt x="7543" y="5482"/>
                      <a:pt x="7573" y="5541"/>
                    </a:cubicBezTo>
                    <a:lnTo>
                      <a:pt x="7573" y="5571"/>
                    </a:lnTo>
                    <a:cubicBezTo>
                      <a:pt x="7573" y="5586"/>
                      <a:pt x="7573" y="5586"/>
                      <a:pt x="7558" y="5601"/>
                    </a:cubicBezTo>
                    <a:cubicBezTo>
                      <a:pt x="7558" y="5661"/>
                      <a:pt x="7573" y="5706"/>
                      <a:pt x="7588" y="5750"/>
                    </a:cubicBezTo>
                    <a:cubicBezTo>
                      <a:pt x="7618" y="5870"/>
                      <a:pt x="7618" y="6004"/>
                      <a:pt x="7738" y="6079"/>
                    </a:cubicBezTo>
                    <a:lnTo>
                      <a:pt x="7752" y="6079"/>
                    </a:lnTo>
                    <a:lnTo>
                      <a:pt x="7782" y="6169"/>
                    </a:lnTo>
                    <a:lnTo>
                      <a:pt x="7782" y="6184"/>
                    </a:lnTo>
                    <a:lnTo>
                      <a:pt x="7752" y="6184"/>
                    </a:lnTo>
                    <a:cubicBezTo>
                      <a:pt x="7723" y="6213"/>
                      <a:pt x="7723" y="6258"/>
                      <a:pt x="7752" y="6288"/>
                    </a:cubicBezTo>
                    <a:lnTo>
                      <a:pt x="7752" y="6303"/>
                    </a:lnTo>
                    <a:cubicBezTo>
                      <a:pt x="7738" y="6303"/>
                      <a:pt x="7723" y="6318"/>
                      <a:pt x="7708" y="6333"/>
                    </a:cubicBezTo>
                    <a:cubicBezTo>
                      <a:pt x="7693" y="6333"/>
                      <a:pt x="7723" y="6363"/>
                      <a:pt x="7738" y="6378"/>
                    </a:cubicBezTo>
                    <a:lnTo>
                      <a:pt x="7782" y="6333"/>
                    </a:lnTo>
                    <a:cubicBezTo>
                      <a:pt x="7827" y="6408"/>
                      <a:pt x="7782" y="6512"/>
                      <a:pt x="7872" y="6557"/>
                    </a:cubicBezTo>
                    <a:lnTo>
                      <a:pt x="7902" y="6557"/>
                    </a:lnTo>
                    <a:lnTo>
                      <a:pt x="7902" y="6572"/>
                    </a:lnTo>
                    <a:lnTo>
                      <a:pt x="7902" y="6632"/>
                    </a:lnTo>
                    <a:cubicBezTo>
                      <a:pt x="7902" y="6647"/>
                      <a:pt x="7887" y="6676"/>
                      <a:pt x="7887" y="6691"/>
                    </a:cubicBezTo>
                    <a:cubicBezTo>
                      <a:pt x="7902" y="6721"/>
                      <a:pt x="7902" y="6751"/>
                      <a:pt x="7932" y="6766"/>
                    </a:cubicBezTo>
                    <a:cubicBezTo>
                      <a:pt x="7827" y="6826"/>
                      <a:pt x="7917" y="6915"/>
                      <a:pt x="7917" y="7005"/>
                    </a:cubicBezTo>
                    <a:cubicBezTo>
                      <a:pt x="7947" y="7035"/>
                      <a:pt x="7991" y="7020"/>
                      <a:pt x="8021" y="7050"/>
                    </a:cubicBezTo>
                    <a:cubicBezTo>
                      <a:pt x="8036" y="7050"/>
                      <a:pt x="8051" y="7050"/>
                      <a:pt x="8066" y="7065"/>
                    </a:cubicBezTo>
                    <a:cubicBezTo>
                      <a:pt x="8066" y="7095"/>
                      <a:pt x="8066" y="7110"/>
                      <a:pt x="8066" y="7139"/>
                    </a:cubicBezTo>
                    <a:lnTo>
                      <a:pt x="8141" y="7214"/>
                    </a:lnTo>
                    <a:cubicBezTo>
                      <a:pt x="8156" y="7229"/>
                      <a:pt x="8171" y="7229"/>
                      <a:pt x="8186" y="7244"/>
                    </a:cubicBezTo>
                    <a:lnTo>
                      <a:pt x="8216" y="7274"/>
                    </a:lnTo>
                    <a:cubicBezTo>
                      <a:pt x="8216" y="7274"/>
                      <a:pt x="8216" y="7274"/>
                      <a:pt x="8216" y="7289"/>
                    </a:cubicBezTo>
                    <a:cubicBezTo>
                      <a:pt x="8216" y="7304"/>
                      <a:pt x="8230" y="7319"/>
                      <a:pt x="8245" y="7334"/>
                    </a:cubicBezTo>
                    <a:cubicBezTo>
                      <a:pt x="8245" y="7349"/>
                      <a:pt x="8260" y="7349"/>
                      <a:pt x="8260" y="7364"/>
                    </a:cubicBezTo>
                    <a:lnTo>
                      <a:pt x="8245" y="7722"/>
                    </a:lnTo>
                    <a:cubicBezTo>
                      <a:pt x="8290" y="7677"/>
                      <a:pt x="8320" y="7662"/>
                      <a:pt x="8350" y="7632"/>
                    </a:cubicBezTo>
                    <a:cubicBezTo>
                      <a:pt x="8350" y="7662"/>
                      <a:pt x="8350" y="7677"/>
                      <a:pt x="8350" y="7692"/>
                    </a:cubicBezTo>
                    <a:lnTo>
                      <a:pt x="8335" y="7692"/>
                    </a:lnTo>
                    <a:cubicBezTo>
                      <a:pt x="8260" y="7737"/>
                      <a:pt x="8260" y="7797"/>
                      <a:pt x="8320" y="7856"/>
                    </a:cubicBezTo>
                    <a:cubicBezTo>
                      <a:pt x="8380" y="7901"/>
                      <a:pt x="8410" y="7946"/>
                      <a:pt x="8425" y="8006"/>
                    </a:cubicBezTo>
                    <a:lnTo>
                      <a:pt x="8230" y="8006"/>
                    </a:lnTo>
                    <a:cubicBezTo>
                      <a:pt x="8216" y="8006"/>
                      <a:pt x="8216" y="7991"/>
                      <a:pt x="8201" y="7991"/>
                    </a:cubicBezTo>
                    <a:cubicBezTo>
                      <a:pt x="8186" y="7991"/>
                      <a:pt x="8171" y="7991"/>
                      <a:pt x="8156" y="8006"/>
                    </a:cubicBezTo>
                    <a:lnTo>
                      <a:pt x="8156" y="7991"/>
                    </a:lnTo>
                    <a:cubicBezTo>
                      <a:pt x="8126" y="7976"/>
                      <a:pt x="8096" y="7976"/>
                      <a:pt x="8066" y="7976"/>
                    </a:cubicBezTo>
                    <a:cubicBezTo>
                      <a:pt x="8066" y="7961"/>
                      <a:pt x="8066" y="7946"/>
                      <a:pt x="8051" y="7931"/>
                    </a:cubicBezTo>
                    <a:cubicBezTo>
                      <a:pt x="8051" y="7946"/>
                      <a:pt x="8021" y="7961"/>
                      <a:pt x="8021" y="7976"/>
                    </a:cubicBezTo>
                    <a:cubicBezTo>
                      <a:pt x="8021" y="7991"/>
                      <a:pt x="8021" y="7991"/>
                      <a:pt x="8006" y="7991"/>
                    </a:cubicBezTo>
                    <a:cubicBezTo>
                      <a:pt x="7991" y="7976"/>
                      <a:pt x="7973" y="7968"/>
                      <a:pt x="7952" y="7968"/>
                    </a:cubicBezTo>
                    <a:cubicBezTo>
                      <a:pt x="7932" y="7968"/>
                      <a:pt x="7909" y="7976"/>
                      <a:pt x="7887" y="7991"/>
                    </a:cubicBezTo>
                    <a:cubicBezTo>
                      <a:pt x="7872" y="7991"/>
                      <a:pt x="7872" y="7976"/>
                      <a:pt x="7857" y="7976"/>
                    </a:cubicBezTo>
                    <a:cubicBezTo>
                      <a:pt x="7857" y="7946"/>
                      <a:pt x="7842" y="7901"/>
                      <a:pt x="7842" y="7871"/>
                    </a:cubicBezTo>
                    <a:cubicBezTo>
                      <a:pt x="7812" y="7871"/>
                      <a:pt x="7782" y="7886"/>
                      <a:pt x="7738" y="7901"/>
                    </a:cubicBezTo>
                    <a:cubicBezTo>
                      <a:pt x="7738" y="7886"/>
                      <a:pt x="7738" y="7886"/>
                      <a:pt x="7738" y="7871"/>
                    </a:cubicBezTo>
                    <a:cubicBezTo>
                      <a:pt x="7618" y="7797"/>
                      <a:pt x="7484" y="7782"/>
                      <a:pt x="7334" y="7782"/>
                    </a:cubicBezTo>
                    <a:cubicBezTo>
                      <a:pt x="7327" y="7789"/>
                      <a:pt x="7319" y="7800"/>
                      <a:pt x="7312" y="7812"/>
                    </a:cubicBezTo>
                    <a:lnTo>
                      <a:pt x="7312" y="7812"/>
                    </a:lnTo>
                    <a:cubicBezTo>
                      <a:pt x="7226" y="7812"/>
                      <a:pt x="7153" y="7827"/>
                      <a:pt x="7080" y="7827"/>
                    </a:cubicBezTo>
                    <a:cubicBezTo>
                      <a:pt x="7051" y="7827"/>
                      <a:pt x="7036" y="7827"/>
                      <a:pt x="7006" y="7812"/>
                    </a:cubicBezTo>
                    <a:cubicBezTo>
                      <a:pt x="7051" y="7758"/>
                      <a:pt x="7031" y="7747"/>
                      <a:pt x="7001" y="7747"/>
                    </a:cubicBezTo>
                    <a:cubicBezTo>
                      <a:pt x="6982" y="7747"/>
                      <a:pt x="6958" y="7752"/>
                      <a:pt x="6946" y="7752"/>
                    </a:cubicBezTo>
                    <a:cubicBezTo>
                      <a:pt x="6752" y="7707"/>
                      <a:pt x="6573" y="7662"/>
                      <a:pt x="6378" y="7632"/>
                    </a:cubicBezTo>
                    <a:cubicBezTo>
                      <a:pt x="6289" y="7617"/>
                      <a:pt x="6199" y="7602"/>
                      <a:pt x="6095" y="7588"/>
                    </a:cubicBezTo>
                    <a:cubicBezTo>
                      <a:pt x="6095" y="7573"/>
                      <a:pt x="6080" y="7573"/>
                      <a:pt x="6080" y="7558"/>
                    </a:cubicBezTo>
                    <a:cubicBezTo>
                      <a:pt x="6080" y="7543"/>
                      <a:pt x="6050" y="7543"/>
                      <a:pt x="6035" y="7528"/>
                    </a:cubicBezTo>
                    <a:cubicBezTo>
                      <a:pt x="5960" y="7513"/>
                      <a:pt x="5886" y="7498"/>
                      <a:pt x="5811" y="7498"/>
                    </a:cubicBezTo>
                    <a:cubicBezTo>
                      <a:pt x="5796" y="7498"/>
                      <a:pt x="5781" y="7513"/>
                      <a:pt x="5766" y="7513"/>
                    </a:cubicBezTo>
                    <a:lnTo>
                      <a:pt x="5617" y="7483"/>
                    </a:lnTo>
                    <a:cubicBezTo>
                      <a:pt x="5599" y="7466"/>
                      <a:pt x="5582" y="7458"/>
                      <a:pt x="5564" y="7458"/>
                    </a:cubicBezTo>
                    <a:cubicBezTo>
                      <a:pt x="5552" y="7458"/>
                      <a:pt x="5539" y="7462"/>
                      <a:pt x="5527" y="7468"/>
                    </a:cubicBezTo>
                    <a:cubicBezTo>
                      <a:pt x="5512" y="7468"/>
                      <a:pt x="5512" y="7468"/>
                      <a:pt x="5512" y="7483"/>
                    </a:cubicBezTo>
                    <a:lnTo>
                      <a:pt x="5363" y="7408"/>
                    </a:lnTo>
                    <a:cubicBezTo>
                      <a:pt x="5306" y="7363"/>
                      <a:pt x="5250" y="7318"/>
                      <a:pt x="5187" y="7318"/>
                    </a:cubicBezTo>
                    <a:cubicBezTo>
                      <a:pt x="5167" y="7318"/>
                      <a:pt x="5146" y="7323"/>
                      <a:pt x="5124" y="7334"/>
                    </a:cubicBezTo>
                    <a:lnTo>
                      <a:pt x="5109" y="7334"/>
                    </a:lnTo>
                    <a:cubicBezTo>
                      <a:pt x="5099" y="7330"/>
                      <a:pt x="5089" y="7329"/>
                      <a:pt x="5081" y="7329"/>
                    </a:cubicBezTo>
                    <a:cubicBezTo>
                      <a:pt x="5065" y="7329"/>
                      <a:pt x="5051" y="7333"/>
                      <a:pt x="5038" y="7333"/>
                    </a:cubicBezTo>
                    <a:cubicBezTo>
                      <a:pt x="5026" y="7333"/>
                      <a:pt x="5015" y="7330"/>
                      <a:pt x="5004" y="7319"/>
                    </a:cubicBezTo>
                    <a:cubicBezTo>
                      <a:pt x="4989" y="7319"/>
                      <a:pt x="4974" y="7319"/>
                      <a:pt x="4960" y="7334"/>
                    </a:cubicBezTo>
                    <a:lnTo>
                      <a:pt x="4780" y="7274"/>
                    </a:lnTo>
                    <a:cubicBezTo>
                      <a:pt x="4750" y="7244"/>
                      <a:pt x="4661" y="7259"/>
                      <a:pt x="4631" y="7199"/>
                    </a:cubicBezTo>
                    <a:cubicBezTo>
                      <a:pt x="4482" y="7154"/>
                      <a:pt x="4317" y="7139"/>
                      <a:pt x="4153" y="7080"/>
                    </a:cubicBezTo>
                    <a:cubicBezTo>
                      <a:pt x="3944" y="7020"/>
                      <a:pt x="3720" y="7050"/>
                      <a:pt x="3496" y="7005"/>
                    </a:cubicBezTo>
                    <a:cubicBezTo>
                      <a:pt x="3369" y="6984"/>
                      <a:pt x="3235" y="6963"/>
                      <a:pt x="3104" y="6963"/>
                    </a:cubicBezTo>
                    <a:cubicBezTo>
                      <a:pt x="3049" y="6963"/>
                      <a:pt x="2996" y="6966"/>
                      <a:pt x="2943" y="6975"/>
                    </a:cubicBezTo>
                    <a:lnTo>
                      <a:pt x="2898" y="6975"/>
                    </a:lnTo>
                    <a:cubicBezTo>
                      <a:pt x="2868" y="6975"/>
                      <a:pt x="2854" y="6960"/>
                      <a:pt x="2824" y="6960"/>
                    </a:cubicBezTo>
                    <a:cubicBezTo>
                      <a:pt x="2510" y="6915"/>
                      <a:pt x="2211" y="6886"/>
                      <a:pt x="1898" y="6856"/>
                    </a:cubicBezTo>
                    <a:cubicBezTo>
                      <a:pt x="1778" y="6841"/>
                      <a:pt x="1674" y="6811"/>
                      <a:pt x="1554" y="6796"/>
                    </a:cubicBezTo>
                    <a:cubicBezTo>
                      <a:pt x="1345" y="6781"/>
                      <a:pt x="1121" y="6766"/>
                      <a:pt x="912" y="6736"/>
                    </a:cubicBezTo>
                    <a:lnTo>
                      <a:pt x="882" y="6647"/>
                    </a:lnTo>
                    <a:cubicBezTo>
                      <a:pt x="957" y="6602"/>
                      <a:pt x="1002" y="6557"/>
                      <a:pt x="1031" y="6482"/>
                    </a:cubicBezTo>
                    <a:cubicBezTo>
                      <a:pt x="1061" y="6423"/>
                      <a:pt x="1091" y="6363"/>
                      <a:pt x="1091" y="6303"/>
                    </a:cubicBezTo>
                    <a:cubicBezTo>
                      <a:pt x="1091" y="6273"/>
                      <a:pt x="1061" y="6243"/>
                      <a:pt x="1016" y="6213"/>
                    </a:cubicBezTo>
                    <a:lnTo>
                      <a:pt x="1016" y="6199"/>
                    </a:lnTo>
                    <a:cubicBezTo>
                      <a:pt x="1016" y="6184"/>
                      <a:pt x="1016" y="6184"/>
                      <a:pt x="1016" y="6169"/>
                    </a:cubicBezTo>
                    <a:lnTo>
                      <a:pt x="1091" y="6124"/>
                    </a:lnTo>
                    <a:lnTo>
                      <a:pt x="1151" y="6124"/>
                    </a:lnTo>
                    <a:cubicBezTo>
                      <a:pt x="1226" y="6064"/>
                      <a:pt x="1285" y="5989"/>
                      <a:pt x="1345" y="5900"/>
                    </a:cubicBezTo>
                    <a:cubicBezTo>
                      <a:pt x="1405" y="5795"/>
                      <a:pt x="1494" y="5721"/>
                      <a:pt x="1509" y="5586"/>
                    </a:cubicBezTo>
                    <a:cubicBezTo>
                      <a:pt x="1584" y="5571"/>
                      <a:pt x="1614" y="5526"/>
                      <a:pt x="1614" y="5452"/>
                    </a:cubicBezTo>
                    <a:cubicBezTo>
                      <a:pt x="1614" y="5452"/>
                      <a:pt x="1614" y="5452"/>
                      <a:pt x="1614" y="5437"/>
                    </a:cubicBezTo>
                    <a:cubicBezTo>
                      <a:pt x="1733" y="5287"/>
                      <a:pt x="1868" y="5138"/>
                      <a:pt x="1987" y="5004"/>
                    </a:cubicBezTo>
                    <a:cubicBezTo>
                      <a:pt x="2152" y="4929"/>
                      <a:pt x="2226" y="4765"/>
                      <a:pt x="2361" y="4645"/>
                    </a:cubicBezTo>
                    <a:cubicBezTo>
                      <a:pt x="2361" y="4645"/>
                      <a:pt x="2361" y="4630"/>
                      <a:pt x="2361" y="4630"/>
                    </a:cubicBezTo>
                    <a:cubicBezTo>
                      <a:pt x="2376" y="4645"/>
                      <a:pt x="2391" y="4645"/>
                      <a:pt x="2391" y="4645"/>
                    </a:cubicBezTo>
                    <a:cubicBezTo>
                      <a:pt x="2435" y="4645"/>
                      <a:pt x="2480" y="4630"/>
                      <a:pt x="2510" y="4615"/>
                    </a:cubicBezTo>
                    <a:cubicBezTo>
                      <a:pt x="2510" y="4585"/>
                      <a:pt x="2495" y="4556"/>
                      <a:pt x="2480" y="4541"/>
                    </a:cubicBezTo>
                    <a:cubicBezTo>
                      <a:pt x="2465" y="4526"/>
                      <a:pt x="2450" y="4511"/>
                      <a:pt x="2435" y="4511"/>
                    </a:cubicBezTo>
                    <a:cubicBezTo>
                      <a:pt x="2435" y="4511"/>
                      <a:pt x="2435" y="4511"/>
                      <a:pt x="2435" y="4496"/>
                    </a:cubicBezTo>
                    <a:cubicBezTo>
                      <a:pt x="2585" y="4376"/>
                      <a:pt x="2674" y="4212"/>
                      <a:pt x="2764" y="4033"/>
                    </a:cubicBezTo>
                    <a:cubicBezTo>
                      <a:pt x="2883" y="3839"/>
                      <a:pt x="2988" y="3630"/>
                      <a:pt x="3122" y="3450"/>
                    </a:cubicBezTo>
                    <a:cubicBezTo>
                      <a:pt x="3182" y="3376"/>
                      <a:pt x="3242" y="3301"/>
                      <a:pt x="3257" y="3211"/>
                    </a:cubicBezTo>
                    <a:lnTo>
                      <a:pt x="3257" y="3196"/>
                    </a:lnTo>
                    <a:lnTo>
                      <a:pt x="3331" y="3077"/>
                    </a:lnTo>
                    <a:lnTo>
                      <a:pt x="3346" y="3077"/>
                    </a:lnTo>
                    <a:cubicBezTo>
                      <a:pt x="3376" y="3062"/>
                      <a:pt x="3391" y="3062"/>
                      <a:pt x="3406" y="3047"/>
                    </a:cubicBezTo>
                    <a:cubicBezTo>
                      <a:pt x="3645" y="2748"/>
                      <a:pt x="3884" y="2435"/>
                      <a:pt x="4108" y="2136"/>
                    </a:cubicBezTo>
                    <a:cubicBezTo>
                      <a:pt x="4123" y="2106"/>
                      <a:pt x="4153" y="2091"/>
                      <a:pt x="4138" y="2061"/>
                    </a:cubicBezTo>
                    <a:cubicBezTo>
                      <a:pt x="4243" y="1987"/>
                      <a:pt x="4317" y="1897"/>
                      <a:pt x="4377" y="1807"/>
                    </a:cubicBezTo>
                    <a:cubicBezTo>
                      <a:pt x="4377" y="1792"/>
                      <a:pt x="4392" y="1778"/>
                      <a:pt x="4377" y="1763"/>
                    </a:cubicBezTo>
                    <a:lnTo>
                      <a:pt x="4467" y="1658"/>
                    </a:lnTo>
                    <a:cubicBezTo>
                      <a:pt x="4467" y="1628"/>
                      <a:pt x="4467" y="1598"/>
                      <a:pt x="4452" y="1583"/>
                    </a:cubicBezTo>
                    <a:lnTo>
                      <a:pt x="4452" y="1583"/>
                    </a:lnTo>
                    <a:cubicBezTo>
                      <a:pt x="4471" y="1590"/>
                      <a:pt x="4487" y="1592"/>
                      <a:pt x="4501" y="1592"/>
                    </a:cubicBezTo>
                    <a:cubicBezTo>
                      <a:pt x="4587" y="1592"/>
                      <a:pt x="4595" y="1490"/>
                      <a:pt x="4646" y="1464"/>
                    </a:cubicBezTo>
                    <a:cubicBezTo>
                      <a:pt x="4691" y="1404"/>
                      <a:pt x="4735" y="1359"/>
                      <a:pt x="4795" y="1315"/>
                    </a:cubicBezTo>
                    <a:cubicBezTo>
                      <a:pt x="4825" y="1270"/>
                      <a:pt x="4855" y="1240"/>
                      <a:pt x="4885" y="1210"/>
                    </a:cubicBezTo>
                    <a:lnTo>
                      <a:pt x="4930" y="1210"/>
                    </a:lnTo>
                    <a:cubicBezTo>
                      <a:pt x="4989" y="1150"/>
                      <a:pt x="5049" y="1105"/>
                      <a:pt x="5064" y="1016"/>
                    </a:cubicBezTo>
                    <a:lnTo>
                      <a:pt x="5124" y="971"/>
                    </a:lnTo>
                    <a:cubicBezTo>
                      <a:pt x="5228" y="866"/>
                      <a:pt x="5318" y="762"/>
                      <a:pt x="5423" y="642"/>
                    </a:cubicBezTo>
                    <a:cubicBezTo>
                      <a:pt x="5452" y="613"/>
                      <a:pt x="5482" y="568"/>
                      <a:pt x="5512" y="538"/>
                    </a:cubicBezTo>
                    <a:close/>
                    <a:moveTo>
                      <a:pt x="5647" y="0"/>
                    </a:moveTo>
                    <a:cubicBezTo>
                      <a:pt x="5497" y="0"/>
                      <a:pt x="5363" y="120"/>
                      <a:pt x="5363" y="209"/>
                    </a:cubicBezTo>
                    <a:cubicBezTo>
                      <a:pt x="5348" y="239"/>
                      <a:pt x="5318" y="254"/>
                      <a:pt x="5303" y="269"/>
                    </a:cubicBezTo>
                    <a:cubicBezTo>
                      <a:pt x="5258" y="299"/>
                      <a:pt x="5213" y="314"/>
                      <a:pt x="5169" y="329"/>
                    </a:cubicBezTo>
                    <a:cubicBezTo>
                      <a:pt x="5109" y="374"/>
                      <a:pt x="5049" y="403"/>
                      <a:pt x="5004" y="448"/>
                    </a:cubicBezTo>
                    <a:cubicBezTo>
                      <a:pt x="4870" y="598"/>
                      <a:pt x="4721" y="732"/>
                      <a:pt x="4586" y="881"/>
                    </a:cubicBezTo>
                    <a:cubicBezTo>
                      <a:pt x="4511" y="1016"/>
                      <a:pt x="4317" y="1046"/>
                      <a:pt x="4272" y="1225"/>
                    </a:cubicBezTo>
                    <a:cubicBezTo>
                      <a:pt x="4287" y="1210"/>
                      <a:pt x="4302" y="1195"/>
                      <a:pt x="4317" y="1180"/>
                    </a:cubicBezTo>
                    <a:lnTo>
                      <a:pt x="4317" y="1180"/>
                    </a:lnTo>
                    <a:cubicBezTo>
                      <a:pt x="4317" y="1195"/>
                      <a:pt x="4302" y="1195"/>
                      <a:pt x="4302" y="1210"/>
                    </a:cubicBezTo>
                    <a:cubicBezTo>
                      <a:pt x="4302" y="1210"/>
                      <a:pt x="4287" y="1210"/>
                      <a:pt x="4272" y="1225"/>
                    </a:cubicBezTo>
                    <a:cubicBezTo>
                      <a:pt x="4243" y="1255"/>
                      <a:pt x="4213" y="1285"/>
                      <a:pt x="4183" y="1315"/>
                    </a:cubicBezTo>
                    <a:cubicBezTo>
                      <a:pt x="4165" y="1307"/>
                      <a:pt x="4150" y="1304"/>
                      <a:pt x="4137" y="1304"/>
                    </a:cubicBezTo>
                    <a:cubicBezTo>
                      <a:pt x="4072" y="1304"/>
                      <a:pt x="4056" y="1384"/>
                      <a:pt x="4019" y="1434"/>
                    </a:cubicBezTo>
                    <a:cubicBezTo>
                      <a:pt x="3974" y="1479"/>
                      <a:pt x="3929" y="1524"/>
                      <a:pt x="3899" y="1568"/>
                    </a:cubicBezTo>
                    <a:lnTo>
                      <a:pt x="3884" y="1568"/>
                    </a:lnTo>
                    <a:lnTo>
                      <a:pt x="3660" y="1852"/>
                    </a:lnTo>
                    <a:cubicBezTo>
                      <a:pt x="3630" y="1897"/>
                      <a:pt x="3570" y="1942"/>
                      <a:pt x="3541" y="1987"/>
                    </a:cubicBezTo>
                    <a:cubicBezTo>
                      <a:pt x="3481" y="2076"/>
                      <a:pt x="3361" y="2121"/>
                      <a:pt x="3406" y="2255"/>
                    </a:cubicBezTo>
                    <a:lnTo>
                      <a:pt x="3376" y="2300"/>
                    </a:lnTo>
                    <a:lnTo>
                      <a:pt x="3376" y="2315"/>
                    </a:lnTo>
                    <a:cubicBezTo>
                      <a:pt x="3331" y="2315"/>
                      <a:pt x="3302" y="2330"/>
                      <a:pt x="3272" y="2345"/>
                    </a:cubicBezTo>
                    <a:lnTo>
                      <a:pt x="3257" y="2345"/>
                    </a:lnTo>
                    <a:cubicBezTo>
                      <a:pt x="3227" y="2420"/>
                      <a:pt x="3182" y="2479"/>
                      <a:pt x="3152" y="2539"/>
                    </a:cubicBezTo>
                    <a:cubicBezTo>
                      <a:pt x="3107" y="2599"/>
                      <a:pt x="3078" y="2644"/>
                      <a:pt x="3033" y="2689"/>
                    </a:cubicBezTo>
                    <a:cubicBezTo>
                      <a:pt x="3033" y="2689"/>
                      <a:pt x="3018" y="2704"/>
                      <a:pt x="3018" y="2704"/>
                    </a:cubicBezTo>
                    <a:cubicBezTo>
                      <a:pt x="2988" y="2733"/>
                      <a:pt x="2943" y="2763"/>
                      <a:pt x="2913" y="2808"/>
                    </a:cubicBezTo>
                    <a:cubicBezTo>
                      <a:pt x="2809" y="2957"/>
                      <a:pt x="2704" y="3107"/>
                      <a:pt x="2615" y="3256"/>
                    </a:cubicBezTo>
                    <a:cubicBezTo>
                      <a:pt x="2510" y="3406"/>
                      <a:pt x="2405" y="3555"/>
                      <a:pt x="2301" y="3704"/>
                    </a:cubicBezTo>
                    <a:cubicBezTo>
                      <a:pt x="2167" y="3913"/>
                      <a:pt x="2032" y="4108"/>
                      <a:pt x="1898" y="4302"/>
                    </a:cubicBezTo>
                    <a:cubicBezTo>
                      <a:pt x="1838" y="4332"/>
                      <a:pt x="1808" y="4361"/>
                      <a:pt x="1808" y="4421"/>
                    </a:cubicBezTo>
                    <a:cubicBezTo>
                      <a:pt x="1689" y="4571"/>
                      <a:pt x="1569" y="4735"/>
                      <a:pt x="1465" y="4884"/>
                    </a:cubicBezTo>
                    <a:cubicBezTo>
                      <a:pt x="1435" y="4944"/>
                      <a:pt x="1435" y="5019"/>
                      <a:pt x="1390" y="5063"/>
                    </a:cubicBezTo>
                    <a:cubicBezTo>
                      <a:pt x="1315" y="5153"/>
                      <a:pt x="1226" y="5213"/>
                      <a:pt x="1151" y="5287"/>
                    </a:cubicBezTo>
                    <a:cubicBezTo>
                      <a:pt x="1136" y="5302"/>
                      <a:pt x="1136" y="5347"/>
                      <a:pt x="1121" y="5362"/>
                    </a:cubicBezTo>
                    <a:cubicBezTo>
                      <a:pt x="1121" y="5392"/>
                      <a:pt x="1121" y="5407"/>
                      <a:pt x="1106" y="5422"/>
                    </a:cubicBezTo>
                    <a:cubicBezTo>
                      <a:pt x="1046" y="5497"/>
                      <a:pt x="987" y="5571"/>
                      <a:pt x="927" y="5646"/>
                    </a:cubicBezTo>
                    <a:cubicBezTo>
                      <a:pt x="912" y="5676"/>
                      <a:pt x="882" y="5706"/>
                      <a:pt x="867" y="5736"/>
                    </a:cubicBezTo>
                    <a:lnTo>
                      <a:pt x="852" y="5736"/>
                    </a:lnTo>
                    <a:cubicBezTo>
                      <a:pt x="777" y="5870"/>
                      <a:pt x="718" y="6004"/>
                      <a:pt x="643" y="6139"/>
                    </a:cubicBezTo>
                    <a:cubicBezTo>
                      <a:pt x="598" y="6184"/>
                      <a:pt x="553" y="6228"/>
                      <a:pt x="509" y="6288"/>
                    </a:cubicBezTo>
                    <a:lnTo>
                      <a:pt x="389" y="6333"/>
                    </a:lnTo>
                    <a:cubicBezTo>
                      <a:pt x="374" y="6348"/>
                      <a:pt x="374" y="6363"/>
                      <a:pt x="359" y="6363"/>
                    </a:cubicBezTo>
                    <a:cubicBezTo>
                      <a:pt x="329" y="6408"/>
                      <a:pt x="314" y="6438"/>
                      <a:pt x="285" y="6467"/>
                    </a:cubicBezTo>
                    <a:cubicBezTo>
                      <a:pt x="285" y="6467"/>
                      <a:pt x="270" y="6482"/>
                      <a:pt x="270" y="6482"/>
                    </a:cubicBezTo>
                    <a:lnTo>
                      <a:pt x="240" y="6482"/>
                    </a:lnTo>
                    <a:cubicBezTo>
                      <a:pt x="195" y="6542"/>
                      <a:pt x="150" y="6602"/>
                      <a:pt x="90" y="6647"/>
                    </a:cubicBezTo>
                    <a:cubicBezTo>
                      <a:pt x="1" y="6721"/>
                      <a:pt x="1" y="6796"/>
                      <a:pt x="105" y="6856"/>
                    </a:cubicBezTo>
                    <a:cubicBezTo>
                      <a:pt x="150" y="6886"/>
                      <a:pt x="180" y="6915"/>
                      <a:pt x="225" y="6945"/>
                    </a:cubicBezTo>
                    <a:cubicBezTo>
                      <a:pt x="225" y="6945"/>
                      <a:pt x="240" y="6960"/>
                      <a:pt x="255" y="6960"/>
                    </a:cubicBezTo>
                    <a:cubicBezTo>
                      <a:pt x="270" y="6975"/>
                      <a:pt x="285" y="6990"/>
                      <a:pt x="300" y="7005"/>
                    </a:cubicBezTo>
                    <a:cubicBezTo>
                      <a:pt x="300" y="7005"/>
                      <a:pt x="314" y="7020"/>
                      <a:pt x="314" y="7020"/>
                    </a:cubicBezTo>
                    <a:cubicBezTo>
                      <a:pt x="344" y="7035"/>
                      <a:pt x="389" y="7065"/>
                      <a:pt x="419" y="7095"/>
                    </a:cubicBezTo>
                    <a:cubicBezTo>
                      <a:pt x="434" y="7095"/>
                      <a:pt x="449" y="7110"/>
                      <a:pt x="479" y="7125"/>
                    </a:cubicBezTo>
                    <a:cubicBezTo>
                      <a:pt x="539" y="7139"/>
                      <a:pt x="583" y="7154"/>
                      <a:pt x="643" y="7184"/>
                    </a:cubicBezTo>
                    <a:cubicBezTo>
                      <a:pt x="673" y="7184"/>
                      <a:pt x="688" y="7199"/>
                      <a:pt x="703" y="7199"/>
                    </a:cubicBezTo>
                    <a:lnTo>
                      <a:pt x="972" y="7289"/>
                    </a:lnTo>
                    <a:cubicBezTo>
                      <a:pt x="1061" y="7289"/>
                      <a:pt x="1151" y="7304"/>
                      <a:pt x="1240" y="7304"/>
                    </a:cubicBezTo>
                    <a:cubicBezTo>
                      <a:pt x="1268" y="7322"/>
                      <a:pt x="1290" y="7335"/>
                      <a:pt x="1317" y="7335"/>
                    </a:cubicBezTo>
                    <a:cubicBezTo>
                      <a:pt x="1334" y="7335"/>
                      <a:pt x="1352" y="7330"/>
                      <a:pt x="1375" y="7319"/>
                    </a:cubicBezTo>
                    <a:cubicBezTo>
                      <a:pt x="1599" y="7364"/>
                      <a:pt x="1823" y="7393"/>
                      <a:pt x="2062" y="7438"/>
                    </a:cubicBezTo>
                    <a:lnTo>
                      <a:pt x="2107" y="7438"/>
                    </a:lnTo>
                    <a:cubicBezTo>
                      <a:pt x="2152" y="7438"/>
                      <a:pt x="2196" y="7453"/>
                      <a:pt x="2226" y="7453"/>
                    </a:cubicBezTo>
                    <a:cubicBezTo>
                      <a:pt x="2331" y="7468"/>
                      <a:pt x="2420" y="7468"/>
                      <a:pt x="2525" y="7483"/>
                    </a:cubicBezTo>
                    <a:cubicBezTo>
                      <a:pt x="2883" y="7528"/>
                      <a:pt x="3257" y="7573"/>
                      <a:pt x="3615" y="7617"/>
                    </a:cubicBezTo>
                    <a:cubicBezTo>
                      <a:pt x="3780" y="7632"/>
                      <a:pt x="3959" y="7647"/>
                      <a:pt x="4123" y="7662"/>
                    </a:cubicBezTo>
                    <a:cubicBezTo>
                      <a:pt x="4138" y="7677"/>
                      <a:pt x="4138" y="7677"/>
                      <a:pt x="4153" y="7677"/>
                    </a:cubicBezTo>
                    <a:cubicBezTo>
                      <a:pt x="4228" y="7692"/>
                      <a:pt x="4302" y="7692"/>
                      <a:pt x="4377" y="7707"/>
                    </a:cubicBezTo>
                    <a:cubicBezTo>
                      <a:pt x="4526" y="7737"/>
                      <a:pt x="4691" y="7767"/>
                      <a:pt x="4840" y="7812"/>
                    </a:cubicBezTo>
                    <a:cubicBezTo>
                      <a:pt x="4885" y="7812"/>
                      <a:pt x="4915" y="7827"/>
                      <a:pt x="4960" y="7841"/>
                    </a:cubicBezTo>
                    <a:lnTo>
                      <a:pt x="5079" y="7856"/>
                    </a:lnTo>
                    <a:lnTo>
                      <a:pt x="5363" y="7901"/>
                    </a:lnTo>
                    <a:cubicBezTo>
                      <a:pt x="5418" y="7920"/>
                      <a:pt x="5479" y="7955"/>
                      <a:pt x="5538" y="7955"/>
                    </a:cubicBezTo>
                    <a:cubicBezTo>
                      <a:pt x="5576" y="7955"/>
                      <a:pt x="5612" y="7941"/>
                      <a:pt x="5647" y="7901"/>
                    </a:cubicBezTo>
                    <a:lnTo>
                      <a:pt x="5676" y="7901"/>
                    </a:lnTo>
                    <a:cubicBezTo>
                      <a:pt x="5691" y="7931"/>
                      <a:pt x="5721" y="7961"/>
                      <a:pt x="5736" y="7976"/>
                    </a:cubicBezTo>
                    <a:cubicBezTo>
                      <a:pt x="5945" y="8021"/>
                      <a:pt x="6154" y="8066"/>
                      <a:pt x="6349" y="8095"/>
                    </a:cubicBezTo>
                    <a:cubicBezTo>
                      <a:pt x="6378" y="8095"/>
                      <a:pt x="6423" y="8080"/>
                      <a:pt x="6453" y="8066"/>
                    </a:cubicBezTo>
                    <a:cubicBezTo>
                      <a:pt x="6522" y="8111"/>
                      <a:pt x="6599" y="8175"/>
                      <a:pt x="6686" y="8175"/>
                    </a:cubicBezTo>
                    <a:cubicBezTo>
                      <a:pt x="6712" y="8175"/>
                      <a:pt x="6739" y="8169"/>
                      <a:pt x="6767" y="8155"/>
                    </a:cubicBezTo>
                    <a:cubicBezTo>
                      <a:pt x="6871" y="8170"/>
                      <a:pt x="6976" y="8200"/>
                      <a:pt x="7080" y="8215"/>
                    </a:cubicBezTo>
                    <a:cubicBezTo>
                      <a:pt x="7155" y="8215"/>
                      <a:pt x="7245" y="8230"/>
                      <a:pt x="7319" y="8245"/>
                    </a:cubicBezTo>
                    <a:cubicBezTo>
                      <a:pt x="7343" y="8263"/>
                      <a:pt x="7364" y="8270"/>
                      <a:pt x="7385" y="8270"/>
                    </a:cubicBezTo>
                    <a:cubicBezTo>
                      <a:pt x="7431" y="8270"/>
                      <a:pt x="7472" y="8235"/>
                      <a:pt x="7514" y="8215"/>
                    </a:cubicBezTo>
                    <a:cubicBezTo>
                      <a:pt x="7543" y="8230"/>
                      <a:pt x="7573" y="8230"/>
                      <a:pt x="7588" y="8245"/>
                    </a:cubicBezTo>
                    <a:cubicBezTo>
                      <a:pt x="7614" y="8285"/>
                      <a:pt x="7630" y="8300"/>
                      <a:pt x="7643" y="8300"/>
                    </a:cubicBezTo>
                    <a:cubicBezTo>
                      <a:pt x="7666" y="8300"/>
                      <a:pt x="7673" y="8244"/>
                      <a:pt x="7693" y="8215"/>
                    </a:cubicBezTo>
                    <a:lnTo>
                      <a:pt x="7857" y="8200"/>
                    </a:lnTo>
                    <a:cubicBezTo>
                      <a:pt x="7887" y="8230"/>
                      <a:pt x="7917" y="8245"/>
                      <a:pt x="7947" y="8260"/>
                    </a:cubicBezTo>
                    <a:cubicBezTo>
                      <a:pt x="7947" y="8290"/>
                      <a:pt x="7932" y="8334"/>
                      <a:pt x="7932" y="8334"/>
                    </a:cubicBezTo>
                    <a:cubicBezTo>
                      <a:pt x="7977" y="8334"/>
                      <a:pt x="8021" y="8334"/>
                      <a:pt x="8066" y="8349"/>
                    </a:cubicBezTo>
                    <a:cubicBezTo>
                      <a:pt x="8081" y="8349"/>
                      <a:pt x="8096" y="8379"/>
                      <a:pt x="8126" y="8394"/>
                    </a:cubicBezTo>
                    <a:cubicBezTo>
                      <a:pt x="8126" y="8364"/>
                      <a:pt x="8141" y="8319"/>
                      <a:pt x="8156" y="8290"/>
                    </a:cubicBezTo>
                    <a:lnTo>
                      <a:pt x="8201" y="8304"/>
                    </a:lnTo>
                    <a:cubicBezTo>
                      <a:pt x="8245" y="8304"/>
                      <a:pt x="8275" y="8290"/>
                      <a:pt x="8320" y="8290"/>
                    </a:cubicBezTo>
                    <a:cubicBezTo>
                      <a:pt x="8320" y="8290"/>
                      <a:pt x="8320" y="8275"/>
                      <a:pt x="8320" y="8275"/>
                    </a:cubicBezTo>
                    <a:cubicBezTo>
                      <a:pt x="8350" y="8275"/>
                      <a:pt x="8365" y="8290"/>
                      <a:pt x="8380" y="8290"/>
                    </a:cubicBezTo>
                    <a:lnTo>
                      <a:pt x="8395" y="8290"/>
                    </a:lnTo>
                    <a:cubicBezTo>
                      <a:pt x="8420" y="8302"/>
                      <a:pt x="8468" y="8337"/>
                      <a:pt x="8500" y="8337"/>
                    </a:cubicBezTo>
                    <a:cubicBezTo>
                      <a:pt x="8505" y="8337"/>
                      <a:pt x="8510" y="8336"/>
                      <a:pt x="8514" y="8334"/>
                    </a:cubicBezTo>
                    <a:cubicBezTo>
                      <a:pt x="8589" y="8319"/>
                      <a:pt x="8634" y="8260"/>
                      <a:pt x="8693" y="8215"/>
                    </a:cubicBezTo>
                    <a:cubicBezTo>
                      <a:pt x="8708" y="8200"/>
                      <a:pt x="8723" y="8185"/>
                      <a:pt x="8738" y="8185"/>
                    </a:cubicBezTo>
                    <a:lnTo>
                      <a:pt x="8693" y="8215"/>
                    </a:lnTo>
                    <a:cubicBezTo>
                      <a:pt x="8732" y="8215"/>
                      <a:pt x="8781" y="8248"/>
                      <a:pt x="8813" y="8248"/>
                    </a:cubicBezTo>
                    <a:cubicBezTo>
                      <a:pt x="8819" y="8248"/>
                      <a:pt x="8824" y="8247"/>
                      <a:pt x="8828" y="8245"/>
                    </a:cubicBezTo>
                    <a:cubicBezTo>
                      <a:pt x="8873" y="8215"/>
                      <a:pt x="8947" y="8170"/>
                      <a:pt x="8873" y="8095"/>
                    </a:cubicBezTo>
                    <a:cubicBezTo>
                      <a:pt x="8873" y="8080"/>
                      <a:pt x="8873" y="8066"/>
                      <a:pt x="8873" y="8036"/>
                    </a:cubicBezTo>
                    <a:lnTo>
                      <a:pt x="8858" y="8036"/>
                    </a:lnTo>
                    <a:cubicBezTo>
                      <a:pt x="8843" y="8006"/>
                      <a:pt x="8813" y="7976"/>
                      <a:pt x="8783" y="7961"/>
                    </a:cubicBezTo>
                    <a:lnTo>
                      <a:pt x="8783" y="7946"/>
                    </a:lnTo>
                    <a:cubicBezTo>
                      <a:pt x="8796" y="7893"/>
                      <a:pt x="8832" y="7806"/>
                      <a:pt x="8739" y="7806"/>
                    </a:cubicBezTo>
                    <a:cubicBezTo>
                      <a:pt x="8727" y="7806"/>
                      <a:pt x="8711" y="7808"/>
                      <a:pt x="8693" y="7812"/>
                    </a:cubicBezTo>
                    <a:lnTo>
                      <a:pt x="8708" y="7722"/>
                    </a:lnTo>
                    <a:lnTo>
                      <a:pt x="8708" y="7722"/>
                    </a:lnTo>
                    <a:cubicBezTo>
                      <a:pt x="8664" y="7737"/>
                      <a:pt x="8634" y="7752"/>
                      <a:pt x="8589" y="7782"/>
                    </a:cubicBezTo>
                    <a:cubicBezTo>
                      <a:pt x="8589" y="7752"/>
                      <a:pt x="8604" y="7722"/>
                      <a:pt x="8619" y="7692"/>
                    </a:cubicBezTo>
                    <a:lnTo>
                      <a:pt x="8664" y="7602"/>
                    </a:lnTo>
                    <a:cubicBezTo>
                      <a:pt x="8664" y="7573"/>
                      <a:pt x="8649" y="7543"/>
                      <a:pt x="8634" y="7513"/>
                    </a:cubicBezTo>
                    <a:lnTo>
                      <a:pt x="8574" y="7378"/>
                    </a:lnTo>
                    <a:cubicBezTo>
                      <a:pt x="8559" y="7334"/>
                      <a:pt x="8544" y="7304"/>
                      <a:pt x="8514" y="7259"/>
                    </a:cubicBezTo>
                    <a:lnTo>
                      <a:pt x="8440" y="7259"/>
                    </a:lnTo>
                    <a:cubicBezTo>
                      <a:pt x="8469" y="7229"/>
                      <a:pt x="8499" y="7199"/>
                      <a:pt x="8514" y="7169"/>
                    </a:cubicBezTo>
                    <a:cubicBezTo>
                      <a:pt x="8514" y="7169"/>
                      <a:pt x="8499" y="7154"/>
                      <a:pt x="8499" y="7139"/>
                    </a:cubicBezTo>
                    <a:lnTo>
                      <a:pt x="8440" y="7065"/>
                    </a:lnTo>
                    <a:lnTo>
                      <a:pt x="8410" y="7065"/>
                    </a:lnTo>
                    <a:cubicBezTo>
                      <a:pt x="8425" y="7035"/>
                      <a:pt x="8454" y="7005"/>
                      <a:pt x="8440" y="6990"/>
                    </a:cubicBezTo>
                    <a:cubicBezTo>
                      <a:pt x="8410" y="6886"/>
                      <a:pt x="8365" y="6766"/>
                      <a:pt x="8320" y="6662"/>
                    </a:cubicBezTo>
                    <a:cubicBezTo>
                      <a:pt x="8260" y="6632"/>
                      <a:pt x="8201" y="6617"/>
                      <a:pt x="8156" y="6602"/>
                    </a:cubicBezTo>
                    <a:lnTo>
                      <a:pt x="8126" y="6602"/>
                    </a:lnTo>
                    <a:cubicBezTo>
                      <a:pt x="8111" y="6572"/>
                      <a:pt x="8111" y="6557"/>
                      <a:pt x="8096" y="6542"/>
                    </a:cubicBezTo>
                    <a:cubicBezTo>
                      <a:pt x="8111" y="6527"/>
                      <a:pt x="8111" y="6512"/>
                      <a:pt x="8111" y="6497"/>
                    </a:cubicBezTo>
                    <a:cubicBezTo>
                      <a:pt x="8111" y="6482"/>
                      <a:pt x="8111" y="6467"/>
                      <a:pt x="8126" y="6452"/>
                    </a:cubicBezTo>
                    <a:lnTo>
                      <a:pt x="8126" y="6452"/>
                    </a:lnTo>
                    <a:lnTo>
                      <a:pt x="8126" y="6452"/>
                    </a:lnTo>
                    <a:lnTo>
                      <a:pt x="8141" y="6452"/>
                    </a:lnTo>
                    <a:cubicBezTo>
                      <a:pt x="8171" y="6452"/>
                      <a:pt x="8201" y="6438"/>
                      <a:pt x="8230" y="6438"/>
                    </a:cubicBezTo>
                    <a:cubicBezTo>
                      <a:pt x="8230" y="6423"/>
                      <a:pt x="8230" y="6408"/>
                      <a:pt x="8216" y="6393"/>
                    </a:cubicBezTo>
                    <a:cubicBezTo>
                      <a:pt x="8201" y="6408"/>
                      <a:pt x="8171" y="6423"/>
                      <a:pt x="8141" y="6438"/>
                    </a:cubicBezTo>
                    <a:cubicBezTo>
                      <a:pt x="8141" y="6423"/>
                      <a:pt x="8126" y="6408"/>
                      <a:pt x="8126" y="6393"/>
                    </a:cubicBezTo>
                    <a:cubicBezTo>
                      <a:pt x="8111" y="6363"/>
                      <a:pt x="8096" y="6348"/>
                      <a:pt x="8096" y="6318"/>
                    </a:cubicBezTo>
                    <a:cubicBezTo>
                      <a:pt x="8096" y="6288"/>
                      <a:pt x="8096" y="6273"/>
                      <a:pt x="8096" y="6258"/>
                    </a:cubicBezTo>
                    <a:cubicBezTo>
                      <a:pt x="8111" y="6199"/>
                      <a:pt x="8260" y="6154"/>
                      <a:pt x="8081" y="6094"/>
                    </a:cubicBezTo>
                    <a:cubicBezTo>
                      <a:pt x="8066" y="6094"/>
                      <a:pt x="8066" y="6034"/>
                      <a:pt x="8066" y="5989"/>
                    </a:cubicBezTo>
                    <a:cubicBezTo>
                      <a:pt x="8066" y="5989"/>
                      <a:pt x="8066" y="5974"/>
                      <a:pt x="8066" y="5974"/>
                    </a:cubicBezTo>
                    <a:cubicBezTo>
                      <a:pt x="8066" y="5930"/>
                      <a:pt x="8081" y="5900"/>
                      <a:pt x="8081" y="5855"/>
                    </a:cubicBezTo>
                    <a:lnTo>
                      <a:pt x="8081" y="5855"/>
                    </a:lnTo>
                    <a:cubicBezTo>
                      <a:pt x="8066" y="5870"/>
                      <a:pt x="8051" y="5900"/>
                      <a:pt x="8021" y="5915"/>
                    </a:cubicBezTo>
                    <a:cubicBezTo>
                      <a:pt x="8008" y="5915"/>
                      <a:pt x="7994" y="5927"/>
                      <a:pt x="7981" y="5940"/>
                    </a:cubicBezTo>
                    <a:lnTo>
                      <a:pt x="7981" y="5940"/>
                    </a:lnTo>
                    <a:cubicBezTo>
                      <a:pt x="7978" y="5938"/>
                      <a:pt x="7977" y="5935"/>
                      <a:pt x="7977" y="5930"/>
                    </a:cubicBezTo>
                    <a:cubicBezTo>
                      <a:pt x="7977" y="5915"/>
                      <a:pt x="7977" y="5900"/>
                      <a:pt x="7977" y="5885"/>
                    </a:cubicBezTo>
                    <a:cubicBezTo>
                      <a:pt x="8036" y="5706"/>
                      <a:pt x="7902" y="5706"/>
                      <a:pt x="7782" y="5661"/>
                    </a:cubicBezTo>
                    <a:cubicBezTo>
                      <a:pt x="7827" y="5646"/>
                      <a:pt x="7872" y="5646"/>
                      <a:pt x="7872" y="5646"/>
                    </a:cubicBezTo>
                    <a:cubicBezTo>
                      <a:pt x="7842" y="5601"/>
                      <a:pt x="7797" y="5571"/>
                      <a:pt x="7782" y="5526"/>
                    </a:cubicBezTo>
                    <a:cubicBezTo>
                      <a:pt x="7767" y="5437"/>
                      <a:pt x="7767" y="5362"/>
                      <a:pt x="7752" y="5287"/>
                    </a:cubicBezTo>
                    <a:cubicBezTo>
                      <a:pt x="7767" y="5273"/>
                      <a:pt x="7767" y="5258"/>
                      <a:pt x="7782" y="5243"/>
                    </a:cubicBezTo>
                    <a:cubicBezTo>
                      <a:pt x="7782" y="5168"/>
                      <a:pt x="7782" y="5078"/>
                      <a:pt x="7782" y="4989"/>
                    </a:cubicBezTo>
                    <a:cubicBezTo>
                      <a:pt x="7752" y="4959"/>
                      <a:pt x="7738" y="4914"/>
                      <a:pt x="7723" y="4884"/>
                    </a:cubicBezTo>
                    <a:lnTo>
                      <a:pt x="7723" y="4869"/>
                    </a:lnTo>
                    <a:cubicBezTo>
                      <a:pt x="7711" y="4821"/>
                      <a:pt x="7747" y="4733"/>
                      <a:pt x="7683" y="4733"/>
                    </a:cubicBezTo>
                    <a:cubicBezTo>
                      <a:pt x="7667" y="4733"/>
                      <a:pt x="7647" y="4738"/>
                      <a:pt x="7618" y="4750"/>
                    </a:cubicBezTo>
                    <a:cubicBezTo>
                      <a:pt x="7603" y="4750"/>
                      <a:pt x="7588" y="4720"/>
                      <a:pt x="7573" y="4705"/>
                    </a:cubicBezTo>
                    <a:lnTo>
                      <a:pt x="7588" y="4675"/>
                    </a:lnTo>
                    <a:cubicBezTo>
                      <a:pt x="7618" y="4660"/>
                      <a:pt x="7648" y="4630"/>
                      <a:pt x="7633" y="4585"/>
                    </a:cubicBezTo>
                    <a:cubicBezTo>
                      <a:pt x="7543" y="4571"/>
                      <a:pt x="7528" y="4511"/>
                      <a:pt x="7543" y="4436"/>
                    </a:cubicBezTo>
                    <a:cubicBezTo>
                      <a:pt x="7558" y="4406"/>
                      <a:pt x="7558" y="4361"/>
                      <a:pt x="7558" y="4361"/>
                    </a:cubicBezTo>
                    <a:cubicBezTo>
                      <a:pt x="7454" y="4346"/>
                      <a:pt x="7528" y="4287"/>
                      <a:pt x="7514" y="4242"/>
                    </a:cubicBezTo>
                    <a:cubicBezTo>
                      <a:pt x="7514" y="4197"/>
                      <a:pt x="7514" y="4167"/>
                      <a:pt x="7514" y="4122"/>
                    </a:cubicBezTo>
                    <a:cubicBezTo>
                      <a:pt x="7469" y="4033"/>
                      <a:pt x="7424" y="3928"/>
                      <a:pt x="7379" y="3824"/>
                    </a:cubicBezTo>
                    <a:cubicBezTo>
                      <a:pt x="7379" y="3824"/>
                      <a:pt x="7379" y="3824"/>
                      <a:pt x="7379" y="3809"/>
                    </a:cubicBezTo>
                    <a:cubicBezTo>
                      <a:pt x="7349" y="3659"/>
                      <a:pt x="7334" y="3644"/>
                      <a:pt x="7230" y="3615"/>
                    </a:cubicBezTo>
                    <a:cubicBezTo>
                      <a:pt x="7215" y="3615"/>
                      <a:pt x="7215" y="3600"/>
                      <a:pt x="7215" y="3585"/>
                    </a:cubicBezTo>
                    <a:cubicBezTo>
                      <a:pt x="7230" y="3525"/>
                      <a:pt x="7215" y="3510"/>
                      <a:pt x="7191" y="3510"/>
                    </a:cubicBezTo>
                    <a:cubicBezTo>
                      <a:pt x="7166" y="3510"/>
                      <a:pt x="7133" y="3525"/>
                      <a:pt x="7110" y="3525"/>
                    </a:cubicBezTo>
                    <a:cubicBezTo>
                      <a:pt x="7140" y="3450"/>
                      <a:pt x="7155" y="3391"/>
                      <a:pt x="7170" y="3316"/>
                    </a:cubicBezTo>
                    <a:cubicBezTo>
                      <a:pt x="7185" y="3301"/>
                      <a:pt x="7155" y="3271"/>
                      <a:pt x="7140" y="3241"/>
                    </a:cubicBezTo>
                    <a:cubicBezTo>
                      <a:pt x="7140" y="3271"/>
                      <a:pt x="7125" y="3286"/>
                      <a:pt x="7110" y="3316"/>
                    </a:cubicBezTo>
                    <a:cubicBezTo>
                      <a:pt x="7110" y="3331"/>
                      <a:pt x="7095" y="3361"/>
                      <a:pt x="7080" y="3420"/>
                    </a:cubicBezTo>
                    <a:cubicBezTo>
                      <a:pt x="7065" y="3361"/>
                      <a:pt x="7065" y="3331"/>
                      <a:pt x="7051" y="3286"/>
                    </a:cubicBezTo>
                    <a:cubicBezTo>
                      <a:pt x="7021" y="3271"/>
                      <a:pt x="6991" y="3241"/>
                      <a:pt x="6961" y="3211"/>
                    </a:cubicBezTo>
                    <a:cubicBezTo>
                      <a:pt x="7021" y="3167"/>
                      <a:pt x="7036" y="3122"/>
                      <a:pt x="6991" y="3077"/>
                    </a:cubicBezTo>
                    <a:cubicBezTo>
                      <a:pt x="6961" y="3047"/>
                      <a:pt x="6961" y="3002"/>
                      <a:pt x="6946" y="2972"/>
                    </a:cubicBezTo>
                    <a:cubicBezTo>
                      <a:pt x="6916" y="2913"/>
                      <a:pt x="6901" y="2853"/>
                      <a:pt x="6886" y="2778"/>
                    </a:cubicBezTo>
                    <a:cubicBezTo>
                      <a:pt x="6886" y="2704"/>
                      <a:pt x="6886" y="2644"/>
                      <a:pt x="6886" y="2569"/>
                    </a:cubicBezTo>
                    <a:cubicBezTo>
                      <a:pt x="6841" y="2479"/>
                      <a:pt x="6797" y="2390"/>
                      <a:pt x="6767" y="2330"/>
                    </a:cubicBezTo>
                    <a:cubicBezTo>
                      <a:pt x="6767" y="2330"/>
                      <a:pt x="6737" y="2375"/>
                      <a:pt x="6707" y="2405"/>
                    </a:cubicBezTo>
                    <a:cubicBezTo>
                      <a:pt x="6632" y="2315"/>
                      <a:pt x="6752" y="2270"/>
                      <a:pt x="6767" y="2211"/>
                    </a:cubicBezTo>
                    <a:lnTo>
                      <a:pt x="6767" y="2196"/>
                    </a:lnTo>
                    <a:lnTo>
                      <a:pt x="6662" y="1972"/>
                    </a:lnTo>
                    <a:cubicBezTo>
                      <a:pt x="6632" y="1942"/>
                      <a:pt x="6617" y="1927"/>
                      <a:pt x="6602" y="1912"/>
                    </a:cubicBezTo>
                    <a:cubicBezTo>
                      <a:pt x="6602" y="1867"/>
                      <a:pt x="6602" y="1807"/>
                      <a:pt x="6602" y="1763"/>
                    </a:cubicBezTo>
                    <a:cubicBezTo>
                      <a:pt x="6588" y="1733"/>
                      <a:pt x="6588" y="1703"/>
                      <a:pt x="6573" y="1688"/>
                    </a:cubicBezTo>
                    <a:cubicBezTo>
                      <a:pt x="6558" y="1658"/>
                      <a:pt x="6528" y="1643"/>
                      <a:pt x="6513" y="1628"/>
                    </a:cubicBezTo>
                    <a:lnTo>
                      <a:pt x="6423" y="1374"/>
                    </a:lnTo>
                    <a:cubicBezTo>
                      <a:pt x="6393" y="1315"/>
                      <a:pt x="6363" y="1255"/>
                      <a:pt x="6334" y="1195"/>
                    </a:cubicBezTo>
                    <a:cubicBezTo>
                      <a:pt x="6304" y="1150"/>
                      <a:pt x="6289" y="1120"/>
                      <a:pt x="6259" y="1076"/>
                    </a:cubicBezTo>
                    <a:cubicBezTo>
                      <a:pt x="6199" y="941"/>
                      <a:pt x="6154" y="792"/>
                      <a:pt x="6110" y="657"/>
                    </a:cubicBezTo>
                    <a:cubicBezTo>
                      <a:pt x="6095" y="642"/>
                      <a:pt x="6095" y="627"/>
                      <a:pt x="6080" y="627"/>
                    </a:cubicBezTo>
                    <a:lnTo>
                      <a:pt x="6080" y="613"/>
                    </a:lnTo>
                    <a:cubicBezTo>
                      <a:pt x="6065" y="583"/>
                      <a:pt x="6065" y="553"/>
                      <a:pt x="6050" y="508"/>
                    </a:cubicBezTo>
                    <a:cubicBezTo>
                      <a:pt x="6050" y="478"/>
                      <a:pt x="6035" y="463"/>
                      <a:pt x="6020" y="448"/>
                    </a:cubicBezTo>
                    <a:cubicBezTo>
                      <a:pt x="6005" y="403"/>
                      <a:pt x="5990" y="359"/>
                      <a:pt x="5960" y="314"/>
                    </a:cubicBezTo>
                    <a:lnTo>
                      <a:pt x="5960" y="299"/>
                    </a:lnTo>
                    <a:cubicBezTo>
                      <a:pt x="5960" y="284"/>
                      <a:pt x="5945" y="254"/>
                      <a:pt x="5930" y="224"/>
                    </a:cubicBezTo>
                    <a:cubicBezTo>
                      <a:pt x="5915" y="224"/>
                      <a:pt x="5900" y="224"/>
                      <a:pt x="5886" y="209"/>
                    </a:cubicBezTo>
                    <a:lnTo>
                      <a:pt x="5886" y="209"/>
                    </a:lnTo>
                    <a:lnTo>
                      <a:pt x="5930" y="224"/>
                    </a:lnTo>
                    <a:cubicBezTo>
                      <a:pt x="5871" y="194"/>
                      <a:pt x="5826" y="164"/>
                      <a:pt x="5766" y="135"/>
                    </a:cubicBezTo>
                    <a:cubicBezTo>
                      <a:pt x="5721" y="90"/>
                      <a:pt x="5676" y="0"/>
                      <a:pt x="56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1" name="Google Shape;781;p70"/>
            <p:cNvSpPr/>
            <p:nvPr/>
          </p:nvSpPr>
          <p:spPr>
            <a:xfrm rot="-330612">
              <a:off x="-405872" y="3652304"/>
              <a:ext cx="1913781" cy="2069140"/>
            </a:xfrm>
            <a:custGeom>
              <a:avLst/>
              <a:gdLst/>
              <a:ahLst/>
              <a:cxnLst/>
              <a:rect l="l" t="t" r="r" b="b"/>
              <a:pathLst>
                <a:path w="11964" h="11695" extrusionOk="0">
                  <a:moveTo>
                    <a:pt x="3181" y="7572"/>
                  </a:moveTo>
                  <a:lnTo>
                    <a:pt x="3181" y="7572"/>
                  </a:lnTo>
                  <a:cubicBezTo>
                    <a:pt x="3166" y="7617"/>
                    <a:pt x="3137" y="7647"/>
                    <a:pt x="3107" y="7677"/>
                  </a:cubicBezTo>
                  <a:cubicBezTo>
                    <a:pt x="3087" y="7706"/>
                    <a:pt x="3073" y="7716"/>
                    <a:pt x="3061" y="7716"/>
                  </a:cubicBezTo>
                  <a:cubicBezTo>
                    <a:pt x="3036" y="7716"/>
                    <a:pt x="3022" y="7672"/>
                    <a:pt x="3002" y="7662"/>
                  </a:cubicBezTo>
                  <a:lnTo>
                    <a:pt x="2987" y="7662"/>
                  </a:lnTo>
                  <a:cubicBezTo>
                    <a:pt x="3047" y="7632"/>
                    <a:pt x="3122" y="7602"/>
                    <a:pt x="3181" y="7572"/>
                  </a:cubicBezTo>
                  <a:close/>
                  <a:moveTo>
                    <a:pt x="2151" y="10156"/>
                  </a:moveTo>
                  <a:cubicBezTo>
                    <a:pt x="2151" y="10216"/>
                    <a:pt x="2076" y="10201"/>
                    <a:pt x="2061" y="10246"/>
                  </a:cubicBezTo>
                  <a:cubicBezTo>
                    <a:pt x="2046" y="10171"/>
                    <a:pt x="2136" y="10201"/>
                    <a:pt x="2151" y="10156"/>
                  </a:cubicBezTo>
                  <a:close/>
                  <a:moveTo>
                    <a:pt x="9365" y="10634"/>
                  </a:moveTo>
                  <a:lnTo>
                    <a:pt x="9365" y="10634"/>
                  </a:lnTo>
                  <a:cubicBezTo>
                    <a:pt x="9361" y="10648"/>
                    <a:pt x="9358" y="10661"/>
                    <a:pt x="9355" y="10672"/>
                  </a:cubicBezTo>
                  <a:lnTo>
                    <a:pt x="9355" y="10672"/>
                  </a:lnTo>
                  <a:cubicBezTo>
                    <a:pt x="9357" y="10660"/>
                    <a:pt x="9361" y="10647"/>
                    <a:pt x="9365" y="10634"/>
                  </a:cubicBezTo>
                  <a:close/>
                  <a:moveTo>
                    <a:pt x="4426" y="10897"/>
                  </a:moveTo>
                  <a:cubicBezTo>
                    <a:pt x="4429" y="10897"/>
                    <a:pt x="4432" y="10899"/>
                    <a:pt x="4436" y="10903"/>
                  </a:cubicBezTo>
                  <a:cubicBezTo>
                    <a:pt x="4451" y="10918"/>
                    <a:pt x="4421" y="10918"/>
                    <a:pt x="4421" y="10933"/>
                  </a:cubicBezTo>
                  <a:cubicBezTo>
                    <a:pt x="4421" y="10933"/>
                    <a:pt x="4421" y="10918"/>
                    <a:pt x="4421" y="10918"/>
                  </a:cubicBezTo>
                  <a:cubicBezTo>
                    <a:pt x="4421" y="10907"/>
                    <a:pt x="4421" y="10897"/>
                    <a:pt x="4426" y="10897"/>
                  </a:cubicBezTo>
                  <a:close/>
                  <a:moveTo>
                    <a:pt x="2714" y="1"/>
                  </a:moveTo>
                  <a:cubicBezTo>
                    <a:pt x="2476" y="1"/>
                    <a:pt x="2164" y="33"/>
                    <a:pt x="1733" y="74"/>
                  </a:cubicBezTo>
                  <a:cubicBezTo>
                    <a:pt x="1016" y="164"/>
                    <a:pt x="597" y="209"/>
                    <a:pt x="314" y="552"/>
                  </a:cubicBezTo>
                  <a:cubicBezTo>
                    <a:pt x="105" y="806"/>
                    <a:pt x="0" y="1180"/>
                    <a:pt x="75" y="1508"/>
                  </a:cubicBezTo>
                  <a:cubicBezTo>
                    <a:pt x="105" y="1658"/>
                    <a:pt x="164" y="1762"/>
                    <a:pt x="239" y="1867"/>
                  </a:cubicBezTo>
                  <a:cubicBezTo>
                    <a:pt x="239" y="1897"/>
                    <a:pt x="239" y="1926"/>
                    <a:pt x="254" y="1971"/>
                  </a:cubicBezTo>
                  <a:cubicBezTo>
                    <a:pt x="299" y="2091"/>
                    <a:pt x="403" y="2165"/>
                    <a:pt x="463" y="2270"/>
                  </a:cubicBezTo>
                  <a:cubicBezTo>
                    <a:pt x="627" y="2449"/>
                    <a:pt x="702" y="2673"/>
                    <a:pt x="807" y="2882"/>
                  </a:cubicBezTo>
                  <a:cubicBezTo>
                    <a:pt x="836" y="2957"/>
                    <a:pt x="866" y="3032"/>
                    <a:pt x="911" y="3091"/>
                  </a:cubicBezTo>
                  <a:cubicBezTo>
                    <a:pt x="971" y="3196"/>
                    <a:pt x="1046" y="3301"/>
                    <a:pt x="1090" y="3420"/>
                  </a:cubicBezTo>
                  <a:cubicBezTo>
                    <a:pt x="1120" y="3540"/>
                    <a:pt x="1195" y="3644"/>
                    <a:pt x="1240" y="3764"/>
                  </a:cubicBezTo>
                  <a:cubicBezTo>
                    <a:pt x="1240" y="3793"/>
                    <a:pt x="1255" y="3808"/>
                    <a:pt x="1255" y="3838"/>
                  </a:cubicBezTo>
                  <a:lnTo>
                    <a:pt x="1270" y="3883"/>
                  </a:lnTo>
                  <a:cubicBezTo>
                    <a:pt x="1374" y="4510"/>
                    <a:pt x="1329" y="4988"/>
                    <a:pt x="1285" y="5436"/>
                  </a:cubicBezTo>
                  <a:cubicBezTo>
                    <a:pt x="1255" y="5645"/>
                    <a:pt x="1210" y="5855"/>
                    <a:pt x="1165" y="6079"/>
                  </a:cubicBezTo>
                  <a:cubicBezTo>
                    <a:pt x="1150" y="6123"/>
                    <a:pt x="1150" y="6168"/>
                    <a:pt x="1120" y="6213"/>
                  </a:cubicBezTo>
                  <a:cubicBezTo>
                    <a:pt x="1016" y="6422"/>
                    <a:pt x="836" y="6512"/>
                    <a:pt x="627" y="6542"/>
                  </a:cubicBezTo>
                  <a:cubicBezTo>
                    <a:pt x="612" y="6542"/>
                    <a:pt x="596" y="6540"/>
                    <a:pt x="580" y="6540"/>
                  </a:cubicBezTo>
                  <a:cubicBezTo>
                    <a:pt x="548" y="6540"/>
                    <a:pt x="518" y="6547"/>
                    <a:pt x="508" y="6586"/>
                  </a:cubicBezTo>
                  <a:cubicBezTo>
                    <a:pt x="508" y="6601"/>
                    <a:pt x="508" y="6601"/>
                    <a:pt x="523" y="6616"/>
                  </a:cubicBezTo>
                  <a:cubicBezTo>
                    <a:pt x="642" y="6646"/>
                    <a:pt x="702" y="6751"/>
                    <a:pt x="777" y="6840"/>
                  </a:cubicBezTo>
                  <a:cubicBezTo>
                    <a:pt x="792" y="6870"/>
                    <a:pt x="822" y="6870"/>
                    <a:pt x="851" y="6885"/>
                  </a:cubicBezTo>
                  <a:cubicBezTo>
                    <a:pt x="866" y="6885"/>
                    <a:pt x="881" y="6885"/>
                    <a:pt x="911" y="6900"/>
                  </a:cubicBezTo>
                  <a:cubicBezTo>
                    <a:pt x="926" y="6900"/>
                    <a:pt x="956" y="6900"/>
                    <a:pt x="986" y="6915"/>
                  </a:cubicBezTo>
                  <a:cubicBezTo>
                    <a:pt x="1031" y="6945"/>
                    <a:pt x="1001" y="6990"/>
                    <a:pt x="1001" y="7035"/>
                  </a:cubicBezTo>
                  <a:cubicBezTo>
                    <a:pt x="986" y="7079"/>
                    <a:pt x="956" y="7109"/>
                    <a:pt x="986" y="7139"/>
                  </a:cubicBezTo>
                  <a:cubicBezTo>
                    <a:pt x="1046" y="7184"/>
                    <a:pt x="1016" y="7229"/>
                    <a:pt x="986" y="7273"/>
                  </a:cubicBezTo>
                  <a:cubicBezTo>
                    <a:pt x="1001" y="7303"/>
                    <a:pt x="1016" y="7318"/>
                    <a:pt x="1046" y="7333"/>
                  </a:cubicBezTo>
                  <a:cubicBezTo>
                    <a:pt x="1049" y="7337"/>
                    <a:pt x="1054" y="7338"/>
                    <a:pt x="1059" y="7338"/>
                  </a:cubicBezTo>
                  <a:cubicBezTo>
                    <a:pt x="1065" y="7338"/>
                    <a:pt x="1071" y="7337"/>
                    <a:pt x="1077" y="7337"/>
                  </a:cubicBezTo>
                  <a:cubicBezTo>
                    <a:pt x="1090" y="7337"/>
                    <a:pt x="1105" y="7341"/>
                    <a:pt x="1120" y="7363"/>
                  </a:cubicBezTo>
                  <a:cubicBezTo>
                    <a:pt x="1113" y="7356"/>
                    <a:pt x="1105" y="7352"/>
                    <a:pt x="1098" y="7352"/>
                  </a:cubicBezTo>
                  <a:cubicBezTo>
                    <a:pt x="1090" y="7352"/>
                    <a:pt x="1083" y="7356"/>
                    <a:pt x="1075" y="7363"/>
                  </a:cubicBezTo>
                  <a:cubicBezTo>
                    <a:pt x="1046" y="7393"/>
                    <a:pt x="1016" y="7393"/>
                    <a:pt x="971" y="7393"/>
                  </a:cubicBezTo>
                  <a:cubicBezTo>
                    <a:pt x="960" y="7395"/>
                    <a:pt x="949" y="7396"/>
                    <a:pt x="938" y="7396"/>
                  </a:cubicBezTo>
                  <a:cubicBezTo>
                    <a:pt x="886" y="7396"/>
                    <a:pt x="834" y="7375"/>
                    <a:pt x="789" y="7375"/>
                  </a:cubicBezTo>
                  <a:cubicBezTo>
                    <a:pt x="780" y="7375"/>
                    <a:pt x="771" y="7376"/>
                    <a:pt x="762" y="7378"/>
                  </a:cubicBezTo>
                  <a:cubicBezTo>
                    <a:pt x="738" y="7378"/>
                    <a:pt x="714" y="7397"/>
                    <a:pt x="698" y="7397"/>
                  </a:cubicBezTo>
                  <a:cubicBezTo>
                    <a:pt x="694" y="7397"/>
                    <a:pt x="690" y="7396"/>
                    <a:pt x="687" y="7393"/>
                  </a:cubicBezTo>
                  <a:cubicBezTo>
                    <a:pt x="657" y="7348"/>
                    <a:pt x="642" y="7318"/>
                    <a:pt x="583" y="7318"/>
                  </a:cubicBezTo>
                  <a:cubicBezTo>
                    <a:pt x="508" y="7333"/>
                    <a:pt x="538" y="7408"/>
                    <a:pt x="493" y="7438"/>
                  </a:cubicBezTo>
                  <a:cubicBezTo>
                    <a:pt x="493" y="7438"/>
                    <a:pt x="478" y="7438"/>
                    <a:pt x="478" y="7453"/>
                  </a:cubicBezTo>
                  <a:cubicBezTo>
                    <a:pt x="448" y="7483"/>
                    <a:pt x="463" y="7512"/>
                    <a:pt x="463" y="7557"/>
                  </a:cubicBezTo>
                  <a:cubicBezTo>
                    <a:pt x="463" y="7617"/>
                    <a:pt x="478" y="7662"/>
                    <a:pt x="448" y="7722"/>
                  </a:cubicBezTo>
                  <a:cubicBezTo>
                    <a:pt x="448" y="7722"/>
                    <a:pt x="448" y="7736"/>
                    <a:pt x="448" y="7751"/>
                  </a:cubicBezTo>
                  <a:cubicBezTo>
                    <a:pt x="448" y="7781"/>
                    <a:pt x="493" y="7796"/>
                    <a:pt x="478" y="7841"/>
                  </a:cubicBezTo>
                  <a:cubicBezTo>
                    <a:pt x="467" y="7820"/>
                    <a:pt x="449" y="7799"/>
                    <a:pt x="429" y="7799"/>
                  </a:cubicBezTo>
                  <a:cubicBezTo>
                    <a:pt x="421" y="7799"/>
                    <a:pt x="412" y="7802"/>
                    <a:pt x="403" y="7811"/>
                  </a:cubicBezTo>
                  <a:cubicBezTo>
                    <a:pt x="388" y="7856"/>
                    <a:pt x="403" y="7886"/>
                    <a:pt x="418" y="7931"/>
                  </a:cubicBezTo>
                  <a:cubicBezTo>
                    <a:pt x="433" y="7946"/>
                    <a:pt x="448" y="7975"/>
                    <a:pt x="463" y="7990"/>
                  </a:cubicBezTo>
                  <a:cubicBezTo>
                    <a:pt x="501" y="8016"/>
                    <a:pt x="475" y="8105"/>
                    <a:pt x="529" y="8105"/>
                  </a:cubicBezTo>
                  <a:cubicBezTo>
                    <a:pt x="539" y="8105"/>
                    <a:pt x="551" y="8102"/>
                    <a:pt x="568" y="8095"/>
                  </a:cubicBezTo>
                  <a:lnTo>
                    <a:pt x="568" y="8095"/>
                  </a:lnTo>
                  <a:cubicBezTo>
                    <a:pt x="553" y="8110"/>
                    <a:pt x="541" y="8115"/>
                    <a:pt x="530" y="8115"/>
                  </a:cubicBezTo>
                  <a:cubicBezTo>
                    <a:pt x="499" y="8115"/>
                    <a:pt x="482" y="8065"/>
                    <a:pt x="448" y="8065"/>
                  </a:cubicBezTo>
                  <a:cubicBezTo>
                    <a:pt x="415" y="8073"/>
                    <a:pt x="405" y="8087"/>
                    <a:pt x="408" y="8104"/>
                  </a:cubicBezTo>
                  <a:lnTo>
                    <a:pt x="408" y="8104"/>
                  </a:lnTo>
                  <a:cubicBezTo>
                    <a:pt x="389" y="8071"/>
                    <a:pt x="366" y="8043"/>
                    <a:pt x="331" y="8043"/>
                  </a:cubicBezTo>
                  <a:cubicBezTo>
                    <a:pt x="321" y="8043"/>
                    <a:pt x="310" y="8045"/>
                    <a:pt x="299" y="8050"/>
                  </a:cubicBezTo>
                  <a:cubicBezTo>
                    <a:pt x="224" y="8095"/>
                    <a:pt x="120" y="8140"/>
                    <a:pt x="120" y="8259"/>
                  </a:cubicBezTo>
                  <a:cubicBezTo>
                    <a:pt x="120" y="8274"/>
                    <a:pt x="134" y="8289"/>
                    <a:pt x="134" y="8289"/>
                  </a:cubicBezTo>
                  <a:cubicBezTo>
                    <a:pt x="105" y="8379"/>
                    <a:pt x="149" y="8409"/>
                    <a:pt x="224" y="8424"/>
                  </a:cubicBezTo>
                  <a:cubicBezTo>
                    <a:pt x="239" y="8438"/>
                    <a:pt x="239" y="8453"/>
                    <a:pt x="239" y="8453"/>
                  </a:cubicBezTo>
                  <a:cubicBezTo>
                    <a:pt x="269" y="8498"/>
                    <a:pt x="239" y="8543"/>
                    <a:pt x="224" y="8588"/>
                  </a:cubicBezTo>
                  <a:cubicBezTo>
                    <a:pt x="179" y="8722"/>
                    <a:pt x="224" y="8782"/>
                    <a:pt x="359" y="8797"/>
                  </a:cubicBezTo>
                  <a:cubicBezTo>
                    <a:pt x="403" y="8797"/>
                    <a:pt x="433" y="8812"/>
                    <a:pt x="463" y="8842"/>
                  </a:cubicBezTo>
                  <a:cubicBezTo>
                    <a:pt x="478" y="8857"/>
                    <a:pt x="497" y="8860"/>
                    <a:pt x="519" y="8860"/>
                  </a:cubicBezTo>
                  <a:cubicBezTo>
                    <a:pt x="541" y="8860"/>
                    <a:pt x="568" y="8857"/>
                    <a:pt x="597" y="8857"/>
                  </a:cubicBezTo>
                  <a:cubicBezTo>
                    <a:pt x="611" y="8855"/>
                    <a:pt x="624" y="8854"/>
                    <a:pt x="637" y="8854"/>
                  </a:cubicBezTo>
                  <a:cubicBezTo>
                    <a:pt x="724" y="8854"/>
                    <a:pt x="799" y="8898"/>
                    <a:pt x="851" y="8976"/>
                  </a:cubicBezTo>
                  <a:cubicBezTo>
                    <a:pt x="881" y="9051"/>
                    <a:pt x="836" y="9111"/>
                    <a:pt x="851" y="9185"/>
                  </a:cubicBezTo>
                  <a:cubicBezTo>
                    <a:pt x="851" y="9230"/>
                    <a:pt x="836" y="9275"/>
                    <a:pt x="807" y="9305"/>
                  </a:cubicBezTo>
                  <a:cubicBezTo>
                    <a:pt x="777" y="9350"/>
                    <a:pt x="717" y="9379"/>
                    <a:pt x="717" y="9439"/>
                  </a:cubicBezTo>
                  <a:cubicBezTo>
                    <a:pt x="717" y="9484"/>
                    <a:pt x="717" y="9529"/>
                    <a:pt x="732" y="9574"/>
                  </a:cubicBezTo>
                  <a:cubicBezTo>
                    <a:pt x="762" y="9723"/>
                    <a:pt x="851" y="9842"/>
                    <a:pt x="926" y="9962"/>
                  </a:cubicBezTo>
                  <a:cubicBezTo>
                    <a:pt x="941" y="10052"/>
                    <a:pt x="1031" y="10007"/>
                    <a:pt x="1075" y="10037"/>
                  </a:cubicBezTo>
                  <a:cubicBezTo>
                    <a:pt x="1031" y="10066"/>
                    <a:pt x="1046" y="10096"/>
                    <a:pt x="1075" y="10126"/>
                  </a:cubicBezTo>
                  <a:cubicBezTo>
                    <a:pt x="1105" y="10141"/>
                    <a:pt x="1135" y="10156"/>
                    <a:pt x="1165" y="10171"/>
                  </a:cubicBezTo>
                  <a:lnTo>
                    <a:pt x="1240" y="10171"/>
                  </a:lnTo>
                  <a:cubicBezTo>
                    <a:pt x="1240" y="10159"/>
                    <a:pt x="1240" y="10137"/>
                    <a:pt x="1256" y="10137"/>
                  </a:cubicBezTo>
                  <a:cubicBezTo>
                    <a:pt x="1259" y="10137"/>
                    <a:pt x="1264" y="10138"/>
                    <a:pt x="1270" y="10141"/>
                  </a:cubicBezTo>
                  <a:cubicBezTo>
                    <a:pt x="1285" y="10141"/>
                    <a:pt x="1255" y="10156"/>
                    <a:pt x="1255" y="10171"/>
                  </a:cubicBezTo>
                  <a:cubicBezTo>
                    <a:pt x="1240" y="10171"/>
                    <a:pt x="1225" y="10186"/>
                    <a:pt x="1225" y="10186"/>
                  </a:cubicBezTo>
                  <a:cubicBezTo>
                    <a:pt x="1210" y="10276"/>
                    <a:pt x="1270" y="10320"/>
                    <a:pt x="1329" y="10350"/>
                  </a:cubicBezTo>
                  <a:cubicBezTo>
                    <a:pt x="1334" y="10355"/>
                    <a:pt x="1339" y="10356"/>
                    <a:pt x="1346" y="10356"/>
                  </a:cubicBezTo>
                  <a:cubicBezTo>
                    <a:pt x="1360" y="10356"/>
                    <a:pt x="1379" y="10346"/>
                    <a:pt x="1389" y="10335"/>
                  </a:cubicBezTo>
                  <a:cubicBezTo>
                    <a:pt x="1410" y="10331"/>
                    <a:pt x="1429" y="10328"/>
                    <a:pt x="1446" y="10328"/>
                  </a:cubicBezTo>
                  <a:cubicBezTo>
                    <a:pt x="1491" y="10328"/>
                    <a:pt x="1519" y="10349"/>
                    <a:pt x="1509" y="10425"/>
                  </a:cubicBezTo>
                  <a:cubicBezTo>
                    <a:pt x="1509" y="10440"/>
                    <a:pt x="1524" y="10440"/>
                    <a:pt x="1538" y="10440"/>
                  </a:cubicBezTo>
                  <a:cubicBezTo>
                    <a:pt x="1553" y="10440"/>
                    <a:pt x="1568" y="10440"/>
                    <a:pt x="1583" y="10455"/>
                  </a:cubicBezTo>
                  <a:cubicBezTo>
                    <a:pt x="1604" y="10476"/>
                    <a:pt x="1622" y="10487"/>
                    <a:pt x="1636" y="10487"/>
                  </a:cubicBezTo>
                  <a:cubicBezTo>
                    <a:pt x="1653" y="10487"/>
                    <a:pt x="1665" y="10472"/>
                    <a:pt x="1673" y="10440"/>
                  </a:cubicBezTo>
                  <a:cubicBezTo>
                    <a:pt x="1718" y="10515"/>
                    <a:pt x="1792" y="10500"/>
                    <a:pt x="1837" y="10559"/>
                  </a:cubicBezTo>
                  <a:cubicBezTo>
                    <a:pt x="1849" y="10584"/>
                    <a:pt x="1872" y="10608"/>
                    <a:pt x="1912" y="10608"/>
                  </a:cubicBezTo>
                  <a:cubicBezTo>
                    <a:pt x="1921" y="10608"/>
                    <a:pt x="1931" y="10607"/>
                    <a:pt x="1942" y="10604"/>
                  </a:cubicBezTo>
                  <a:cubicBezTo>
                    <a:pt x="1942" y="10604"/>
                    <a:pt x="1942" y="10589"/>
                    <a:pt x="1942" y="10574"/>
                  </a:cubicBezTo>
                  <a:cubicBezTo>
                    <a:pt x="1942" y="10515"/>
                    <a:pt x="1852" y="10440"/>
                    <a:pt x="1972" y="10395"/>
                  </a:cubicBezTo>
                  <a:cubicBezTo>
                    <a:pt x="2001" y="10335"/>
                    <a:pt x="2016" y="10291"/>
                    <a:pt x="2061" y="10246"/>
                  </a:cubicBezTo>
                  <a:lnTo>
                    <a:pt x="2061" y="10246"/>
                  </a:lnTo>
                  <a:cubicBezTo>
                    <a:pt x="2061" y="10261"/>
                    <a:pt x="2046" y="10276"/>
                    <a:pt x="2046" y="10291"/>
                  </a:cubicBezTo>
                  <a:cubicBezTo>
                    <a:pt x="2076" y="10410"/>
                    <a:pt x="2091" y="10530"/>
                    <a:pt x="2225" y="10574"/>
                  </a:cubicBezTo>
                  <a:cubicBezTo>
                    <a:pt x="2240" y="10574"/>
                    <a:pt x="2240" y="10589"/>
                    <a:pt x="2255" y="10589"/>
                  </a:cubicBezTo>
                  <a:cubicBezTo>
                    <a:pt x="2329" y="10574"/>
                    <a:pt x="2330" y="10501"/>
                    <a:pt x="2359" y="10442"/>
                  </a:cubicBezTo>
                  <a:lnTo>
                    <a:pt x="2359" y="10442"/>
                  </a:lnTo>
                  <a:cubicBezTo>
                    <a:pt x="2359" y="10446"/>
                    <a:pt x="2360" y="10450"/>
                    <a:pt x="2360" y="10455"/>
                  </a:cubicBezTo>
                  <a:cubicBezTo>
                    <a:pt x="2375" y="10500"/>
                    <a:pt x="2255" y="10559"/>
                    <a:pt x="2375" y="10604"/>
                  </a:cubicBezTo>
                  <a:cubicBezTo>
                    <a:pt x="2390" y="10599"/>
                    <a:pt x="2403" y="10596"/>
                    <a:pt x="2413" y="10596"/>
                  </a:cubicBezTo>
                  <a:cubicBezTo>
                    <a:pt x="2433" y="10596"/>
                    <a:pt x="2440" y="10609"/>
                    <a:pt x="2420" y="10649"/>
                  </a:cubicBezTo>
                  <a:cubicBezTo>
                    <a:pt x="2420" y="10649"/>
                    <a:pt x="2420" y="10664"/>
                    <a:pt x="2420" y="10664"/>
                  </a:cubicBezTo>
                  <a:cubicBezTo>
                    <a:pt x="2435" y="10679"/>
                    <a:pt x="2450" y="10679"/>
                    <a:pt x="2450" y="10679"/>
                  </a:cubicBezTo>
                  <a:cubicBezTo>
                    <a:pt x="2480" y="10669"/>
                    <a:pt x="2504" y="10651"/>
                    <a:pt x="2536" y="10651"/>
                  </a:cubicBezTo>
                  <a:cubicBezTo>
                    <a:pt x="2550" y="10651"/>
                    <a:pt x="2565" y="10655"/>
                    <a:pt x="2584" y="10664"/>
                  </a:cubicBezTo>
                  <a:cubicBezTo>
                    <a:pt x="2590" y="10675"/>
                    <a:pt x="2600" y="10680"/>
                    <a:pt x="2612" y="10680"/>
                  </a:cubicBezTo>
                  <a:cubicBezTo>
                    <a:pt x="2633" y="10680"/>
                    <a:pt x="2661" y="10667"/>
                    <a:pt x="2689" y="10649"/>
                  </a:cubicBezTo>
                  <a:cubicBezTo>
                    <a:pt x="2703" y="10634"/>
                    <a:pt x="2703" y="10604"/>
                    <a:pt x="2733" y="10589"/>
                  </a:cubicBezTo>
                  <a:cubicBezTo>
                    <a:pt x="2778" y="10589"/>
                    <a:pt x="2808" y="10574"/>
                    <a:pt x="2793" y="10530"/>
                  </a:cubicBezTo>
                  <a:cubicBezTo>
                    <a:pt x="2781" y="10505"/>
                    <a:pt x="2769" y="10481"/>
                    <a:pt x="2732" y="10481"/>
                  </a:cubicBezTo>
                  <a:cubicBezTo>
                    <a:pt x="2724" y="10481"/>
                    <a:pt x="2714" y="10482"/>
                    <a:pt x="2703" y="10485"/>
                  </a:cubicBezTo>
                  <a:cubicBezTo>
                    <a:pt x="2748" y="10440"/>
                    <a:pt x="2793" y="10440"/>
                    <a:pt x="2823" y="10425"/>
                  </a:cubicBezTo>
                  <a:cubicBezTo>
                    <a:pt x="2873" y="10450"/>
                    <a:pt x="2923" y="10470"/>
                    <a:pt x="2973" y="10470"/>
                  </a:cubicBezTo>
                  <a:cubicBezTo>
                    <a:pt x="3013" y="10470"/>
                    <a:pt x="3052" y="10458"/>
                    <a:pt x="3092" y="10425"/>
                  </a:cubicBezTo>
                  <a:lnTo>
                    <a:pt x="3166" y="10425"/>
                  </a:lnTo>
                  <a:cubicBezTo>
                    <a:pt x="3196" y="10425"/>
                    <a:pt x="3222" y="10429"/>
                    <a:pt x="3247" y="10429"/>
                  </a:cubicBezTo>
                  <a:cubicBezTo>
                    <a:pt x="3271" y="10429"/>
                    <a:pt x="3293" y="10425"/>
                    <a:pt x="3316" y="10410"/>
                  </a:cubicBezTo>
                  <a:cubicBezTo>
                    <a:pt x="3332" y="10403"/>
                    <a:pt x="3346" y="10401"/>
                    <a:pt x="3357" y="10401"/>
                  </a:cubicBezTo>
                  <a:cubicBezTo>
                    <a:pt x="3397" y="10401"/>
                    <a:pt x="3409" y="10438"/>
                    <a:pt x="3420" y="10485"/>
                  </a:cubicBezTo>
                  <a:cubicBezTo>
                    <a:pt x="3420" y="10500"/>
                    <a:pt x="3435" y="10515"/>
                    <a:pt x="3450" y="10515"/>
                  </a:cubicBezTo>
                  <a:cubicBezTo>
                    <a:pt x="3495" y="10604"/>
                    <a:pt x="3615" y="10604"/>
                    <a:pt x="3644" y="10709"/>
                  </a:cubicBezTo>
                  <a:cubicBezTo>
                    <a:pt x="3689" y="10739"/>
                    <a:pt x="3734" y="10768"/>
                    <a:pt x="3794" y="10783"/>
                  </a:cubicBezTo>
                  <a:cubicBezTo>
                    <a:pt x="3839" y="10798"/>
                    <a:pt x="3898" y="10798"/>
                    <a:pt x="3928" y="10858"/>
                  </a:cubicBezTo>
                  <a:cubicBezTo>
                    <a:pt x="3939" y="10880"/>
                    <a:pt x="3966" y="10894"/>
                    <a:pt x="3997" y="10894"/>
                  </a:cubicBezTo>
                  <a:cubicBezTo>
                    <a:pt x="4009" y="10894"/>
                    <a:pt x="4021" y="10892"/>
                    <a:pt x="4033" y="10888"/>
                  </a:cubicBezTo>
                  <a:cubicBezTo>
                    <a:pt x="4051" y="10885"/>
                    <a:pt x="4069" y="10884"/>
                    <a:pt x="4088" y="10884"/>
                  </a:cubicBezTo>
                  <a:cubicBezTo>
                    <a:pt x="4164" y="10884"/>
                    <a:pt x="4245" y="10903"/>
                    <a:pt x="4317" y="10903"/>
                  </a:cubicBezTo>
                  <a:cubicBezTo>
                    <a:pt x="4340" y="10903"/>
                    <a:pt x="4364" y="10941"/>
                    <a:pt x="4396" y="10941"/>
                  </a:cubicBezTo>
                  <a:cubicBezTo>
                    <a:pt x="4404" y="10941"/>
                    <a:pt x="4412" y="10939"/>
                    <a:pt x="4421" y="10933"/>
                  </a:cubicBezTo>
                  <a:lnTo>
                    <a:pt x="4421" y="10933"/>
                  </a:lnTo>
                  <a:cubicBezTo>
                    <a:pt x="4407" y="10943"/>
                    <a:pt x="4395" y="10947"/>
                    <a:pt x="4384" y="10947"/>
                  </a:cubicBezTo>
                  <a:cubicBezTo>
                    <a:pt x="4347" y="10947"/>
                    <a:pt x="4321" y="10903"/>
                    <a:pt x="4287" y="10903"/>
                  </a:cubicBezTo>
                  <a:cubicBezTo>
                    <a:pt x="4212" y="10918"/>
                    <a:pt x="4212" y="10948"/>
                    <a:pt x="4242" y="11007"/>
                  </a:cubicBezTo>
                  <a:cubicBezTo>
                    <a:pt x="4257" y="11052"/>
                    <a:pt x="4302" y="11082"/>
                    <a:pt x="4331" y="11112"/>
                  </a:cubicBezTo>
                  <a:cubicBezTo>
                    <a:pt x="4387" y="11151"/>
                    <a:pt x="4442" y="11170"/>
                    <a:pt x="4497" y="11170"/>
                  </a:cubicBezTo>
                  <a:cubicBezTo>
                    <a:pt x="4546" y="11170"/>
                    <a:pt x="4596" y="11155"/>
                    <a:pt x="4645" y="11127"/>
                  </a:cubicBezTo>
                  <a:cubicBezTo>
                    <a:pt x="4660" y="11112"/>
                    <a:pt x="4660" y="11082"/>
                    <a:pt x="4675" y="11067"/>
                  </a:cubicBezTo>
                  <a:cubicBezTo>
                    <a:pt x="4690" y="11037"/>
                    <a:pt x="4645" y="10993"/>
                    <a:pt x="4675" y="10963"/>
                  </a:cubicBezTo>
                  <a:cubicBezTo>
                    <a:pt x="4675" y="10948"/>
                    <a:pt x="4675" y="10948"/>
                    <a:pt x="4675" y="10948"/>
                  </a:cubicBezTo>
                  <a:cubicBezTo>
                    <a:pt x="4690" y="10948"/>
                    <a:pt x="4675" y="10963"/>
                    <a:pt x="4690" y="10963"/>
                  </a:cubicBezTo>
                  <a:cubicBezTo>
                    <a:pt x="4709" y="10975"/>
                    <a:pt x="4728" y="10980"/>
                    <a:pt x="4747" y="10980"/>
                  </a:cubicBezTo>
                  <a:cubicBezTo>
                    <a:pt x="4773" y="10980"/>
                    <a:pt x="4798" y="10971"/>
                    <a:pt x="4824" y="10963"/>
                  </a:cubicBezTo>
                  <a:cubicBezTo>
                    <a:pt x="4849" y="10946"/>
                    <a:pt x="4874" y="10925"/>
                    <a:pt x="4894" y="10925"/>
                  </a:cubicBezTo>
                  <a:cubicBezTo>
                    <a:pt x="4910" y="10925"/>
                    <a:pt x="4922" y="10938"/>
                    <a:pt x="4929" y="10978"/>
                  </a:cubicBezTo>
                  <a:cubicBezTo>
                    <a:pt x="4944" y="10993"/>
                    <a:pt x="4959" y="10993"/>
                    <a:pt x="4974" y="10993"/>
                  </a:cubicBezTo>
                  <a:cubicBezTo>
                    <a:pt x="5004" y="10978"/>
                    <a:pt x="5018" y="10948"/>
                    <a:pt x="5018" y="10903"/>
                  </a:cubicBezTo>
                  <a:cubicBezTo>
                    <a:pt x="5063" y="10783"/>
                    <a:pt x="5183" y="10709"/>
                    <a:pt x="5272" y="10634"/>
                  </a:cubicBezTo>
                  <a:cubicBezTo>
                    <a:pt x="5407" y="10544"/>
                    <a:pt x="5541" y="10470"/>
                    <a:pt x="5676" y="10395"/>
                  </a:cubicBezTo>
                  <a:cubicBezTo>
                    <a:pt x="5759" y="10350"/>
                    <a:pt x="5862" y="10322"/>
                    <a:pt x="5967" y="10322"/>
                  </a:cubicBezTo>
                  <a:cubicBezTo>
                    <a:pt x="6107" y="10322"/>
                    <a:pt x="6252" y="10372"/>
                    <a:pt x="6363" y="10500"/>
                  </a:cubicBezTo>
                  <a:cubicBezTo>
                    <a:pt x="6387" y="10524"/>
                    <a:pt x="6411" y="10548"/>
                    <a:pt x="6452" y="10548"/>
                  </a:cubicBezTo>
                  <a:cubicBezTo>
                    <a:pt x="6461" y="10548"/>
                    <a:pt x="6471" y="10547"/>
                    <a:pt x="6482" y="10544"/>
                  </a:cubicBezTo>
                  <a:cubicBezTo>
                    <a:pt x="6497" y="10530"/>
                    <a:pt x="6482" y="10485"/>
                    <a:pt x="6512" y="10470"/>
                  </a:cubicBezTo>
                  <a:cubicBezTo>
                    <a:pt x="6602" y="10440"/>
                    <a:pt x="6646" y="10350"/>
                    <a:pt x="6736" y="10320"/>
                  </a:cubicBezTo>
                  <a:cubicBezTo>
                    <a:pt x="6751" y="10320"/>
                    <a:pt x="6751" y="10305"/>
                    <a:pt x="6751" y="10291"/>
                  </a:cubicBezTo>
                  <a:cubicBezTo>
                    <a:pt x="6721" y="10261"/>
                    <a:pt x="6751" y="10231"/>
                    <a:pt x="6766" y="10186"/>
                  </a:cubicBezTo>
                  <a:cubicBezTo>
                    <a:pt x="6826" y="10081"/>
                    <a:pt x="6796" y="10022"/>
                    <a:pt x="6691" y="9977"/>
                  </a:cubicBezTo>
                  <a:cubicBezTo>
                    <a:pt x="6661" y="9962"/>
                    <a:pt x="6661" y="9947"/>
                    <a:pt x="6661" y="9917"/>
                  </a:cubicBezTo>
                  <a:cubicBezTo>
                    <a:pt x="6661" y="9887"/>
                    <a:pt x="6646" y="9857"/>
                    <a:pt x="6617" y="9842"/>
                  </a:cubicBezTo>
                  <a:lnTo>
                    <a:pt x="6751" y="9842"/>
                  </a:lnTo>
                  <a:cubicBezTo>
                    <a:pt x="6821" y="9842"/>
                    <a:pt x="6831" y="9769"/>
                    <a:pt x="6874" y="9769"/>
                  </a:cubicBezTo>
                  <a:cubicBezTo>
                    <a:pt x="6895" y="9769"/>
                    <a:pt x="6925" y="9788"/>
                    <a:pt x="6975" y="9842"/>
                  </a:cubicBezTo>
                  <a:cubicBezTo>
                    <a:pt x="7038" y="9905"/>
                    <a:pt x="7115" y="9931"/>
                    <a:pt x="7206" y="9931"/>
                  </a:cubicBezTo>
                  <a:cubicBezTo>
                    <a:pt x="7246" y="9931"/>
                    <a:pt x="7288" y="9926"/>
                    <a:pt x="7334" y="9917"/>
                  </a:cubicBezTo>
                  <a:cubicBezTo>
                    <a:pt x="7348" y="9947"/>
                    <a:pt x="7363" y="9977"/>
                    <a:pt x="7408" y="9977"/>
                  </a:cubicBezTo>
                  <a:cubicBezTo>
                    <a:pt x="7408" y="9977"/>
                    <a:pt x="7423" y="9992"/>
                    <a:pt x="7438" y="9992"/>
                  </a:cubicBezTo>
                  <a:cubicBezTo>
                    <a:pt x="7483" y="9992"/>
                    <a:pt x="7528" y="9992"/>
                    <a:pt x="7558" y="10037"/>
                  </a:cubicBezTo>
                  <a:cubicBezTo>
                    <a:pt x="7587" y="10052"/>
                    <a:pt x="7602" y="10081"/>
                    <a:pt x="7617" y="10096"/>
                  </a:cubicBezTo>
                  <a:lnTo>
                    <a:pt x="7647" y="10096"/>
                  </a:lnTo>
                  <a:cubicBezTo>
                    <a:pt x="7664" y="10088"/>
                    <a:pt x="7686" y="10069"/>
                    <a:pt x="7705" y="10069"/>
                  </a:cubicBezTo>
                  <a:cubicBezTo>
                    <a:pt x="7719" y="10069"/>
                    <a:pt x="7730" y="10079"/>
                    <a:pt x="7737" y="10111"/>
                  </a:cubicBezTo>
                  <a:cubicBezTo>
                    <a:pt x="7737" y="10141"/>
                    <a:pt x="7737" y="10156"/>
                    <a:pt x="7767" y="10171"/>
                  </a:cubicBezTo>
                  <a:cubicBezTo>
                    <a:pt x="7811" y="10186"/>
                    <a:pt x="7856" y="10186"/>
                    <a:pt x="7886" y="10216"/>
                  </a:cubicBezTo>
                  <a:cubicBezTo>
                    <a:pt x="7901" y="10216"/>
                    <a:pt x="7901" y="10216"/>
                    <a:pt x="7916" y="10231"/>
                  </a:cubicBezTo>
                  <a:cubicBezTo>
                    <a:pt x="7931" y="10246"/>
                    <a:pt x="7931" y="10276"/>
                    <a:pt x="7946" y="10305"/>
                  </a:cubicBezTo>
                  <a:cubicBezTo>
                    <a:pt x="7976" y="10335"/>
                    <a:pt x="7976" y="10380"/>
                    <a:pt x="8036" y="10380"/>
                  </a:cubicBezTo>
                  <a:cubicBezTo>
                    <a:pt x="8053" y="10368"/>
                    <a:pt x="8065" y="10363"/>
                    <a:pt x="8072" y="10363"/>
                  </a:cubicBezTo>
                  <a:cubicBezTo>
                    <a:pt x="8099" y="10363"/>
                    <a:pt x="8056" y="10440"/>
                    <a:pt x="8080" y="10440"/>
                  </a:cubicBezTo>
                  <a:cubicBezTo>
                    <a:pt x="8140" y="10500"/>
                    <a:pt x="8230" y="10485"/>
                    <a:pt x="8274" y="10544"/>
                  </a:cubicBezTo>
                  <a:cubicBezTo>
                    <a:pt x="8298" y="10552"/>
                    <a:pt x="8322" y="10569"/>
                    <a:pt x="8342" y="10569"/>
                  </a:cubicBezTo>
                  <a:cubicBezTo>
                    <a:pt x="8359" y="10569"/>
                    <a:pt x="8372" y="10556"/>
                    <a:pt x="8379" y="10515"/>
                  </a:cubicBezTo>
                  <a:cubicBezTo>
                    <a:pt x="8379" y="10500"/>
                    <a:pt x="8364" y="10500"/>
                    <a:pt x="8364" y="10485"/>
                  </a:cubicBezTo>
                  <a:lnTo>
                    <a:pt x="8439" y="10485"/>
                  </a:lnTo>
                  <a:cubicBezTo>
                    <a:pt x="8454" y="10477"/>
                    <a:pt x="8469" y="10473"/>
                    <a:pt x="8484" y="10473"/>
                  </a:cubicBezTo>
                  <a:cubicBezTo>
                    <a:pt x="8499" y="10473"/>
                    <a:pt x="8513" y="10477"/>
                    <a:pt x="8528" y="10485"/>
                  </a:cubicBezTo>
                  <a:cubicBezTo>
                    <a:pt x="8543" y="10485"/>
                    <a:pt x="8558" y="10485"/>
                    <a:pt x="8588" y="10500"/>
                  </a:cubicBezTo>
                  <a:cubicBezTo>
                    <a:pt x="8573" y="10492"/>
                    <a:pt x="8558" y="10492"/>
                    <a:pt x="8545" y="10492"/>
                  </a:cubicBezTo>
                  <a:cubicBezTo>
                    <a:pt x="8532" y="10492"/>
                    <a:pt x="8521" y="10492"/>
                    <a:pt x="8513" y="10485"/>
                  </a:cubicBezTo>
                  <a:cubicBezTo>
                    <a:pt x="8505" y="10480"/>
                    <a:pt x="8497" y="10479"/>
                    <a:pt x="8490" y="10479"/>
                  </a:cubicBezTo>
                  <a:cubicBezTo>
                    <a:pt x="8474" y="10479"/>
                    <a:pt x="8460" y="10489"/>
                    <a:pt x="8439" y="10500"/>
                  </a:cubicBezTo>
                  <a:cubicBezTo>
                    <a:pt x="8439" y="10515"/>
                    <a:pt x="8439" y="10515"/>
                    <a:pt x="8424" y="10530"/>
                  </a:cubicBezTo>
                  <a:cubicBezTo>
                    <a:pt x="8439" y="10679"/>
                    <a:pt x="8573" y="10709"/>
                    <a:pt x="8678" y="10783"/>
                  </a:cubicBezTo>
                  <a:cubicBezTo>
                    <a:pt x="8693" y="10783"/>
                    <a:pt x="8708" y="10768"/>
                    <a:pt x="8723" y="10754"/>
                  </a:cubicBezTo>
                  <a:cubicBezTo>
                    <a:pt x="8752" y="10724"/>
                    <a:pt x="8812" y="10694"/>
                    <a:pt x="8752" y="10634"/>
                  </a:cubicBezTo>
                  <a:cubicBezTo>
                    <a:pt x="8752" y="10619"/>
                    <a:pt x="8737" y="10619"/>
                    <a:pt x="8737" y="10619"/>
                  </a:cubicBezTo>
                  <a:lnTo>
                    <a:pt x="8752" y="10619"/>
                  </a:lnTo>
                  <a:cubicBezTo>
                    <a:pt x="8759" y="10621"/>
                    <a:pt x="8765" y="10622"/>
                    <a:pt x="8770" y="10622"/>
                  </a:cubicBezTo>
                  <a:cubicBezTo>
                    <a:pt x="8802" y="10622"/>
                    <a:pt x="8816" y="10589"/>
                    <a:pt x="8842" y="10589"/>
                  </a:cubicBezTo>
                  <a:cubicBezTo>
                    <a:pt x="8872" y="10589"/>
                    <a:pt x="8857" y="10619"/>
                    <a:pt x="8872" y="10634"/>
                  </a:cubicBezTo>
                  <a:cubicBezTo>
                    <a:pt x="8872" y="10709"/>
                    <a:pt x="8962" y="10649"/>
                    <a:pt x="8991" y="10709"/>
                  </a:cubicBezTo>
                  <a:cubicBezTo>
                    <a:pt x="9004" y="10733"/>
                    <a:pt x="9016" y="10758"/>
                    <a:pt x="9036" y="10758"/>
                  </a:cubicBezTo>
                  <a:cubicBezTo>
                    <a:pt x="9041" y="10758"/>
                    <a:pt x="9046" y="10756"/>
                    <a:pt x="9051" y="10754"/>
                  </a:cubicBezTo>
                  <a:lnTo>
                    <a:pt x="9051" y="10754"/>
                  </a:lnTo>
                  <a:cubicBezTo>
                    <a:pt x="9021" y="10768"/>
                    <a:pt x="8991" y="10754"/>
                    <a:pt x="8976" y="10783"/>
                  </a:cubicBezTo>
                  <a:cubicBezTo>
                    <a:pt x="8962" y="10813"/>
                    <a:pt x="8976" y="10828"/>
                    <a:pt x="8991" y="10843"/>
                  </a:cubicBezTo>
                  <a:cubicBezTo>
                    <a:pt x="9036" y="10843"/>
                    <a:pt x="9066" y="10843"/>
                    <a:pt x="9096" y="10858"/>
                  </a:cubicBezTo>
                  <a:lnTo>
                    <a:pt x="9141" y="10858"/>
                  </a:lnTo>
                  <a:cubicBezTo>
                    <a:pt x="9156" y="10858"/>
                    <a:pt x="9171" y="10858"/>
                    <a:pt x="9201" y="10843"/>
                  </a:cubicBezTo>
                  <a:cubicBezTo>
                    <a:pt x="9215" y="10828"/>
                    <a:pt x="9215" y="10813"/>
                    <a:pt x="9230" y="10798"/>
                  </a:cubicBezTo>
                  <a:cubicBezTo>
                    <a:pt x="9245" y="10754"/>
                    <a:pt x="9305" y="10783"/>
                    <a:pt x="9320" y="10739"/>
                  </a:cubicBezTo>
                  <a:cubicBezTo>
                    <a:pt x="9334" y="10732"/>
                    <a:pt x="9342" y="10718"/>
                    <a:pt x="9347" y="10700"/>
                  </a:cubicBezTo>
                  <a:lnTo>
                    <a:pt x="9347" y="10700"/>
                  </a:lnTo>
                  <a:cubicBezTo>
                    <a:pt x="9342" y="10721"/>
                    <a:pt x="9342" y="10737"/>
                    <a:pt x="9350" y="10754"/>
                  </a:cubicBezTo>
                  <a:cubicBezTo>
                    <a:pt x="9350" y="10768"/>
                    <a:pt x="9365" y="10783"/>
                    <a:pt x="9350" y="10783"/>
                  </a:cubicBezTo>
                  <a:cubicBezTo>
                    <a:pt x="9347" y="10786"/>
                    <a:pt x="9345" y="10788"/>
                    <a:pt x="9344" y="10788"/>
                  </a:cubicBezTo>
                  <a:cubicBezTo>
                    <a:pt x="9340" y="10788"/>
                    <a:pt x="9347" y="10768"/>
                    <a:pt x="9335" y="10768"/>
                  </a:cubicBezTo>
                  <a:cubicBezTo>
                    <a:pt x="9335" y="10754"/>
                    <a:pt x="9320" y="10754"/>
                    <a:pt x="9320" y="10754"/>
                  </a:cubicBezTo>
                  <a:cubicBezTo>
                    <a:pt x="9290" y="10783"/>
                    <a:pt x="9260" y="10798"/>
                    <a:pt x="9230" y="10828"/>
                  </a:cubicBezTo>
                  <a:cubicBezTo>
                    <a:pt x="9230" y="10843"/>
                    <a:pt x="9230" y="10858"/>
                    <a:pt x="9230" y="10858"/>
                  </a:cubicBezTo>
                  <a:cubicBezTo>
                    <a:pt x="9245" y="10888"/>
                    <a:pt x="9260" y="10918"/>
                    <a:pt x="9245" y="10948"/>
                  </a:cubicBezTo>
                  <a:cubicBezTo>
                    <a:pt x="9230" y="10963"/>
                    <a:pt x="9230" y="10993"/>
                    <a:pt x="9245" y="11007"/>
                  </a:cubicBezTo>
                  <a:cubicBezTo>
                    <a:pt x="9258" y="11012"/>
                    <a:pt x="9271" y="11014"/>
                    <a:pt x="9284" y="11014"/>
                  </a:cubicBezTo>
                  <a:cubicBezTo>
                    <a:pt x="9345" y="11014"/>
                    <a:pt x="9400" y="10971"/>
                    <a:pt x="9461" y="10971"/>
                  </a:cubicBezTo>
                  <a:cubicBezTo>
                    <a:pt x="9473" y="10971"/>
                    <a:pt x="9486" y="10973"/>
                    <a:pt x="9499" y="10978"/>
                  </a:cubicBezTo>
                  <a:cubicBezTo>
                    <a:pt x="9514" y="10978"/>
                    <a:pt x="9529" y="10933"/>
                    <a:pt x="9529" y="10903"/>
                  </a:cubicBezTo>
                  <a:cubicBezTo>
                    <a:pt x="9529" y="10888"/>
                    <a:pt x="9529" y="10873"/>
                    <a:pt x="9529" y="10858"/>
                  </a:cubicBezTo>
                  <a:cubicBezTo>
                    <a:pt x="9514" y="10813"/>
                    <a:pt x="9529" y="10768"/>
                    <a:pt x="9529" y="10709"/>
                  </a:cubicBezTo>
                  <a:cubicBezTo>
                    <a:pt x="9541" y="10663"/>
                    <a:pt x="9569" y="10644"/>
                    <a:pt x="9602" y="10644"/>
                  </a:cubicBezTo>
                  <a:cubicBezTo>
                    <a:pt x="9612" y="10644"/>
                    <a:pt x="9623" y="10645"/>
                    <a:pt x="9634" y="10649"/>
                  </a:cubicBezTo>
                  <a:cubicBezTo>
                    <a:pt x="9643" y="10649"/>
                    <a:pt x="9657" y="10633"/>
                    <a:pt x="9667" y="10633"/>
                  </a:cubicBezTo>
                  <a:cubicBezTo>
                    <a:pt x="9674" y="10633"/>
                    <a:pt x="9678" y="10640"/>
                    <a:pt x="9678" y="10664"/>
                  </a:cubicBezTo>
                  <a:cubicBezTo>
                    <a:pt x="9693" y="10679"/>
                    <a:pt x="9693" y="10709"/>
                    <a:pt x="9678" y="10739"/>
                  </a:cubicBezTo>
                  <a:cubicBezTo>
                    <a:pt x="9664" y="10813"/>
                    <a:pt x="9574" y="10768"/>
                    <a:pt x="9559" y="10828"/>
                  </a:cubicBezTo>
                  <a:cubicBezTo>
                    <a:pt x="9559" y="10843"/>
                    <a:pt x="9559" y="10858"/>
                    <a:pt x="9559" y="10873"/>
                  </a:cubicBezTo>
                  <a:cubicBezTo>
                    <a:pt x="9606" y="10912"/>
                    <a:pt x="9670" y="10931"/>
                    <a:pt x="9729" y="10931"/>
                  </a:cubicBezTo>
                  <a:cubicBezTo>
                    <a:pt x="9781" y="10931"/>
                    <a:pt x="9829" y="10916"/>
                    <a:pt x="9858" y="10888"/>
                  </a:cubicBezTo>
                  <a:lnTo>
                    <a:pt x="9858" y="10888"/>
                  </a:lnTo>
                  <a:cubicBezTo>
                    <a:pt x="9843" y="10918"/>
                    <a:pt x="9828" y="10948"/>
                    <a:pt x="9873" y="10978"/>
                  </a:cubicBezTo>
                  <a:cubicBezTo>
                    <a:pt x="9902" y="10993"/>
                    <a:pt x="9902" y="10993"/>
                    <a:pt x="9873" y="11007"/>
                  </a:cubicBezTo>
                  <a:cubicBezTo>
                    <a:pt x="9873" y="11022"/>
                    <a:pt x="9873" y="11022"/>
                    <a:pt x="9873" y="11037"/>
                  </a:cubicBezTo>
                  <a:cubicBezTo>
                    <a:pt x="9888" y="11067"/>
                    <a:pt x="9917" y="11082"/>
                    <a:pt x="9947" y="11097"/>
                  </a:cubicBezTo>
                  <a:cubicBezTo>
                    <a:pt x="10082" y="11202"/>
                    <a:pt x="10261" y="11261"/>
                    <a:pt x="10351" y="11426"/>
                  </a:cubicBezTo>
                  <a:cubicBezTo>
                    <a:pt x="10357" y="11429"/>
                    <a:pt x="10363" y="11430"/>
                    <a:pt x="10370" y="11430"/>
                  </a:cubicBezTo>
                  <a:cubicBezTo>
                    <a:pt x="10387" y="11430"/>
                    <a:pt x="10404" y="11421"/>
                    <a:pt x="10421" y="11421"/>
                  </a:cubicBezTo>
                  <a:cubicBezTo>
                    <a:pt x="10428" y="11421"/>
                    <a:pt x="10434" y="11422"/>
                    <a:pt x="10440" y="11426"/>
                  </a:cubicBezTo>
                  <a:cubicBezTo>
                    <a:pt x="10455" y="11441"/>
                    <a:pt x="10470" y="11441"/>
                    <a:pt x="10485" y="11456"/>
                  </a:cubicBezTo>
                  <a:lnTo>
                    <a:pt x="10500" y="11456"/>
                  </a:lnTo>
                  <a:cubicBezTo>
                    <a:pt x="10526" y="11475"/>
                    <a:pt x="10549" y="11486"/>
                    <a:pt x="10570" y="11486"/>
                  </a:cubicBezTo>
                  <a:cubicBezTo>
                    <a:pt x="10596" y="11486"/>
                    <a:pt x="10618" y="11468"/>
                    <a:pt x="10634" y="11426"/>
                  </a:cubicBezTo>
                  <a:cubicBezTo>
                    <a:pt x="10643" y="11408"/>
                    <a:pt x="10652" y="11401"/>
                    <a:pt x="10664" y="11401"/>
                  </a:cubicBezTo>
                  <a:cubicBezTo>
                    <a:pt x="10672" y="11401"/>
                    <a:pt x="10682" y="11405"/>
                    <a:pt x="10694" y="11411"/>
                  </a:cubicBezTo>
                  <a:cubicBezTo>
                    <a:pt x="10709" y="11441"/>
                    <a:pt x="10679" y="11456"/>
                    <a:pt x="10679" y="11470"/>
                  </a:cubicBezTo>
                  <a:cubicBezTo>
                    <a:pt x="10664" y="11500"/>
                    <a:pt x="10649" y="11545"/>
                    <a:pt x="10649" y="11575"/>
                  </a:cubicBezTo>
                  <a:cubicBezTo>
                    <a:pt x="10664" y="11590"/>
                    <a:pt x="10679" y="11605"/>
                    <a:pt x="10694" y="11620"/>
                  </a:cubicBezTo>
                  <a:cubicBezTo>
                    <a:pt x="10709" y="11620"/>
                    <a:pt x="10724" y="11620"/>
                    <a:pt x="10739" y="11605"/>
                  </a:cubicBezTo>
                  <a:cubicBezTo>
                    <a:pt x="10754" y="11590"/>
                    <a:pt x="10769" y="11575"/>
                    <a:pt x="10769" y="11560"/>
                  </a:cubicBezTo>
                  <a:cubicBezTo>
                    <a:pt x="10776" y="11553"/>
                    <a:pt x="10784" y="11553"/>
                    <a:pt x="10791" y="11553"/>
                  </a:cubicBezTo>
                  <a:cubicBezTo>
                    <a:pt x="10799" y="11553"/>
                    <a:pt x="10806" y="11553"/>
                    <a:pt x="10814" y="11545"/>
                  </a:cubicBezTo>
                  <a:lnTo>
                    <a:pt x="10843" y="11545"/>
                  </a:lnTo>
                  <a:cubicBezTo>
                    <a:pt x="10858" y="11515"/>
                    <a:pt x="10873" y="11500"/>
                    <a:pt x="10903" y="11485"/>
                  </a:cubicBezTo>
                  <a:cubicBezTo>
                    <a:pt x="10933" y="11411"/>
                    <a:pt x="10993" y="11426"/>
                    <a:pt x="11053" y="11411"/>
                  </a:cubicBezTo>
                  <a:lnTo>
                    <a:pt x="11053" y="11411"/>
                  </a:lnTo>
                  <a:cubicBezTo>
                    <a:pt x="11038" y="11426"/>
                    <a:pt x="11008" y="11441"/>
                    <a:pt x="10993" y="11470"/>
                  </a:cubicBezTo>
                  <a:cubicBezTo>
                    <a:pt x="10993" y="11485"/>
                    <a:pt x="10993" y="11515"/>
                    <a:pt x="11008" y="11530"/>
                  </a:cubicBezTo>
                  <a:cubicBezTo>
                    <a:pt x="11008" y="11545"/>
                    <a:pt x="11023" y="11545"/>
                    <a:pt x="11023" y="11560"/>
                  </a:cubicBezTo>
                  <a:cubicBezTo>
                    <a:pt x="11067" y="11590"/>
                    <a:pt x="11008" y="11620"/>
                    <a:pt x="11008" y="11650"/>
                  </a:cubicBezTo>
                  <a:cubicBezTo>
                    <a:pt x="11038" y="11695"/>
                    <a:pt x="11067" y="11695"/>
                    <a:pt x="11112" y="11695"/>
                  </a:cubicBezTo>
                  <a:cubicBezTo>
                    <a:pt x="11127" y="11695"/>
                    <a:pt x="11127" y="11695"/>
                    <a:pt x="11142" y="11680"/>
                  </a:cubicBezTo>
                  <a:cubicBezTo>
                    <a:pt x="11217" y="11605"/>
                    <a:pt x="11232" y="11515"/>
                    <a:pt x="11217" y="11411"/>
                  </a:cubicBezTo>
                  <a:lnTo>
                    <a:pt x="11217" y="11411"/>
                  </a:lnTo>
                  <a:cubicBezTo>
                    <a:pt x="11247" y="11441"/>
                    <a:pt x="11277" y="11456"/>
                    <a:pt x="11306" y="11456"/>
                  </a:cubicBezTo>
                  <a:cubicBezTo>
                    <a:pt x="11336" y="11456"/>
                    <a:pt x="11366" y="11456"/>
                    <a:pt x="11396" y="11441"/>
                  </a:cubicBezTo>
                  <a:cubicBezTo>
                    <a:pt x="11441" y="11381"/>
                    <a:pt x="11545" y="11381"/>
                    <a:pt x="11575" y="11291"/>
                  </a:cubicBezTo>
                  <a:cubicBezTo>
                    <a:pt x="11590" y="11261"/>
                    <a:pt x="11590" y="11246"/>
                    <a:pt x="11590" y="11217"/>
                  </a:cubicBezTo>
                  <a:cubicBezTo>
                    <a:pt x="11590" y="11157"/>
                    <a:pt x="11560" y="11112"/>
                    <a:pt x="11590" y="11052"/>
                  </a:cubicBezTo>
                  <a:cubicBezTo>
                    <a:pt x="11605" y="11022"/>
                    <a:pt x="11620" y="11007"/>
                    <a:pt x="11635" y="10978"/>
                  </a:cubicBezTo>
                  <a:cubicBezTo>
                    <a:pt x="11650" y="10948"/>
                    <a:pt x="11665" y="10918"/>
                    <a:pt x="11695" y="10888"/>
                  </a:cubicBezTo>
                  <a:cubicBezTo>
                    <a:pt x="11740" y="10843"/>
                    <a:pt x="11710" y="10798"/>
                    <a:pt x="11710" y="10754"/>
                  </a:cubicBezTo>
                  <a:cubicBezTo>
                    <a:pt x="11695" y="10709"/>
                    <a:pt x="11665" y="10709"/>
                    <a:pt x="11635" y="10694"/>
                  </a:cubicBezTo>
                  <a:cubicBezTo>
                    <a:pt x="11605" y="10664"/>
                    <a:pt x="11560" y="10664"/>
                    <a:pt x="11545" y="10619"/>
                  </a:cubicBezTo>
                  <a:cubicBezTo>
                    <a:pt x="11530" y="10589"/>
                    <a:pt x="11530" y="10574"/>
                    <a:pt x="11530" y="10544"/>
                  </a:cubicBezTo>
                  <a:cubicBezTo>
                    <a:pt x="11516" y="10530"/>
                    <a:pt x="11516" y="10515"/>
                    <a:pt x="11501" y="10500"/>
                  </a:cubicBezTo>
                  <a:cubicBezTo>
                    <a:pt x="11501" y="10485"/>
                    <a:pt x="11501" y="10470"/>
                    <a:pt x="11516" y="10470"/>
                  </a:cubicBezTo>
                  <a:cubicBezTo>
                    <a:pt x="11530" y="10455"/>
                    <a:pt x="11530" y="10425"/>
                    <a:pt x="11516" y="10410"/>
                  </a:cubicBezTo>
                  <a:cubicBezTo>
                    <a:pt x="11471" y="10380"/>
                    <a:pt x="11441" y="10365"/>
                    <a:pt x="11441" y="10305"/>
                  </a:cubicBezTo>
                  <a:cubicBezTo>
                    <a:pt x="11441" y="10216"/>
                    <a:pt x="11336" y="10186"/>
                    <a:pt x="11306" y="10096"/>
                  </a:cubicBezTo>
                  <a:cubicBezTo>
                    <a:pt x="11306" y="10052"/>
                    <a:pt x="11366" y="10037"/>
                    <a:pt x="11381" y="9992"/>
                  </a:cubicBezTo>
                  <a:cubicBezTo>
                    <a:pt x="11381" y="9992"/>
                    <a:pt x="11396" y="9977"/>
                    <a:pt x="11396" y="9962"/>
                  </a:cubicBezTo>
                  <a:cubicBezTo>
                    <a:pt x="11396" y="9935"/>
                    <a:pt x="11380" y="9930"/>
                    <a:pt x="11361" y="9930"/>
                  </a:cubicBezTo>
                  <a:cubicBezTo>
                    <a:pt x="11348" y="9930"/>
                    <a:pt x="11333" y="9932"/>
                    <a:pt x="11321" y="9932"/>
                  </a:cubicBezTo>
                  <a:cubicBezTo>
                    <a:pt x="11292" y="9932"/>
                    <a:pt x="11262" y="9962"/>
                    <a:pt x="11217" y="9962"/>
                  </a:cubicBezTo>
                  <a:cubicBezTo>
                    <a:pt x="11212" y="9960"/>
                    <a:pt x="11207" y="9959"/>
                    <a:pt x="11201" y="9959"/>
                  </a:cubicBezTo>
                  <a:cubicBezTo>
                    <a:pt x="11188" y="9959"/>
                    <a:pt x="11172" y="9964"/>
                    <a:pt x="11157" y="9964"/>
                  </a:cubicBezTo>
                  <a:cubicBezTo>
                    <a:pt x="11141" y="9964"/>
                    <a:pt x="11125" y="9958"/>
                    <a:pt x="11112" y="9932"/>
                  </a:cubicBezTo>
                  <a:cubicBezTo>
                    <a:pt x="11082" y="9872"/>
                    <a:pt x="11112" y="9842"/>
                    <a:pt x="11157" y="9828"/>
                  </a:cubicBezTo>
                  <a:cubicBezTo>
                    <a:pt x="11172" y="9813"/>
                    <a:pt x="11187" y="9798"/>
                    <a:pt x="11187" y="9783"/>
                  </a:cubicBezTo>
                  <a:cubicBezTo>
                    <a:pt x="11202" y="9753"/>
                    <a:pt x="11232" y="9708"/>
                    <a:pt x="11202" y="9648"/>
                  </a:cubicBezTo>
                  <a:cubicBezTo>
                    <a:pt x="11172" y="9618"/>
                    <a:pt x="11097" y="9589"/>
                    <a:pt x="11142" y="9514"/>
                  </a:cubicBezTo>
                  <a:cubicBezTo>
                    <a:pt x="11142" y="9499"/>
                    <a:pt x="11142" y="9484"/>
                    <a:pt x="11127" y="9469"/>
                  </a:cubicBezTo>
                  <a:cubicBezTo>
                    <a:pt x="11082" y="9439"/>
                    <a:pt x="11097" y="9379"/>
                    <a:pt x="11067" y="9335"/>
                  </a:cubicBezTo>
                  <a:cubicBezTo>
                    <a:pt x="11053" y="9335"/>
                    <a:pt x="11038" y="9320"/>
                    <a:pt x="11023" y="9320"/>
                  </a:cubicBezTo>
                  <a:lnTo>
                    <a:pt x="11023" y="9305"/>
                  </a:lnTo>
                  <a:cubicBezTo>
                    <a:pt x="11023" y="9305"/>
                    <a:pt x="11008" y="9305"/>
                    <a:pt x="10993" y="9290"/>
                  </a:cubicBezTo>
                  <a:cubicBezTo>
                    <a:pt x="10918" y="9275"/>
                    <a:pt x="10963" y="9230"/>
                    <a:pt x="10978" y="9185"/>
                  </a:cubicBezTo>
                  <a:cubicBezTo>
                    <a:pt x="10993" y="9155"/>
                    <a:pt x="11038" y="9126"/>
                    <a:pt x="11053" y="9081"/>
                  </a:cubicBezTo>
                  <a:cubicBezTo>
                    <a:pt x="11062" y="9052"/>
                    <a:pt x="11115" y="9035"/>
                    <a:pt x="11152" y="9035"/>
                  </a:cubicBezTo>
                  <a:cubicBezTo>
                    <a:pt x="11172" y="9035"/>
                    <a:pt x="11187" y="9040"/>
                    <a:pt x="11187" y="9051"/>
                  </a:cubicBezTo>
                  <a:cubicBezTo>
                    <a:pt x="11187" y="9119"/>
                    <a:pt x="11205" y="9137"/>
                    <a:pt x="11231" y="9137"/>
                  </a:cubicBezTo>
                  <a:cubicBezTo>
                    <a:pt x="11262" y="9137"/>
                    <a:pt x="11304" y="9111"/>
                    <a:pt x="11336" y="9111"/>
                  </a:cubicBezTo>
                  <a:lnTo>
                    <a:pt x="11381" y="9111"/>
                  </a:lnTo>
                  <a:cubicBezTo>
                    <a:pt x="11420" y="9098"/>
                    <a:pt x="11458" y="9063"/>
                    <a:pt x="11506" y="9063"/>
                  </a:cubicBezTo>
                  <a:cubicBezTo>
                    <a:pt x="11514" y="9063"/>
                    <a:pt x="11522" y="9064"/>
                    <a:pt x="11530" y="9066"/>
                  </a:cubicBezTo>
                  <a:cubicBezTo>
                    <a:pt x="11575" y="9066"/>
                    <a:pt x="11560" y="9021"/>
                    <a:pt x="11560" y="8976"/>
                  </a:cubicBezTo>
                  <a:lnTo>
                    <a:pt x="11560" y="8976"/>
                  </a:lnTo>
                  <a:cubicBezTo>
                    <a:pt x="11605" y="9021"/>
                    <a:pt x="11650" y="9051"/>
                    <a:pt x="11695" y="9081"/>
                  </a:cubicBezTo>
                  <a:cubicBezTo>
                    <a:pt x="11740" y="9066"/>
                    <a:pt x="11799" y="9066"/>
                    <a:pt x="11844" y="9051"/>
                  </a:cubicBezTo>
                  <a:cubicBezTo>
                    <a:pt x="11934" y="9021"/>
                    <a:pt x="11964" y="8961"/>
                    <a:pt x="11949" y="8872"/>
                  </a:cubicBezTo>
                  <a:cubicBezTo>
                    <a:pt x="11904" y="8707"/>
                    <a:pt x="11829" y="8543"/>
                    <a:pt x="11829" y="8379"/>
                  </a:cubicBezTo>
                  <a:cubicBezTo>
                    <a:pt x="11829" y="8244"/>
                    <a:pt x="11814" y="8125"/>
                    <a:pt x="11784" y="7990"/>
                  </a:cubicBezTo>
                  <a:cubicBezTo>
                    <a:pt x="11740" y="7871"/>
                    <a:pt x="11710" y="7751"/>
                    <a:pt x="11680" y="7632"/>
                  </a:cubicBezTo>
                  <a:cubicBezTo>
                    <a:pt x="11620" y="7572"/>
                    <a:pt x="11590" y="7483"/>
                    <a:pt x="11560" y="7408"/>
                  </a:cubicBezTo>
                  <a:cubicBezTo>
                    <a:pt x="11545" y="7393"/>
                    <a:pt x="11530" y="7378"/>
                    <a:pt x="11516" y="7363"/>
                  </a:cubicBezTo>
                  <a:cubicBezTo>
                    <a:pt x="11501" y="7348"/>
                    <a:pt x="11456" y="7363"/>
                    <a:pt x="11486" y="7318"/>
                  </a:cubicBezTo>
                  <a:cubicBezTo>
                    <a:pt x="11501" y="7244"/>
                    <a:pt x="11396" y="7214"/>
                    <a:pt x="11396" y="7139"/>
                  </a:cubicBezTo>
                  <a:cubicBezTo>
                    <a:pt x="11336" y="7109"/>
                    <a:pt x="11306" y="7079"/>
                    <a:pt x="11336" y="7020"/>
                  </a:cubicBezTo>
                  <a:cubicBezTo>
                    <a:pt x="11336" y="7005"/>
                    <a:pt x="11321" y="6990"/>
                    <a:pt x="11321" y="6975"/>
                  </a:cubicBezTo>
                  <a:cubicBezTo>
                    <a:pt x="11292" y="6960"/>
                    <a:pt x="11277" y="6930"/>
                    <a:pt x="11247" y="6930"/>
                  </a:cubicBezTo>
                  <a:cubicBezTo>
                    <a:pt x="11172" y="6915"/>
                    <a:pt x="11142" y="6870"/>
                    <a:pt x="11142" y="6810"/>
                  </a:cubicBezTo>
                  <a:cubicBezTo>
                    <a:pt x="11142" y="6781"/>
                    <a:pt x="11157" y="6751"/>
                    <a:pt x="11127" y="6721"/>
                  </a:cubicBezTo>
                  <a:cubicBezTo>
                    <a:pt x="11112" y="6721"/>
                    <a:pt x="11112" y="6706"/>
                    <a:pt x="11097" y="6706"/>
                  </a:cubicBezTo>
                  <a:cubicBezTo>
                    <a:pt x="11067" y="6572"/>
                    <a:pt x="11053" y="6437"/>
                    <a:pt x="11038" y="6303"/>
                  </a:cubicBezTo>
                  <a:cubicBezTo>
                    <a:pt x="11058" y="6295"/>
                    <a:pt x="11078" y="6291"/>
                    <a:pt x="11097" y="6291"/>
                  </a:cubicBezTo>
                  <a:cubicBezTo>
                    <a:pt x="11151" y="6291"/>
                    <a:pt x="11203" y="6319"/>
                    <a:pt x="11247" y="6362"/>
                  </a:cubicBezTo>
                  <a:cubicBezTo>
                    <a:pt x="11277" y="6377"/>
                    <a:pt x="11292" y="6392"/>
                    <a:pt x="11306" y="6407"/>
                  </a:cubicBezTo>
                  <a:cubicBezTo>
                    <a:pt x="11321" y="6198"/>
                    <a:pt x="11306" y="5989"/>
                    <a:pt x="11292" y="5780"/>
                  </a:cubicBezTo>
                  <a:cubicBezTo>
                    <a:pt x="11292" y="5705"/>
                    <a:pt x="11277" y="5631"/>
                    <a:pt x="11292" y="5556"/>
                  </a:cubicBezTo>
                  <a:cubicBezTo>
                    <a:pt x="11277" y="5197"/>
                    <a:pt x="11292" y="4854"/>
                    <a:pt x="11292" y="4495"/>
                  </a:cubicBezTo>
                  <a:cubicBezTo>
                    <a:pt x="11277" y="4331"/>
                    <a:pt x="11292" y="4152"/>
                    <a:pt x="11277" y="3973"/>
                  </a:cubicBezTo>
                  <a:cubicBezTo>
                    <a:pt x="11262" y="3913"/>
                    <a:pt x="11172" y="3973"/>
                    <a:pt x="11172" y="3898"/>
                  </a:cubicBezTo>
                  <a:cubicBezTo>
                    <a:pt x="11157" y="3868"/>
                    <a:pt x="11127" y="3853"/>
                    <a:pt x="11112" y="3853"/>
                  </a:cubicBezTo>
                  <a:cubicBezTo>
                    <a:pt x="11082" y="3823"/>
                    <a:pt x="11053" y="3808"/>
                    <a:pt x="11023" y="3793"/>
                  </a:cubicBezTo>
                  <a:cubicBezTo>
                    <a:pt x="11043" y="3793"/>
                    <a:pt x="11069" y="3807"/>
                    <a:pt x="11093" y="3807"/>
                  </a:cubicBezTo>
                  <a:cubicBezTo>
                    <a:pt x="11106" y="3807"/>
                    <a:pt x="11117" y="3803"/>
                    <a:pt x="11127" y="3793"/>
                  </a:cubicBezTo>
                  <a:cubicBezTo>
                    <a:pt x="11157" y="3749"/>
                    <a:pt x="11112" y="3734"/>
                    <a:pt x="11112" y="3689"/>
                  </a:cubicBezTo>
                  <a:cubicBezTo>
                    <a:pt x="11112" y="3689"/>
                    <a:pt x="11097" y="3674"/>
                    <a:pt x="11097" y="3659"/>
                  </a:cubicBezTo>
                  <a:cubicBezTo>
                    <a:pt x="11042" y="3659"/>
                    <a:pt x="11038" y="3583"/>
                    <a:pt x="10991" y="3583"/>
                  </a:cubicBezTo>
                  <a:cubicBezTo>
                    <a:pt x="10987" y="3583"/>
                    <a:pt x="10982" y="3583"/>
                    <a:pt x="10978" y="3584"/>
                  </a:cubicBezTo>
                  <a:lnTo>
                    <a:pt x="10948" y="3584"/>
                  </a:lnTo>
                  <a:cubicBezTo>
                    <a:pt x="10858" y="3569"/>
                    <a:pt x="10799" y="3525"/>
                    <a:pt x="10843" y="3420"/>
                  </a:cubicBezTo>
                  <a:cubicBezTo>
                    <a:pt x="10814" y="3390"/>
                    <a:pt x="10784" y="3360"/>
                    <a:pt x="10754" y="3345"/>
                  </a:cubicBezTo>
                  <a:cubicBezTo>
                    <a:pt x="10739" y="3360"/>
                    <a:pt x="10724" y="3375"/>
                    <a:pt x="10694" y="3375"/>
                  </a:cubicBezTo>
                  <a:cubicBezTo>
                    <a:pt x="10156" y="2345"/>
                    <a:pt x="9245" y="1822"/>
                    <a:pt x="8887" y="1628"/>
                  </a:cubicBezTo>
                  <a:cubicBezTo>
                    <a:pt x="8797" y="1583"/>
                    <a:pt x="8737" y="1553"/>
                    <a:pt x="8678" y="1523"/>
                  </a:cubicBezTo>
                  <a:cubicBezTo>
                    <a:pt x="8663" y="1493"/>
                    <a:pt x="8648" y="1478"/>
                    <a:pt x="8633" y="1449"/>
                  </a:cubicBezTo>
                  <a:cubicBezTo>
                    <a:pt x="8603" y="1441"/>
                    <a:pt x="8577" y="1437"/>
                    <a:pt x="8553" y="1437"/>
                  </a:cubicBezTo>
                  <a:cubicBezTo>
                    <a:pt x="8528" y="1437"/>
                    <a:pt x="8506" y="1441"/>
                    <a:pt x="8484" y="1449"/>
                  </a:cubicBezTo>
                  <a:cubicBezTo>
                    <a:pt x="8409" y="1434"/>
                    <a:pt x="8349" y="1404"/>
                    <a:pt x="8260" y="1374"/>
                  </a:cubicBezTo>
                  <a:lnTo>
                    <a:pt x="8260" y="1359"/>
                  </a:lnTo>
                  <a:cubicBezTo>
                    <a:pt x="8260" y="1344"/>
                    <a:pt x="8260" y="1329"/>
                    <a:pt x="8245" y="1314"/>
                  </a:cubicBezTo>
                  <a:cubicBezTo>
                    <a:pt x="8222" y="1292"/>
                    <a:pt x="8189" y="1292"/>
                    <a:pt x="8153" y="1292"/>
                  </a:cubicBezTo>
                  <a:cubicBezTo>
                    <a:pt x="8118" y="1292"/>
                    <a:pt x="8080" y="1292"/>
                    <a:pt x="8050" y="1269"/>
                  </a:cubicBezTo>
                  <a:lnTo>
                    <a:pt x="8021" y="1269"/>
                  </a:lnTo>
                  <a:cubicBezTo>
                    <a:pt x="8021" y="1284"/>
                    <a:pt x="8006" y="1284"/>
                    <a:pt x="8006" y="1284"/>
                  </a:cubicBezTo>
                  <a:cubicBezTo>
                    <a:pt x="7976" y="1269"/>
                    <a:pt x="7946" y="1254"/>
                    <a:pt x="7901" y="1239"/>
                  </a:cubicBezTo>
                  <a:cubicBezTo>
                    <a:pt x="7901" y="1224"/>
                    <a:pt x="7886" y="1224"/>
                    <a:pt x="7871" y="1210"/>
                  </a:cubicBezTo>
                  <a:cubicBezTo>
                    <a:pt x="7856" y="1180"/>
                    <a:pt x="7841" y="1135"/>
                    <a:pt x="7811" y="1120"/>
                  </a:cubicBezTo>
                  <a:lnTo>
                    <a:pt x="7692" y="1120"/>
                  </a:lnTo>
                  <a:cubicBezTo>
                    <a:pt x="7692" y="1120"/>
                    <a:pt x="7692" y="1135"/>
                    <a:pt x="7692" y="1135"/>
                  </a:cubicBezTo>
                  <a:lnTo>
                    <a:pt x="7677" y="1135"/>
                  </a:lnTo>
                  <a:cubicBezTo>
                    <a:pt x="7677" y="1135"/>
                    <a:pt x="7677" y="1120"/>
                    <a:pt x="7677" y="1120"/>
                  </a:cubicBezTo>
                  <a:lnTo>
                    <a:pt x="7662" y="1120"/>
                  </a:lnTo>
                  <a:cubicBezTo>
                    <a:pt x="6617" y="627"/>
                    <a:pt x="6467" y="328"/>
                    <a:pt x="5795" y="179"/>
                  </a:cubicBezTo>
                  <a:cubicBezTo>
                    <a:pt x="5667" y="151"/>
                    <a:pt x="5581" y="142"/>
                    <a:pt x="5493" y="142"/>
                  </a:cubicBezTo>
                  <a:cubicBezTo>
                    <a:pt x="5314" y="142"/>
                    <a:pt x="5127" y="180"/>
                    <a:pt x="4562" y="180"/>
                  </a:cubicBezTo>
                  <a:cubicBezTo>
                    <a:pt x="4500" y="180"/>
                    <a:pt x="4433" y="180"/>
                    <a:pt x="4361" y="179"/>
                  </a:cubicBezTo>
                  <a:cubicBezTo>
                    <a:pt x="3853" y="164"/>
                    <a:pt x="3495" y="134"/>
                    <a:pt x="3241" y="119"/>
                  </a:cubicBezTo>
                  <a:cubicBezTo>
                    <a:pt x="3211" y="104"/>
                    <a:pt x="3196" y="89"/>
                    <a:pt x="3166" y="74"/>
                  </a:cubicBezTo>
                  <a:cubicBezTo>
                    <a:pt x="3047" y="21"/>
                    <a:pt x="2904" y="1"/>
                    <a:pt x="2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0"/>
            <p:cNvSpPr/>
            <p:nvPr/>
          </p:nvSpPr>
          <p:spPr>
            <a:xfrm rot="1384334">
              <a:off x="6969117" y="-1142873"/>
              <a:ext cx="1601282" cy="2666001"/>
            </a:xfrm>
            <a:custGeom>
              <a:avLst/>
              <a:gdLst/>
              <a:ahLst/>
              <a:cxnLst/>
              <a:rect l="l" t="t" r="r" b="b"/>
              <a:pathLst>
                <a:path w="11457" h="19074" extrusionOk="0">
                  <a:moveTo>
                    <a:pt x="7319" y="5900"/>
                  </a:moveTo>
                  <a:lnTo>
                    <a:pt x="7319" y="5900"/>
                  </a:lnTo>
                  <a:cubicBezTo>
                    <a:pt x="7289" y="5915"/>
                    <a:pt x="7244" y="5930"/>
                    <a:pt x="7199" y="5959"/>
                  </a:cubicBezTo>
                  <a:cubicBezTo>
                    <a:pt x="7229" y="5974"/>
                    <a:pt x="7259" y="6004"/>
                    <a:pt x="7289" y="6034"/>
                  </a:cubicBezTo>
                  <a:cubicBezTo>
                    <a:pt x="7304" y="5989"/>
                    <a:pt x="7319" y="5945"/>
                    <a:pt x="7319" y="5900"/>
                  </a:cubicBezTo>
                  <a:close/>
                  <a:moveTo>
                    <a:pt x="11172" y="6348"/>
                  </a:moveTo>
                  <a:lnTo>
                    <a:pt x="11202" y="6393"/>
                  </a:lnTo>
                  <a:lnTo>
                    <a:pt x="11157" y="6393"/>
                  </a:lnTo>
                  <a:lnTo>
                    <a:pt x="11172" y="6348"/>
                  </a:lnTo>
                  <a:close/>
                  <a:moveTo>
                    <a:pt x="3719" y="8857"/>
                  </a:moveTo>
                  <a:cubicBezTo>
                    <a:pt x="3719" y="8917"/>
                    <a:pt x="3719" y="8991"/>
                    <a:pt x="3704" y="9066"/>
                  </a:cubicBezTo>
                  <a:lnTo>
                    <a:pt x="3719" y="8857"/>
                  </a:lnTo>
                  <a:close/>
                  <a:moveTo>
                    <a:pt x="3839" y="9753"/>
                  </a:moveTo>
                  <a:cubicBezTo>
                    <a:pt x="3854" y="9783"/>
                    <a:pt x="3839" y="9798"/>
                    <a:pt x="3824" y="9828"/>
                  </a:cubicBezTo>
                  <a:cubicBezTo>
                    <a:pt x="3824" y="9813"/>
                    <a:pt x="3824" y="9798"/>
                    <a:pt x="3824" y="9768"/>
                  </a:cubicBezTo>
                  <a:cubicBezTo>
                    <a:pt x="3839" y="9768"/>
                    <a:pt x="3839" y="9768"/>
                    <a:pt x="3839" y="9753"/>
                  </a:cubicBezTo>
                  <a:close/>
                  <a:moveTo>
                    <a:pt x="5527" y="10156"/>
                  </a:moveTo>
                  <a:cubicBezTo>
                    <a:pt x="5541" y="10186"/>
                    <a:pt x="5541" y="10231"/>
                    <a:pt x="5541" y="10261"/>
                  </a:cubicBezTo>
                  <a:lnTo>
                    <a:pt x="5527" y="10156"/>
                  </a:lnTo>
                  <a:close/>
                  <a:moveTo>
                    <a:pt x="11411" y="10649"/>
                  </a:moveTo>
                  <a:lnTo>
                    <a:pt x="11411" y="10649"/>
                  </a:lnTo>
                  <a:cubicBezTo>
                    <a:pt x="11396" y="10724"/>
                    <a:pt x="11381" y="10799"/>
                    <a:pt x="11381" y="10873"/>
                  </a:cubicBezTo>
                  <a:cubicBezTo>
                    <a:pt x="11381" y="10799"/>
                    <a:pt x="11381" y="10724"/>
                    <a:pt x="11411" y="10649"/>
                  </a:cubicBezTo>
                  <a:close/>
                  <a:moveTo>
                    <a:pt x="7169" y="11650"/>
                  </a:moveTo>
                  <a:lnTo>
                    <a:pt x="7169" y="11650"/>
                  </a:lnTo>
                  <a:cubicBezTo>
                    <a:pt x="7169" y="11650"/>
                    <a:pt x="7184" y="11665"/>
                    <a:pt x="7184" y="11680"/>
                  </a:cubicBezTo>
                  <a:lnTo>
                    <a:pt x="7184" y="11740"/>
                  </a:lnTo>
                  <a:cubicBezTo>
                    <a:pt x="7184" y="11710"/>
                    <a:pt x="7169" y="11680"/>
                    <a:pt x="7169" y="11650"/>
                  </a:cubicBezTo>
                  <a:close/>
                  <a:moveTo>
                    <a:pt x="463" y="12053"/>
                  </a:moveTo>
                  <a:lnTo>
                    <a:pt x="433" y="12173"/>
                  </a:lnTo>
                  <a:cubicBezTo>
                    <a:pt x="433" y="12128"/>
                    <a:pt x="433" y="12083"/>
                    <a:pt x="463" y="12053"/>
                  </a:cubicBezTo>
                  <a:close/>
                  <a:moveTo>
                    <a:pt x="7095" y="12322"/>
                  </a:moveTo>
                  <a:lnTo>
                    <a:pt x="7095" y="12322"/>
                  </a:lnTo>
                  <a:cubicBezTo>
                    <a:pt x="7125" y="12397"/>
                    <a:pt x="7125" y="12471"/>
                    <a:pt x="7125" y="12561"/>
                  </a:cubicBezTo>
                  <a:lnTo>
                    <a:pt x="7095" y="12322"/>
                  </a:lnTo>
                  <a:close/>
                  <a:moveTo>
                    <a:pt x="299" y="0"/>
                  </a:moveTo>
                  <a:cubicBezTo>
                    <a:pt x="284" y="0"/>
                    <a:pt x="269" y="0"/>
                    <a:pt x="254" y="15"/>
                  </a:cubicBezTo>
                  <a:cubicBezTo>
                    <a:pt x="239" y="314"/>
                    <a:pt x="224" y="627"/>
                    <a:pt x="194" y="941"/>
                  </a:cubicBezTo>
                  <a:cubicBezTo>
                    <a:pt x="150" y="1090"/>
                    <a:pt x="90" y="1225"/>
                    <a:pt x="75" y="1374"/>
                  </a:cubicBezTo>
                  <a:cubicBezTo>
                    <a:pt x="45" y="2464"/>
                    <a:pt x="60" y="3570"/>
                    <a:pt x="30" y="4660"/>
                  </a:cubicBezTo>
                  <a:cubicBezTo>
                    <a:pt x="30" y="4705"/>
                    <a:pt x="45" y="4750"/>
                    <a:pt x="60" y="4794"/>
                  </a:cubicBezTo>
                  <a:cubicBezTo>
                    <a:pt x="45" y="4839"/>
                    <a:pt x="30" y="4884"/>
                    <a:pt x="45" y="4929"/>
                  </a:cubicBezTo>
                  <a:cubicBezTo>
                    <a:pt x="45" y="4959"/>
                    <a:pt x="45" y="4974"/>
                    <a:pt x="45" y="4989"/>
                  </a:cubicBezTo>
                  <a:cubicBezTo>
                    <a:pt x="30" y="5138"/>
                    <a:pt x="0" y="5302"/>
                    <a:pt x="30" y="5452"/>
                  </a:cubicBezTo>
                  <a:cubicBezTo>
                    <a:pt x="45" y="5482"/>
                    <a:pt x="60" y="5496"/>
                    <a:pt x="90" y="5526"/>
                  </a:cubicBezTo>
                  <a:cubicBezTo>
                    <a:pt x="75" y="5915"/>
                    <a:pt x="60" y="6303"/>
                    <a:pt x="60" y="6691"/>
                  </a:cubicBezTo>
                  <a:cubicBezTo>
                    <a:pt x="60" y="7602"/>
                    <a:pt x="75" y="8528"/>
                    <a:pt x="75" y="9454"/>
                  </a:cubicBezTo>
                  <a:cubicBezTo>
                    <a:pt x="90" y="10007"/>
                    <a:pt x="90" y="10575"/>
                    <a:pt x="90" y="11127"/>
                  </a:cubicBezTo>
                  <a:lnTo>
                    <a:pt x="120" y="11471"/>
                  </a:lnTo>
                  <a:lnTo>
                    <a:pt x="105" y="11501"/>
                  </a:lnTo>
                  <a:cubicBezTo>
                    <a:pt x="105" y="11560"/>
                    <a:pt x="120" y="11620"/>
                    <a:pt x="135" y="11680"/>
                  </a:cubicBezTo>
                  <a:lnTo>
                    <a:pt x="165" y="12023"/>
                  </a:lnTo>
                  <a:cubicBezTo>
                    <a:pt x="150" y="12113"/>
                    <a:pt x="165" y="12188"/>
                    <a:pt x="194" y="12277"/>
                  </a:cubicBezTo>
                  <a:lnTo>
                    <a:pt x="254" y="12860"/>
                  </a:lnTo>
                  <a:cubicBezTo>
                    <a:pt x="254" y="12934"/>
                    <a:pt x="254" y="13009"/>
                    <a:pt x="254" y="13099"/>
                  </a:cubicBezTo>
                  <a:lnTo>
                    <a:pt x="329" y="13099"/>
                  </a:lnTo>
                  <a:cubicBezTo>
                    <a:pt x="344" y="13009"/>
                    <a:pt x="344" y="12934"/>
                    <a:pt x="359" y="12860"/>
                  </a:cubicBezTo>
                  <a:lnTo>
                    <a:pt x="418" y="12442"/>
                  </a:lnTo>
                  <a:cubicBezTo>
                    <a:pt x="433" y="12397"/>
                    <a:pt x="433" y="12337"/>
                    <a:pt x="433" y="12277"/>
                  </a:cubicBezTo>
                  <a:cubicBezTo>
                    <a:pt x="433" y="12262"/>
                    <a:pt x="433" y="12262"/>
                    <a:pt x="433" y="12247"/>
                  </a:cubicBezTo>
                  <a:lnTo>
                    <a:pt x="463" y="12053"/>
                  </a:lnTo>
                  <a:cubicBezTo>
                    <a:pt x="478" y="11979"/>
                    <a:pt x="508" y="11919"/>
                    <a:pt x="508" y="11844"/>
                  </a:cubicBezTo>
                  <a:cubicBezTo>
                    <a:pt x="538" y="10963"/>
                    <a:pt x="553" y="10082"/>
                    <a:pt x="568" y="9201"/>
                  </a:cubicBezTo>
                  <a:cubicBezTo>
                    <a:pt x="568" y="8976"/>
                    <a:pt x="538" y="8767"/>
                    <a:pt x="523" y="8543"/>
                  </a:cubicBezTo>
                  <a:cubicBezTo>
                    <a:pt x="478" y="8484"/>
                    <a:pt x="478" y="8424"/>
                    <a:pt x="493" y="8364"/>
                  </a:cubicBezTo>
                  <a:lnTo>
                    <a:pt x="493" y="8364"/>
                  </a:lnTo>
                  <a:cubicBezTo>
                    <a:pt x="493" y="8424"/>
                    <a:pt x="508" y="8484"/>
                    <a:pt x="523" y="8543"/>
                  </a:cubicBezTo>
                  <a:cubicBezTo>
                    <a:pt x="523" y="7961"/>
                    <a:pt x="523" y="7378"/>
                    <a:pt x="523" y="6796"/>
                  </a:cubicBezTo>
                  <a:cubicBezTo>
                    <a:pt x="523" y="6512"/>
                    <a:pt x="553" y="6228"/>
                    <a:pt x="568" y="5945"/>
                  </a:cubicBezTo>
                  <a:cubicBezTo>
                    <a:pt x="553" y="5661"/>
                    <a:pt x="523" y="5362"/>
                    <a:pt x="508" y="5063"/>
                  </a:cubicBezTo>
                  <a:cubicBezTo>
                    <a:pt x="493" y="4570"/>
                    <a:pt x="478" y="4078"/>
                    <a:pt x="463" y="3585"/>
                  </a:cubicBezTo>
                  <a:lnTo>
                    <a:pt x="463" y="3465"/>
                  </a:lnTo>
                  <a:cubicBezTo>
                    <a:pt x="508" y="3405"/>
                    <a:pt x="493" y="3331"/>
                    <a:pt x="463" y="3256"/>
                  </a:cubicBezTo>
                  <a:lnTo>
                    <a:pt x="463" y="2987"/>
                  </a:lnTo>
                  <a:cubicBezTo>
                    <a:pt x="463" y="3047"/>
                    <a:pt x="448" y="3107"/>
                    <a:pt x="448" y="3166"/>
                  </a:cubicBezTo>
                  <a:cubicBezTo>
                    <a:pt x="433" y="3107"/>
                    <a:pt x="418" y="3047"/>
                    <a:pt x="463" y="2987"/>
                  </a:cubicBezTo>
                  <a:lnTo>
                    <a:pt x="463" y="2987"/>
                  </a:lnTo>
                  <a:lnTo>
                    <a:pt x="463" y="2987"/>
                  </a:lnTo>
                  <a:cubicBezTo>
                    <a:pt x="463" y="2644"/>
                    <a:pt x="463" y="2300"/>
                    <a:pt x="463" y="1957"/>
                  </a:cubicBezTo>
                  <a:cubicBezTo>
                    <a:pt x="463" y="1882"/>
                    <a:pt x="463" y="1822"/>
                    <a:pt x="463" y="1748"/>
                  </a:cubicBezTo>
                  <a:cubicBezTo>
                    <a:pt x="404" y="1165"/>
                    <a:pt x="359" y="583"/>
                    <a:pt x="299" y="0"/>
                  </a:cubicBezTo>
                  <a:close/>
                  <a:moveTo>
                    <a:pt x="5915" y="13009"/>
                  </a:moveTo>
                  <a:cubicBezTo>
                    <a:pt x="5900" y="13099"/>
                    <a:pt x="5900" y="13173"/>
                    <a:pt x="5885" y="13263"/>
                  </a:cubicBezTo>
                  <a:cubicBezTo>
                    <a:pt x="5870" y="13173"/>
                    <a:pt x="5870" y="13099"/>
                    <a:pt x="5915" y="13009"/>
                  </a:cubicBezTo>
                  <a:close/>
                  <a:moveTo>
                    <a:pt x="9171" y="1912"/>
                  </a:moveTo>
                  <a:cubicBezTo>
                    <a:pt x="9141" y="1912"/>
                    <a:pt x="9111" y="1927"/>
                    <a:pt x="9081" y="1927"/>
                  </a:cubicBezTo>
                  <a:lnTo>
                    <a:pt x="9081" y="2554"/>
                  </a:lnTo>
                  <a:lnTo>
                    <a:pt x="9096" y="2554"/>
                  </a:lnTo>
                  <a:cubicBezTo>
                    <a:pt x="9066" y="2629"/>
                    <a:pt x="9066" y="2703"/>
                    <a:pt x="9066" y="2778"/>
                  </a:cubicBezTo>
                  <a:cubicBezTo>
                    <a:pt x="9081" y="2883"/>
                    <a:pt x="9081" y="2987"/>
                    <a:pt x="9036" y="3092"/>
                  </a:cubicBezTo>
                  <a:cubicBezTo>
                    <a:pt x="9022" y="3465"/>
                    <a:pt x="9007" y="3854"/>
                    <a:pt x="8992" y="4227"/>
                  </a:cubicBezTo>
                  <a:cubicBezTo>
                    <a:pt x="8962" y="4287"/>
                    <a:pt x="8932" y="4346"/>
                    <a:pt x="8932" y="4406"/>
                  </a:cubicBezTo>
                  <a:cubicBezTo>
                    <a:pt x="8947" y="4809"/>
                    <a:pt x="8962" y="5213"/>
                    <a:pt x="8977" y="5616"/>
                  </a:cubicBezTo>
                  <a:cubicBezTo>
                    <a:pt x="8962" y="5661"/>
                    <a:pt x="8932" y="5720"/>
                    <a:pt x="8932" y="5765"/>
                  </a:cubicBezTo>
                  <a:cubicBezTo>
                    <a:pt x="8932" y="6482"/>
                    <a:pt x="8932" y="7184"/>
                    <a:pt x="8932" y="7886"/>
                  </a:cubicBezTo>
                  <a:cubicBezTo>
                    <a:pt x="8857" y="7976"/>
                    <a:pt x="8842" y="8080"/>
                    <a:pt x="8932" y="8155"/>
                  </a:cubicBezTo>
                  <a:cubicBezTo>
                    <a:pt x="8932" y="8215"/>
                    <a:pt x="8932" y="8275"/>
                    <a:pt x="8932" y="8319"/>
                  </a:cubicBezTo>
                  <a:cubicBezTo>
                    <a:pt x="8947" y="8708"/>
                    <a:pt x="8962" y="9081"/>
                    <a:pt x="8977" y="9454"/>
                  </a:cubicBezTo>
                  <a:cubicBezTo>
                    <a:pt x="8977" y="9783"/>
                    <a:pt x="8947" y="10112"/>
                    <a:pt x="8947" y="10440"/>
                  </a:cubicBezTo>
                  <a:cubicBezTo>
                    <a:pt x="8947" y="10903"/>
                    <a:pt x="8962" y="11351"/>
                    <a:pt x="8977" y="11814"/>
                  </a:cubicBezTo>
                  <a:cubicBezTo>
                    <a:pt x="8962" y="12053"/>
                    <a:pt x="8947" y="12307"/>
                    <a:pt x="8962" y="12546"/>
                  </a:cubicBezTo>
                  <a:cubicBezTo>
                    <a:pt x="8977" y="12964"/>
                    <a:pt x="9007" y="13383"/>
                    <a:pt x="9036" y="13816"/>
                  </a:cubicBezTo>
                  <a:cubicBezTo>
                    <a:pt x="9066" y="13890"/>
                    <a:pt x="9096" y="13965"/>
                    <a:pt x="9111" y="14055"/>
                  </a:cubicBezTo>
                  <a:cubicBezTo>
                    <a:pt x="9171" y="13950"/>
                    <a:pt x="9201" y="13890"/>
                    <a:pt x="9231" y="13816"/>
                  </a:cubicBezTo>
                  <a:cubicBezTo>
                    <a:pt x="9246" y="13741"/>
                    <a:pt x="9246" y="13681"/>
                    <a:pt x="9260" y="13607"/>
                  </a:cubicBezTo>
                  <a:cubicBezTo>
                    <a:pt x="9260" y="13502"/>
                    <a:pt x="9260" y="13398"/>
                    <a:pt x="9260" y="13293"/>
                  </a:cubicBezTo>
                  <a:cubicBezTo>
                    <a:pt x="9290" y="12770"/>
                    <a:pt x="9335" y="12262"/>
                    <a:pt x="9350" y="11740"/>
                  </a:cubicBezTo>
                  <a:cubicBezTo>
                    <a:pt x="9365" y="11157"/>
                    <a:pt x="9365" y="10575"/>
                    <a:pt x="9365" y="9992"/>
                  </a:cubicBezTo>
                  <a:cubicBezTo>
                    <a:pt x="9470" y="9858"/>
                    <a:pt x="9410" y="9753"/>
                    <a:pt x="9320" y="9634"/>
                  </a:cubicBezTo>
                  <a:lnTo>
                    <a:pt x="9320" y="9619"/>
                  </a:lnTo>
                  <a:cubicBezTo>
                    <a:pt x="9320" y="9626"/>
                    <a:pt x="9324" y="9630"/>
                    <a:pt x="9330" y="9630"/>
                  </a:cubicBezTo>
                  <a:cubicBezTo>
                    <a:pt x="9335" y="9630"/>
                    <a:pt x="9343" y="9626"/>
                    <a:pt x="9350" y="9619"/>
                  </a:cubicBezTo>
                  <a:cubicBezTo>
                    <a:pt x="9365" y="9380"/>
                    <a:pt x="9365" y="9156"/>
                    <a:pt x="9365" y="8917"/>
                  </a:cubicBezTo>
                  <a:cubicBezTo>
                    <a:pt x="9350" y="8887"/>
                    <a:pt x="9350" y="8857"/>
                    <a:pt x="9350" y="8827"/>
                  </a:cubicBezTo>
                  <a:lnTo>
                    <a:pt x="9380" y="8827"/>
                  </a:lnTo>
                  <a:cubicBezTo>
                    <a:pt x="9365" y="8513"/>
                    <a:pt x="9335" y="8200"/>
                    <a:pt x="9335" y="7886"/>
                  </a:cubicBezTo>
                  <a:cubicBezTo>
                    <a:pt x="9335" y="7513"/>
                    <a:pt x="9365" y="7154"/>
                    <a:pt x="9365" y="6781"/>
                  </a:cubicBezTo>
                  <a:cubicBezTo>
                    <a:pt x="9365" y="6333"/>
                    <a:pt x="9350" y="5900"/>
                    <a:pt x="9335" y="5452"/>
                  </a:cubicBezTo>
                  <a:cubicBezTo>
                    <a:pt x="9335" y="5317"/>
                    <a:pt x="9320" y="5168"/>
                    <a:pt x="9305" y="5033"/>
                  </a:cubicBezTo>
                  <a:cubicBezTo>
                    <a:pt x="9275" y="4959"/>
                    <a:pt x="9275" y="4869"/>
                    <a:pt x="9275" y="4780"/>
                  </a:cubicBezTo>
                  <a:lnTo>
                    <a:pt x="9275" y="4780"/>
                  </a:lnTo>
                  <a:lnTo>
                    <a:pt x="9305" y="5033"/>
                  </a:lnTo>
                  <a:cubicBezTo>
                    <a:pt x="9305" y="4750"/>
                    <a:pt x="9305" y="4466"/>
                    <a:pt x="9305" y="4167"/>
                  </a:cubicBezTo>
                  <a:cubicBezTo>
                    <a:pt x="9290" y="4003"/>
                    <a:pt x="9275" y="3854"/>
                    <a:pt x="9260" y="3689"/>
                  </a:cubicBezTo>
                  <a:lnTo>
                    <a:pt x="9246" y="3704"/>
                  </a:lnTo>
                  <a:cubicBezTo>
                    <a:pt x="9246" y="3689"/>
                    <a:pt x="9246" y="3689"/>
                    <a:pt x="9260" y="3689"/>
                  </a:cubicBezTo>
                  <a:cubicBezTo>
                    <a:pt x="9246" y="3286"/>
                    <a:pt x="9216" y="2898"/>
                    <a:pt x="9201" y="2509"/>
                  </a:cubicBezTo>
                  <a:cubicBezTo>
                    <a:pt x="9186" y="2300"/>
                    <a:pt x="9186" y="2106"/>
                    <a:pt x="9171" y="1912"/>
                  </a:cubicBezTo>
                  <a:close/>
                  <a:moveTo>
                    <a:pt x="3854" y="3734"/>
                  </a:moveTo>
                  <a:cubicBezTo>
                    <a:pt x="3839" y="3764"/>
                    <a:pt x="3809" y="3779"/>
                    <a:pt x="3809" y="3809"/>
                  </a:cubicBezTo>
                  <a:cubicBezTo>
                    <a:pt x="3794" y="4585"/>
                    <a:pt x="3764" y="5377"/>
                    <a:pt x="3749" y="6169"/>
                  </a:cubicBezTo>
                  <a:cubicBezTo>
                    <a:pt x="3764" y="6034"/>
                    <a:pt x="3764" y="5900"/>
                    <a:pt x="3779" y="5780"/>
                  </a:cubicBezTo>
                  <a:lnTo>
                    <a:pt x="3779" y="5780"/>
                  </a:lnTo>
                  <a:cubicBezTo>
                    <a:pt x="3779" y="5900"/>
                    <a:pt x="3779" y="6034"/>
                    <a:pt x="3749" y="6169"/>
                  </a:cubicBezTo>
                  <a:cubicBezTo>
                    <a:pt x="3734" y="6721"/>
                    <a:pt x="3704" y="7274"/>
                    <a:pt x="3704" y="7826"/>
                  </a:cubicBezTo>
                  <a:cubicBezTo>
                    <a:pt x="3689" y="8245"/>
                    <a:pt x="3704" y="8663"/>
                    <a:pt x="3704" y="9081"/>
                  </a:cubicBezTo>
                  <a:lnTo>
                    <a:pt x="3689" y="9081"/>
                  </a:lnTo>
                  <a:cubicBezTo>
                    <a:pt x="3675" y="9380"/>
                    <a:pt x="3645" y="9664"/>
                    <a:pt x="3645" y="9962"/>
                  </a:cubicBezTo>
                  <a:cubicBezTo>
                    <a:pt x="3645" y="11082"/>
                    <a:pt x="3630" y="12203"/>
                    <a:pt x="3645" y="13323"/>
                  </a:cubicBezTo>
                  <a:cubicBezTo>
                    <a:pt x="3645" y="13935"/>
                    <a:pt x="3689" y="14563"/>
                    <a:pt x="3719" y="15175"/>
                  </a:cubicBezTo>
                  <a:cubicBezTo>
                    <a:pt x="3719" y="15294"/>
                    <a:pt x="3779" y="15414"/>
                    <a:pt x="3809" y="15533"/>
                  </a:cubicBezTo>
                  <a:cubicBezTo>
                    <a:pt x="3839" y="15533"/>
                    <a:pt x="3869" y="15533"/>
                    <a:pt x="3899" y="15518"/>
                  </a:cubicBezTo>
                  <a:cubicBezTo>
                    <a:pt x="3928" y="15384"/>
                    <a:pt x="3943" y="15250"/>
                    <a:pt x="3973" y="15115"/>
                  </a:cubicBezTo>
                  <a:cubicBezTo>
                    <a:pt x="3988" y="15055"/>
                    <a:pt x="4033" y="15011"/>
                    <a:pt x="4033" y="14951"/>
                  </a:cubicBezTo>
                  <a:cubicBezTo>
                    <a:pt x="4048" y="14533"/>
                    <a:pt x="4063" y="14114"/>
                    <a:pt x="4078" y="13696"/>
                  </a:cubicBezTo>
                  <a:cubicBezTo>
                    <a:pt x="4093" y="13084"/>
                    <a:pt x="4078" y="12471"/>
                    <a:pt x="4093" y="11874"/>
                  </a:cubicBezTo>
                  <a:lnTo>
                    <a:pt x="4078" y="11874"/>
                  </a:lnTo>
                  <a:cubicBezTo>
                    <a:pt x="4078" y="11605"/>
                    <a:pt x="4078" y="11336"/>
                    <a:pt x="4078" y="11082"/>
                  </a:cubicBezTo>
                  <a:cubicBezTo>
                    <a:pt x="4078" y="11077"/>
                    <a:pt x="4078" y="11072"/>
                    <a:pt x="4078" y="11068"/>
                  </a:cubicBezTo>
                  <a:cubicBezTo>
                    <a:pt x="4033" y="10963"/>
                    <a:pt x="4033" y="10858"/>
                    <a:pt x="4078" y="10754"/>
                  </a:cubicBezTo>
                  <a:cubicBezTo>
                    <a:pt x="4078" y="10739"/>
                    <a:pt x="4078" y="10709"/>
                    <a:pt x="4078" y="10694"/>
                  </a:cubicBezTo>
                  <a:cubicBezTo>
                    <a:pt x="4063" y="10425"/>
                    <a:pt x="4033" y="10171"/>
                    <a:pt x="4018" y="9903"/>
                  </a:cubicBezTo>
                  <a:lnTo>
                    <a:pt x="4018" y="9888"/>
                  </a:lnTo>
                  <a:cubicBezTo>
                    <a:pt x="4018" y="9858"/>
                    <a:pt x="4018" y="9828"/>
                    <a:pt x="4033" y="9798"/>
                  </a:cubicBezTo>
                  <a:cubicBezTo>
                    <a:pt x="4063" y="9693"/>
                    <a:pt x="4063" y="9589"/>
                    <a:pt x="4048" y="9484"/>
                  </a:cubicBezTo>
                  <a:lnTo>
                    <a:pt x="4078" y="9245"/>
                  </a:lnTo>
                  <a:cubicBezTo>
                    <a:pt x="4108" y="9215"/>
                    <a:pt x="4108" y="9171"/>
                    <a:pt x="4078" y="9141"/>
                  </a:cubicBezTo>
                  <a:cubicBezTo>
                    <a:pt x="4063" y="8872"/>
                    <a:pt x="4048" y="8588"/>
                    <a:pt x="4018" y="8319"/>
                  </a:cubicBezTo>
                  <a:cubicBezTo>
                    <a:pt x="4003" y="7662"/>
                    <a:pt x="3988" y="7005"/>
                    <a:pt x="3958" y="6348"/>
                  </a:cubicBezTo>
                  <a:cubicBezTo>
                    <a:pt x="3958" y="5974"/>
                    <a:pt x="3928" y="5616"/>
                    <a:pt x="3913" y="5257"/>
                  </a:cubicBezTo>
                  <a:cubicBezTo>
                    <a:pt x="3928" y="5168"/>
                    <a:pt x="3943" y="5093"/>
                    <a:pt x="3943" y="5004"/>
                  </a:cubicBezTo>
                  <a:cubicBezTo>
                    <a:pt x="3943" y="4615"/>
                    <a:pt x="3928" y="4242"/>
                    <a:pt x="3913" y="3854"/>
                  </a:cubicBezTo>
                  <a:cubicBezTo>
                    <a:pt x="3943" y="3794"/>
                    <a:pt x="3899" y="3764"/>
                    <a:pt x="3854" y="3734"/>
                  </a:cubicBezTo>
                  <a:close/>
                  <a:moveTo>
                    <a:pt x="2166" y="1046"/>
                  </a:moveTo>
                  <a:cubicBezTo>
                    <a:pt x="2151" y="1046"/>
                    <a:pt x="2136" y="1046"/>
                    <a:pt x="2121" y="1060"/>
                  </a:cubicBezTo>
                  <a:cubicBezTo>
                    <a:pt x="2061" y="1255"/>
                    <a:pt x="2017" y="1449"/>
                    <a:pt x="1972" y="1643"/>
                  </a:cubicBezTo>
                  <a:cubicBezTo>
                    <a:pt x="1972" y="1777"/>
                    <a:pt x="1972" y="1927"/>
                    <a:pt x="1972" y="2076"/>
                  </a:cubicBezTo>
                  <a:cubicBezTo>
                    <a:pt x="1972" y="2091"/>
                    <a:pt x="1972" y="2106"/>
                    <a:pt x="1987" y="2121"/>
                  </a:cubicBezTo>
                  <a:cubicBezTo>
                    <a:pt x="1957" y="2196"/>
                    <a:pt x="1927" y="2285"/>
                    <a:pt x="1927" y="2360"/>
                  </a:cubicBezTo>
                  <a:cubicBezTo>
                    <a:pt x="1912" y="2957"/>
                    <a:pt x="1897" y="3570"/>
                    <a:pt x="1882" y="4182"/>
                  </a:cubicBezTo>
                  <a:cubicBezTo>
                    <a:pt x="1882" y="4302"/>
                    <a:pt x="1897" y="4436"/>
                    <a:pt x="1912" y="4555"/>
                  </a:cubicBezTo>
                  <a:lnTo>
                    <a:pt x="1912" y="4914"/>
                  </a:lnTo>
                  <a:cubicBezTo>
                    <a:pt x="1897" y="4959"/>
                    <a:pt x="1897" y="5018"/>
                    <a:pt x="1912" y="5063"/>
                  </a:cubicBezTo>
                  <a:lnTo>
                    <a:pt x="1912" y="6004"/>
                  </a:lnTo>
                  <a:cubicBezTo>
                    <a:pt x="1897" y="6094"/>
                    <a:pt x="1882" y="6183"/>
                    <a:pt x="1882" y="6288"/>
                  </a:cubicBezTo>
                  <a:cubicBezTo>
                    <a:pt x="1882" y="7602"/>
                    <a:pt x="1882" y="8932"/>
                    <a:pt x="1867" y="10246"/>
                  </a:cubicBezTo>
                  <a:cubicBezTo>
                    <a:pt x="1867" y="10545"/>
                    <a:pt x="1837" y="10829"/>
                    <a:pt x="1808" y="11127"/>
                  </a:cubicBezTo>
                  <a:cubicBezTo>
                    <a:pt x="1808" y="11187"/>
                    <a:pt x="1793" y="11247"/>
                    <a:pt x="1793" y="11306"/>
                  </a:cubicBezTo>
                  <a:cubicBezTo>
                    <a:pt x="1837" y="11575"/>
                    <a:pt x="1912" y="11844"/>
                    <a:pt x="1912" y="12113"/>
                  </a:cubicBezTo>
                  <a:cubicBezTo>
                    <a:pt x="1912" y="12740"/>
                    <a:pt x="1882" y="13368"/>
                    <a:pt x="1867" y="13980"/>
                  </a:cubicBezTo>
                  <a:cubicBezTo>
                    <a:pt x="1867" y="13980"/>
                    <a:pt x="1867" y="13980"/>
                    <a:pt x="1867" y="13980"/>
                  </a:cubicBezTo>
                  <a:lnTo>
                    <a:pt x="1867" y="13980"/>
                  </a:lnTo>
                  <a:cubicBezTo>
                    <a:pt x="1882" y="14010"/>
                    <a:pt x="1882" y="14025"/>
                    <a:pt x="1882" y="14040"/>
                  </a:cubicBezTo>
                  <a:lnTo>
                    <a:pt x="1867" y="13980"/>
                  </a:lnTo>
                  <a:lnTo>
                    <a:pt x="1867" y="13980"/>
                  </a:lnTo>
                  <a:cubicBezTo>
                    <a:pt x="1882" y="14085"/>
                    <a:pt x="1897" y="14189"/>
                    <a:pt x="1912" y="14294"/>
                  </a:cubicBezTo>
                  <a:cubicBezTo>
                    <a:pt x="1763" y="14503"/>
                    <a:pt x="1852" y="14697"/>
                    <a:pt x="1912" y="14891"/>
                  </a:cubicBezTo>
                  <a:lnTo>
                    <a:pt x="1942" y="14787"/>
                  </a:lnTo>
                  <a:lnTo>
                    <a:pt x="1942" y="14787"/>
                  </a:lnTo>
                  <a:cubicBezTo>
                    <a:pt x="1942" y="14831"/>
                    <a:pt x="1957" y="14876"/>
                    <a:pt x="1912" y="14891"/>
                  </a:cubicBezTo>
                  <a:cubicBezTo>
                    <a:pt x="1897" y="14951"/>
                    <a:pt x="1882" y="14996"/>
                    <a:pt x="1882" y="15040"/>
                  </a:cubicBezTo>
                  <a:cubicBezTo>
                    <a:pt x="1912" y="15339"/>
                    <a:pt x="1942" y="15638"/>
                    <a:pt x="1972" y="15922"/>
                  </a:cubicBezTo>
                  <a:cubicBezTo>
                    <a:pt x="1957" y="15996"/>
                    <a:pt x="1927" y="16056"/>
                    <a:pt x="1942" y="16116"/>
                  </a:cubicBezTo>
                  <a:cubicBezTo>
                    <a:pt x="2032" y="16519"/>
                    <a:pt x="2091" y="16922"/>
                    <a:pt x="2032" y="17326"/>
                  </a:cubicBezTo>
                  <a:cubicBezTo>
                    <a:pt x="2032" y="17356"/>
                    <a:pt x="2046" y="17385"/>
                    <a:pt x="2061" y="17415"/>
                  </a:cubicBezTo>
                  <a:cubicBezTo>
                    <a:pt x="2076" y="17415"/>
                    <a:pt x="2106" y="17400"/>
                    <a:pt x="2121" y="17400"/>
                  </a:cubicBezTo>
                  <a:cubicBezTo>
                    <a:pt x="2136" y="17102"/>
                    <a:pt x="2166" y="16818"/>
                    <a:pt x="2181" y="16519"/>
                  </a:cubicBezTo>
                  <a:cubicBezTo>
                    <a:pt x="2211" y="16370"/>
                    <a:pt x="2226" y="16235"/>
                    <a:pt x="2241" y="16086"/>
                  </a:cubicBezTo>
                  <a:lnTo>
                    <a:pt x="2360" y="14637"/>
                  </a:lnTo>
                  <a:cubicBezTo>
                    <a:pt x="2375" y="14219"/>
                    <a:pt x="2405" y="13816"/>
                    <a:pt x="2420" y="13398"/>
                  </a:cubicBezTo>
                  <a:cubicBezTo>
                    <a:pt x="2420" y="13278"/>
                    <a:pt x="2405" y="13173"/>
                    <a:pt x="2405" y="13069"/>
                  </a:cubicBezTo>
                  <a:cubicBezTo>
                    <a:pt x="2405" y="12979"/>
                    <a:pt x="2405" y="12890"/>
                    <a:pt x="2405" y="12800"/>
                  </a:cubicBezTo>
                  <a:cubicBezTo>
                    <a:pt x="2390" y="12740"/>
                    <a:pt x="2360" y="12696"/>
                    <a:pt x="2345" y="12636"/>
                  </a:cubicBezTo>
                  <a:cubicBezTo>
                    <a:pt x="2375" y="12546"/>
                    <a:pt x="2435" y="12442"/>
                    <a:pt x="2435" y="12352"/>
                  </a:cubicBezTo>
                  <a:cubicBezTo>
                    <a:pt x="2435" y="11784"/>
                    <a:pt x="2420" y="11202"/>
                    <a:pt x="2420" y="10634"/>
                  </a:cubicBezTo>
                  <a:cubicBezTo>
                    <a:pt x="2405" y="10052"/>
                    <a:pt x="2405" y="9454"/>
                    <a:pt x="2405" y="8872"/>
                  </a:cubicBezTo>
                  <a:cubicBezTo>
                    <a:pt x="2450" y="8738"/>
                    <a:pt x="2420" y="8603"/>
                    <a:pt x="2405" y="8469"/>
                  </a:cubicBezTo>
                  <a:cubicBezTo>
                    <a:pt x="2420" y="8454"/>
                    <a:pt x="2420" y="8439"/>
                    <a:pt x="2405" y="8424"/>
                  </a:cubicBezTo>
                  <a:cubicBezTo>
                    <a:pt x="2405" y="8319"/>
                    <a:pt x="2405" y="8215"/>
                    <a:pt x="2405" y="8110"/>
                  </a:cubicBezTo>
                  <a:cubicBezTo>
                    <a:pt x="2420" y="8050"/>
                    <a:pt x="2435" y="7991"/>
                    <a:pt x="2450" y="7931"/>
                  </a:cubicBezTo>
                  <a:lnTo>
                    <a:pt x="2450" y="7946"/>
                  </a:lnTo>
                  <a:cubicBezTo>
                    <a:pt x="2465" y="7976"/>
                    <a:pt x="2465" y="8021"/>
                    <a:pt x="2480" y="8065"/>
                  </a:cubicBezTo>
                  <a:cubicBezTo>
                    <a:pt x="2510" y="8050"/>
                    <a:pt x="2524" y="8021"/>
                    <a:pt x="2554" y="8006"/>
                  </a:cubicBezTo>
                  <a:cubicBezTo>
                    <a:pt x="2524" y="7976"/>
                    <a:pt x="2495" y="7946"/>
                    <a:pt x="2465" y="7901"/>
                  </a:cubicBezTo>
                  <a:cubicBezTo>
                    <a:pt x="2465" y="7901"/>
                    <a:pt x="2465" y="7901"/>
                    <a:pt x="2450" y="7886"/>
                  </a:cubicBezTo>
                  <a:cubicBezTo>
                    <a:pt x="2435" y="7617"/>
                    <a:pt x="2420" y="7348"/>
                    <a:pt x="2405" y="7080"/>
                  </a:cubicBezTo>
                  <a:cubicBezTo>
                    <a:pt x="2405" y="6333"/>
                    <a:pt x="2405" y="5571"/>
                    <a:pt x="2405" y="4824"/>
                  </a:cubicBezTo>
                  <a:lnTo>
                    <a:pt x="2375" y="4511"/>
                  </a:lnTo>
                  <a:cubicBezTo>
                    <a:pt x="2375" y="4481"/>
                    <a:pt x="2375" y="4421"/>
                    <a:pt x="2360" y="4376"/>
                  </a:cubicBezTo>
                  <a:lnTo>
                    <a:pt x="2345" y="3256"/>
                  </a:lnTo>
                  <a:cubicBezTo>
                    <a:pt x="2315" y="3226"/>
                    <a:pt x="2315" y="3181"/>
                    <a:pt x="2315" y="3152"/>
                  </a:cubicBezTo>
                  <a:lnTo>
                    <a:pt x="2315" y="3152"/>
                  </a:lnTo>
                  <a:lnTo>
                    <a:pt x="2345" y="3256"/>
                  </a:lnTo>
                  <a:lnTo>
                    <a:pt x="2315" y="3002"/>
                  </a:lnTo>
                  <a:cubicBezTo>
                    <a:pt x="2330" y="2972"/>
                    <a:pt x="2315" y="2942"/>
                    <a:pt x="2300" y="2913"/>
                  </a:cubicBezTo>
                  <a:lnTo>
                    <a:pt x="2300" y="2883"/>
                  </a:lnTo>
                  <a:cubicBezTo>
                    <a:pt x="2315" y="2763"/>
                    <a:pt x="2345" y="2659"/>
                    <a:pt x="2360" y="2554"/>
                  </a:cubicBezTo>
                  <a:cubicBezTo>
                    <a:pt x="2345" y="2479"/>
                    <a:pt x="2315" y="2405"/>
                    <a:pt x="2300" y="2345"/>
                  </a:cubicBezTo>
                  <a:cubicBezTo>
                    <a:pt x="2315" y="2330"/>
                    <a:pt x="2330" y="2315"/>
                    <a:pt x="2345" y="2285"/>
                  </a:cubicBezTo>
                  <a:cubicBezTo>
                    <a:pt x="2390" y="2181"/>
                    <a:pt x="2330" y="2061"/>
                    <a:pt x="2300" y="1957"/>
                  </a:cubicBezTo>
                  <a:cubicBezTo>
                    <a:pt x="2285" y="1897"/>
                    <a:pt x="2256" y="1822"/>
                    <a:pt x="2241" y="1748"/>
                  </a:cubicBezTo>
                  <a:cubicBezTo>
                    <a:pt x="2226" y="1733"/>
                    <a:pt x="2226" y="1733"/>
                    <a:pt x="2226" y="1718"/>
                  </a:cubicBezTo>
                  <a:lnTo>
                    <a:pt x="2226" y="1718"/>
                  </a:lnTo>
                  <a:lnTo>
                    <a:pt x="2241" y="1748"/>
                  </a:lnTo>
                  <a:cubicBezTo>
                    <a:pt x="2211" y="1509"/>
                    <a:pt x="2181" y="1270"/>
                    <a:pt x="2166" y="1046"/>
                  </a:cubicBezTo>
                  <a:close/>
                  <a:moveTo>
                    <a:pt x="5594" y="17505"/>
                  </a:moveTo>
                  <a:cubicBezTo>
                    <a:pt x="5597" y="17509"/>
                    <a:pt x="5601" y="17512"/>
                    <a:pt x="5601" y="17520"/>
                  </a:cubicBezTo>
                  <a:lnTo>
                    <a:pt x="5594" y="17505"/>
                  </a:lnTo>
                  <a:close/>
                  <a:moveTo>
                    <a:pt x="5729" y="4719"/>
                  </a:moveTo>
                  <a:cubicBezTo>
                    <a:pt x="5523" y="4719"/>
                    <a:pt x="5687" y="4931"/>
                    <a:pt x="5586" y="4989"/>
                  </a:cubicBezTo>
                  <a:cubicBezTo>
                    <a:pt x="5571" y="5228"/>
                    <a:pt x="5571" y="5482"/>
                    <a:pt x="5571" y="5720"/>
                  </a:cubicBezTo>
                  <a:cubicBezTo>
                    <a:pt x="5556" y="6303"/>
                    <a:pt x="5541" y="6885"/>
                    <a:pt x="5527" y="7453"/>
                  </a:cubicBezTo>
                  <a:cubicBezTo>
                    <a:pt x="5527" y="7871"/>
                    <a:pt x="5497" y="8275"/>
                    <a:pt x="5497" y="8678"/>
                  </a:cubicBezTo>
                  <a:cubicBezTo>
                    <a:pt x="5497" y="9141"/>
                    <a:pt x="5512" y="9604"/>
                    <a:pt x="5527" y="10067"/>
                  </a:cubicBezTo>
                  <a:cubicBezTo>
                    <a:pt x="5527" y="10097"/>
                    <a:pt x="5527" y="10127"/>
                    <a:pt x="5527" y="10156"/>
                  </a:cubicBezTo>
                  <a:cubicBezTo>
                    <a:pt x="5512" y="10321"/>
                    <a:pt x="5482" y="10500"/>
                    <a:pt x="5482" y="10664"/>
                  </a:cubicBezTo>
                  <a:cubicBezTo>
                    <a:pt x="5482" y="11456"/>
                    <a:pt x="5497" y="12247"/>
                    <a:pt x="5497" y="13039"/>
                  </a:cubicBezTo>
                  <a:cubicBezTo>
                    <a:pt x="5512" y="14294"/>
                    <a:pt x="5527" y="15533"/>
                    <a:pt x="5527" y="16788"/>
                  </a:cubicBezTo>
                  <a:cubicBezTo>
                    <a:pt x="5497" y="16848"/>
                    <a:pt x="5482" y="16907"/>
                    <a:pt x="5541" y="16967"/>
                  </a:cubicBezTo>
                  <a:lnTo>
                    <a:pt x="5556" y="17161"/>
                  </a:lnTo>
                  <a:cubicBezTo>
                    <a:pt x="5556" y="17191"/>
                    <a:pt x="5556" y="17221"/>
                    <a:pt x="5571" y="17236"/>
                  </a:cubicBezTo>
                  <a:lnTo>
                    <a:pt x="5586" y="17490"/>
                  </a:lnTo>
                  <a:cubicBezTo>
                    <a:pt x="5586" y="17490"/>
                    <a:pt x="5586" y="17490"/>
                    <a:pt x="5586" y="17490"/>
                  </a:cubicBezTo>
                  <a:lnTo>
                    <a:pt x="5586" y="17490"/>
                  </a:lnTo>
                  <a:cubicBezTo>
                    <a:pt x="5586" y="17491"/>
                    <a:pt x="5586" y="17492"/>
                    <a:pt x="5587" y="17493"/>
                  </a:cubicBezTo>
                  <a:lnTo>
                    <a:pt x="5587" y="17493"/>
                  </a:lnTo>
                  <a:cubicBezTo>
                    <a:pt x="5601" y="17686"/>
                    <a:pt x="5616" y="17864"/>
                    <a:pt x="5631" y="18043"/>
                  </a:cubicBezTo>
                  <a:cubicBezTo>
                    <a:pt x="5646" y="18057"/>
                    <a:pt x="5676" y="18057"/>
                    <a:pt x="5706" y="18057"/>
                  </a:cubicBezTo>
                  <a:cubicBezTo>
                    <a:pt x="5721" y="17938"/>
                    <a:pt x="5736" y="17819"/>
                    <a:pt x="5751" y="17699"/>
                  </a:cubicBezTo>
                  <a:cubicBezTo>
                    <a:pt x="5766" y="17565"/>
                    <a:pt x="5780" y="17415"/>
                    <a:pt x="5810" y="17281"/>
                  </a:cubicBezTo>
                  <a:cubicBezTo>
                    <a:pt x="5825" y="17176"/>
                    <a:pt x="5840" y="17087"/>
                    <a:pt x="5855" y="16982"/>
                  </a:cubicBezTo>
                  <a:cubicBezTo>
                    <a:pt x="5870" y="16489"/>
                    <a:pt x="5885" y="15996"/>
                    <a:pt x="5900" y="15503"/>
                  </a:cubicBezTo>
                  <a:cubicBezTo>
                    <a:pt x="5900" y="15040"/>
                    <a:pt x="5885" y="14592"/>
                    <a:pt x="5870" y="14144"/>
                  </a:cubicBezTo>
                  <a:cubicBezTo>
                    <a:pt x="5870" y="14129"/>
                    <a:pt x="5870" y="14114"/>
                    <a:pt x="5855" y="14099"/>
                  </a:cubicBezTo>
                  <a:cubicBezTo>
                    <a:pt x="5885" y="14010"/>
                    <a:pt x="5915" y="13920"/>
                    <a:pt x="5915" y="13846"/>
                  </a:cubicBezTo>
                  <a:cubicBezTo>
                    <a:pt x="5930" y="13562"/>
                    <a:pt x="5915" y="13293"/>
                    <a:pt x="5915" y="13009"/>
                  </a:cubicBezTo>
                  <a:cubicBezTo>
                    <a:pt x="5915" y="12800"/>
                    <a:pt x="5915" y="12606"/>
                    <a:pt x="5915" y="12397"/>
                  </a:cubicBezTo>
                  <a:cubicBezTo>
                    <a:pt x="5915" y="12083"/>
                    <a:pt x="5915" y="11770"/>
                    <a:pt x="5900" y="11456"/>
                  </a:cubicBezTo>
                  <a:cubicBezTo>
                    <a:pt x="5900" y="11277"/>
                    <a:pt x="5900" y="11097"/>
                    <a:pt x="5900" y="10918"/>
                  </a:cubicBezTo>
                  <a:cubicBezTo>
                    <a:pt x="5915" y="10888"/>
                    <a:pt x="5915" y="10873"/>
                    <a:pt x="5915" y="10858"/>
                  </a:cubicBezTo>
                  <a:cubicBezTo>
                    <a:pt x="5870" y="10754"/>
                    <a:pt x="5870" y="10649"/>
                    <a:pt x="5915" y="10530"/>
                  </a:cubicBezTo>
                  <a:cubicBezTo>
                    <a:pt x="5915" y="10097"/>
                    <a:pt x="5915" y="9649"/>
                    <a:pt x="5900" y="9215"/>
                  </a:cubicBezTo>
                  <a:cubicBezTo>
                    <a:pt x="5900" y="8991"/>
                    <a:pt x="5870" y="8752"/>
                    <a:pt x="5855" y="8528"/>
                  </a:cubicBezTo>
                  <a:cubicBezTo>
                    <a:pt x="5870" y="8499"/>
                    <a:pt x="5900" y="8469"/>
                    <a:pt x="5900" y="8439"/>
                  </a:cubicBezTo>
                  <a:cubicBezTo>
                    <a:pt x="5885" y="7826"/>
                    <a:pt x="5870" y="7214"/>
                    <a:pt x="5855" y="6602"/>
                  </a:cubicBezTo>
                  <a:cubicBezTo>
                    <a:pt x="5840" y="6243"/>
                    <a:pt x="5825" y="5885"/>
                    <a:pt x="5795" y="5526"/>
                  </a:cubicBezTo>
                  <a:lnTo>
                    <a:pt x="5810" y="5526"/>
                  </a:lnTo>
                  <a:cubicBezTo>
                    <a:pt x="5810" y="5467"/>
                    <a:pt x="5810" y="5407"/>
                    <a:pt x="5810" y="5362"/>
                  </a:cubicBezTo>
                  <a:cubicBezTo>
                    <a:pt x="5915" y="5198"/>
                    <a:pt x="5855" y="5033"/>
                    <a:pt x="5795" y="4869"/>
                  </a:cubicBezTo>
                  <a:cubicBezTo>
                    <a:pt x="5780" y="4824"/>
                    <a:pt x="5766" y="4765"/>
                    <a:pt x="5751" y="4720"/>
                  </a:cubicBezTo>
                  <a:cubicBezTo>
                    <a:pt x="5743" y="4719"/>
                    <a:pt x="5736" y="4719"/>
                    <a:pt x="5729" y="4719"/>
                  </a:cubicBezTo>
                  <a:close/>
                  <a:moveTo>
                    <a:pt x="7263" y="6223"/>
                  </a:moveTo>
                  <a:cubicBezTo>
                    <a:pt x="7207" y="6223"/>
                    <a:pt x="7199" y="6304"/>
                    <a:pt x="7199" y="6378"/>
                  </a:cubicBezTo>
                  <a:cubicBezTo>
                    <a:pt x="7184" y="6676"/>
                    <a:pt x="7169" y="6960"/>
                    <a:pt x="7155" y="7244"/>
                  </a:cubicBezTo>
                  <a:cubicBezTo>
                    <a:pt x="7140" y="7632"/>
                    <a:pt x="7125" y="8021"/>
                    <a:pt x="7110" y="8409"/>
                  </a:cubicBezTo>
                  <a:cubicBezTo>
                    <a:pt x="7095" y="8603"/>
                    <a:pt x="7095" y="8812"/>
                    <a:pt x="7095" y="9006"/>
                  </a:cubicBezTo>
                  <a:cubicBezTo>
                    <a:pt x="7080" y="9245"/>
                    <a:pt x="7080" y="9499"/>
                    <a:pt x="7080" y="9738"/>
                  </a:cubicBezTo>
                  <a:cubicBezTo>
                    <a:pt x="7095" y="9917"/>
                    <a:pt x="7095" y="10097"/>
                    <a:pt x="7095" y="10276"/>
                  </a:cubicBezTo>
                  <a:cubicBezTo>
                    <a:pt x="7095" y="10933"/>
                    <a:pt x="7095" y="11605"/>
                    <a:pt x="7095" y="12277"/>
                  </a:cubicBezTo>
                  <a:cubicBezTo>
                    <a:pt x="7095" y="12292"/>
                    <a:pt x="7095" y="12307"/>
                    <a:pt x="7095" y="12322"/>
                  </a:cubicBezTo>
                  <a:lnTo>
                    <a:pt x="7095" y="13069"/>
                  </a:lnTo>
                  <a:cubicBezTo>
                    <a:pt x="7095" y="13084"/>
                    <a:pt x="7095" y="13099"/>
                    <a:pt x="7095" y="13114"/>
                  </a:cubicBezTo>
                  <a:cubicBezTo>
                    <a:pt x="7065" y="13159"/>
                    <a:pt x="7020" y="13218"/>
                    <a:pt x="7020" y="13263"/>
                  </a:cubicBezTo>
                  <a:cubicBezTo>
                    <a:pt x="7035" y="13771"/>
                    <a:pt x="7065" y="14279"/>
                    <a:pt x="7095" y="14787"/>
                  </a:cubicBezTo>
                  <a:cubicBezTo>
                    <a:pt x="7110" y="15459"/>
                    <a:pt x="7140" y="16116"/>
                    <a:pt x="7155" y="16788"/>
                  </a:cubicBezTo>
                  <a:lnTo>
                    <a:pt x="7155" y="16803"/>
                  </a:lnTo>
                  <a:cubicBezTo>
                    <a:pt x="7155" y="16878"/>
                    <a:pt x="7155" y="16937"/>
                    <a:pt x="7169" y="17012"/>
                  </a:cubicBezTo>
                  <a:cubicBezTo>
                    <a:pt x="7184" y="17535"/>
                    <a:pt x="7214" y="18057"/>
                    <a:pt x="7229" y="18580"/>
                  </a:cubicBezTo>
                  <a:lnTo>
                    <a:pt x="7334" y="18580"/>
                  </a:lnTo>
                  <a:cubicBezTo>
                    <a:pt x="7334" y="18356"/>
                    <a:pt x="7349" y="18147"/>
                    <a:pt x="7364" y="17923"/>
                  </a:cubicBezTo>
                  <a:cubicBezTo>
                    <a:pt x="7379" y="17609"/>
                    <a:pt x="7408" y="17311"/>
                    <a:pt x="7423" y="17012"/>
                  </a:cubicBezTo>
                  <a:cubicBezTo>
                    <a:pt x="7423" y="16907"/>
                    <a:pt x="7423" y="16803"/>
                    <a:pt x="7423" y="16698"/>
                  </a:cubicBezTo>
                  <a:cubicBezTo>
                    <a:pt x="7453" y="16654"/>
                    <a:pt x="7453" y="16594"/>
                    <a:pt x="7438" y="16549"/>
                  </a:cubicBezTo>
                  <a:lnTo>
                    <a:pt x="7468" y="16355"/>
                  </a:lnTo>
                  <a:cubicBezTo>
                    <a:pt x="7468" y="16086"/>
                    <a:pt x="7483" y="15817"/>
                    <a:pt x="7483" y="15548"/>
                  </a:cubicBezTo>
                  <a:cubicBezTo>
                    <a:pt x="7468" y="15474"/>
                    <a:pt x="7468" y="15414"/>
                    <a:pt x="7468" y="15339"/>
                  </a:cubicBezTo>
                  <a:cubicBezTo>
                    <a:pt x="7468" y="14891"/>
                    <a:pt x="7468" y="14443"/>
                    <a:pt x="7483" y="13995"/>
                  </a:cubicBezTo>
                  <a:lnTo>
                    <a:pt x="7483" y="13980"/>
                  </a:lnTo>
                  <a:cubicBezTo>
                    <a:pt x="7498" y="13622"/>
                    <a:pt x="7513" y="13263"/>
                    <a:pt x="7528" y="12905"/>
                  </a:cubicBezTo>
                  <a:cubicBezTo>
                    <a:pt x="7513" y="12770"/>
                    <a:pt x="7498" y="12636"/>
                    <a:pt x="7483" y="12501"/>
                  </a:cubicBezTo>
                  <a:cubicBezTo>
                    <a:pt x="7483" y="12486"/>
                    <a:pt x="7483" y="12486"/>
                    <a:pt x="7483" y="12471"/>
                  </a:cubicBezTo>
                  <a:cubicBezTo>
                    <a:pt x="7483" y="12457"/>
                    <a:pt x="7483" y="12442"/>
                    <a:pt x="7483" y="12427"/>
                  </a:cubicBezTo>
                  <a:cubicBezTo>
                    <a:pt x="7498" y="12337"/>
                    <a:pt x="7528" y="12247"/>
                    <a:pt x="7528" y="12143"/>
                  </a:cubicBezTo>
                  <a:cubicBezTo>
                    <a:pt x="7528" y="11635"/>
                    <a:pt x="7528" y="11127"/>
                    <a:pt x="7528" y="10634"/>
                  </a:cubicBezTo>
                  <a:cubicBezTo>
                    <a:pt x="7513" y="10306"/>
                    <a:pt x="7498" y="9977"/>
                    <a:pt x="7483" y="9649"/>
                  </a:cubicBezTo>
                  <a:cubicBezTo>
                    <a:pt x="7483" y="9410"/>
                    <a:pt x="7498" y="9171"/>
                    <a:pt x="7498" y="8932"/>
                  </a:cubicBezTo>
                  <a:cubicBezTo>
                    <a:pt x="7498" y="8723"/>
                    <a:pt x="7483" y="8499"/>
                    <a:pt x="7483" y="8289"/>
                  </a:cubicBezTo>
                  <a:lnTo>
                    <a:pt x="7483" y="8275"/>
                  </a:lnTo>
                  <a:cubicBezTo>
                    <a:pt x="7483" y="8260"/>
                    <a:pt x="7483" y="8245"/>
                    <a:pt x="7483" y="8245"/>
                  </a:cubicBezTo>
                  <a:lnTo>
                    <a:pt x="7483" y="8006"/>
                  </a:lnTo>
                  <a:cubicBezTo>
                    <a:pt x="7483" y="7856"/>
                    <a:pt x="7468" y="7722"/>
                    <a:pt x="7468" y="7573"/>
                  </a:cubicBezTo>
                  <a:cubicBezTo>
                    <a:pt x="7453" y="7319"/>
                    <a:pt x="7438" y="7065"/>
                    <a:pt x="7423" y="6811"/>
                  </a:cubicBezTo>
                  <a:cubicBezTo>
                    <a:pt x="7423" y="6781"/>
                    <a:pt x="7423" y="6736"/>
                    <a:pt x="7423" y="6706"/>
                  </a:cubicBezTo>
                  <a:cubicBezTo>
                    <a:pt x="7408" y="6587"/>
                    <a:pt x="7394" y="6452"/>
                    <a:pt x="7379" y="6333"/>
                  </a:cubicBezTo>
                  <a:cubicBezTo>
                    <a:pt x="7364" y="6318"/>
                    <a:pt x="7364" y="6303"/>
                    <a:pt x="7364" y="6273"/>
                  </a:cubicBezTo>
                  <a:cubicBezTo>
                    <a:pt x="7319" y="6238"/>
                    <a:pt x="7287" y="6223"/>
                    <a:pt x="7263" y="6223"/>
                  </a:cubicBezTo>
                  <a:close/>
                  <a:moveTo>
                    <a:pt x="5661" y="18446"/>
                  </a:moveTo>
                  <a:cubicBezTo>
                    <a:pt x="5646" y="18476"/>
                    <a:pt x="5601" y="18506"/>
                    <a:pt x="5586" y="18535"/>
                  </a:cubicBezTo>
                  <a:cubicBezTo>
                    <a:pt x="5586" y="18550"/>
                    <a:pt x="5631" y="18610"/>
                    <a:pt x="5646" y="18610"/>
                  </a:cubicBezTo>
                  <a:cubicBezTo>
                    <a:pt x="5676" y="18610"/>
                    <a:pt x="5706" y="18565"/>
                    <a:pt x="5736" y="18535"/>
                  </a:cubicBezTo>
                  <a:cubicBezTo>
                    <a:pt x="5706" y="18506"/>
                    <a:pt x="5691" y="18476"/>
                    <a:pt x="5661" y="18446"/>
                  </a:cubicBezTo>
                  <a:close/>
                  <a:moveTo>
                    <a:pt x="11157" y="4675"/>
                  </a:moveTo>
                  <a:cubicBezTo>
                    <a:pt x="11142" y="4705"/>
                    <a:pt x="11098" y="4735"/>
                    <a:pt x="11098" y="4765"/>
                  </a:cubicBezTo>
                  <a:cubicBezTo>
                    <a:pt x="11098" y="5093"/>
                    <a:pt x="11098" y="5422"/>
                    <a:pt x="11098" y="5735"/>
                  </a:cubicBezTo>
                  <a:lnTo>
                    <a:pt x="11113" y="5571"/>
                  </a:lnTo>
                  <a:lnTo>
                    <a:pt x="11113" y="5571"/>
                  </a:lnTo>
                  <a:cubicBezTo>
                    <a:pt x="11113" y="5631"/>
                    <a:pt x="11113" y="5691"/>
                    <a:pt x="11098" y="5735"/>
                  </a:cubicBezTo>
                  <a:lnTo>
                    <a:pt x="11098" y="5750"/>
                  </a:lnTo>
                  <a:cubicBezTo>
                    <a:pt x="11053" y="7050"/>
                    <a:pt x="11008" y="8364"/>
                    <a:pt x="10978" y="9678"/>
                  </a:cubicBezTo>
                  <a:lnTo>
                    <a:pt x="10993" y="9619"/>
                  </a:lnTo>
                  <a:lnTo>
                    <a:pt x="10993" y="9619"/>
                  </a:lnTo>
                  <a:cubicBezTo>
                    <a:pt x="10993" y="9634"/>
                    <a:pt x="10993" y="9649"/>
                    <a:pt x="10978" y="9678"/>
                  </a:cubicBezTo>
                  <a:cubicBezTo>
                    <a:pt x="10978" y="9708"/>
                    <a:pt x="10993" y="9738"/>
                    <a:pt x="10993" y="9783"/>
                  </a:cubicBezTo>
                  <a:cubicBezTo>
                    <a:pt x="10978" y="10022"/>
                    <a:pt x="10978" y="10246"/>
                    <a:pt x="10978" y="10485"/>
                  </a:cubicBezTo>
                  <a:cubicBezTo>
                    <a:pt x="10963" y="11217"/>
                    <a:pt x="10948" y="11964"/>
                    <a:pt x="10933" y="12696"/>
                  </a:cubicBezTo>
                  <a:cubicBezTo>
                    <a:pt x="10918" y="13517"/>
                    <a:pt x="10918" y="14324"/>
                    <a:pt x="10933" y="15145"/>
                  </a:cubicBezTo>
                  <a:cubicBezTo>
                    <a:pt x="10933" y="15354"/>
                    <a:pt x="10963" y="15563"/>
                    <a:pt x="10978" y="15772"/>
                  </a:cubicBezTo>
                  <a:cubicBezTo>
                    <a:pt x="10993" y="16489"/>
                    <a:pt x="11008" y="17206"/>
                    <a:pt x="11023" y="17923"/>
                  </a:cubicBezTo>
                  <a:cubicBezTo>
                    <a:pt x="11053" y="18296"/>
                    <a:pt x="11083" y="18670"/>
                    <a:pt x="11098" y="19028"/>
                  </a:cubicBezTo>
                  <a:lnTo>
                    <a:pt x="11187" y="19028"/>
                  </a:lnTo>
                  <a:cubicBezTo>
                    <a:pt x="11202" y="18894"/>
                    <a:pt x="11232" y="18759"/>
                    <a:pt x="11247" y="18625"/>
                  </a:cubicBezTo>
                  <a:cubicBezTo>
                    <a:pt x="11262" y="18491"/>
                    <a:pt x="11292" y="18371"/>
                    <a:pt x="11307" y="18252"/>
                  </a:cubicBezTo>
                  <a:cubicBezTo>
                    <a:pt x="11337" y="18162"/>
                    <a:pt x="11337" y="18087"/>
                    <a:pt x="11337" y="17998"/>
                  </a:cubicBezTo>
                  <a:cubicBezTo>
                    <a:pt x="11322" y="17893"/>
                    <a:pt x="11322" y="17804"/>
                    <a:pt x="11366" y="17714"/>
                  </a:cubicBezTo>
                  <a:lnTo>
                    <a:pt x="11366" y="17714"/>
                  </a:lnTo>
                  <a:lnTo>
                    <a:pt x="11366" y="17714"/>
                  </a:lnTo>
                  <a:lnTo>
                    <a:pt x="11411" y="15937"/>
                  </a:lnTo>
                  <a:lnTo>
                    <a:pt x="11411" y="15922"/>
                  </a:lnTo>
                  <a:cubicBezTo>
                    <a:pt x="11411" y="15787"/>
                    <a:pt x="11411" y="15638"/>
                    <a:pt x="11411" y="15503"/>
                  </a:cubicBezTo>
                  <a:cubicBezTo>
                    <a:pt x="11426" y="15220"/>
                    <a:pt x="11426" y="14936"/>
                    <a:pt x="11426" y="14652"/>
                  </a:cubicBezTo>
                  <a:cubicBezTo>
                    <a:pt x="11426" y="14279"/>
                    <a:pt x="11411" y="13920"/>
                    <a:pt x="11411" y="13562"/>
                  </a:cubicBezTo>
                  <a:lnTo>
                    <a:pt x="11411" y="13547"/>
                  </a:lnTo>
                  <a:lnTo>
                    <a:pt x="11426" y="12486"/>
                  </a:lnTo>
                  <a:cubicBezTo>
                    <a:pt x="11426" y="12412"/>
                    <a:pt x="11441" y="12337"/>
                    <a:pt x="11456" y="12262"/>
                  </a:cubicBezTo>
                  <a:cubicBezTo>
                    <a:pt x="11441" y="12038"/>
                    <a:pt x="11426" y="11829"/>
                    <a:pt x="11411" y="11620"/>
                  </a:cubicBezTo>
                  <a:cubicBezTo>
                    <a:pt x="11411" y="11292"/>
                    <a:pt x="11411" y="10963"/>
                    <a:pt x="11411" y="10649"/>
                  </a:cubicBezTo>
                  <a:cubicBezTo>
                    <a:pt x="11411" y="10216"/>
                    <a:pt x="11411" y="9783"/>
                    <a:pt x="11411" y="9365"/>
                  </a:cubicBezTo>
                  <a:cubicBezTo>
                    <a:pt x="11396" y="9036"/>
                    <a:pt x="11381" y="8708"/>
                    <a:pt x="11366" y="8379"/>
                  </a:cubicBezTo>
                  <a:cubicBezTo>
                    <a:pt x="11366" y="8334"/>
                    <a:pt x="11366" y="8304"/>
                    <a:pt x="11366" y="8275"/>
                  </a:cubicBezTo>
                  <a:cubicBezTo>
                    <a:pt x="11366" y="8230"/>
                    <a:pt x="11366" y="8200"/>
                    <a:pt x="11366" y="8170"/>
                  </a:cubicBezTo>
                  <a:cubicBezTo>
                    <a:pt x="11351" y="7617"/>
                    <a:pt x="11322" y="7080"/>
                    <a:pt x="11307" y="6542"/>
                  </a:cubicBezTo>
                  <a:cubicBezTo>
                    <a:pt x="11292" y="6542"/>
                    <a:pt x="11292" y="6527"/>
                    <a:pt x="11277" y="6512"/>
                  </a:cubicBezTo>
                  <a:lnTo>
                    <a:pt x="11277" y="6512"/>
                  </a:lnTo>
                  <a:lnTo>
                    <a:pt x="11307" y="6542"/>
                  </a:lnTo>
                  <a:lnTo>
                    <a:pt x="11307" y="6542"/>
                  </a:lnTo>
                  <a:lnTo>
                    <a:pt x="11247" y="5422"/>
                  </a:lnTo>
                  <a:cubicBezTo>
                    <a:pt x="11232" y="5407"/>
                    <a:pt x="11232" y="5392"/>
                    <a:pt x="11217" y="5362"/>
                  </a:cubicBezTo>
                  <a:lnTo>
                    <a:pt x="11217" y="5362"/>
                  </a:lnTo>
                  <a:lnTo>
                    <a:pt x="11247" y="5422"/>
                  </a:lnTo>
                  <a:cubicBezTo>
                    <a:pt x="11247" y="5198"/>
                    <a:pt x="11247" y="4989"/>
                    <a:pt x="11247" y="4780"/>
                  </a:cubicBezTo>
                  <a:cubicBezTo>
                    <a:pt x="11247" y="4750"/>
                    <a:pt x="11187" y="4705"/>
                    <a:pt x="11157" y="4675"/>
                  </a:cubicBezTo>
                  <a:close/>
                  <a:moveTo>
                    <a:pt x="7214" y="18819"/>
                  </a:moveTo>
                  <a:cubicBezTo>
                    <a:pt x="7214" y="18894"/>
                    <a:pt x="7214" y="18984"/>
                    <a:pt x="7199" y="19058"/>
                  </a:cubicBezTo>
                  <a:cubicBezTo>
                    <a:pt x="7229" y="19058"/>
                    <a:pt x="7259" y="19058"/>
                    <a:pt x="7274" y="19073"/>
                  </a:cubicBezTo>
                  <a:cubicBezTo>
                    <a:pt x="7289" y="18984"/>
                    <a:pt x="7289" y="18909"/>
                    <a:pt x="7304" y="188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4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chivo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ruelist.co/blog/graphic-design-statistic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"/>
          <p:cNvSpPr/>
          <p:nvPr/>
        </p:nvSpPr>
        <p:spPr>
          <a:xfrm rot="1967025">
            <a:off x="-482790" y="-2282450"/>
            <a:ext cx="2207407" cy="4266873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8" name="Google Shape;788;p1"/>
          <p:cNvGrpSpPr/>
          <p:nvPr/>
        </p:nvGrpSpPr>
        <p:grpSpPr>
          <a:xfrm>
            <a:off x="7713696" y="-647611"/>
            <a:ext cx="2245037" cy="3552178"/>
            <a:chOff x="7713696" y="-647611"/>
            <a:chExt cx="2245037" cy="3552178"/>
          </a:xfrm>
        </p:grpSpPr>
        <p:sp>
          <p:nvSpPr>
            <p:cNvPr id="789" name="Google Shape;789;p1"/>
            <p:cNvSpPr/>
            <p:nvPr/>
          </p:nvSpPr>
          <p:spPr>
            <a:xfrm>
              <a:off x="8775274" y="1796571"/>
              <a:ext cx="1133287" cy="1107996"/>
            </a:xfrm>
            <a:custGeom>
              <a:avLst/>
              <a:gdLst/>
              <a:ahLst/>
              <a:cxnLst/>
              <a:rect l="l" t="t" r="r" b="b"/>
              <a:pathLst>
                <a:path w="22718" h="22211" extrusionOk="0">
                  <a:moveTo>
                    <a:pt x="7498" y="1"/>
                  </a:moveTo>
                  <a:cubicBezTo>
                    <a:pt x="7483" y="16"/>
                    <a:pt x="7468" y="16"/>
                    <a:pt x="7468" y="31"/>
                  </a:cubicBezTo>
                  <a:cubicBezTo>
                    <a:pt x="7483" y="31"/>
                    <a:pt x="7498" y="45"/>
                    <a:pt x="7513" y="60"/>
                  </a:cubicBezTo>
                  <a:cubicBezTo>
                    <a:pt x="7513" y="60"/>
                    <a:pt x="7528" y="45"/>
                    <a:pt x="7543" y="45"/>
                  </a:cubicBezTo>
                  <a:cubicBezTo>
                    <a:pt x="7528" y="31"/>
                    <a:pt x="7513" y="16"/>
                    <a:pt x="7498" y="1"/>
                  </a:cubicBezTo>
                  <a:close/>
                  <a:moveTo>
                    <a:pt x="7468" y="90"/>
                  </a:moveTo>
                  <a:cubicBezTo>
                    <a:pt x="7453" y="90"/>
                    <a:pt x="7438" y="105"/>
                    <a:pt x="7438" y="105"/>
                  </a:cubicBezTo>
                  <a:cubicBezTo>
                    <a:pt x="7438" y="120"/>
                    <a:pt x="7453" y="135"/>
                    <a:pt x="7453" y="135"/>
                  </a:cubicBezTo>
                  <a:cubicBezTo>
                    <a:pt x="7468" y="135"/>
                    <a:pt x="7483" y="135"/>
                    <a:pt x="7513" y="120"/>
                  </a:cubicBezTo>
                  <a:cubicBezTo>
                    <a:pt x="7483" y="105"/>
                    <a:pt x="7483" y="90"/>
                    <a:pt x="7468" y="90"/>
                  </a:cubicBezTo>
                  <a:close/>
                  <a:moveTo>
                    <a:pt x="7871" y="120"/>
                  </a:moveTo>
                  <a:lnTo>
                    <a:pt x="7826" y="165"/>
                  </a:lnTo>
                  <a:lnTo>
                    <a:pt x="7812" y="165"/>
                  </a:lnTo>
                  <a:cubicBezTo>
                    <a:pt x="7782" y="299"/>
                    <a:pt x="7916" y="255"/>
                    <a:pt x="7976" y="284"/>
                  </a:cubicBezTo>
                  <a:cubicBezTo>
                    <a:pt x="7931" y="240"/>
                    <a:pt x="7886" y="210"/>
                    <a:pt x="7841" y="165"/>
                  </a:cubicBezTo>
                  <a:cubicBezTo>
                    <a:pt x="7856" y="165"/>
                    <a:pt x="7871" y="150"/>
                    <a:pt x="7886" y="150"/>
                  </a:cubicBezTo>
                  <a:cubicBezTo>
                    <a:pt x="7886" y="150"/>
                    <a:pt x="7871" y="135"/>
                    <a:pt x="7871" y="120"/>
                  </a:cubicBezTo>
                  <a:close/>
                  <a:moveTo>
                    <a:pt x="7184" y="269"/>
                  </a:moveTo>
                  <a:lnTo>
                    <a:pt x="7199" y="299"/>
                  </a:lnTo>
                  <a:cubicBezTo>
                    <a:pt x="7184" y="284"/>
                    <a:pt x="7184" y="284"/>
                    <a:pt x="7184" y="269"/>
                  </a:cubicBezTo>
                  <a:close/>
                  <a:moveTo>
                    <a:pt x="6169" y="583"/>
                  </a:moveTo>
                  <a:lnTo>
                    <a:pt x="6198" y="598"/>
                  </a:lnTo>
                  <a:cubicBezTo>
                    <a:pt x="6198" y="613"/>
                    <a:pt x="6184" y="613"/>
                    <a:pt x="6184" y="613"/>
                  </a:cubicBezTo>
                  <a:lnTo>
                    <a:pt x="6169" y="583"/>
                  </a:lnTo>
                  <a:close/>
                  <a:moveTo>
                    <a:pt x="7005" y="613"/>
                  </a:moveTo>
                  <a:cubicBezTo>
                    <a:pt x="6990" y="628"/>
                    <a:pt x="6990" y="643"/>
                    <a:pt x="6975" y="643"/>
                  </a:cubicBezTo>
                  <a:cubicBezTo>
                    <a:pt x="6990" y="643"/>
                    <a:pt x="7005" y="658"/>
                    <a:pt x="7005" y="658"/>
                  </a:cubicBezTo>
                  <a:cubicBezTo>
                    <a:pt x="7020" y="658"/>
                    <a:pt x="7035" y="643"/>
                    <a:pt x="7050" y="628"/>
                  </a:cubicBezTo>
                  <a:cubicBezTo>
                    <a:pt x="7020" y="628"/>
                    <a:pt x="7005" y="613"/>
                    <a:pt x="7005" y="613"/>
                  </a:cubicBezTo>
                  <a:close/>
                  <a:moveTo>
                    <a:pt x="5357" y="713"/>
                  </a:moveTo>
                  <a:lnTo>
                    <a:pt x="5362" y="718"/>
                  </a:lnTo>
                  <a:lnTo>
                    <a:pt x="5347" y="718"/>
                  </a:lnTo>
                  <a:cubicBezTo>
                    <a:pt x="5350" y="716"/>
                    <a:pt x="5354" y="714"/>
                    <a:pt x="5357" y="713"/>
                  </a:cubicBezTo>
                  <a:close/>
                  <a:moveTo>
                    <a:pt x="5437" y="673"/>
                  </a:moveTo>
                  <a:cubicBezTo>
                    <a:pt x="5422" y="688"/>
                    <a:pt x="5392" y="703"/>
                    <a:pt x="5377" y="718"/>
                  </a:cubicBezTo>
                  <a:cubicBezTo>
                    <a:pt x="5373" y="713"/>
                    <a:pt x="5369" y="710"/>
                    <a:pt x="5367" y="707"/>
                  </a:cubicBezTo>
                  <a:lnTo>
                    <a:pt x="5367" y="707"/>
                  </a:lnTo>
                  <a:cubicBezTo>
                    <a:pt x="5390" y="696"/>
                    <a:pt x="5414" y="684"/>
                    <a:pt x="5437" y="673"/>
                  </a:cubicBezTo>
                  <a:close/>
                  <a:moveTo>
                    <a:pt x="5019" y="882"/>
                  </a:moveTo>
                  <a:cubicBezTo>
                    <a:pt x="5011" y="889"/>
                    <a:pt x="5007" y="893"/>
                    <a:pt x="5005" y="893"/>
                  </a:cubicBezTo>
                  <a:cubicBezTo>
                    <a:pt x="5004" y="893"/>
                    <a:pt x="5004" y="889"/>
                    <a:pt x="5004" y="882"/>
                  </a:cubicBezTo>
                  <a:close/>
                  <a:moveTo>
                    <a:pt x="1150" y="2704"/>
                  </a:moveTo>
                  <a:lnTo>
                    <a:pt x="1135" y="2734"/>
                  </a:lnTo>
                  <a:cubicBezTo>
                    <a:pt x="1135" y="2719"/>
                    <a:pt x="1135" y="2719"/>
                    <a:pt x="1150" y="2704"/>
                  </a:cubicBezTo>
                  <a:close/>
                  <a:moveTo>
                    <a:pt x="1718" y="2928"/>
                  </a:moveTo>
                  <a:cubicBezTo>
                    <a:pt x="1673" y="2973"/>
                    <a:pt x="1628" y="3018"/>
                    <a:pt x="1598" y="3062"/>
                  </a:cubicBezTo>
                  <a:lnTo>
                    <a:pt x="1628" y="3062"/>
                  </a:lnTo>
                  <a:cubicBezTo>
                    <a:pt x="1658" y="3033"/>
                    <a:pt x="1703" y="2988"/>
                    <a:pt x="1748" y="2958"/>
                  </a:cubicBezTo>
                  <a:cubicBezTo>
                    <a:pt x="1733" y="2943"/>
                    <a:pt x="1718" y="2943"/>
                    <a:pt x="1718" y="2928"/>
                  </a:cubicBezTo>
                  <a:close/>
                  <a:moveTo>
                    <a:pt x="8767" y="3779"/>
                  </a:moveTo>
                  <a:cubicBezTo>
                    <a:pt x="8752" y="3779"/>
                    <a:pt x="8723" y="3809"/>
                    <a:pt x="8708" y="3824"/>
                  </a:cubicBezTo>
                  <a:cubicBezTo>
                    <a:pt x="8767" y="3839"/>
                    <a:pt x="8812" y="3869"/>
                    <a:pt x="8857" y="3899"/>
                  </a:cubicBezTo>
                  <a:cubicBezTo>
                    <a:pt x="8872" y="3884"/>
                    <a:pt x="8872" y="3869"/>
                    <a:pt x="8887" y="3854"/>
                  </a:cubicBezTo>
                  <a:cubicBezTo>
                    <a:pt x="8842" y="3824"/>
                    <a:pt x="8812" y="3794"/>
                    <a:pt x="8767" y="3779"/>
                  </a:cubicBezTo>
                  <a:close/>
                  <a:moveTo>
                    <a:pt x="6527" y="3929"/>
                  </a:moveTo>
                  <a:lnTo>
                    <a:pt x="6497" y="3944"/>
                  </a:lnTo>
                  <a:cubicBezTo>
                    <a:pt x="6497" y="3929"/>
                    <a:pt x="6512" y="3929"/>
                    <a:pt x="6527" y="3929"/>
                  </a:cubicBezTo>
                  <a:close/>
                  <a:moveTo>
                    <a:pt x="8125" y="3914"/>
                  </a:moveTo>
                  <a:lnTo>
                    <a:pt x="8080" y="3944"/>
                  </a:lnTo>
                  <a:cubicBezTo>
                    <a:pt x="8095" y="3929"/>
                    <a:pt x="8110" y="3914"/>
                    <a:pt x="8125" y="3914"/>
                  </a:cubicBezTo>
                  <a:close/>
                  <a:moveTo>
                    <a:pt x="9096" y="3929"/>
                  </a:moveTo>
                  <a:cubicBezTo>
                    <a:pt x="9096" y="3929"/>
                    <a:pt x="9111" y="3929"/>
                    <a:pt x="9111" y="3944"/>
                  </a:cubicBezTo>
                  <a:lnTo>
                    <a:pt x="9096" y="3929"/>
                  </a:lnTo>
                  <a:close/>
                  <a:moveTo>
                    <a:pt x="11050" y="3892"/>
                  </a:moveTo>
                  <a:cubicBezTo>
                    <a:pt x="11037" y="3892"/>
                    <a:pt x="11025" y="3918"/>
                    <a:pt x="11008" y="3944"/>
                  </a:cubicBezTo>
                  <a:lnTo>
                    <a:pt x="11082" y="3944"/>
                  </a:lnTo>
                  <a:cubicBezTo>
                    <a:pt x="11070" y="3906"/>
                    <a:pt x="11060" y="3892"/>
                    <a:pt x="11050" y="3892"/>
                  </a:cubicBezTo>
                  <a:close/>
                  <a:moveTo>
                    <a:pt x="9230" y="3951"/>
                  </a:moveTo>
                  <a:lnTo>
                    <a:pt x="9245" y="3959"/>
                  </a:lnTo>
                  <a:cubicBezTo>
                    <a:pt x="9238" y="3959"/>
                    <a:pt x="9234" y="3955"/>
                    <a:pt x="9230" y="3951"/>
                  </a:cubicBezTo>
                  <a:close/>
                  <a:moveTo>
                    <a:pt x="866" y="3974"/>
                  </a:moveTo>
                  <a:cubicBezTo>
                    <a:pt x="851" y="4003"/>
                    <a:pt x="837" y="4033"/>
                    <a:pt x="822" y="4048"/>
                  </a:cubicBezTo>
                  <a:cubicBezTo>
                    <a:pt x="837" y="4063"/>
                    <a:pt x="851" y="4063"/>
                    <a:pt x="851" y="4078"/>
                  </a:cubicBezTo>
                  <a:cubicBezTo>
                    <a:pt x="866" y="4048"/>
                    <a:pt x="881" y="4018"/>
                    <a:pt x="896" y="3989"/>
                  </a:cubicBezTo>
                  <a:cubicBezTo>
                    <a:pt x="881" y="3989"/>
                    <a:pt x="881" y="3989"/>
                    <a:pt x="866" y="3974"/>
                  </a:cubicBezTo>
                  <a:close/>
                  <a:moveTo>
                    <a:pt x="9066" y="4048"/>
                  </a:moveTo>
                  <a:lnTo>
                    <a:pt x="9081" y="4063"/>
                  </a:lnTo>
                  <a:lnTo>
                    <a:pt x="9066" y="4078"/>
                  </a:lnTo>
                  <a:cubicBezTo>
                    <a:pt x="9066" y="4078"/>
                    <a:pt x="9066" y="4063"/>
                    <a:pt x="9066" y="4048"/>
                  </a:cubicBezTo>
                  <a:close/>
                  <a:moveTo>
                    <a:pt x="11207" y="4009"/>
                  </a:moveTo>
                  <a:cubicBezTo>
                    <a:pt x="11186" y="4009"/>
                    <a:pt x="11159" y="4031"/>
                    <a:pt x="11112" y="4078"/>
                  </a:cubicBezTo>
                  <a:cubicBezTo>
                    <a:pt x="11172" y="4078"/>
                    <a:pt x="11217" y="4063"/>
                    <a:pt x="11262" y="4063"/>
                  </a:cubicBezTo>
                  <a:cubicBezTo>
                    <a:pt x="11240" y="4028"/>
                    <a:pt x="11226" y="4009"/>
                    <a:pt x="11207" y="4009"/>
                  </a:cubicBezTo>
                  <a:close/>
                  <a:moveTo>
                    <a:pt x="10918" y="4018"/>
                  </a:moveTo>
                  <a:cubicBezTo>
                    <a:pt x="10888" y="4033"/>
                    <a:pt x="10858" y="4048"/>
                    <a:pt x="10829" y="4063"/>
                  </a:cubicBezTo>
                  <a:cubicBezTo>
                    <a:pt x="10829" y="4063"/>
                    <a:pt x="10844" y="4093"/>
                    <a:pt x="10844" y="4093"/>
                  </a:cubicBezTo>
                  <a:cubicBezTo>
                    <a:pt x="10873" y="4078"/>
                    <a:pt x="10903" y="4063"/>
                    <a:pt x="10933" y="4063"/>
                  </a:cubicBezTo>
                  <a:cubicBezTo>
                    <a:pt x="10933" y="4048"/>
                    <a:pt x="10933" y="4033"/>
                    <a:pt x="10918" y="4018"/>
                  </a:cubicBezTo>
                  <a:close/>
                  <a:moveTo>
                    <a:pt x="11336" y="4018"/>
                  </a:moveTo>
                  <a:cubicBezTo>
                    <a:pt x="11336" y="4033"/>
                    <a:pt x="11321" y="4033"/>
                    <a:pt x="11321" y="4048"/>
                  </a:cubicBezTo>
                  <a:cubicBezTo>
                    <a:pt x="11321" y="4063"/>
                    <a:pt x="11336" y="4078"/>
                    <a:pt x="11336" y="4093"/>
                  </a:cubicBezTo>
                  <a:cubicBezTo>
                    <a:pt x="11351" y="4078"/>
                    <a:pt x="11351" y="4063"/>
                    <a:pt x="11366" y="4048"/>
                  </a:cubicBezTo>
                  <a:cubicBezTo>
                    <a:pt x="11366" y="4048"/>
                    <a:pt x="11351" y="4033"/>
                    <a:pt x="11336" y="4018"/>
                  </a:cubicBezTo>
                  <a:close/>
                  <a:moveTo>
                    <a:pt x="12352" y="4048"/>
                  </a:moveTo>
                  <a:cubicBezTo>
                    <a:pt x="12367" y="4063"/>
                    <a:pt x="12382" y="4078"/>
                    <a:pt x="12382" y="4093"/>
                  </a:cubicBezTo>
                  <a:cubicBezTo>
                    <a:pt x="12397" y="4093"/>
                    <a:pt x="12397" y="4078"/>
                    <a:pt x="12412" y="4063"/>
                  </a:cubicBezTo>
                  <a:cubicBezTo>
                    <a:pt x="12382" y="4063"/>
                    <a:pt x="12367" y="4048"/>
                    <a:pt x="12352" y="4048"/>
                  </a:cubicBezTo>
                  <a:close/>
                  <a:moveTo>
                    <a:pt x="12352" y="4003"/>
                  </a:moveTo>
                  <a:cubicBezTo>
                    <a:pt x="12337" y="4003"/>
                    <a:pt x="12322" y="4018"/>
                    <a:pt x="12307" y="4033"/>
                  </a:cubicBezTo>
                  <a:cubicBezTo>
                    <a:pt x="12307" y="4048"/>
                    <a:pt x="12307" y="4078"/>
                    <a:pt x="12292" y="4108"/>
                  </a:cubicBezTo>
                  <a:cubicBezTo>
                    <a:pt x="12322" y="4093"/>
                    <a:pt x="12337" y="4078"/>
                    <a:pt x="12352" y="4048"/>
                  </a:cubicBezTo>
                  <a:cubicBezTo>
                    <a:pt x="12352" y="4033"/>
                    <a:pt x="12352" y="4018"/>
                    <a:pt x="12352" y="4003"/>
                  </a:cubicBezTo>
                  <a:close/>
                  <a:moveTo>
                    <a:pt x="11486" y="4033"/>
                  </a:moveTo>
                  <a:cubicBezTo>
                    <a:pt x="11486" y="4063"/>
                    <a:pt x="11351" y="4138"/>
                    <a:pt x="11501" y="4138"/>
                  </a:cubicBezTo>
                  <a:cubicBezTo>
                    <a:pt x="11501" y="4108"/>
                    <a:pt x="11501" y="4063"/>
                    <a:pt x="11486" y="4033"/>
                  </a:cubicBezTo>
                  <a:close/>
                  <a:moveTo>
                    <a:pt x="6213" y="4153"/>
                  </a:moveTo>
                  <a:lnTo>
                    <a:pt x="6228" y="4168"/>
                  </a:lnTo>
                  <a:lnTo>
                    <a:pt x="6198" y="4168"/>
                  </a:lnTo>
                  <a:lnTo>
                    <a:pt x="6213" y="4153"/>
                  </a:lnTo>
                  <a:close/>
                  <a:moveTo>
                    <a:pt x="11008" y="4078"/>
                  </a:moveTo>
                  <a:lnTo>
                    <a:pt x="11008" y="4287"/>
                  </a:lnTo>
                  <a:cubicBezTo>
                    <a:pt x="11008" y="4287"/>
                    <a:pt x="11023" y="4302"/>
                    <a:pt x="11023" y="4302"/>
                  </a:cubicBezTo>
                  <a:lnTo>
                    <a:pt x="11112" y="4078"/>
                  </a:lnTo>
                  <a:close/>
                  <a:moveTo>
                    <a:pt x="11426" y="4242"/>
                  </a:moveTo>
                  <a:lnTo>
                    <a:pt x="11411" y="4302"/>
                  </a:lnTo>
                  <a:cubicBezTo>
                    <a:pt x="11426" y="4287"/>
                    <a:pt x="11426" y="4257"/>
                    <a:pt x="11426" y="4242"/>
                  </a:cubicBezTo>
                  <a:close/>
                  <a:moveTo>
                    <a:pt x="12382" y="4302"/>
                  </a:moveTo>
                  <a:lnTo>
                    <a:pt x="12382" y="4302"/>
                  </a:lnTo>
                  <a:cubicBezTo>
                    <a:pt x="12367" y="4317"/>
                    <a:pt x="12367" y="4332"/>
                    <a:pt x="12352" y="4332"/>
                  </a:cubicBezTo>
                  <a:lnTo>
                    <a:pt x="12382" y="4302"/>
                  </a:lnTo>
                  <a:close/>
                  <a:moveTo>
                    <a:pt x="11217" y="4183"/>
                  </a:moveTo>
                  <a:cubicBezTo>
                    <a:pt x="11217" y="4198"/>
                    <a:pt x="11217" y="4227"/>
                    <a:pt x="11217" y="4242"/>
                  </a:cubicBezTo>
                  <a:cubicBezTo>
                    <a:pt x="11262" y="4272"/>
                    <a:pt x="11321" y="4302"/>
                    <a:pt x="11366" y="4332"/>
                  </a:cubicBezTo>
                  <a:cubicBezTo>
                    <a:pt x="11381" y="4347"/>
                    <a:pt x="11396" y="4377"/>
                    <a:pt x="11411" y="4392"/>
                  </a:cubicBezTo>
                  <a:cubicBezTo>
                    <a:pt x="11411" y="4362"/>
                    <a:pt x="11411" y="4332"/>
                    <a:pt x="11411" y="4302"/>
                  </a:cubicBezTo>
                  <a:cubicBezTo>
                    <a:pt x="11396" y="4287"/>
                    <a:pt x="11411" y="4272"/>
                    <a:pt x="11426" y="4242"/>
                  </a:cubicBezTo>
                  <a:lnTo>
                    <a:pt x="11426" y="4242"/>
                  </a:lnTo>
                  <a:cubicBezTo>
                    <a:pt x="11426" y="4242"/>
                    <a:pt x="11426" y="4242"/>
                    <a:pt x="11426" y="4242"/>
                  </a:cubicBezTo>
                  <a:lnTo>
                    <a:pt x="11426" y="4242"/>
                  </a:lnTo>
                  <a:lnTo>
                    <a:pt x="11426" y="4242"/>
                  </a:lnTo>
                  <a:cubicBezTo>
                    <a:pt x="11426" y="4242"/>
                    <a:pt x="11426" y="4227"/>
                    <a:pt x="11426" y="4227"/>
                  </a:cubicBezTo>
                  <a:lnTo>
                    <a:pt x="11217" y="4183"/>
                  </a:lnTo>
                  <a:close/>
                  <a:moveTo>
                    <a:pt x="14070" y="4437"/>
                  </a:moveTo>
                  <a:cubicBezTo>
                    <a:pt x="14070" y="4452"/>
                    <a:pt x="14070" y="4452"/>
                    <a:pt x="14055" y="4452"/>
                  </a:cubicBezTo>
                  <a:cubicBezTo>
                    <a:pt x="14055" y="4452"/>
                    <a:pt x="14070" y="4437"/>
                    <a:pt x="14070" y="4437"/>
                  </a:cubicBezTo>
                  <a:close/>
                  <a:moveTo>
                    <a:pt x="14757" y="4556"/>
                  </a:moveTo>
                  <a:cubicBezTo>
                    <a:pt x="14742" y="4571"/>
                    <a:pt x="14727" y="4571"/>
                    <a:pt x="14727" y="4586"/>
                  </a:cubicBezTo>
                  <a:cubicBezTo>
                    <a:pt x="14727" y="4601"/>
                    <a:pt x="14742" y="4616"/>
                    <a:pt x="14742" y="4631"/>
                  </a:cubicBezTo>
                  <a:cubicBezTo>
                    <a:pt x="14757" y="4601"/>
                    <a:pt x="14757" y="4586"/>
                    <a:pt x="14757" y="4556"/>
                  </a:cubicBezTo>
                  <a:close/>
                  <a:moveTo>
                    <a:pt x="2091" y="4676"/>
                  </a:moveTo>
                  <a:cubicBezTo>
                    <a:pt x="2106" y="4676"/>
                    <a:pt x="2121" y="4691"/>
                    <a:pt x="2121" y="4691"/>
                  </a:cubicBezTo>
                  <a:lnTo>
                    <a:pt x="2091" y="4676"/>
                  </a:lnTo>
                  <a:close/>
                  <a:moveTo>
                    <a:pt x="1270" y="4691"/>
                  </a:moveTo>
                  <a:lnTo>
                    <a:pt x="1270" y="4705"/>
                  </a:lnTo>
                  <a:lnTo>
                    <a:pt x="1210" y="4720"/>
                  </a:lnTo>
                  <a:cubicBezTo>
                    <a:pt x="1225" y="4705"/>
                    <a:pt x="1255" y="4705"/>
                    <a:pt x="1270" y="4691"/>
                  </a:cubicBezTo>
                  <a:close/>
                  <a:moveTo>
                    <a:pt x="14383" y="4780"/>
                  </a:moveTo>
                  <a:lnTo>
                    <a:pt x="14383" y="4795"/>
                  </a:lnTo>
                  <a:lnTo>
                    <a:pt x="14368" y="4780"/>
                  </a:lnTo>
                  <a:close/>
                  <a:moveTo>
                    <a:pt x="15100" y="4855"/>
                  </a:moveTo>
                  <a:lnTo>
                    <a:pt x="15100" y="4855"/>
                  </a:lnTo>
                  <a:cubicBezTo>
                    <a:pt x="15115" y="4870"/>
                    <a:pt x="15130" y="4885"/>
                    <a:pt x="15145" y="4900"/>
                  </a:cubicBezTo>
                  <a:cubicBezTo>
                    <a:pt x="15115" y="4900"/>
                    <a:pt x="15100" y="4885"/>
                    <a:pt x="15100" y="4855"/>
                  </a:cubicBezTo>
                  <a:close/>
                  <a:moveTo>
                    <a:pt x="15190" y="5004"/>
                  </a:moveTo>
                  <a:lnTo>
                    <a:pt x="15190" y="5019"/>
                  </a:lnTo>
                  <a:lnTo>
                    <a:pt x="15175" y="5004"/>
                  </a:lnTo>
                  <a:close/>
                  <a:moveTo>
                    <a:pt x="14906" y="5183"/>
                  </a:moveTo>
                  <a:cubicBezTo>
                    <a:pt x="14891" y="5198"/>
                    <a:pt x="14891" y="5213"/>
                    <a:pt x="14876" y="5213"/>
                  </a:cubicBezTo>
                  <a:cubicBezTo>
                    <a:pt x="14891" y="5228"/>
                    <a:pt x="14891" y="5228"/>
                    <a:pt x="14906" y="5243"/>
                  </a:cubicBezTo>
                  <a:cubicBezTo>
                    <a:pt x="14921" y="5228"/>
                    <a:pt x="14921" y="5213"/>
                    <a:pt x="14936" y="5213"/>
                  </a:cubicBezTo>
                  <a:cubicBezTo>
                    <a:pt x="14921" y="5198"/>
                    <a:pt x="14906" y="5183"/>
                    <a:pt x="14906" y="5183"/>
                  </a:cubicBezTo>
                  <a:close/>
                  <a:moveTo>
                    <a:pt x="7319" y="45"/>
                  </a:moveTo>
                  <a:cubicBezTo>
                    <a:pt x="7274" y="60"/>
                    <a:pt x="7244" y="60"/>
                    <a:pt x="7214" y="60"/>
                  </a:cubicBezTo>
                  <a:cubicBezTo>
                    <a:pt x="7139" y="75"/>
                    <a:pt x="7080" y="90"/>
                    <a:pt x="7005" y="120"/>
                  </a:cubicBezTo>
                  <a:lnTo>
                    <a:pt x="6960" y="120"/>
                  </a:lnTo>
                  <a:cubicBezTo>
                    <a:pt x="6915" y="135"/>
                    <a:pt x="6856" y="150"/>
                    <a:pt x="6796" y="165"/>
                  </a:cubicBezTo>
                  <a:cubicBezTo>
                    <a:pt x="6781" y="195"/>
                    <a:pt x="6751" y="210"/>
                    <a:pt x="6736" y="225"/>
                  </a:cubicBezTo>
                  <a:cubicBezTo>
                    <a:pt x="6734" y="230"/>
                    <a:pt x="6730" y="232"/>
                    <a:pt x="6725" y="232"/>
                  </a:cubicBezTo>
                  <a:cubicBezTo>
                    <a:pt x="6700" y="232"/>
                    <a:pt x="6647" y="192"/>
                    <a:pt x="6624" y="192"/>
                  </a:cubicBezTo>
                  <a:cubicBezTo>
                    <a:pt x="6608" y="192"/>
                    <a:pt x="6608" y="213"/>
                    <a:pt x="6647" y="284"/>
                  </a:cubicBezTo>
                  <a:lnTo>
                    <a:pt x="6572" y="299"/>
                  </a:lnTo>
                  <a:cubicBezTo>
                    <a:pt x="6549" y="262"/>
                    <a:pt x="6512" y="243"/>
                    <a:pt x="6465" y="243"/>
                  </a:cubicBezTo>
                  <a:cubicBezTo>
                    <a:pt x="6419" y="243"/>
                    <a:pt x="6363" y="262"/>
                    <a:pt x="6303" y="299"/>
                  </a:cubicBezTo>
                  <a:cubicBezTo>
                    <a:pt x="6303" y="314"/>
                    <a:pt x="6303" y="329"/>
                    <a:pt x="6303" y="329"/>
                  </a:cubicBezTo>
                  <a:cubicBezTo>
                    <a:pt x="6288" y="344"/>
                    <a:pt x="6269" y="348"/>
                    <a:pt x="6251" y="348"/>
                  </a:cubicBezTo>
                  <a:cubicBezTo>
                    <a:pt x="6232" y="348"/>
                    <a:pt x="6213" y="344"/>
                    <a:pt x="6198" y="344"/>
                  </a:cubicBezTo>
                  <a:cubicBezTo>
                    <a:pt x="6094" y="359"/>
                    <a:pt x="5989" y="374"/>
                    <a:pt x="5900" y="389"/>
                  </a:cubicBezTo>
                  <a:cubicBezTo>
                    <a:pt x="5885" y="404"/>
                    <a:pt x="5885" y="404"/>
                    <a:pt x="5885" y="419"/>
                  </a:cubicBezTo>
                  <a:lnTo>
                    <a:pt x="5840" y="523"/>
                  </a:lnTo>
                  <a:cubicBezTo>
                    <a:pt x="5829" y="468"/>
                    <a:pt x="5810" y="437"/>
                    <a:pt x="5770" y="437"/>
                  </a:cubicBezTo>
                  <a:cubicBezTo>
                    <a:pt x="5756" y="437"/>
                    <a:pt x="5740" y="441"/>
                    <a:pt x="5721" y="449"/>
                  </a:cubicBezTo>
                  <a:cubicBezTo>
                    <a:pt x="5556" y="494"/>
                    <a:pt x="5392" y="538"/>
                    <a:pt x="5228" y="568"/>
                  </a:cubicBezTo>
                  <a:lnTo>
                    <a:pt x="5228" y="583"/>
                  </a:lnTo>
                  <a:cubicBezTo>
                    <a:pt x="5138" y="598"/>
                    <a:pt x="5048" y="643"/>
                    <a:pt x="4959" y="658"/>
                  </a:cubicBezTo>
                  <a:cubicBezTo>
                    <a:pt x="4914" y="673"/>
                    <a:pt x="4869" y="688"/>
                    <a:pt x="4839" y="703"/>
                  </a:cubicBezTo>
                  <a:cubicBezTo>
                    <a:pt x="4690" y="747"/>
                    <a:pt x="4526" y="792"/>
                    <a:pt x="4376" y="837"/>
                  </a:cubicBezTo>
                  <a:cubicBezTo>
                    <a:pt x="4272" y="882"/>
                    <a:pt x="4182" y="927"/>
                    <a:pt x="4078" y="971"/>
                  </a:cubicBezTo>
                  <a:cubicBezTo>
                    <a:pt x="4018" y="986"/>
                    <a:pt x="3958" y="1001"/>
                    <a:pt x="3913" y="1016"/>
                  </a:cubicBezTo>
                  <a:lnTo>
                    <a:pt x="3898" y="1016"/>
                  </a:lnTo>
                  <a:cubicBezTo>
                    <a:pt x="3854" y="1046"/>
                    <a:pt x="3809" y="1076"/>
                    <a:pt x="3764" y="1091"/>
                  </a:cubicBezTo>
                  <a:lnTo>
                    <a:pt x="3749" y="1091"/>
                  </a:lnTo>
                  <a:cubicBezTo>
                    <a:pt x="3689" y="1121"/>
                    <a:pt x="3630" y="1136"/>
                    <a:pt x="3570" y="1166"/>
                  </a:cubicBezTo>
                  <a:cubicBezTo>
                    <a:pt x="3525" y="1196"/>
                    <a:pt x="3465" y="1225"/>
                    <a:pt x="3405" y="1255"/>
                  </a:cubicBezTo>
                  <a:cubicBezTo>
                    <a:pt x="3376" y="1285"/>
                    <a:pt x="3361" y="1300"/>
                    <a:pt x="3331" y="1315"/>
                  </a:cubicBezTo>
                  <a:lnTo>
                    <a:pt x="3331" y="1330"/>
                  </a:lnTo>
                  <a:cubicBezTo>
                    <a:pt x="3286" y="1315"/>
                    <a:pt x="3241" y="1315"/>
                    <a:pt x="3196" y="1315"/>
                  </a:cubicBezTo>
                  <a:cubicBezTo>
                    <a:pt x="2942" y="1375"/>
                    <a:pt x="2703" y="1464"/>
                    <a:pt x="2494" y="1629"/>
                  </a:cubicBezTo>
                  <a:lnTo>
                    <a:pt x="2509" y="1629"/>
                  </a:lnTo>
                  <a:cubicBezTo>
                    <a:pt x="2450" y="1629"/>
                    <a:pt x="2405" y="1644"/>
                    <a:pt x="2360" y="1659"/>
                  </a:cubicBezTo>
                  <a:cubicBezTo>
                    <a:pt x="2330" y="1673"/>
                    <a:pt x="2315" y="1703"/>
                    <a:pt x="2285" y="1733"/>
                  </a:cubicBezTo>
                  <a:cubicBezTo>
                    <a:pt x="2121" y="1823"/>
                    <a:pt x="1957" y="1912"/>
                    <a:pt x="1792" y="2017"/>
                  </a:cubicBezTo>
                  <a:cubicBezTo>
                    <a:pt x="1777" y="2010"/>
                    <a:pt x="1763" y="2006"/>
                    <a:pt x="1751" y="2006"/>
                  </a:cubicBezTo>
                  <a:cubicBezTo>
                    <a:pt x="1740" y="2006"/>
                    <a:pt x="1733" y="2010"/>
                    <a:pt x="1733" y="2017"/>
                  </a:cubicBezTo>
                  <a:cubicBezTo>
                    <a:pt x="1568" y="2166"/>
                    <a:pt x="1329" y="2226"/>
                    <a:pt x="1210" y="2420"/>
                  </a:cubicBezTo>
                  <a:cubicBezTo>
                    <a:pt x="1105" y="2525"/>
                    <a:pt x="986" y="2629"/>
                    <a:pt x="881" y="2734"/>
                  </a:cubicBezTo>
                  <a:cubicBezTo>
                    <a:pt x="807" y="2794"/>
                    <a:pt x="717" y="2853"/>
                    <a:pt x="642" y="2913"/>
                  </a:cubicBezTo>
                  <a:lnTo>
                    <a:pt x="627" y="2913"/>
                  </a:lnTo>
                  <a:cubicBezTo>
                    <a:pt x="523" y="3048"/>
                    <a:pt x="433" y="3182"/>
                    <a:pt x="329" y="3301"/>
                  </a:cubicBezTo>
                  <a:cubicBezTo>
                    <a:pt x="329" y="3376"/>
                    <a:pt x="314" y="3451"/>
                    <a:pt x="239" y="3481"/>
                  </a:cubicBezTo>
                  <a:cubicBezTo>
                    <a:pt x="239" y="3481"/>
                    <a:pt x="239" y="3526"/>
                    <a:pt x="239" y="3540"/>
                  </a:cubicBezTo>
                  <a:cubicBezTo>
                    <a:pt x="149" y="3585"/>
                    <a:pt x="120" y="3660"/>
                    <a:pt x="120" y="3750"/>
                  </a:cubicBezTo>
                  <a:lnTo>
                    <a:pt x="105" y="3750"/>
                  </a:lnTo>
                  <a:cubicBezTo>
                    <a:pt x="90" y="3809"/>
                    <a:pt x="75" y="3869"/>
                    <a:pt x="60" y="3944"/>
                  </a:cubicBezTo>
                  <a:cubicBezTo>
                    <a:pt x="75" y="3944"/>
                    <a:pt x="90" y="3959"/>
                    <a:pt x="120" y="3959"/>
                  </a:cubicBezTo>
                  <a:cubicBezTo>
                    <a:pt x="105" y="3959"/>
                    <a:pt x="93" y="3962"/>
                    <a:pt x="84" y="3962"/>
                  </a:cubicBezTo>
                  <a:cubicBezTo>
                    <a:pt x="75" y="3962"/>
                    <a:pt x="67" y="3959"/>
                    <a:pt x="60" y="3944"/>
                  </a:cubicBezTo>
                  <a:lnTo>
                    <a:pt x="30" y="3944"/>
                  </a:lnTo>
                  <a:cubicBezTo>
                    <a:pt x="15" y="3974"/>
                    <a:pt x="15" y="4018"/>
                    <a:pt x="0" y="4048"/>
                  </a:cubicBezTo>
                  <a:cubicBezTo>
                    <a:pt x="0" y="4093"/>
                    <a:pt x="0" y="4138"/>
                    <a:pt x="0" y="4183"/>
                  </a:cubicBezTo>
                  <a:lnTo>
                    <a:pt x="60" y="4093"/>
                  </a:lnTo>
                  <a:lnTo>
                    <a:pt x="60" y="4093"/>
                  </a:lnTo>
                  <a:cubicBezTo>
                    <a:pt x="45" y="4123"/>
                    <a:pt x="30" y="4153"/>
                    <a:pt x="0" y="4183"/>
                  </a:cubicBezTo>
                  <a:cubicBezTo>
                    <a:pt x="15" y="4213"/>
                    <a:pt x="15" y="4227"/>
                    <a:pt x="30" y="4242"/>
                  </a:cubicBezTo>
                  <a:lnTo>
                    <a:pt x="0" y="4362"/>
                  </a:lnTo>
                  <a:cubicBezTo>
                    <a:pt x="0" y="4377"/>
                    <a:pt x="0" y="4392"/>
                    <a:pt x="0" y="4407"/>
                  </a:cubicBezTo>
                  <a:cubicBezTo>
                    <a:pt x="15" y="4496"/>
                    <a:pt x="15" y="4571"/>
                    <a:pt x="30" y="4661"/>
                  </a:cubicBezTo>
                  <a:cubicBezTo>
                    <a:pt x="45" y="4735"/>
                    <a:pt x="75" y="4795"/>
                    <a:pt x="90" y="4870"/>
                  </a:cubicBezTo>
                  <a:cubicBezTo>
                    <a:pt x="90" y="4885"/>
                    <a:pt x="105" y="4900"/>
                    <a:pt x="105" y="4915"/>
                  </a:cubicBezTo>
                  <a:cubicBezTo>
                    <a:pt x="164" y="5019"/>
                    <a:pt x="239" y="5124"/>
                    <a:pt x="359" y="5154"/>
                  </a:cubicBezTo>
                  <a:cubicBezTo>
                    <a:pt x="388" y="5154"/>
                    <a:pt x="403" y="5168"/>
                    <a:pt x="418" y="5183"/>
                  </a:cubicBezTo>
                  <a:cubicBezTo>
                    <a:pt x="418" y="5198"/>
                    <a:pt x="403" y="5213"/>
                    <a:pt x="388" y="5228"/>
                  </a:cubicBezTo>
                  <a:cubicBezTo>
                    <a:pt x="418" y="5228"/>
                    <a:pt x="448" y="5228"/>
                    <a:pt x="463" y="5213"/>
                  </a:cubicBezTo>
                  <a:cubicBezTo>
                    <a:pt x="478" y="5213"/>
                    <a:pt x="493" y="5198"/>
                    <a:pt x="508" y="5183"/>
                  </a:cubicBezTo>
                  <a:cubicBezTo>
                    <a:pt x="524" y="5263"/>
                    <a:pt x="565" y="5279"/>
                    <a:pt x="611" y="5279"/>
                  </a:cubicBezTo>
                  <a:cubicBezTo>
                    <a:pt x="643" y="5279"/>
                    <a:pt x="678" y="5271"/>
                    <a:pt x="708" y="5271"/>
                  </a:cubicBezTo>
                  <a:cubicBezTo>
                    <a:pt x="716" y="5271"/>
                    <a:pt x="724" y="5271"/>
                    <a:pt x="732" y="5273"/>
                  </a:cubicBezTo>
                  <a:cubicBezTo>
                    <a:pt x="765" y="5276"/>
                    <a:pt x="798" y="5277"/>
                    <a:pt x="831" y="5277"/>
                  </a:cubicBezTo>
                  <a:cubicBezTo>
                    <a:pt x="962" y="5277"/>
                    <a:pt x="1093" y="5258"/>
                    <a:pt x="1225" y="5258"/>
                  </a:cubicBezTo>
                  <a:cubicBezTo>
                    <a:pt x="1285" y="5258"/>
                    <a:pt x="1329" y="5243"/>
                    <a:pt x="1374" y="5243"/>
                  </a:cubicBezTo>
                  <a:cubicBezTo>
                    <a:pt x="1407" y="5218"/>
                    <a:pt x="1435" y="5207"/>
                    <a:pt x="1467" y="5207"/>
                  </a:cubicBezTo>
                  <a:cubicBezTo>
                    <a:pt x="1492" y="5207"/>
                    <a:pt x="1520" y="5215"/>
                    <a:pt x="1553" y="5228"/>
                  </a:cubicBezTo>
                  <a:cubicBezTo>
                    <a:pt x="1556" y="5231"/>
                    <a:pt x="1560" y="5232"/>
                    <a:pt x="1564" y="5232"/>
                  </a:cubicBezTo>
                  <a:cubicBezTo>
                    <a:pt x="1580" y="5232"/>
                    <a:pt x="1604" y="5213"/>
                    <a:pt x="1628" y="5213"/>
                  </a:cubicBezTo>
                  <a:cubicBezTo>
                    <a:pt x="1673" y="5198"/>
                    <a:pt x="1718" y="5198"/>
                    <a:pt x="1763" y="5183"/>
                  </a:cubicBezTo>
                  <a:cubicBezTo>
                    <a:pt x="1792" y="5168"/>
                    <a:pt x="1822" y="5124"/>
                    <a:pt x="1852" y="5109"/>
                  </a:cubicBezTo>
                  <a:cubicBezTo>
                    <a:pt x="1852" y="5098"/>
                    <a:pt x="1867" y="5088"/>
                    <a:pt x="1876" y="5088"/>
                  </a:cubicBezTo>
                  <a:cubicBezTo>
                    <a:pt x="1879" y="5088"/>
                    <a:pt x="1882" y="5089"/>
                    <a:pt x="1882" y="5094"/>
                  </a:cubicBezTo>
                  <a:cubicBezTo>
                    <a:pt x="1916" y="5114"/>
                    <a:pt x="1949" y="5128"/>
                    <a:pt x="1981" y="5128"/>
                  </a:cubicBezTo>
                  <a:cubicBezTo>
                    <a:pt x="2021" y="5128"/>
                    <a:pt x="2058" y="5107"/>
                    <a:pt x="2091" y="5049"/>
                  </a:cubicBezTo>
                  <a:cubicBezTo>
                    <a:pt x="2121" y="5019"/>
                    <a:pt x="2240" y="4989"/>
                    <a:pt x="2240" y="4989"/>
                  </a:cubicBezTo>
                  <a:cubicBezTo>
                    <a:pt x="2278" y="5051"/>
                    <a:pt x="2318" y="5070"/>
                    <a:pt x="2361" y="5070"/>
                  </a:cubicBezTo>
                  <a:cubicBezTo>
                    <a:pt x="2422" y="5070"/>
                    <a:pt x="2491" y="5034"/>
                    <a:pt x="2569" y="5034"/>
                  </a:cubicBezTo>
                  <a:cubicBezTo>
                    <a:pt x="2509" y="5019"/>
                    <a:pt x="2479" y="5004"/>
                    <a:pt x="2450" y="4989"/>
                  </a:cubicBezTo>
                  <a:lnTo>
                    <a:pt x="2539" y="4989"/>
                  </a:lnTo>
                  <a:cubicBezTo>
                    <a:pt x="2599" y="4989"/>
                    <a:pt x="2659" y="4996"/>
                    <a:pt x="2714" y="4996"/>
                  </a:cubicBezTo>
                  <a:cubicBezTo>
                    <a:pt x="2742" y="4996"/>
                    <a:pt x="2768" y="4994"/>
                    <a:pt x="2793" y="4989"/>
                  </a:cubicBezTo>
                  <a:cubicBezTo>
                    <a:pt x="2868" y="4974"/>
                    <a:pt x="2913" y="4915"/>
                    <a:pt x="2972" y="4885"/>
                  </a:cubicBezTo>
                  <a:cubicBezTo>
                    <a:pt x="3002" y="4900"/>
                    <a:pt x="3032" y="4944"/>
                    <a:pt x="3062" y="4944"/>
                  </a:cubicBezTo>
                  <a:cubicBezTo>
                    <a:pt x="3167" y="4929"/>
                    <a:pt x="3256" y="4900"/>
                    <a:pt x="3361" y="4885"/>
                  </a:cubicBezTo>
                  <a:cubicBezTo>
                    <a:pt x="3376" y="4885"/>
                    <a:pt x="3405" y="4870"/>
                    <a:pt x="3435" y="4870"/>
                  </a:cubicBezTo>
                  <a:cubicBezTo>
                    <a:pt x="3465" y="4870"/>
                    <a:pt x="3510" y="4870"/>
                    <a:pt x="3525" y="4855"/>
                  </a:cubicBezTo>
                  <a:lnTo>
                    <a:pt x="3689" y="4825"/>
                  </a:lnTo>
                  <a:cubicBezTo>
                    <a:pt x="3749" y="4810"/>
                    <a:pt x="3794" y="4795"/>
                    <a:pt x="3839" y="4795"/>
                  </a:cubicBezTo>
                  <a:cubicBezTo>
                    <a:pt x="3854" y="4780"/>
                    <a:pt x="3854" y="4780"/>
                    <a:pt x="3868" y="4780"/>
                  </a:cubicBezTo>
                  <a:lnTo>
                    <a:pt x="3854" y="4795"/>
                  </a:lnTo>
                  <a:cubicBezTo>
                    <a:pt x="3868" y="4780"/>
                    <a:pt x="3898" y="4780"/>
                    <a:pt x="3928" y="4765"/>
                  </a:cubicBezTo>
                  <a:cubicBezTo>
                    <a:pt x="3943" y="4765"/>
                    <a:pt x="3958" y="4750"/>
                    <a:pt x="3973" y="4750"/>
                  </a:cubicBezTo>
                  <a:cubicBezTo>
                    <a:pt x="4003" y="4735"/>
                    <a:pt x="4048" y="4735"/>
                    <a:pt x="4063" y="4735"/>
                  </a:cubicBezTo>
                  <a:cubicBezTo>
                    <a:pt x="4101" y="4755"/>
                    <a:pt x="4134" y="4763"/>
                    <a:pt x="4162" y="4763"/>
                  </a:cubicBezTo>
                  <a:cubicBezTo>
                    <a:pt x="4222" y="4763"/>
                    <a:pt x="4266" y="4726"/>
                    <a:pt x="4317" y="4676"/>
                  </a:cubicBezTo>
                  <a:cubicBezTo>
                    <a:pt x="4361" y="4691"/>
                    <a:pt x="4406" y="4705"/>
                    <a:pt x="4451" y="4705"/>
                  </a:cubicBezTo>
                  <a:cubicBezTo>
                    <a:pt x="4466" y="4691"/>
                    <a:pt x="4481" y="4676"/>
                    <a:pt x="4511" y="4661"/>
                  </a:cubicBezTo>
                  <a:lnTo>
                    <a:pt x="4511" y="4661"/>
                  </a:lnTo>
                  <a:lnTo>
                    <a:pt x="4451" y="4705"/>
                  </a:lnTo>
                  <a:cubicBezTo>
                    <a:pt x="4526" y="4705"/>
                    <a:pt x="4600" y="4691"/>
                    <a:pt x="4675" y="4691"/>
                  </a:cubicBezTo>
                  <a:cubicBezTo>
                    <a:pt x="4719" y="4668"/>
                    <a:pt x="4764" y="4630"/>
                    <a:pt x="4814" y="4630"/>
                  </a:cubicBezTo>
                  <a:cubicBezTo>
                    <a:pt x="4832" y="4630"/>
                    <a:pt x="4850" y="4634"/>
                    <a:pt x="4869" y="4646"/>
                  </a:cubicBezTo>
                  <a:cubicBezTo>
                    <a:pt x="4871" y="4648"/>
                    <a:pt x="4874" y="4649"/>
                    <a:pt x="4877" y="4649"/>
                  </a:cubicBezTo>
                  <a:cubicBezTo>
                    <a:pt x="4896" y="4649"/>
                    <a:pt x="4933" y="4614"/>
                    <a:pt x="4959" y="4601"/>
                  </a:cubicBezTo>
                  <a:cubicBezTo>
                    <a:pt x="5019" y="4601"/>
                    <a:pt x="5078" y="4586"/>
                    <a:pt x="5138" y="4586"/>
                  </a:cubicBezTo>
                  <a:cubicBezTo>
                    <a:pt x="5183" y="4592"/>
                    <a:pt x="5224" y="4597"/>
                    <a:pt x="5262" y="4597"/>
                  </a:cubicBezTo>
                  <a:cubicBezTo>
                    <a:pt x="5325" y="4597"/>
                    <a:pt x="5381" y="4582"/>
                    <a:pt x="5437" y="4526"/>
                  </a:cubicBezTo>
                  <a:cubicBezTo>
                    <a:pt x="5441" y="4522"/>
                    <a:pt x="5448" y="4520"/>
                    <a:pt x="5456" y="4520"/>
                  </a:cubicBezTo>
                  <a:cubicBezTo>
                    <a:pt x="5477" y="4520"/>
                    <a:pt x="5505" y="4531"/>
                    <a:pt x="5526" y="4541"/>
                  </a:cubicBezTo>
                  <a:cubicBezTo>
                    <a:pt x="5586" y="4550"/>
                    <a:pt x="5646" y="4578"/>
                    <a:pt x="5703" y="4578"/>
                  </a:cubicBezTo>
                  <a:cubicBezTo>
                    <a:pt x="5746" y="4578"/>
                    <a:pt x="5787" y="4562"/>
                    <a:pt x="5825" y="4511"/>
                  </a:cubicBezTo>
                  <a:cubicBezTo>
                    <a:pt x="5855" y="4511"/>
                    <a:pt x="5885" y="4511"/>
                    <a:pt x="5915" y="4496"/>
                  </a:cubicBezTo>
                  <a:cubicBezTo>
                    <a:pt x="5974" y="4466"/>
                    <a:pt x="6049" y="4452"/>
                    <a:pt x="6109" y="4422"/>
                  </a:cubicBezTo>
                  <a:cubicBezTo>
                    <a:pt x="6154" y="4422"/>
                    <a:pt x="6198" y="4422"/>
                    <a:pt x="6243" y="4407"/>
                  </a:cubicBezTo>
                  <a:cubicBezTo>
                    <a:pt x="6273" y="4437"/>
                    <a:pt x="6318" y="4466"/>
                    <a:pt x="6348" y="4496"/>
                  </a:cubicBezTo>
                  <a:cubicBezTo>
                    <a:pt x="6423" y="4481"/>
                    <a:pt x="6497" y="4481"/>
                    <a:pt x="6572" y="4466"/>
                  </a:cubicBezTo>
                  <a:lnTo>
                    <a:pt x="6542" y="4422"/>
                  </a:lnTo>
                  <a:lnTo>
                    <a:pt x="6542" y="4422"/>
                  </a:lnTo>
                  <a:cubicBezTo>
                    <a:pt x="6557" y="4437"/>
                    <a:pt x="6572" y="4452"/>
                    <a:pt x="6572" y="4466"/>
                  </a:cubicBezTo>
                  <a:cubicBezTo>
                    <a:pt x="6751" y="4466"/>
                    <a:pt x="6915" y="4452"/>
                    <a:pt x="7080" y="4437"/>
                  </a:cubicBezTo>
                  <a:cubicBezTo>
                    <a:pt x="7095" y="4437"/>
                    <a:pt x="7110" y="4377"/>
                    <a:pt x="7124" y="4347"/>
                  </a:cubicBezTo>
                  <a:cubicBezTo>
                    <a:pt x="7124" y="4347"/>
                    <a:pt x="7124" y="4347"/>
                    <a:pt x="7124" y="4332"/>
                  </a:cubicBezTo>
                  <a:lnTo>
                    <a:pt x="7139" y="4332"/>
                  </a:lnTo>
                  <a:cubicBezTo>
                    <a:pt x="7169" y="4362"/>
                    <a:pt x="7214" y="4377"/>
                    <a:pt x="7259" y="4407"/>
                  </a:cubicBezTo>
                  <a:cubicBezTo>
                    <a:pt x="7259" y="4392"/>
                    <a:pt x="7289" y="4362"/>
                    <a:pt x="7319" y="4332"/>
                  </a:cubicBezTo>
                  <a:cubicBezTo>
                    <a:pt x="7363" y="4332"/>
                    <a:pt x="7393" y="4347"/>
                    <a:pt x="7423" y="4347"/>
                  </a:cubicBezTo>
                  <a:cubicBezTo>
                    <a:pt x="7393" y="4377"/>
                    <a:pt x="7363" y="4392"/>
                    <a:pt x="7319" y="4407"/>
                  </a:cubicBezTo>
                  <a:cubicBezTo>
                    <a:pt x="7334" y="4422"/>
                    <a:pt x="7349" y="4437"/>
                    <a:pt x="7349" y="4437"/>
                  </a:cubicBezTo>
                  <a:cubicBezTo>
                    <a:pt x="7408" y="4407"/>
                    <a:pt x="7453" y="4362"/>
                    <a:pt x="7513" y="4332"/>
                  </a:cubicBezTo>
                  <a:cubicBezTo>
                    <a:pt x="7513" y="4317"/>
                    <a:pt x="7528" y="4317"/>
                    <a:pt x="7528" y="4317"/>
                  </a:cubicBezTo>
                  <a:lnTo>
                    <a:pt x="7528" y="4317"/>
                  </a:lnTo>
                  <a:lnTo>
                    <a:pt x="7513" y="4332"/>
                  </a:lnTo>
                  <a:cubicBezTo>
                    <a:pt x="7525" y="4368"/>
                    <a:pt x="7537" y="4415"/>
                    <a:pt x="7581" y="4415"/>
                  </a:cubicBezTo>
                  <a:cubicBezTo>
                    <a:pt x="7592" y="4415"/>
                    <a:pt x="7603" y="4412"/>
                    <a:pt x="7617" y="4407"/>
                  </a:cubicBezTo>
                  <a:cubicBezTo>
                    <a:pt x="7627" y="4405"/>
                    <a:pt x="7637" y="4405"/>
                    <a:pt x="7648" y="4405"/>
                  </a:cubicBezTo>
                  <a:cubicBezTo>
                    <a:pt x="7702" y="4405"/>
                    <a:pt x="7762" y="4420"/>
                    <a:pt x="7818" y="4420"/>
                  </a:cubicBezTo>
                  <a:cubicBezTo>
                    <a:pt x="7877" y="4420"/>
                    <a:pt x="7933" y="4403"/>
                    <a:pt x="7976" y="4332"/>
                  </a:cubicBezTo>
                  <a:lnTo>
                    <a:pt x="8006" y="4332"/>
                  </a:lnTo>
                  <a:cubicBezTo>
                    <a:pt x="8006" y="4388"/>
                    <a:pt x="8013" y="4406"/>
                    <a:pt x="8023" y="4406"/>
                  </a:cubicBezTo>
                  <a:cubicBezTo>
                    <a:pt x="8041" y="4406"/>
                    <a:pt x="8071" y="4346"/>
                    <a:pt x="8091" y="4346"/>
                  </a:cubicBezTo>
                  <a:cubicBezTo>
                    <a:pt x="8093" y="4346"/>
                    <a:pt x="8094" y="4346"/>
                    <a:pt x="8095" y="4347"/>
                  </a:cubicBezTo>
                  <a:cubicBezTo>
                    <a:pt x="8140" y="4332"/>
                    <a:pt x="8185" y="4302"/>
                    <a:pt x="8230" y="4272"/>
                  </a:cubicBezTo>
                  <a:cubicBezTo>
                    <a:pt x="8275" y="4317"/>
                    <a:pt x="8334" y="4362"/>
                    <a:pt x="8409" y="4422"/>
                  </a:cubicBezTo>
                  <a:cubicBezTo>
                    <a:pt x="8394" y="4362"/>
                    <a:pt x="8379" y="4332"/>
                    <a:pt x="8364" y="4302"/>
                  </a:cubicBezTo>
                  <a:lnTo>
                    <a:pt x="8618" y="4302"/>
                  </a:lnTo>
                  <a:cubicBezTo>
                    <a:pt x="8663" y="4302"/>
                    <a:pt x="8693" y="4302"/>
                    <a:pt x="8723" y="4287"/>
                  </a:cubicBezTo>
                  <a:lnTo>
                    <a:pt x="8723" y="4287"/>
                  </a:lnTo>
                  <a:cubicBezTo>
                    <a:pt x="8723" y="4317"/>
                    <a:pt x="8708" y="4347"/>
                    <a:pt x="8708" y="4377"/>
                  </a:cubicBezTo>
                  <a:cubicBezTo>
                    <a:pt x="8733" y="4377"/>
                    <a:pt x="8759" y="4374"/>
                    <a:pt x="8780" y="4374"/>
                  </a:cubicBezTo>
                  <a:cubicBezTo>
                    <a:pt x="8821" y="4374"/>
                    <a:pt x="8837" y="4387"/>
                    <a:pt x="8767" y="4466"/>
                  </a:cubicBezTo>
                  <a:cubicBezTo>
                    <a:pt x="8767" y="4481"/>
                    <a:pt x="8782" y="4511"/>
                    <a:pt x="8782" y="4526"/>
                  </a:cubicBezTo>
                  <a:cubicBezTo>
                    <a:pt x="8872" y="4437"/>
                    <a:pt x="8962" y="4362"/>
                    <a:pt x="9066" y="4272"/>
                  </a:cubicBezTo>
                  <a:cubicBezTo>
                    <a:pt x="9081" y="4272"/>
                    <a:pt x="9096" y="4257"/>
                    <a:pt x="9111" y="4242"/>
                  </a:cubicBezTo>
                  <a:lnTo>
                    <a:pt x="9141" y="4242"/>
                  </a:lnTo>
                  <a:cubicBezTo>
                    <a:pt x="9216" y="4257"/>
                    <a:pt x="9290" y="4287"/>
                    <a:pt x="9365" y="4287"/>
                  </a:cubicBezTo>
                  <a:cubicBezTo>
                    <a:pt x="9374" y="4290"/>
                    <a:pt x="9382" y="4291"/>
                    <a:pt x="9390" y="4291"/>
                  </a:cubicBezTo>
                  <a:cubicBezTo>
                    <a:pt x="9422" y="4291"/>
                    <a:pt x="9449" y="4272"/>
                    <a:pt x="9484" y="4272"/>
                  </a:cubicBezTo>
                  <a:cubicBezTo>
                    <a:pt x="9470" y="4231"/>
                    <a:pt x="9469" y="4218"/>
                    <a:pt x="9477" y="4218"/>
                  </a:cubicBezTo>
                  <a:cubicBezTo>
                    <a:pt x="9486" y="4218"/>
                    <a:pt x="9505" y="4234"/>
                    <a:pt x="9529" y="4242"/>
                  </a:cubicBezTo>
                  <a:cubicBezTo>
                    <a:pt x="9604" y="4257"/>
                    <a:pt x="9679" y="4272"/>
                    <a:pt x="9753" y="4287"/>
                  </a:cubicBezTo>
                  <a:cubicBezTo>
                    <a:pt x="9775" y="4287"/>
                    <a:pt x="9781" y="4230"/>
                    <a:pt x="9806" y="4230"/>
                  </a:cubicBezTo>
                  <a:cubicBezTo>
                    <a:pt x="9816" y="4230"/>
                    <a:pt x="9827" y="4238"/>
                    <a:pt x="9843" y="4257"/>
                  </a:cubicBezTo>
                  <a:cubicBezTo>
                    <a:pt x="9868" y="4288"/>
                    <a:pt x="9889" y="4299"/>
                    <a:pt x="9907" y="4299"/>
                  </a:cubicBezTo>
                  <a:cubicBezTo>
                    <a:pt x="9941" y="4299"/>
                    <a:pt x="9968" y="4257"/>
                    <a:pt x="10007" y="4227"/>
                  </a:cubicBezTo>
                  <a:cubicBezTo>
                    <a:pt x="10008" y="4227"/>
                    <a:pt x="10009" y="4226"/>
                    <a:pt x="10010" y="4226"/>
                  </a:cubicBezTo>
                  <a:cubicBezTo>
                    <a:pt x="10022" y="4226"/>
                    <a:pt x="10050" y="4288"/>
                    <a:pt x="10097" y="4288"/>
                  </a:cubicBezTo>
                  <a:cubicBezTo>
                    <a:pt x="10114" y="4288"/>
                    <a:pt x="10134" y="4280"/>
                    <a:pt x="10156" y="4257"/>
                  </a:cubicBezTo>
                  <a:cubicBezTo>
                    <a:pt x="10156" y="4257"/>
                    <a:pt x="10156" y="4257"/>
                    <a:pt x="10156" y="4242"/>
                  </a:cubicBezTo>
                  <a:cubicBezTo>
                    <a:pt x="10216" y="4257"/>
                    <a:pt x="10291" y="4287"/>
                    <a:pt x="10351" y="4287"/>
                  </a:cubicBezTo>
                  <a:cubicBezTo>
                    <a:pt x="10404" y="4274"/>
                    <a:pt x="10455" y="4266"/>
                    <a:pt x="10505" y="4266"/>
                  </a:cubicBezTo>
                  <a:cubicBezTo>
                    <a:pt x="10567" y="4266"/>
                    <a:pt x="10628" y="4278"/>
                    <a:pt x="10694" y="4302"/>
                  </a:cubicBezTo>
                  <a:cubicBezTo>
                    <a:pt x="10694" y="4302"/>
                    <a:pt x="10724" y="4287"/>
                    <a:pt x="10739" y="4272"/>
                  </a:cubicBezTo>
                  <a:lnTo>
                    <a:pt x="10754" y="4272"/>
                  </a:lnTo>
                  <a:cubicBezTo>
                    <a:pt x="10799" y="4287"/>
                    <a:pt x="10844" y="4302"/>
                    <a:pt x="10873" y="4317"/>
                  </a:cubicBezTo>
                  <a:cubicBezTo>
                    <a:pt x="10888" y="4317"/>
                    <a:pt x="10903" y="4287"/>
                    <a:pt x="10903" y="4272"/>
                  </a:cubicBezTo>
                  <a:cubicBezTo>
                    <a:pt x="10858" y="4242"/>
                    <a:pt x="10814" y="4227"/>
                    <a:pt x="10769" y="4198"/>
                  </a:cubicBezTo>
                  <a:cubicBezTo>
                    <a:pt x="10769" y="4198"/>
                    <a:pt x="10769" y="4198"/>
                    <a:pt x="10754" y="4183"/>
                  </a:cubicBezTo>
                  <a:lnTo>
                    <a:pt x="10739" y="4138"/>
                  </a:lnTo>
                  <a:cubicBezTo>
                    <a:pt x="10754" y="4108"/>
                    <a:pt x="10769" y="4078"/>
                    <a:pt x="10784" y="4048"/>
                  </a:cubicBezTo>
                  <a:lnTo>
                    <a:pt x="10814" y="3944"/>
                  </a:lnTo>
                  <a:lnTo>
                    <a:pt x="10978" y="3944"/>
                  </a:lnTo>
                  <a:cubicBezTo>
                    <a:pt x="10978" y="3841"/>
                    <a:pt x="10971" y="3802"/>
                    <a:pt x="10889" y="3802"/>
                  </a:cubicBezTo>
                  <a:cubicBezTo>
                    <a:pt x="10852" y="3802"/>
                    <a:pt x="10799" y="3810"/>
                    <a:pt x="10724" y="3824"/>
                  </a:cubicBezTo>
                  <a:cubicBezTo>
                    <a:pt x="10769" y="3839"/>
                    <a:pt x="10784" y="3854"/>
                    <a:pt x="10814" y="3869"/>
                  </a:cubicBezTo>
                  <a:cubicBezTo>
                    <a:pt x="10784" y="3884"/>
                    <a:pt x="10754" y="3899"/>
                    <a:pt x="10724" y="3914"/>
                  </a:cubicBezTo>
                  <a:cubicBezTo>
                    <a:pt x="10672" y="3904"/>
                    <a:pt x="10621" y="3822"/>
                    <a:pt x="10564" y="3822"/>
                  </a:cubicBezTo>
                  <a:cubicBezTo>
                    <a:pt x="10539" y="3822"/>
                    <a:pt x="10513" y="3838"/>
                    <a:pt x="10485" y="3884"/>
                  </a:cubicBezTo>
                  <a:cubicBezTo>
                    <a:pt x="10395" y="3869"/>
                    <a:pt x="10306" y="3884"/>
                    <a:pt x="10261" y="3794"/>
                  </a:cubicBezTo>
                  <a:cubicBezTo>
                    <a:pt x="10257" y="3790"/>
                    <a:pt x="10247" y="3788"/>
                    <a:pt x="10235" y="3788"/>
                  </a:cubicBezTo>
                  <a:cubicBezTo>
                    <a:pt x="10205" y="3788"/>
                    <a:pt x="10158" y="3799"/>
                    <a:pt x="10127" y="3809"/>
                  </a:cubicBezTo>
                  <a:cubicBezTo>
                    <a:pt x="10112" y="3824"/>
                    <a:pt x="10082" y="3839"/>
                    <a:pt x="10067" y="3854"/>
                  </a:cubicBezTo>
                  <a:cubicBezTo>
                    <a:pt x="10037" y="3854"/>
                    <a:pt x="10007" y="3839"/>
                    <a:pt x="9992" y="3839"/>
                  </a:cubicBezTo>
                  <a:cubicBezTo>
                    <a:pt x="9962" y="3839"/>
                    <a:pt x="9947" y="3854"/>
                    <a:pt x="9917" y="3869"/>
                  </a:cubicBezTo>
                  <a:cubicBezTo>
                    <a:pt x="9947" y="3884"/>
                    <a:pt x="9962" y="3899"/>
                    <a:pt x="9992" y="3914"/>
                  </a:cubicBezTo>
                  <a:lnTo>
                    <a:pt x="10037" y="3914"/>
                  </a:lnTo>
                  <a:lnTo>
                    <a:pt x="10037" y="3944"/>
                  </a:lnTo>
                  <a:lnTo>
                    <a:pt x="9828" y="3944"/>
                  </a:lnTo>
                  <a:cubicBezTo>
                    <a:pt x="9813" y="3884"/>
                    <a:pt x="9798" y="3839"/>
                    <a:pt x="9783" y="3779"/>
                  </a:cubicBezTo>
                  <a:cubicBezTo>
                    <a:pt x="9768" y="3779"/>
                    <a:pt x="9753" y="3794"/>
                    <a:pt x="9738" y="3794"/>
                  </a:cubicBezTo>
                  <a:cubicBezTo>
                    <a:pt x="9753" y="3839"/>
                    <a:pt x="9753" y="3884"/>
                    <a:pt x="9768" y="3944"/>
                  </a:cubicBezTo>
                  <a:lnTo>
                    <a:pt x="9708" y="3944"/>
                  </a:lnTo>
                  <a:cubicBezTo>
                    <a:pt x="9664" y="3884"/>
                    <a:pt x="9708" y="3794"/>
                    <a:pt x="9634" y="3764"/>
                  </a:cubicBezTo>
                  <a:cubicBezTo>
                    <a:pt x="9625" y="3760"/>
                    <a:pt x="9617" y="3758"/>
                    <a:pt x="9611" y="3758"/>
                  </a:cubicBezTo>
                  <a:cubicBezTo>
                    <a:pt x="9595" y="3758"/>
                    <a:pt x="9585" y="3769"/>
                    <a:pt x="9574" y="3779"/>
                  </a:cubicBezTo>
                  <a:cubicBezTo>
                    <a:pt x="9544" y="3824"/>
                    <a:pt x="9514" y="3854"/>
                    <a:pt x="9484" y="3884"/>
                  </a:cubicBezTo>
                  <a:cubicBezTo>
                    <a:pt x="9469" y="3869"/>
                    <a:pt x="9454" y="3869"/>
                    <a:pt x="9440" y="3854"/>
                  </a:cubicBezTo>
                  <a:cubicBezTo>
                    <a:pt x="9415" y="3842"/>
                    <a:pt x="9381" y="3820"/>
                    <a:pt x="9361" y="3820"/>
                  </a:cubicBezTo>
                  <a:cubicBezTo>
                    <a:pt x="9357" y="3820"/>
                    <a:pt x="9353" y="3821"/>
                    <a:pt x="9350" y="3824"/>
                  </a:cubicBezTo>
                  <a:cubicBezTo>
                    <a:pt x="9320" y="3854"/>
                    <a:pt x="9305" y="3899"/>
                    <a:pt x="9275" y="3944"/>
                  </a:cubicBezTo>
                  <a:lnTo>
                    <a:pt x="9245" y="3944"/>
                  </a:lnTo>
                  <a:cubicBezTo>
                    <a:pt x="9228" y="3858"/>
                    <a:pt x="9211" y="3817"/>
                    <a:pt x="9174" y="3817"/>
                  </a:cubicBezTo>
                  <a:cubicBezTo>
                    <a:pt x="9147" y="3817"/>
                    <a:pt x="9108" y="3839"/>
                    <a:pt x="9051" y="3884"/>
                  </a:cubicBezTo>
                  <a:cubicBezTo>
                    <a:pt x="8991" y="3899"/>
                    <a:pt x="8947" y="3914"/>
                    <a:pt x="8887" y="3944"/>
                  </a:cubicBezTo>
                  <a:lnTo>
                    <a:pt x="8528" y="3944"/>
                  </a:lnTo>
                  <a:cubicBezTo>
                    <a:pt x="8543" y="3914"/>
                    <a:pt x="8573" y="3884"/>
                    <a:pt x="8588" y="3854"/>
                  </a:cubicBezTo>
                  <a:cubicBezTo>
                    <a:pt x="8558" y="3839"/>
                    <a:pt x="8528" y="3824"/>
                    <a:pt x="8499" y="3794"/>
                  </a:cubicBezTo>
                  <a:cubicBezTo>
                    <a:pt x="8364" y="3794"/>
                    <a:pt x="8364" y="3794"/>
                    <a:pt x="8394" y="3884"/>
                  </a:cubicBezTo>
                  <a:cubicBezTo>
                    <a:pt x="8394" y="3899"/>
                    <a:pt x="8394" y="3914"/>
                    <a:pt x="8394" y="3944"/>
                  </a:cubicBezTo>
                  <a:lnTo>
                    <a:pt x="8334" y="3944"/>
                  </a:lnTo>
                  <a:cubicBezTo>
                    <a:pt x="8319" y="3914"/>
                    <a:pt x="8304" y="3899"/>
                    <a:pt x="8289" y="3869"/>
                  </a:cubicBezTo>
                  <a:lnTo>
                    <a:pt x="8275" y="3809"/>
                  </a:lnTo>
                  <a:lnTo>
                    <a:pt x="8230" y="3854"/>
                  </a:lnTo>
                  <a:cubicBezTo>
                    <a:pt x="8170" y="3809"/>
                    <a:pt x="8107" y="3794"/>
                    <a:pt x="8041" y="3794"/>
                  </a:cubicBezTo>
                  <a:cubicBezTo>
                    <a:pt x="7976" y="3794"/>
                    <a:pt x="7909" y="3809"/>
                    <a:pt x="7841" y="3824"/>
                  </a:cubicBezTo>
                  <a:cubicBezTo>
                    <a:pt x="7782" y="3869"/>
                    <a:pt x="7737" y="3899"/>
                    <a:pt x="7677" y="3944"/>
                  </a:cubicBezTo>
                  <a:lnTo>
                    <a:pt x="7588" y="3944"/>
                  </a:lnTo>
                  <a:cubicBezTo>
                    <a:pt x="7632" y="3899"/>
                    <a:pt x="7662" y="3869"/>
                    <a:pt x="7707" y="3839"/>
                  </a:cubicBezTo>
                  <a:cubicBezTo>
                    <a:pt x="7707" y="3824"/>
                    <a:pt x="7692" y="3824"/>
                    <a:pt x="7692" y="3809"/>
                  </a:cubicBezTo>
                  <a:cubicBezTo>
                    <a:pt x="7573" y="3839"/>
                    <a:pt x="7438" y="3854"/>
                    <a:pt x="7319" y="3884"/>
                  </a:cubicBezTo>
                  <a:cubicBezTo>
                    <a:pt x="7229" y="3869"/>
                    <a:pt x="7139" y="3854"/>
                    <a:pt x="7050" y="3839"/>
                  </a:cubicBezTo>
                  <a:cubicBezTo>
                    <a:pt x="7035" y="3854"/>
                    <a:pt x="7035" y="3869"/>
                    <a:pt x="7035" y="3884"/>
                  </a:cubicBezTo>
                  <a:cubicBezTo>
                    <a:pt x="7080" y="3899"/>
                    <a:pt x="7110" y="3914"/>
                    <a:pt x="7154" y="3944"/>
                  </a:cubicBezTo>
                  <a:lnTo>
                    <a:pt x="7020" y="3944"/>
                  </a:lnTo>
                  <a:cubicBezTo>
                    <a:pt x="6991" y="3886"/>
                    <a:pt x="6964" y="3866"/>
                    <a:pt x="6939" y="3866"/>
                  </a:cubicBezTo>
                  <a:cubicBezTo>
                    <a:pt x="6899" y="3866"/>
                    <a:pt x="6862" y="3916"/>
                    <a:pt x="6826" y="3944"/>
                  </a:cubicBezTo>
                  <a:lnTo>
                    <a:pt x="6691" y="3944"/>
                  </a:lnTo>
                  <a:cubicBezTo>
                    <a:pt x="6699" y="3891"/>
                    <a:pt x="6684" y="3880"/>
                    <a:pt x="6663" y="3880"/>
                  </a:cubicBezTo>
                  <a:cubicBezTo>
                    <a:pt x="6648" y="3880"/>
                    <a:pt x="6629" y="3887"/>
                    <a:pt x="6615" y="3887"/>
                  </a:cubicBezTo>
                  <a:cubicBezTo>
                    <a:pt x="6610" y="3887"/>
                    <a:pt x="6605" y="3886"/>
                    <a:pt x="6602" y="3884"/>
                  </a:cubicBezTo>
                  <a:lnTo>
                    <a:pt x="6079" y="3944"/>
                  </a:lnTo>
                  <a:lnTo>
                    <a:pt x="5526" y="3944"/>
                  </a:lnTo>
                  <a:lnTo>
                    <a:pt x="5496" y="3974"/>
                  </a:lnTo>
                  <a:cubicBezTo>
                    <a:pt x="5437" y="3989"/>
                    <a:pt x="5377" y="4003"/>
                    <a:pt x="5302" y="4033"/>
                  </a:cubicBezTo>
                  <a:lnTo>
                    <a:pt x="5258" y="4033"/>
                  </a:lnTo>
                  <a:cubicBezTo>
                    <a:pt x="5249" y="4016"/>
                    <a:pt x="5240" y="4009"/>
                    <a:pt x="5222" y="4009"/>
                  </a:cubicBezTo>
                  <a:cubicBezTo>
                    <a:pt x="5210" y="4009"/>
                    <a:pt x="5193" y="4012"/>
                    <a:pt x="5168" y="4018"/>
                  </a:cubicBezTo>
                  <a:cubicBezTo>
                    <a:pt x="5168" y="4033"/>
                    <a:pt x="5153" y="4033"/>
                    <a:pt x="5153" y="4048"/>
                  </a:cubicBezTo>
                  <a:cubicBezTo>
                    <a:pt x="5146" y="4041"/>
                    <a:pt x="5138" y="4037"/>
                    <a:pt x="5131" y="4037"/>
                  </a:cubicBezTo>
                  <a:cubicBezTo>
                    <a:pt x="5123" y="4037"/>
                    <a:pt x="5116" y="4041"/>
                    <a:pt x="5108" y="4048"/>
                  </a:cubicBezTo>
                  <a:cubicBezTo>
                    <a:pt x="5078" y="4033"/>
                    <a:pt x="5033" y="4033"/>
                    <a:pt x="4989" y="4033"/>
                  </a:cubicBezTo>
                  <a:cubicBezTo>
                    <a:pt x="4899" y="4048"/>
                    <a:pt x="4809" y="4063"/>
                    <a:pt x="4705" y="4078"/>
                  </a:cubicBezTo>
                  <a:cubicBezTo>
                    <a:pt x="4675" y="4078"/>
                    <a:pt x="4630" y="4093"/>
                    <a:pt x="4600" y="4108"/>
                  </a:cubicBezTo>
                  <a:cubicBezTo>
                    <a:pt x="4585" y="4108"/>
                    <a:pt x="4570" y="4108"/>
                    <a:pt x="4556" y="4123"/>
                  </a:cubicBezTo>
                  <a:lnTo>
                    <a:pt x="4481" y="4123"/>
                  </a:lnTo>
                  <a:cubicBezTo>
                    <a:pt x="4436" y="4093"/>
                    <a:pt x="4391" y="4078"/>
                    <a:pt x="4332" y="4078"/>
                  </a:cubicBezTo>
                  <a:cubicBezTo>
                    <a:pt x="4018" y="4123"/>
                    <a:pt x="3704" y="4183"/>
                    <a:pt x="3405" y="4213"/>
                  </a:cubicBezTo>
                  <a:cubicBezTo>
                    <a:pt x="3346" y="4227"/>
                    <a:pt x="3331" y="4272"/>
                    <a:pt x="3271" y="4272"/>
                  </a:cubicBezTo>
                  <a:cubicBezTo>
                    <a:pt x="3249" y="4270"/>
                    <a:pt x="3228" y="4269"/>
                    <a:pt x="3206" y="4269"/>
                  </a:cubicBezTo>
                  <a:cubicBezTo>
                    <a:pt x="3064" y="4269"/>
                    <a:pt x="2923" y="4310"/>
                    <a:pt x="2793" y="4362"/>
                  </a:cubicBezTo>
                  <a:cubicBezTo>
                    <a:pt x="2783" y="4372"/>
                    <a:pt x="2779" y="4383"/>
                    <a:pt x="2768" y="4383"/>
                  </a:cubicBezTo>
                  <a:cubicBezTo>
                    <a:pt x="2763" y="4383"/>
                    <a:pt x="2757" y="4381"/>
                    <a:pt x="2748" y="4377"/>
                  </a:cubicBezTo>
                  <a:cubicBezTo>
                    <a:pt x="2726" y="4362"/>
                    <a:pt x="2703" y="4354"/>
                    <a:pt x="2679" y="4354"/>
                  </a:cubicBezTo>
                  <a:cubicBezTo>
                    <a:pt x="2655" y="4354"/>
                    <a:pt x="2629" y="4362"/>
                    <a:pt x="2599" y="4377"/>
                  </a:cubicBezTo>
                  <a:cubicBezTo>
                    <a:pt x="2599" y="4377"/>
                    <a:pt x="2599" y="4392"/>
                    <a:pt x="2599" y="4392"/>
                  </a:cubicBezTo>
                  <a:lnTo>
                    <a:pt x="2450" y="4437"/>
                  </a:lnTo>
                  <a:lnTo>
                    <a:pt x="2390" y="4452"/>
                  </a:lnTo>
                  <a:lnTo>
                    <a:pt x="2375" y="4437"/>
                  </a:lnTo>
                  <a:cubicBezTo>
                    <a:pt x="2358" y="4425"/>
                    <a:pt x="2341" y="4420"/>
                    <a:pt x="2324" y="4420"/>
                  </a:cubicBezTo>
                  <a:cubicBezTo>
                    <a:pt x="2296" y="4420"/>
                    <a:pt x="2268" y="4433"/>
                    <a:pt x="2240" y="4452"/>
                  </a:cubicBezTo>
                  <a:lnTo>
                    <a:pt x="2240" y="4466"/>
                  </a:lnTo>
                  <a:lnTo>
                    <a:pt x="2061" y="4526"/>
                  </a:lnTo>
                  <a:cubicBezTo>
                    <a:pt x="2002" y="4526"/>
                    <a:pt x="1927" y="4541"/>
                    <a:pt x="1867" y="4541"/>
                  </a:cubicBezTo>
                  <a:lnTo>
                    <a:pt x="1733" y="4571"/>
                  </a:lnTo>
                  <a:lnTo>
                    <a:pt x="1509" y="4571"/>
                  </a:lnTo>
                  <a:lnTo>
                    <a:pt x="1509" y="4586"/>
                  </a:lnTo>
                  <a:lnTo>
                    <a:pt x="1464" y="4586"/>
                  </a:lnTo>
                  <a:cubicBezTo>
                    <a:pt x="1455" y="4582"/>
                    <a:pt x="1445" y="4580"/>
                    <a:pt x="1434" y="4580"/>
                  </a:cubicBezTo>
                  <a:cubicBezTo>
                    <a:pt x="1409" y="4580"/>
                    <a:pt x="1380" y="4590"/>
                    <a:pt x="1359" y="4601"/>
                  </a:cubicBezTo>
                  <a:lnTo>
                    <a:pt x="807" y="4601"/>
                  </a:lnTo>
                  <a:cubicBezTo>
                    <a:pt x="792" y="4601"/>
                    <a:pt x="792" y="4586"/>
                    <a:pt x="792" y="4586"/>
                  </a:cubicBezTo>
                  <a:cubicBezTo>
                    <a:pt x="687" y="4556"/>
                    <a:pt x="642" y="4481"/>
                    <a:pt x="657" y="4377"/>
                  </a:cubicBezTo>
                  <a:cubicBezTo>
                    <a:pt x="702" y="4227"/>
                    <a:pt x="747" y="4093"/>
                    <a:pt x="792" y="3944"/>
                  </a:cubicBezTo>
                  <a:lnTo>
                    <a:pt x="822" y="3944"/>
                  </a:lnTo>
                  <a:cubicBezTo>
                    <a:pt x="822" y="3929"/>
                    <a:pt x="822" y="3914"/>
                    <a:pt x="822" y="3899"/>
                  </a:cubicBezTo>
                  <a:lnTo>
                    <a:pt x="837" y="3899"/>
                  </a:lnTo>
                  <a:cubicBezTo>
                    <a:pt x="911" y="3839"/>
                    <a:pt x="926" y="3779"/>
                    <a:pt x="896" y="3690"/>
                  </a:cubicBezTo>
                  <a:lnTo>
                    <a:pt x="896" y="3675"/>
                  </a:lnTo>
                  <a:cubicBezTo>
                    <a:pt x="926" y="3660"/>
                    <a:pt x="971" y="3645"/>
                    <a:pt x="1001" y="3615"/>
                  </a:cubicBezTo>
                  <a:lnTo>
                    <a:pt x="956" y="3585"/>
                  </a:lnTo>
                  <a:cubicBezTo>
                    <a:pt x="1031" y="3555"/>
                    <a:pt x="1105" y="3540"/>
                    <a:pt x="1120" y="3436"/>
                  </a:cubicBezTo>
                  <a:lnTo>
                    <a:pt x="1105" y="3436"/>
                  </a:lnTo>
                  <a:cubicBezTo>
                    <a:pt x="1105" y="3421"/>
                    <a:pt x="1090" y="3406"/>
                    <a:pt x="1075" y="3406"/>
                  </a:cubicBezTo>
                  <a:lnTo>
                    <a:pt x="1046" y="3391"/>
                  </a:lnTo>
                  <a:lnTo>
                    <a:pt x="1046" y="3391"/>
                  </a:lnTo>
                  <a:cubicBezTo>
                    <a:pt x="1076" y="3406"/>
                    <a:pt x="1105" y="3406"/>
                    <a:pt x="1120" y="3436"/>
                  </a:cubicBezTo>
                  <a:lnTo>
                    <a:pt x="1180" y="3376"/>
                  </a:lnTo>
                  <a:cubicBezTo>
                    <a:pt x="1225" y="3301"/>
                    <a:pt x="1285" y="3227"/>
                    <a:pt x="1344" y="3152"/>
                  </a:cubicBezTo>
                  <a:cubicBezTo>
                    <a:pt x="1389" y="3122"/>
                    <a:pt x="1434" y="3107"/>
                    <a:pt x="1479" y="3077"/>
                  </a:cubicBezTo>
                  <a:cubicBezTo>
                    <a:pt x="1524" y="3033"/>
                    <a:pt x="1553" y="2988"/>
                    <a:pt x="1598" y="2958"/>
                  </a:cubicBezTo>
                  <a:lnTo>
                    <a:pt x="1598" y="2943"/>
                  </a:lnTo>
                  <a:cubicBezTo>
                    <a:pt x="1613" y="2928"/>
                    <a:pt x="1613" y="2898"/>
                    <a:pt x="1628" y="2868"/>
                  </a:cubicBezTo>
                  <a:lnTo>
                    <a:pt x="1658" y="2868"/>
                  </a:lnTo>
                  <a:lnTo>
                    <a:pt x="1763" y="2898"/>
                  </a:lnTo>
                  <a:lnTo>
                    <a:pt x="1777" y="2824"/>
                  </a:lnTo>
                  <a:lnTo>
                    <a:pt x="1807" y="2824"/>
                  </a:lnTo>
                  <a:cubicBezTo>
                    <a:pt x="1867" y="2779"/>
                    <a:pt x="1927" y="2719"/>
                    <a:pt x="1942" y="2659"/>
                  </a:cubicBezTo>
                  <a:cubicBezTo>
                    <a:pt x="1965" y="2601"/>
                    <a:pt x="1988" y="2579"/>
                    <a:pt x="2025" y="2579"/>
                  </a:cubicBezTo>
                  <a:cubicBezTo>
                    <a:pt x="2036" y="2579"/>
                    <a:pt x="2048" y="2581"/>
                    <a:pt x="2061" y="2585"/>
                  </a:cubicBezTo>
                  <a:cubicBezTo>
                    <a:pt x="2061" y="2585"/>
                    <a:pt x="2046" y="2599"/>
                    <a:pt x="2061" y="2614"/>
                  </a:cubicBezTo>
                  <a:cubicBezTo>
                    <a:pt x="2072" y="2636"/>
                    <a:pt x="2091" y="2650"/>
                    <a:pt x="2118" y="2650"/>
                  </a:cubicBezTo>
                  <a:cubicBezTo>
                    <a:pt x="2128" y="2650"/>
                    <a:pt x="2139" y="2648"/>
                    <a:pt x="2151" y="2644"/>
                  </a:cubicBezTo>
                  <a:cubicBezTo>
                    <a:pt x="2270" y="2570"/>
                    <a:pt x="2390" y="2510"/>
                    <a:pt x="2509" y="2435"/>
                  </a:cubicBezTo>
                  <a:lnTo>
                    <a:pt x="2405" y="2375"/>
                  </a:lnTo>
                  <a:cubicBezTo>
                    <a:pt x="2420" y="2361"/>
                    <a:pt x="2450" y="2361"/>
                    <a:pt x="2479" y="2346"/>
                  </a:cubicBezTo>
                  <a:cubicBezTo>
                    <a:pt x="2479" y="2346"/>
                    <a:pt x="2494" y="2331"/>
                    <a:pt x="2494" y="2331"/>
                  </a:cubicBezTo>
                  <a:lnTo>
                    <a:pt x="2524" y="2286"/>
                  </a:lnTo>
                  <a:cubicBezTo>
                    <a:pt x="2524" y="2271"/>
                    <a:pt x="2524" y="2256"/>
                    <a:pt x="2524" y="2226"/>
                  </a:cubicBezTo>
                  <a:lnTo>
                    <a:pt x="2539" y="2226"/>
                  </a:lnTo>
                  <a:cubicBezTo>
                    <a:pt x="2614" y="2211"/>
                    <a:pt x="2703" y="2211"/>
                    <a:pt x="2778" y="2181"/>
                  </a:cubicBezTo>
                  <a:cubicBezTo>
                    <a:pt x="2853" y="2151"/>
                    <a:pt x="2898" y="2077"/>
                    <a:pt x="2972" y="2062"/>
                  </a:cubicBezTo>
                  <a:cubicBezTo>
                    <a:pt x="3107" y="2032"/>
                    <a:pt x="3181" y="1927"/>
                    <a:pt x="3301" y="1883"/>
                  </a:cubicBezTo>
                  <a:lnTo>
                    <a:pt x="3316" y="1883"/>
                  </a:lnTo>
                  <a:cubicBezTo>
                    <a:pt x="3331" y="1883"/>
                    <a:pt x="3361" y="1883"/>
                    <a:pt x="3376" y="1897"/>
                  </a:cubicBezTo>
                  <a:cubicBezTo>
                    <a:pt x="3376" y="1868"/>
                    <a:pt x="3361" y="1838"/>
                    <a:pt x="3361" y="1823"/>
                  </a:cubicBezTo>
                  <a:cubicBezTo>
                    <a:pt x="3435" y="1793"/>
                    <a:pt x="3510" y="1763"/>
                    <a:pt x="3570" y="1733"/>
                  </a:cubicBezTo>
                  <a:lnTo>
                    <a:pt x="3719" y="1733"/>
                  </a:lnTo>
                  <a:lnTo>
                    <a:pt x="3794" y="1688"/>
                  </a:lnTo>
                  <a:lnTo>
                    <a:pt x="3809" y="1688"/>
                  </a:lnTo>
                  <a:cubicBezTo>
                    <a:pt x="3839" y="1659"/>
                    <a:pt x="3883" y="1644"/>
                    <a:pt x="3928" y="1629"/>
                  </a:cubicBezTo>
                  <a:lnTo>
                    <a:pt x="3958" y="1629"/>
                  </a:lnTo>
                  <a:cubicBezTo>
                    <a:pt x="4063" y="1614"/>
                    <a:pt x="4137" y="1584"/>
                    <a:pt x="4107" y="1464"/>
                  </a:cubicBezTo>
                  <a:lnTo>
                    <a:pt x="4152" y="1464"/>
                  </a:lnTo>
                  <a:cubicBezTo>
                    <a:pt x="4167" y="1479"/>
                    <a:pt x="4182" y="1479"/>
                    <a:pt x="4197" y="1479"/>
                  </a:cubicBezTo>
                  <a:lnTo>
                    <a:pt x="4287" y="1479"/>
                  </a:lnTo>
                  <a:cubicBezTo>
                    <a:pt x="4332" y="1479"/>
                    <a:pt x="4376" y="1464"/>
                    <a:pt x="4421" y="1464"/>
                  </a:cubicBezTo>
                  <a:cubicBezTo>
                    <a:pt x="4481" y="1434"/>
                    <a:pt x="4541" y="1405"/>
                    <a:pt x="4600" y="1375"/>
                  </a:cubicBezTo>
                  <a:cubicBezTo>
                    <a:pt x="4735" y="1330"/>
                    <a:pt x="4869" y="1285"/>
                    <a:pt x="5004" y="1240"/>
                  </a:cubicBezTo>
                  <a:cubicBezTo>
                    <a:pt x="5019" y="1240"/>
                    <a:pt x="5033" y="1225"/>
                    <a:pt x="5048" y="1225"/>
                  </a:cubicBezTo>
                  <a:cubicBezTo>
                    <a:pt x="5063" y="1225"/>
                    <a:pt x="5063" y="1225"/>
                    <a:pt x="5063" y="1210"/>
                  </a:cubicBezTo>
                  <a:cubicBezTo>
                    <a:pt x="5123" y="1196"/>
                    <a:pt x="5198" y="1181"/>
                    <a:pt x="5258" y="1151"/>
                  </a:cubicBezTo>
                  <a:cubicBezTo>
                    <a:pt x="5437" y="1091"/>
                    <a:pt x="5631" y="1016"/>
                    <a:pt x="5810" y="957"/>
                  </a:cubicBezTo>
                  <a:cubicBezTo>
                    <a:pt x="5825" y="942"/>
                    <a:pt x="5840" y="942"/>
                    <a:pt x="5840" y="942"/>
                  </a:cubicBezTo>
                  <a:cubicBezTo>
                    <a:pt x="5871" y="890"/>
                    <a:pt x="5881" y="874"/>
                    <a:pt x="5913" y="874"/>
                  </a:cubicBezTo>
                  <a:cubicBezTo>
                    <a:pt x="5928" y="874"/>
                    <a:pt x="5947" y="877"/>
                    <a:pt x="5974" y="882"/>
                  </a:cubicBezTo>
                  <a:cubicBezTo>
                    <a:pt x="5974" y="897"/>
                    <a:pt x="5974" y="912"/>
                    <a:pt x="5974" y="927"/>
                  </a:cubicBezTo>
                  <a:cubicBezTo>
                    <a:pt x="6064" y="882"/>
                    <a:pt x="6154" y="852"/>
                    <a:pt x="6243" y="807"/>
                  </a:cubicBezTo>
                  <a:cubicBezTo>
                    <a:pt x="6258" y="822"/>
                    <a:pt x="6288" y="837"/>
                    <a:pt x="6303" y="852"/>
                  </a:cubicBezTo>
                  <a:lnTo>
                    <a:pt x="6363" y="747"/>
                  </a:lnTo>
                  <a:cubicBezTo>
                    <a:pt x="6372" y="743"/>
                    <a:pt x="6383" y="741"/>
                    <a:pt x="6394" y="741"/>
                  </a:cubicBezTo>
                  <a:cubicBezTo>
                    <a:pt x="6423" y="741"/>
                    <a:pt x="6456" y="752"/>
                    <a:pt x="6486" y="752"/>
                  </a:cubicBezTo>
                  <a:cubicBezTo>
                    <a:pt x="6517" y="752"/>
                    <a:pt x="6544" y="739"/>
                    <a:pt x="6557" y="688"/>
                  </a:cubicBezTo>
                  <a:lnTo>
                    <a:pt x="6572" y="688"/>
                  </a:lnTo>
                  <a:cubicBezTo>
                    <a:pt x="6654" y="657"/>
                    <a:pt x="6730" y="605"/>
                    <a:pt x="6798" y="605"/>
                  </a:cubicBezTo>
                  <a:cubicBezTo>
                    <a:pt x="6829" y="605"/>
                    <a:pt x="6858" y="615"/>
                    <a:pt x="6886" y="643"/>
                  </a:cubicBezTo>
                  <a:cubicBezTo>
                    <a:pt x="6930" y="583"/>
                    <a:pt x="6960" y="538"/>
                    <a:pt x="6990" y="494"/>
                  </a:cubicBezTo>
                  <a:cubicBezTo>
                    <a:pt x="7020" y="479"/>
                    <a:pt x="7050" y="464"/>
                    <a:pt x="7065" y="449"/>
                  </a:cubicBezTo>
                  <a:lnTo>
                    <a:pt x="7378" y="449"/>
                  </a:lnTo>
                  <a:cubicBezTo>
                    <a:pt x="7378" y="419"/>
                    <a:pt x="7393" y="389"/>
                    <a:pt x="7393" y="359"/>
                  </a:cubicBezTo>
                  <a:cubicBezTo>
                    <a:pt x="7438" y="359"/>
                    <a:pt x="7468" y="344"/>
                    <a:pt x="7513" y="329"/>
                  </a:cubicBezTo>
                  <a:lnTo>
                    <a:pt x="7543" y="329"/>
                  </a:lnTo>
                  <a:cubicBezTo>
                    <a:pt x="7558" y="344"/>
                    <a:pt x="7573" y="359"/>
                    <a:pt x="7588" y="374"/>
                  </a:cubicBezTo>
                  <a:cubicBezTo>
                    <a:pt x="7632" y="374"/>
                    <a:pt x="7677" y="374"/>
                    <a:pt x="7707" y="359"/>
                  </a:cubicBezTo>
                  <a:cubicBezTo>
                    <a:pt x="7737" y="359"/>
                    <a:pt x="7767" y="344"/>
                    <a:pt x="7797" y="329"/>
                  </a:cubicBezTo>
                  <a:cubicBezTo>
                    <a:pt x="7767" y="314"/>
                    <a:pt x="7737" y="299"/>
                    <a:pt x="7707" y="269"/>
                  </a:cubicBezTo>
                  <a:cubicBezTo>
                    <a:pt x="7692" y="269"/>
                    <a:pt x="7662" y="284"/>
                    <a:pt x="7647" y="284"/>
                  </a:cubicBezTo>
                  <a:lnTo>
                    <a:pt x="7573" y="284"/>
                  </a:lnTo>
                  <a:cubicBezTo>
                    <a:pt x="7558" y="284"/>
                    <a:pt x="7543" y="269"/>
                    <a:pt x="7543" y="269"/>
                  </a:cubicBezTo>
                  <a:lnTo>
                    <a:pt x="7528" y="210"/>
                  </a:lnTo>
                  <a:cubicBezTo>
                    <a:pt x="7528" y="195"/>
                    <a:pt x="7528" y="180"/>
                    <a:pt x="7513" y="165"/>
                  </a:cubicBezTo>
                  <a:cubicBezTo>
                    <a:pt x="7438" y="150"/>
                    <a:pt x="7363" y="135"/>
                    <a:pt x="7289" y="120"/>
                  </a:cubicBezTo>
                  <a:lnTo>
                    <a:pt x="7289" y="105"/>
                  </a:lnTo>
                  <a:cubicBezTo>
                    <a:pt x="7289" y="90"/>
                    <a:pt x="7304" y="75"/>
                    <a:pt x="7319" y="45"/>
                  </a:cubicBezTo>
                  <a:close/>
                  <a:moveTo>
                    <a:pt x="15832" y="5213"/>
                  </a:moveTo>
                  <a:cubicBezTo>
                    <a:pt x="15817" y="5228"/>
                    <a:pt x="15802" y="5243"/>
                    <a:pt x="15787" y="5243"/>
                  </a:cubicBezTo>
                  <a:cubicBezTo>
                    <a:pt x="15817" y="5258"/>
                    <a:pt x="15832" y="5273"/>
                    <a:pt x="15847" y="5288"/>
                  </a:cubicBezTo>
                  <a:cubicBezTo>
                    <a:pt x="15847" y="5273"/>
                    <a:pt x="15832" y="5243"/>
                    <a:pt x="15832" y="5213"/>
                  </a:cubicBezTo>
                  <a:close/>
                  <a:moveTo>
                    <a:pt x="16266" y="5401"/>
                  </a:moveTo>
                  <a:cubicBezTo>
                    <a:pt x="16260" y="5401"/>
                    <a:pt x="16255" y="5402"/>
                    <a:pt x="16250" y="5407"/>
                  </a:cubicBezTo>
                  <a:cubicBezTo>
                    <a:pt x="16250" y="5407"/>
                    <a:pt x="16235" y="5437"/>
                    <a:pt x="16235" y="5452"/>
                  </a:cubicBezTo>
                  <a:cubicBezTo>
                    <a:pt x="16250" y="5437"/>
                    <a:pt x="16280" y="5422"/>
                    <a:pt x="16310" y="5407"/>
                  </a:cubicBezTo>
                  <a:cubicBezTo>
                    <a:pt x="16290" y="5407"/>
                    <a:pt x="16277" y="5401"/>
                    <a:pt x="16266" y="5401"/>
                  </a:cubicBezTo>
                  <a:close/>
                  <a:moveTo>
                    <a:pt x="16295" y="5497"/>
                  </a:moveTo>
                  <a:cubicBezTo>
                    <a:pt x="16265" y="5497"/>
                    <a:pt x="16235" y="5512"/>
                    <a:pt x="16205" y="5512"/>
                  </a:cubicBezTo>
                  <a:lnTo>
                    <a:pt x="16176" y="5512"/>
                  </a:lnTo>
                  <a:cubicBezTo>
                    <a:pt x="16161" y="5512"/>
                    <a:pt x="16146" y="5512"/>
                    <a:pt x="16131" y="5527"/>
                  </a:cubicBezTo>
                  <a:cubicBezTo>
                    <a:pt x="16146" y="5542"/>
                    <a:pt x="16161" y="5557"/>
                    <a:pt x="16176" y="5572"/>
                  </a:cubicBezTo>
                  <a:lnTo>
                    <a:pt x="16265" y="5572"/>
                  </a:lnTo>
                  <a:cubicBezTo>
                    <a:pt x="16265" y="5542"/>
                    <a:pt x="16280" y="5512"/>
                    <a:pt x="16295" y="5497"/>
                  </a:cubicBezTo>
                  <a:close/>
                  <a:moveTo>
                    <a:pt x="16280" y="5676"/>
                  </a:moveTo>
                  <a:lnTo>
                    <a:pt x="16303" y="5691"/>
                  </a:lnTo>
                  <a:lnTo>
                    <a:pt x="16303" y="5691"/>
                  </a:lnTo>
                  <a:cubicBezTo>
                    <a:pt x="16295" y="5687"/>
                    <a:pt x="16288" y="5684"/>
                    <a:pt x="16280" y="5676"/>
                  </a:cubicBezTo>
                  <a:close/>
                  <a:moveTo>
                    <a:pt x="11501" y="3944"/>
                  </a:moveTo>
                  <a:cubicBezTo>
                    <a:pt x="11516" y="3959"/>
                    <a:pt x="11516" y="3959"/>
                    <a:pt x="11531" y="3974"/>
                  </a:cubicBezTo>
                  <a:cubicBezTo>
                    <a:pt x="11545" y="3974"/>
                    <a:pt x="11560" y="3989"/>
                    <a:pt x="11575" y="4003"/>
                  </a:cubicBezTo>
                  <a:lnTo>
                    <a:pt x="11531" y="3974"/>
                  </a:lnTo>
                  <a:cubicBezTo>
                    <a:pt x="11516" y="4018"/>
                    <a:pt x="11516" y="4078"/>
                    <a:pt x="11501" y="4138"/>
                  </a:cubicBezTo>
                  <a:lnTo>
                    <a:pt x="11590" y="4242"/>
                  </a:lnTo>
                  <a:cubicBezTo>
                    <a:pt x="11601" y="4191"/>
                    <a:pt x="11604" y="4175"/>
                    <a:pt x="11644" y="4175"/>
                  </a:cubicBezTo>
                  <a:cubicBezTo>
                    <a:pt x="11662" y="4175"/>
                    <a:pt x="11688" y="4178"/>
                    <a:pt x="11725" y="4183"/>
                  </a:cubicBezTo>
                  <a:lnTo>
                    <a:pt x="11590" y="4242"/>
                  </a:lnTo>
                  <a:cubicBezTo>
                    <a:pt x="11560" y="4302"/>
                    <a:pt x="11531" y="4362"/>
                    <a:pt x="11501" y="4437"/>
                  </a:cubicBezTo>
                  <a:cubicBezTo>
                    <a:pt x="11521" y="4449"/>
                    <a:pt x="11540" y="4454"/>
                    <a:pt x="11556" y="4454"/>
                  </a:cubicBezTo>
                  <a:cubicBezTo>
                    <a:pt x="11600" y="4454"/>
                    <a:pt x="11633" y="4416"/>
                    <a:pt x="11665" y="4362"/>
                  </a:cubicBezTo>
                  <a:cubicBezTo>
                    <a:pt x="11680" y="4392"/>
                    <a:pt x="11695" y="4422"/>
                    <a:pt x="11695" y="4437"/>
                  </a:cubicBezTo>
                  <a:cubicBezTo>
                    <a:pt x="11710" y="4437"/>
                    <a:pt x="11725" y="4422"/>
                    <a:pt x="11740" y="4422"/>
                  </a:cubicBezTo>
                  <a:lnTo>
                    <a:pt x="11665" y="4332"/>
                  </a:lnTo>
                  <a:cubicBezTo>
                    <a:pt x="11665" y="4302"/>
                    <a:pt x="11665" y="4287"/>
                    <a:pt x="11665" y="4272"/>
                  </a:cubicBezTo>
                  <a:cubicBezTo>
                    <a:pt x="11740" y="4272"/>
                    <a:pt x="11814" y="4257"/>
                    <a:pt x="11889" y="4242"/>
                  </a:cubicBezTo>
                  <a:lnTo>
                    <a:pt x="11904" y="4332"/>
                  </a:lnTo>
                  <a:cubicBezTo>
                    <a:pt x="11889" y="4347"/>
                    <a:pt x="11859" y="4362"/>
                    <a:pt x="11844" y="4377"/>
                  </a:cubicBezTo>
                  <a:cubicBezTo>
                    <a:pt x="11919" y="4392"/>
                    <a:pt x="11979" y="4422"/>
                    <a:pt x="12053" y="4437"/>
                  </a:cubicBezTo>
                  <a:lnTo>
                    <a:pt x="12277" y="4437"/>
                  </a:lnTo>
                  <a:cubicBezTo>
                    <a:pt x="12297" y="4437"/>
                    <a:pt x="12317" y="4496"/>
                    <a:pt x="12342" y="4496"/>
                  </a:cubicBezTo>
                  <a:cubicBezTo>
                    <a:pt x="12354" y="4496"/>
                    <a:pt x="12367" y="4481"/>
                    <a:pt x="12382" y="4437"/>
                  </a:cubicBezTo>
                  <a:lnTo>
                    <a:pt x="12472" y="4437"/>
                  </a:lnTo>
                  <a:cubicBezTo>
                    <a:pt x="12486" y="4422"/>
                    <a:pt x="12516" y="4407"/>
                    <a:pt x="12546" y="4377"/>
                  </a:cubicBezTo>
                  <a:cubicBezTo>
                    <a:pt x="12561" y="4392"/>
                    <a:pt x="12606" y="4437"/>
                    <a:pt x="12651" y="4466"/>
                  </a:cubicBezTo>
                  <a:cubicBezTo>
                    <a:pt x="12681" y="4466"/>
                    <a:pt x="12710" y="4452"/>
                    <a:pt x="12710" y="4452"/>
                  </a:cubicBezTo>
                  <a:cubicBezTo>
                    <a:pt x="12759" y="4519"/>
                    <a:pt x="12820" y="4537"/>
                    <a:pt x="12881" y="4537"/>
                  </a:cubicBezTo>
                  <a:cubicBezTo>
                    <a:pt x="12914" y="4537"/>
                    <a:pt x="12948" y="4531"/>
                    <a:pt x="12979" y="4526"/>
                  </a:cubicBezTo>
                  <a:cubicBezTo>
                    <a:pt x="13009" y="4511"/>
                    <a:pt x="13009" y="4496"/>
                    <a:pt x="13024" y="4481"/>
                  </a:cubicBezTo>
                  <a:lnTo>
                    <a:pt x="13024" y="4481"/>
                  </a:lnTo>
                  <a:cubicBezTo>
                    <a:pt x="13024" y="4496"/>
                    <a:pt x="13009" y="4511"/>
                    <a:pt x="12979" y="4526"/>
                  </a:cubicBezTo>
                  <a:cubicBezTo>
                    <a:pt x="12994" y="4541"/>
                    <a:pt x="13009" y="4586"/>
                    <a:pt x="13009" y="4586"/>
                  </a:cubicBezTo>
                  <a:cubicBezTo>
                    <a:pt x="13084" y="4601"/>
                    <a:pt x="13159" y="4601"/>
                    <a:pt x="13233" y="4601"/>
                  </a:cubicBezTo>
                  <a:lnTo>
                    <a:pt x="13368" y="4661"/>
                  </a:lnTo>
                  <a:lnTo>
                    <a:pt x="13562" y="4705"/>
                  </a:lnTo>
                  <a:cubicBezTo>
                    <a:pt x="13574" y="4755"/>
                    <a:pt x="13679" y="4784"/>
                    <a:pt x="13757" y="4784"/>
                  </a:cubicBezTo>
                  <a:cubicBezTo>
                    <a:pt x="13773" y="4784"/>
                    <a:pt x="13788" y="4783"/>
                    <a:pt x="13801" y="4780"/>
                  </a:cubicBezTo>
                  <a:cubicBezTo>
                    <a:pt x="13846" y="4780"/>
                    <a:pt x="13920" y="4810"/>
                    <a:pt x="13980" y="4825"/>
                  </a:cubicBezTo>
                  <a:lnTo>
                    <a:pt x="14070" y="4929"/>
                  </a:lnTo>
                  <a:cubicBezTo>
                    <a:pt x="14085" y="4915"/>
                    <a:pt x="14114" y="4900"/>
                    <a:pt x="14144" y="4885"/>
                  </a:cubicBezTo>
                  <a:lnTo>
                    <a:pt x="14174" y="4885"/>
                  </a:lnTo>
                  <a:cubicBezTo>
                    <a:pt x="14189" y="4900"/>
                    <a:pt x="14219" y="4900"/>
                    <a:pt x="14249" y="4900"/>
                  </a:cubicBezTo>
                  <a:lnTo>
                    <a:pt x="14324" y="4900"/>
                  </a:lnTo>
                  <a:cubicBezTo>
                    <a:pt x="14398" y="4900"/>
                    <a:pt x="14473" y="4900"/>
                    <a:pt x="14548" y="4915"/>
                  </a:cubicBezTo>
                  <a:cubicBezTo>
                    <a:pt x="14563" y="4915"/>
                    <a:pt x="14577" y="4929"/>
                    <a:pt x="14577" y="4929"/>
                  </a:cubicBezTo>
                  <a:lnTo>
                    <a:pt x="14577" y="4944"/>
                  </a:lnTo>
                  <a:cubicBezTo>
                    <a:pt x="14577" y="4959"/>
                    <a:pt x="14563" y="5019"/>
                    <a:pt x="14577" y="5019"/>
                  </a:cubicBezTo>
                  <a:cubicBezTo>
                    <a:pt x="14652" y="5049"/>
                    <a:pt x="14727" y="5079"/>
                    <a:pt x="14801" y="5109"/>
                  </a:cubicBezTo>
                  <a:cubicBezTo>
                    <a:pt x="14816" y="5109"/>
                    <a:pt x="14816" y="5124"/>
                    <a:pt x="14831" y="5124"/>
                  </a:cubicBezTo>
                  <a:cubicBezTo>
                    <a:pt x="14861" y="5139"/>
                    <a:pt x="14906" y="5139"/>
                    <a:pt x="14936" y="5154"/>
                  </a:cubicBezTo>
                  <a:lnTo>
                    <a:pt x="15070" y="5183"/>
                  </a:lnTo>
                  <a:lnTo>
                    <a:pt x="15115" y="5183"/>
                  </a:lnTo>
                  <a:cubicBezTo>
                    <a:pt x="15145" y="5228"/>
                    <a:pt x="15190" y="5273"/>
                    <a:pt x="15220" y="5318"/>
                  </a:cubicBezTo>
                  <a:cubicBezTo>
                    <a:pt x="15250" y="5318"/>
                    <a:pt x="15294" y="5333"/>
                    <a:pt x="15324" y="5348"/>
                  </a:cubicBezTo>
                  <a:cubicBezTo>
                    <a:pt x="15324" y="5318"/>
                    <a:pt x="15339" y="5303"/>
                    <a:pt x="15339" y="5288"/>
                  </a:cubicBezTo>
                  <a:lnTo>
                    <a:pt x="15354" y="5243"/>
                  </a:lnTo>
                  <a:cubicBezTo>
                    <a:pt x="15369" y="5228"/>
                    <a:pt x="15369" y="5213"/>
                    <a:pt x="15384" y="5213"/>
                  </a:cubicBezTo>
                  <a:cubicBezTo>
                    <a:pt x="15399" y="5213"/>
                    <a:pt x="15399" y="5228"/>
                    <a:pt x="15399" y="5228"/>
                  </a:cubicBezTo>
                  <a:lnTo>
                    <a:pt x="15414" y="5213"/>
                  </a:lnTo>
                  <a:cubicBezTo>
                    <a:pt x="15414" y="5228"/>
                    <a:pt x="15414" y="5228"/>
                    <a:pt x="15414" y="5243"/>
                  </a:cubicBezTo>
                  <a:cubicBezTo>
                    <a:pt x="15414" y="5258"/>
                    <a:pt x="15444" y="5288"/>
                    <a:pt x="15444" y="5318"/>
                  </a:cubicBezTo>
                  <a:cubicBezTo>
                    <a:pt x="15459" y="5348"/>
                    <a:pt x="15444" y="5392"/>
                    <a:pt x="15429" y="5422"/>
                  </a:cubicBezTo>
                  <a:cubicBezTo>
                    <a:pt x="15474" y="5407"/>
                    <a:pt x="15518" y="5378"/>
                    <a:pt x="15548" y="5363"/>
                  </a:cubicBezTo>
                  <a:cubicBezTo>
                    <a:pt x="15578" y="5363"/>
                    <a:pt x="15623" y="5348"/>
                    <a:pt x="15653" y="5348"/>
                  </a:cubicBezTo>
                  <a:cubicBezTo>
                    <a:pt x="15653" y="5363"/>
                    <a:pt x="15653" y="5378"/>
                    <a:pt x="15653" y="5378"/>
                  </a:cubicBezTo>
                  <a:cubicBezTo>
                    <a:pt x="15518" y="5467"/>
                    <a:pt x="15503" y="5497"/>
                    <a:pt x="15638" y="5572"/>
                  </a:cubicBezTo>
                  <a:cubicBezTo>
                    <a:pt x="15653" y="5587"/>
                    <a:pt x="15683" y="5587"/>
                    <a:pt x="15713" y="5587"/>
                  </a:cubicBezTo>
                  <a:cubicBezTo>
                    <a:pt x="15742" y="5617"/>
                    <a:pt x="15757" y="5631"/>
                    <a:pt x="15787" y="5646"/>
                  </a:cubicBezTo>
                  <a:lnTo>
                    <a:pt x="15892" y="5676"/>
                  </a:lnTo>
                  <a:cubicBezTo>
                    <a:pt x="15907" y="5676"/>
                    <a:pt x="15922" y="5691"/>
                    <a:pt x="15937" y="5706"/>
                  </a:cubicBezTo>
                  <a:cubicBezTo>
                    <a:pt x="15937" y="5721"/>
                    <a:pt x="15937" y="5766"/>
                    <a:pt x="15952" y="5781"/>
                  </a:cubicBezTo>
                  <a:cubicBezTo>
                    <a:pt x="15966" y="5781"/>
                    <a:pt x="15996" y="5766"/>
                    <a:pt x="16026" y="5766"/>
                  </a:cubicBezTo>
                  <a:cubicBezTo>
                    <a:pt x="15996" y="5736"/>
                    <a:pt x="15981" y="5706"/>
                    <a:pt x="15952" y="5676"/>
                  </a:cubicBezTo>
                  <a:cubicBezTo>
                    <a:pt x="15981" y="5676"/>
                    <a:pt x="15996" y="5661"/>
                    <a:pt x="16011" y="5646"/>
                  </a:cubicBezTo>
                  <a:cubicBezTo>
                    <a:pt x="16041" y="5646"/>
                    <a:pt x="16086" y="5661"/>
                    <a:pt x="16116" y="5661"/>
                  </a:cubicBezTo>
                  <a:cubicBezTo>
                    <a:pt x="16086" y="5631"/>
                    <a:pt x="16071" y="5617"/>
                    <a:pt x="16056" y="5602"/>
                  </a:cubicBezTo>
                  <a:cubicBezTo>
                    <a:pt x="16071" y="5557"/>
                    <a:pt x="16086" y="5512"/>
                    <a:pt x="16116" y="5482"/>
                  </a:cubicBezTo>
                  <a:cubicBezTo>
                    <a:pt x="16161" y="5437"/>
                    <a:pt x="16176" y="5407"/>
                    <a:pt x="16116" y="5363"/>
                  </a:cubicBezTo>
                  <a:cubicBezTo>
                    <a:pt x="16116" y="5313"/>
                    <a:pt x="16106" y="5298"/>
                    <a:pt x="16091" y="5298"/>
                  </a:cubicBezTo>
                  <a:cubicBezTo>
                    <a:pt x="16069" y="5298"/>
                    <a:pt x="16037" y="5334"/>
                    <a:pt x="16017" y="5334"/>
                  </a:cubicBezTo>
                  <a:cubicBezTo>
                    <a:pt x="16015" y="5334"/>
                    <a:pt x="16013" y="5334"/>
                    <a:pt x="16011" y="5333"/>
                  </a:cubicBezTo>
                  <a:lnTo>
                    <a:pt x="16011" y="5333"/>
                  </a:lnTo>
                  <a:lnTo>
                    <a:pt x="16026" y="5348"/>
                  </a:lnTo>
                  <a:cubicBezTo>
                    <a:pt x="16011" y="5348"/>
                    <a:pt x="16011" y="5348"/>
                    <a:pt x="16011" y="5333"/>
                  </a:cubicBezTo>
                  <a:cubicBezTo>
                    <a:pt x="15981" y="5318"/>
                    <a:pt x="15952" y="5303"/>
                    <a:pt x="15937" y="5288"/>
                  </a:cubicBezTo>
                  <a:cubicBezTo>
                    <a:pt x="15952" y="5288"/>
                    <a:pt x="15966" y="5273"/>
                    <a:pt x="15996" y="5273"/>
                  </a:cubicBezTo>
                  <a:cubicBezTo>
                    <a:pt x="15981" y="5258"/>
                    <a:pt x="15952" y="5243"/>
                    <a:pt x="15937" y="5243"/>
                  </a:cubicBezTo>
                  <a:cubicBezTo>
                    <a:pt x="15907" y="5258"/>
                    <a:pt x="15877" y="5273"/>
                    <a:pt x="15847" y="5288"/>
                  </a:cubicBezTo>
                  <a:cubicBezTo>
                    <a:pt x="15832" y="5318"/>
                    <a:pt x="15832" y="5348"/>
                    <a:pt x="15817" y="5363"/>
                  </a:cubicBezTo>
                  <a:cubicBezTo>
                    <a:pt x="15802" y="5363"/>
                    <a:pt x="15802" y="5378"/>
                    <a:pt x="15787" y="5378"/>
                  </a:cubicBezTo>
                  <a:cubicBezTo>
                    <a:pt x="15742" y="5348"/>
                    <a:pt x="15698" y="5333"/>
                    <a:pt x="15653" y="5318"/>
                  </a:cubicBezTo>
                  <a:cubicBezTo>
                    <a:pt x="15623" y="5303"/>
                    <a:pt x="15578" y="5303"/>
                    <a:pt x="15548" y="5288"/>
                  </a:cubicBezTo>
                  <a:cubicBezTo>
                    <a:pt x="15548" y="5288"/>
                    <a:pt x="15548" y="5273"/>
                    <a:pt x="15548" y="5258"/>
                  </a:cubicBezTo>
                  <a:cubicBezTo>
                    <a:pt x="15554" y="5256"/>
                    <a:pt x="15561" y="5255"/>
                    <a:pt x="15568" y="5255"/>
                  </a:cubicBezTo>
                  <a:cubicBezTo>
                    <a:pt x="15587" y="5255"/>
                    <a:pt x="15610" y="5260"/>
                    <a:pt x="15629" y="5260"/>
                  </a:cubicBezTo>
                  <a:cubicBezTo>
                    <a:pt x="15661" y="5260"/>
                    <a:pt x="15684" y="5248"/>
                    <a:pt x="15668" y="5183"/>
                  </a:cubicBezTo>
                  <a:cubicBezTo>
                    <a:pt x="15668" y="5139"/>
                    <a:pt x="15623" y="5109"/>
                    <a:pt x="15608" y="5064"/>
                  </a:cubicBezTo>
                  <a:cubicBezTo>
                    <a:pt x="15563" y="5094"/>
                    <a:pt x="15533" y="5124"/>
                    <a:pt x="15489" y="5139"/>
                  </a:cubicBezTo>
                  <a:cubicBezTo>
                    <a:pt x="15489" y="5154"/>
                    <a:pt x="15474" y="5154"/>
                    <a:pt x="15459" y="5154"/>
                  </a:cubicBezTo>
                  <a:cubicBezTo>
                    <a:pt x="15459" y="5124"/>
                    <a:pt x="15444" y="5109"/>
                    <a:pt x="15444" y="5079"/>
                  </a:cubicBezTo>
                  <a:cubicBezTo>
                    <a:pt x="15459" y="5064"/>
                    <a:pt x="15474" y="5049"/>
                    <a:pt x="15503" y="5034"/>
                  </a:cubicBezTo>
                  <a:cubicBezTo>
                    <a:pt x="15459" y="5019"/>
                    <a:pt x="15414" y="5019"/>
                    <a:pt x="15384" y="5019"/>
                  </a:cubicBezTo>
                  <a:lnTo>
                    <a:pt x="15324" y="5019"/>
                  </a:lnTo>
                  <a:cubicBezTo>
                    <a:pt x="15309" y="4974"/>
                    <a:pt x="15309" y="4944"/>
                    <a:pt x="15294" y="4915"/>
                  </a:cubicBezTo>
                  <a:cubicBezTo>
                    <a:pt x="15279" y="4851"/>
                    <a:pt x="15246" y="4834"/>
                    <a:pt x="15208" y="4834"/>
                  </a:cubicBezTo>
                  <a:cubicBezTo>
                    <a:pt x="15174" y="4834"/>
                    <a:pt x="15135" y="4848"/>
                    <a:pt x="15100" y="4855"/>
                  </a:cubicBezTo>
                  <a:cubicBezTo>
                    <a:pt x="15085" y="4810"/>
                    <a:pt x="15055" y="4765"/>
                    <a:pt x="15026" y="4720"/>
                  </a:cubicBezTo>
                  <a:cubicBezTo>
                    <a:pt x="14981" y="4705"/>
                    <a:pt x="14936" y="4705"/>
                    <a:pt x="14891" y="4691"/>
                  </a:cubicBezTo>
                  <a:cubicBezTo>
                    <a:pt x="14897" y="4633"/>
                    <a:pt x="14883" y="4618"/>
                    <a:pt x="14861" y="4618"/>
                  </a:cubicBezTo>
                  <a:cubicBezTo>
                    <a:pt x="14835" y="4618"/>
                    <a:pt x="14797" y="4640"/>
                    <a:pt x="14768" y="4640"/>
                  </a:cubicBezTo>
                  <a:cubicBezTo>
                    <a:pt x="14758" y="4640"/>
                    <a:pt x="14749" y="4638"/>
                    <a:pt x="14742" y="4631"/>
                  </a:cubicBezTo>
                  <a:lnTo>
                    <a:pt x="14742" y="4631"/>
                  </a:lnTo>
                  <a:cubicBezTo>
                    <a:pt x="14772" y="4661"/>
                    <a:pt x="14802" y="4691"/>
                    <a:pt x="14831" y="4735"/>
                  </a:cubicBezTo>
                  <a:cubicBezTo>
                    <a:pt x="14816" y="4750"/>
                    <a:pt x="14801" y="4780"/>
                    <a:pt x="14772" y="4795"/>
                  </a:cubicBezTo>
                  <a:cubicBezTo>
                    <a:pt x="14772" y="4825"/>
                    <a:pt x="14772" y="4870"/>
                    <a:pt x="14757" y="4900"/>
                  </a:cubicBezTo>
                  <a:lnTo>
                    <a:pt x="14727" y="4825"/>
                  </a:lnTo>
                  <a:cubicBezTo>
                    <a:pt x="14712" y="4780"/>
                    <a:pt x="14652" y="4705"/>
                    <a:pt x="14607" y="4691"/>
                  </a:cubicBezTo>
                  <a:cubicBezTo>
                    <a:pt x="14592" y="4691"/>
                    <a:pt x="14592" y="4691"/>
                    <a:pt x="14577" y="4676"/>
                  </a:cubicBezTo>
                  <a:cubicBezTo>
                    <a:pt x="14607" y="4616"/>
                    <a:pt x="14622" y="4556"/>
                    <a:pt x="14637" y="4481"/>
                  </a:cubicBezTo>
                  <a:lnTo>
                    <a:pt x="14637" y="4481"/>
                  </a:lnTo>
                  <a:cubicBezTo>
                    <a:pt x="14548" y="4541"/>
                    <a:pt x="14458" y="4601"/>
                    <a:pt x="14353" y="4646"/>
                  </a:cubicBezTo>
                  <a:cubicBezTo>
                    <a:pt x="14324" y="4556"/>
                    <a:pt x="14294" y="4466"/>
                    <a:pt x="14264" y="4362"/>
                  </a:cubicBezTo>
                  <a:cubicBezTo>
                    <a:pt x="14234" y="4392"/>
                    <a:pt x="14204" y="4422"/>
                    <a:pt x="14189" y="4437"/>
                  </a:cubicBezTo>
                  <a:cubicBezTo>
                    <a:pt x="14189" y="4452"/>
                    <a:pt x="14189" y="4481"/>
                    <a:pt x="14189" y="4496"/>
                  </a:cubicBezTo>
                  <a:cubicBezTo>
                    <a:pt x="14204" y="4496"/>
                    <a:pt x="14219" y="4511"/>
                    <a:pt x="14219" y="4526"/>
                  </a:cubicBezTo>
                  <a:lnTo>
                    <a:pt x="14189" y="4496"/>
                  </a:lnTo>
                  <a:cubicBezTo>
                    <a:pt x="14174" y="4496"/>
                    <a:pt x="14159" y="4511"/>
                    <a:pt x="14144" y="4526"/>
                  </a:cubicBezTo>
                  <a:lnTo>
                    <a:pt x="14129" y="4526"/>
                  </a:lnTo>
                  <a:lnTo>
                    <a:pt x="14070" y="4437"/>
                  </a:lnTo>
                  <a:cubicBezTo>
                    <a:pt x="14070" y="4392"/>
                    <a:pt x="14055" y="4347"/>
                    <a:pt x="14055" y="4302"/>
                  </a:cubicBezTo>
                  <a:cubicBezTo>
                    <a:pt x="14047" y="4295"/>
                    <a:pt x="14040" y="4291"/>
                    <a:pt x="14032" y="4291"/>
                  </a:cubicBezTo>
                  <a:cubicBezTo>
                    <a:pt x="14025" y="4291"/>
                    <a:pt x="14017" y="4295"/>
                    <a:pt x="14010" y="4302"/>
                  </a:cubicBezTo>
                  <a:lnTo>
                    <a:pt x="13980" y="4302"/>
                  </a:lnTo>
                  <a:cubicBezTo>
                    <a:pt x="13946" y="4302"/>
                    <a:pt x="13908" y="4312"/>
                    <a:pt x="13871" y="4312"/>
                  </a:cubicBezTo>
                  <a:cubicBezTo>
                    <a:pt x="13829" y="4312"/>
                    <a:pt x="13788" y="4299"/>
                    <a:pt x="13756" y="4242"/>
                  </a:cubicBezTo>
                  <a:cubicBezTo>
                    <a:pt x="13711" y="4242"/>
                    <a:pt x="13658" y="4217"/>
                    <a:pt x="13628" y="4217"/>
                  </a:cubicBezTo>
                  <a:cubicBezTo>
                    <a:pt x="13618" y="4217"/>
                    <a:pt x="13610" y="4220"/>
                    <a:pt x="13607" y="4227"/>
                  </a:cubicBezTo>
                  <a:cubicBezTo>
                    <a:pt x="13573" y="4266"/>
                    <a:pt x="13544" y="4281"/>
                    <a:pt x="13517" y="4281"/>
                  </a:cubicBezTo>
                  <a:cubicBezTo>
                    <a:pt x="13472" y="4281"/>
                    <a:pt x="13435" y="4241"/>
                    <a:pt x="13398" y="4213"/>
                  </a:cubicBezTo>
                  <a:cubicBezTo>
                    <a:pt x="13368" y="4213"/>
                    <a:pt x="13338" y="4198"/>
                    <a:pt x="13323" y="4183"/>
                  </a:cubicBezTo>
                  <a:lnTo>
                    <a:pt x="13313" y="4193"/>
                  </a:lnTo>
                  <a:lnTo>
                    <a:pt x="13313" y="4193"/>
                  </a:lnTo>
                  <a:cubicBezTo>
                    <a:pt x="13287" y="4180"/>
                    <a:pt x="13261" y="4168"/>
                    <a:pt x="13248" y="4168"/>
                  </a:cubicBezTo>
                  <a:cubicBezTo>
                    <a:pt x="13173" y="4153"/>
                    <a:pt x="13114" y="4138"/>
                    <a:pt x="13039" y="4123"/>
                  </a:cubicBezTo>
                  <a:cubicBezTo>
                    <a:pt x="13024" y="4123"/>
                    <a:pt x="13009" y="4078"/>
                    <a:pt x="12994" y="4063"/>
                  </a:cubicBezTo>
                  <a:cubicBezTo>
                    <a:pt x="12964" y="4093"/>
                    <a:pt x="12935" y="4108"/>
                    <a:pt x="12920" y="4153"/>
                  </a:cubicBezTo>
                  <a:cubicBezTo>
                    <a:pt x="12890" y="4183"/>
                    <a:pt x="12890" y="4227"/>
                    <a:pt x="12875" y="4272"/>
                  </a:cubicBezTo>
                  <a:cubicBezTo>
                    <a:pt x="12860" y="4213"/>
                    <a:pt x="12860" y="4123"/>
                    <a:pt x="12815" y="4093"/>
                  </a:cubicBezTo>
                  <a:cubicBezTo>
                    <a:pt x="12770" y="4033"/>
                    <a:pt x="12681" y="4018"/>
                    <a:pt x="12606" y="3989"/>
                  </a:cubicBezTo>
                  <a:cubicBezTo>
                    <a:pt x="12591" y="4003"/>
                    <a:pt x="12591" y="4018"/>
                    <a:pt x="12591" y="4018"/>
                  </a:cubicBezTo>
                  <a:cubicBezTo>
                    <a:pt x="12606" y="4063"/>
                    <a:pt x="12636" y="4093"/>
                    <a:pt x="12651" y="4138"/>
                  </a:cubicBezTo>
                  <a:cubicBezTo>
                    <a:pt x="12636" y="4153"/>
                    <a:pt x="12621" y="4168"/>
                    <a:pt x="12606" y="4183"/>
                  </a:cubicBezTo>
                  <a:lnTo>
                    <a:pt x="12606" y="4198"/>
                  </a:lnTo>
                  <a:cubicBezTo>
                    <a:pt x="12576" y="4198"/>
                    <a:pt x="12546" y="4213"/>
                    <a:pt x="12516" y="4227"/>
                  </a:cubicBezTo>
                  <a:cubicBezTo>
                    <a:pt x="12606" y="4123"/>
                    <a:pt x="12546" y="4093"/>
                    <a:pt x="12457" y="4048"/>
                  </a:cubicBezTo>
                  <a:lnTo>
                    <a:pt x="12457" y="4048"/>
                  </a:lnTo>
                  <a:lnTo>
                    <a:pt x="12486" y="4272"/>
                  </a:lnTo>
                  <a:cubicBezTo>
                    <a:pt x="12472" y="4287"/>
                    <a:pt x="12442" y="4287"/>
                    <a:pt x="12412" y="4302"/>
                  </a:cubicBezTo>
                  <a:lnTo>
                    <a:pt x="12352" y="4302"/>
                  </a:lnTo>
                  <a:cubicBezTo>
                    <a:pt x="12337" y="4287"/>
                    <a:pt x="12307" y="4272"/>
                    <a:pt x="12277" y="4242"/>
                  </a:cubicBezTo>
                  <a:cubicBezTo>
                    <a:pt x="12262" y="4227"/>
                    <a:pt x="12262" y="4213"/>
                    <a:pt x="12247" y="4198"/>
                  </a:cubicBezTo>
                  <a:cubicBezTo>
                    <a:pt x="12233" y="4183"/>
                    <a:pt x="12233" y="4168"/>
                    <a:pt x="12247" y="4153"/>
                  </a:cubicBezTo>
                  <a:lnTo>
                    <a:pt x="12247" y="4198"/>
                  </a:lnTo>
                  <a:cubicBezTo>
                    <a:pt x="12262" y="4168"/>
                    <a:pt x="12277" y="4138"/>
                    <a:pt x="12292" y="4108"/>
                  </a:cubicBezTo>
                  <a:lnTo>
                    <a:pt x="12247" y="4108"/>
                  </a:lnTo>
                  <a:lnTo>
                    <a:pt x="12247" y="4048"/>
                  </a:lnTo>
                  <a:cubicBezTo>
                    <a:pt x="12233" y="4048"/>
                    <a:pt x="12233" y="4048"/>
                    <a:pt x="12233" y="4033"/>
                  </a:cubicBezTo>
                  <a:lnTo>
                    <a:pt x="12233" y="4033"/>
                  </a:lnTo>
                  <a:lnTo>
                    <a:pt x="12233" y="4033"/>
                  </a:lnTo>
                  <a:cubicBezTo>
                    <a:pt x="12218" y="4018"/>
                    <a:pt x="12218" y="3989"/>
                    <a:pt x="12188" y="3974"/>
                  </a:cubicBezTo>
                  <a:lnTo>
                    <a:pt x="12083" y="3974"/>
                  </a:lnTo>
                  <a:lnTo>
                    <a:pt x="12083" y="3944"/>
                  </a:lnTo>
                  <a:close/>
                  <a:moveTo>
                    <a:pt x="16489" y="6094"/>
                  </a:moveTo>
                  <a:lnTo>
                    <a:pt x="16504" y="6109"/>
                  </a:lnTo>
                  <a:cubicBezTo>
                    <a:pt x="16491" y="6114"/>
                    <a:pt x="16483" y="6116"/>
                    <a:pt x="16479" y="6116"/>
                  </a:cubicBezTo>
                  <a:cubicBezTo>
                    <a:pt x="16468" y="6116"/>
                    <a:pt x="16479" y="6105"/>
                    <a:pt x="16489" y="6094"/>
                  </a:cubicBezTo>
                  <a:close/>
                  <a:moveTo>
                    <a:pt x="16937" y="6453"/>
                  </a:moveTo>
                  <a:cubicBezTo>
                    <a:pt x="16922" y="6453"/>
                    <a:pt x="16922" y="6468"/>
                    <a:pt x="16907" y="6483"/>
                  </a:cubicBezTo>
                  <a:cubicBezTo>
                    <a:pt x="16922" y="6483"/>
                    <a:pt x="16922" y="6498"/>
                    <a:pt x="16937" y="6498"/>
                  </a:cubicBezTo>
                  <a:cubicBezTo>
                    <a:pt x="16952" y="6498"/>
                    <a:pt x="16952" y="6483"/>
                    <a:pt x="16967" y="6468"/>
                  </a:cubicBezTo>
                  <a:cubicBezTo>
                    <a:pt x="16952" y="6468"/>
                    <a:pt x="16937" y="6453"/>
                    <a:pt x="16937" y="6453"/>
                  </a:cubicBezTo>
                  <a:close/>
                  <a:moveTo>
                    <a:pt x="16549" y="5631"/>
                  </a:moveTo>
                  <a:cubicBezTo>
                    <a:pt x="16519" y="5631"/>
                    <a:pt x="16489" y="5646"/>
                    <a:pt x="16474" y="5646"/>
                  </a:cubicBezTo>
                  <a:cubicBezTo>
                    <a:pt x="16459" y="5661"/>
                    <a:pt x="16444" y="5691"/>
                    <a:pt x="16429" y="5706"/>
                  </a:cubicBezTo>
                  <a:cubicBezTo>
                    <a:pt x="16385" y="5691"/>
                    <a:pt x="16340" y="5691"/>
                    <a:pt x="16295" y="5676"/>
                  </a:cubicBezTo>
                  <a:lnTo>
                    <a:pt x="16205" y="5676"/>
                  </a:lnTo>
                  <a:cubicBezTo>
                    <a:pt x="16176" y="5691"/>
                    <a:pt x="16161" y="5706"/>
                    <a:pt x="16146" y="5721"/>
                  </a:cubicBezTo>
                  <a:lnTo>
                    <a:pt x="16146" y="5736"/>
                  </a:lnTo>
                  <a:cubicBezTo>
                    <a:pt x="16131" y="5751"/>
                    <a:pt x="16101" y="5766"/>
                    <a:pt x="16086" y="5781"/>
                  </a:cubicBezTo>
                  <a:lnTo>
                    <a:pt x="16146" y="5781"/>
                  </a:lnTo>
                  <a:cubicBezTo>
                    <a:pt x="16146" y="5796"/>
                    <a:pt x="16146" y="5796"/>
                    <a:pt x="16146" y="5811"/>
                  </a:cubicBezTo>
                  <a:cubicBezTo>
                    <a:pt x="16086" y="5841"/>
                    <a:pt x="16011" y="5870"/>
                    <a:pt x="16101" y="5945"/>
                  </a:cubicBezTo>
                  <a:lnTo>
                    <a:pt x="16265" y="6109"/>
                  </a:lnTo>
                  <a:lnTo>
                    <a:pt x="16265" y="6124"/>
                  </a:lnTo>
                  <a:cubicBezTo>
                    <a:pt x="16280" y="6139"/>
                    <a:pt x="16310" y="6169"/>
                    <a:pt x="16325" y="6199"/>
                  </a:cubicBezTo>
                  <a:cubicBezTo>
                    <a:pt x="16367" y="6283"/>
                    <a:pt x="16396" y="6394"/>
                    <a:pt x="16512" y="6394"/>
                  </a:cubicBezTo>
                  <a:cubicBezTo>
                    <a:pt x="16519" y="6394"/>
                    <a:pt x="16526" y="6394"/>
                    <a:pt x="16534" y="6393"/>
                  </a:cubicBezTo>
                  <a:lnTo>
                    <a:pt x="16594" y="6557"/>
                  </a:lnTo>
                  <a:cubicBezTo>
                    <a:pt x="16564" y="6543"/>
                    <a:pt x="16534" y="6528"/>
                    <a:pt x="16519" y="6528"/>
                  </a:cubicBezTo>
                  <a:cubicBezTo>
                    <a:pt x="16474" y="6587"/>
                    <a:pt x="16493" y="6595"/>
                    <a:pt x="16523" y="6595"/>
                  </a:cubicBezTo>
                  <a:cubicBezTo>
                    <a:pt x="16533" y="6595"/>
                    <a:pt x="16544" y="6594"/>
                    <a:pt x="16555" y="6594"/>
                  </a:cubicBezTo>
                  <a:cubicBezTo>
                    <a:pt x="16576" y="6594"/>
                    <a:pt x="16594" y="6597"/>
                    <a:pt x="16594" y="6617"/>
                  </a:cubicBezTo>
                  <a:cubicBezTo>
                    <a:pt x="16594" y="6647"/>
                    <a:pt x="16609" y="6662"/>
                    <a:pt x="16624" y="6692"/>
                  </a:cubicBezTo>
                  <a:lnTo>
                    <a:pt x="16579" y="6752"/>
                  </a:lnTo>
                  <a:lnTo>
                    <a:pt x="16639" y="6752"/>
                  </a:lnTo>
                  <a:cubicBezTo>
                    <a:pt x="16668" y="6737"/>
                    <a:pt x="16683" y="6722"/>
                    <a:pt x="16698" y="6692"/>
                  </a:cubicBezTo>
                  <a:lnTo>
                    <a:pt x="16728" y="6692"/>
                  </a:lnTo>
                  <a:cubicBezTo>
                    <a:pt x="16713" y="6677"/>
                    <a:pt x="16713" y="6677"/>
                    <a:pt x="16728" y="6677"/>
                  </a:cubicBezTo>
                  <a:cubicBezTo>
                    <a:pt x="16728" y="6677"/>
                    <a:pt x="16728" y="6677"/>
                    <a:pt x="16728" y="6692"/>
                  </a:cubicBezTo>
                  <a:cubicBezTo>
                    <a:pt x="16773" y="6707"/>
                    <a:pt x="16818" y="6722"/>
                    <a:pt x="16863" y="6737"/>
                  </a:cubicBezTo>
                  <a:cubicBezTo>
                    <a:pt x="16878" y="6767"/>
                    <a:pt x="16878" y="6782"/>
                    <a:pt x="16893" y="6811"/>
                  </a:cubicBezTo>
                  <a:cubicBezTo>
                    <a:pt x="16937" y="6796"/>
                    <a:pt x="16997" y="6782"/>
                    <a:pt x="17042" y="6767"/>
                  </a:cubicBezTo>
                  <a:cubicBezTo>
                    <a:pt x="16997" y="6722"/>
                    <a:pt x="16967" y="6677"/>
                    <a:pt x="16922" y="6647"/>
                  </a:cubicBezTo>
                  <a:cubicBezTo>
                    <a:pt x="16907" y="6632"/>
                    <a:pt x="16878" y="6617"/>
                    <a:pt x="16863" y="6602"/>
                  </a:cubicBezTo>
                  <a:cubicBezTo>
                    <a:pt x="16833" y="6498"/>
                    <a:pt x="16907" y="6378"/>
                    <a:pt x="16788" y="6289"/>
                  </a:cubicBezTo>
                  <a:cubicBezTo>
                    <a:pt x="16803" y="6214"/>
                    <a:pt x="16803" y="6139"/>
                    <a:pt x="16818" y="6065"/>
                  </a:cubicBezTo>
                  <a:cubicBezTo>
                    <a:pt x="16788" y="6020"/>
                    <a:pt x="16758" y="5990"/>
                    <a:pt x="16728" y="5945"/>
                  </a:cubicBezTo>
                  <a:lnTo>
                    <a:pt x="16624" y="5915"/>
                  </a:lnTo>
                  <a:cubicBezTo>
                    <a:pt x="16624" y="5915"/>
                    <a:pt x="16624" y="5900"/>
                    <a:pt x="16624" y="5900"/>
                  </a:cubicBezTo>
                  <a:cubicBezTo>
                    <a:pt x="16639" y="5811"/>
                    <a:pt x="16624" y="5751"/>
                    <a:pt x="16534" y="5706"/>
                  </a:cubicBezTo>
                  <a:cubicBezTo>
                    <a:pt x="16534" y="5676"/>
                    <a:pt x="16534" y="5661"/>
                    <a:pt x="16549" y="5631"/>
                  </a:cubicBezTo>
                  <a:close/>
                  <a:moveTo>
                    <a:pt x="16624" y="6916"/>
                  </a:moveTo>
                  <a:lnTo>
                    <a:pt x="16624" y="6916"/>
                  </a:lnTo>
                  <a:cubicBezTo>
                    <a:pt x="16594" y="6931"/>
                    <a:pt x="16564" y="6931"/>
                    <a:pt x="16534" y="6946"/>
                  </a:cubicBezTo>
                  <a:cubicBezTo>
                    <a:pt x="16549" y="6961"/>
                    <a:pt x="16549" y="6976"/>
                    <a:pt x="16564" y="6991"/>
                  </a:cubicBezTo>
                  <a:cubicBezTo>
                    <a:pt x="16579" y="6961"/>
                    <a:pt x="16594" y="6946"/>
                    <a:pt x="16624" y="6916"/>
                  </a:cubicBezTo>
                  <a:close/>
                  <a:moveTo>
                    <a:pt x="17012" y="7080"/>
                  </a:moveTo>
                  <a:cubicBezTo>
                    <a:pt x="16997" y="7110"/>
                    <a:pt x="16982" y="7125"/>
                    <a:pt x="16982" y="7140"/>
                  </a:cubicBezTo>
                  <a:cubicBezTo>
                    <a:pt x="16982" y="7155"/>
                    <a:pt x="16997" y="7155"/>
                    <a:pt x="17012" y="7170"/>
                  </a:cubicBezTo>
                  <a:cubicBezTo>
                    <a:pt x="17027" y="7155"/>
                    <a:pt x="17027" y="7155"/>
                    <a:pt x="17027" y="7140"/>
                  </a:cubicBezTo>
                  <a:cubicBezTo>
                    <a:pt x="17027" y="7125"/>
                    <a:pt x="17027" y="7110"/>
                    <a:pt x="17012" y="7080"/>
                  </a:cubicBezTo>
                  <a:close/>
                  <a:moveTo>
                    <a:pt x="16848" y="7215"/>
                  </a:moveTo>
                  <a:cubicBezTo>
                    <a:pt x="16803" y="7230"/>
                    <a:pt x="16773" y="7245"/>
                    <a:pt x="16743" y="7259"/>
                  </a:cubicBezTo>
                  <a:cubicBezTo>
                    <a:pt x="16755" y="7272"/>
                    <a:pt x="16777" y="7293"/>
                    <a:pt x="16793" y="7293"/>
                  </a:cubicBezTo>
                  <a:cubicBezTo>
                    <a:pt x="16797" y="7293"/>
                    <a:pt x="16800" y="7292"/>
                    <a:pt x="16803" y="7289"/>
                  </a:cubicBezTo>
                  <a:cubicBezTo>
                    <a:pt x="16833" y="7289"/>
                    <a:pt x="16863" y="7259"/>
                    <a:pt x="16907" y="7230"/>
                  </a:cubicBezTo>
                  <a:cubicBezTo>
                    <a:pt x="16863" y="7215"/>
                    <a:pt x="16848" y="7215"/>
                    <a:pt x="16848" y="7215"/>
                  </a:cubicBezTo>
                  <a:close/>
                  <a:moveTo>
                    <a:pt x="16474" y="7274"/>
                  </a:moveTo>
                  <a:lnTo>
                    <a:pt x="16474" y="7274"/>
                  </a:lnTo>
                  <a:cubicBezTo>
                    <a:pt x="16501" y="7314"/>
                    <a:pt x="16468" y="7343"/>
                    <a:pt x="16461" y="7370"/>
                  </a:cubicBezTo>
                  <a:lnTo>
                    <a:pt x="16461" y="7370"/>
                  </a:lnTo>
                  <a:lnTo>
                    <a:pt x="16474" y="7274"/>
                  </a:lnTo>
                  <a:close/>
                  <a:moveTo>
                    <a:pt x="16176" y="7633"/>
                  </a:moveTo>
                  <a:cubicBezTo>
                    <a:pt x="16163" y="7645"/>
                    <a:pt x="16151" y="7668"/>
                    <a:pt x="16139" y="7684"/>
                  </a:cubicBezTo>
                  <a:lnTo>
                    <a:pt x="16139" y="7684"/>
                  </a:lnTo>
                  <a:cubicBezTo>
                    <a:pt x="16160" y="7677"/>
                    <a:pt x="16179" y="7674"/>
                    <a:pt x="16191" y="7663"/>
                  </a:cubicBezTo>
                  <a:cubicBezTo>
                    <a:pt x="16191" y="7663"/>
                    <a:pt x="16176" y="7648"/>
                    <a:pt x="16176" y="7633"/>
                  </a:cubicBezTo>
                  <a:close/>
                  <a:moveTo>
                    <a:pt x="16116" y="7678"/>
                  </a:moveTo>
                  <a:cubicBezTo>
                    <a:pt x="16113" y="7683"/>
                    <a:pt x="16110" y="7688"/>
                    <a:pt x="16108" y="7693"/>
                  </a:cubicBezTo>
                  <a:lnTo>
                    <a:pt x="16116" y="7693"/>
                  </a:lnTo>
                  <a:lnTo>
                    <a:pt x="16116" y="7678"/>
                  </a:lnTo>
                  <a:close/>
                  <a:moveTo>
                    <a:pt x="16139" y="7684"/>
                  </a:moveTo>
                  <a:lnTo>
                    <a:pt x="16139" y="7684"/>
                  </a:lnTo>
                  <a:cubicBezTo>
                    <a:pt x="16131" y="7686"/>
                    <a:pt x="16124" y="7689"/>
                    <a:pt x="16116" y="7693"/>
                  </a:cubicBezTo>
                  <a:lnTo>
                    <a:pt x="16131" y="7693"/>
                  </a:lnTo>
                  <a:cubicBezTo>
                    <a:pt x="16133" y="7690"/>
                    <a:pt x="16136" y="7687"/>
                    <a:pt x="16139" y="7684"/>
                  </a:cubicBezTo>
                  <a:close/>
                  <a:moveTo>
                    <a:pt x="15907" y="7693"/>
                  </a:moveTo>
                  <a:lnTo>
                    <a:pt x="15847" y="7722"/>
                  </a:lnTo>
                  <a:cubicBezTo>
                    <a:pt x="15847" y="7722"/>
                    <a:pt x="15832" y="7737"/>
                    <a:pt x="15817" y="7737"/>
                  </a:cubicBezTo>
                  <a:cubicBezTo>
                    <a:pt x="15824" y="7823"/>
                    <a:pt x="15855" y="7844"/>
                    <a:pt x="15892" y="7844"/>
                  </a:cubicBezTo>
                  <a:cubicBezTo>
                    <a:pt x="15927" y="7844"/>
                    <a:pt x="15967" y="7826"/>
                    <a:pt x="15998" y="7826"/>
                  </a:cubicBezTo>
                  <a:cubicBezTo>
                    <a:pt x="16003" y="7826"/>
                    <a:pt x="16007" y="7826"/>
                    <a:pt x="16011" y="7827"/>
                  </a:cubicBezTo>
                  <a:cubicBezTo>
                    <a:pt x="16041" y="7812"/>
                    <a:pt x="16041" y="7797"/>
                    <a:pt x="16056" y="7767"/>
                  </a:cubicBezTo>
                  <a:cubicBezTo>
                    <a:pt x="16056" y="7767"/>
                    <a:pt x="16071" y="7752"/>
                    <a:pt x="16071" y="7737"/>
                  </a:cubicBezTo>
                  <a:cubicBezTo>
                    <a:pt x="16083" y="7725"/>
                    <a:pt x="16095" y="7713"/>
                    <a:pt x="16108" y="7693"/>
                  </a:cubicBezTo>
                  <a:close/>
                  <a:moveTo>
                    <a:pt x="16295" y="7797"/>
                  </a:moveTo>
                  <a:cubicBezTo>
                    <a:pt x="16280" y="7797"/>
                    <a:pt x="16280" y="7812"/>
                    <a:pt x="16265" y="7827"/>
                  </a:cubicBezTo>
                  <a:cubicBezTo>
                    <a:pt x="16280" y="7827"/>
                    <a:pt x="16280" y="7842"/>
                    <a:pt x="16295" y="7857"/>
                  </a:cubicBezTo>
                  <a:cubicBezTo>
                    <a:pt x="16310" y="7842"/>
                    <a:pt x="16310" y="7827"/>
                    <a:pt x="16325" y="7812"/>
                  </a:cubicBezTo>
                  <a:cubicBezTo>
                    <a:pt x="16310" y="7812"/>
                    <a:pt x="16295" y="7797"/>
                    <a:pt x="16295" y="7797"/>
                  </a:cubicBezTo>
                  <a:close/>
                  <a:moveTo>
                    <a:pt x="15817" y="7857"/>
                  </a:moveTo>
                  <a:cubicBezTo>
                    <a:pt x="15802" y="7872"/>
                    <a:pt x="15772" y="7887"/>
                    <a:pt x="15757" y="7917"/>
                  </a:cubicBezTo>
                  <a:cubicBezTo>
                    <a:pt x="15757" y="7917"/>
                    <a:pt x="15772" y="7932"/>
                    <a:pt x="15772" y="7932"/>
                  </a:cubicBezTo>
                  <a:cubicBezTo>
                    <a:pt x="15802" y="7917"/>
                    <a:pt x="15817" y="7887"/>
                    <a:pt x="15832" y="7872"/>
                  </a:cubicBezTo>
                  <a:cubicBezTo>
                    <a:pt x="15832" y="7857"/>
                    <a:pt x="15817" y="7857"/>
                    <a:pt x="15817" y="7857"/>
                  </a:cubicBezTo>
                  <a:close/>
                  <a:moveTo>
                    <a:pt x="16668" y="6841"/>
                  </a:moveTo>
                  <a:cubicBezTo>
                    <a:pt x="16642" y="6841"/>
                    <a:pt x="16624" y="6856"/>
                    <a:pt x="16624" y="6916"/>
                  </a:cubicBezTo>
                  <a:lnTo>
                    <a:pt x="16758" y="6916"/>
                  </a:lnTo>
                  <a:cubicBezTo>
                    <a:pt x="16863" y="6946"/>
                    <a:pt x="16848" y="6991"/>
                    <a:pt x="16788" y="7050"/>
                  </a:cubicBezTo>
                  <a:cubicBezTo>
                    <a:pt x="16758" y="7035"/>
                    <a:pt x="16743" y="7006"/>
                    <a:pt x="16728" y="6991"/>
                  </a:cubicBezTo>
                  <a:cubicBezTo>
                    <a:pt x="16713" y="7006"/>
                    <a:pt x="16698" y="7035"/>
                    <a:pt x="16668" y="7050"/>
                  </a:cubicBezTo>
                  <a:cubicBezTo>
                    <a:pt x="16668" y="7050"/>
                    <a:pt x="16654" y="7050"/>
                    <a:pt x="16654" y="7065"/>
                  </a:cubicBezTo>
                  <a:cubicBezTo>
                    <a:pt x="16624" y="7065"/>
                    <a:pt x="16594" y="7095"/>
                    <a:pt x="16564" y="7095"/>
                  </a:cubicBezTo>
                  <a:cubicBezTo>
                    <a:pt x="16444" y="7125"/>
                    <a:pt x="16429" y="7155"/>
                    <a:pt x="16474" y="7274"/>
                  </a:cubicBezTo>
                  <a:lnTo>
                    <a:pt x="16474" y="7274"/>
                  </a:lnTo>
                  <a:lnTo>
                    <a:pt x="16474" y="7274"/>
                  </a:lnTo>
                  <a:cubicBezTo>
                    <a:pt x="16444" y="7289"/>
                    <a:pt x="16400" y="7319"/>
                    <a:pt x="16355" y="7334"/>
                  </a:cubicBezTo>
                  <a:cubicBezTo>
                    <a:pt x="16385" y="7349"/>
                    <a:pt x="16429" y="7364"/>
                    <a:pt x="16459" y="7379"/>
                  </a:cubicBezTo>
                  <a:cubicBezTo>
                    <a:pt x="16459" y="7394"/>
                    <a:pt x="16459" y="7394"/>
                    <a:pt x="16459" y="7409"/>
                  </a:cubicBezTo>
                  <a:cubicBezTo>
                    <a:pt x="16400" y="7424"/>
                    <a:pt x="16355" y="7439"/>
                    <a:pt x="16429" y="7498"/>
                  </a:cubicBezTo>
                  <a:cubicBezTo>
                    <a:pt x="16400" y="7528"/>
                    <a:pt x="16370" y="7573"/>
                    <a:pt x="16340" y="7618"/>
                  </a:cubicBezTo>
                  <a:cubicBezTo>
                    <a:pt x="16370" y="7633"/>
                    <a:pt x="16415" y="7633"/>
                    <a:pt x="16474" y="7663"/>
                  </a:cubicBezTo>
                  <a:cubicBezTo>
                    <a:pt x="16400" y="7678"/>
                    <a:pt x="16340" y="7693"/>
                    <a:pt x="16265" y="7708"/>
                  </a:cubicBezTo>
                  <a:cubicBezTo>
                    <a:pt x="16340" y="7752"/>
                    <a:pt x="16385" y="7767"/>
                    <a:pt x="16429" y="7797"/>
                  </a:cubicBezTo>
                  <a:cubicBezTo>
                    <a:pt x="16415" y="7827"/>
                    <a:pt x="16400" y="7842"/>
                    <a:pt x="16385" y="7872"/>
                  </a:cubicBezTo>
                  <a:cubicBezTo>
                    <a:pt x="16370" y="7902"/>
                    <a:pt x="16370" y="7917"/>
                    <a:pt x="16370" y="7947"/>
                  </a:cubicBezTo>
                  <a:cubicBezTo>
                    <a:pt x="16370" y="7961"/>
                    <a:pt x="16415" y="7976"/>
                    <a:pt x="16415" y="7976"/>
                  </a:cubicBezTo>
                  <a:cubicBezTo>
                    <a:pt x="16444" y="7947"/>
                    <a:pt x="16459" y="7932"/>
                    <a:pt x="16474" y="7902"/>
                  </a:cubicBezTo>
                  <a:cubicBezTo>
                    <a:pt x="16489" y="7872"/>
                    <a:pt x="16504" y="7842"/>
                    <a:pt x="16519" y="7797"/>
                  </a:cubicBezTo>
                  <a:lnTo>
                    <a:pt x="16549" y="7797"/>
                  </a:lnTo>
                  <a:cubicBezTo>
                    <a:pt x="16579" y="7782"/>
                    <a:pt x="16594" y="7767"/>
                    <a:pt x="16624" y="7767"/>
                  </a:cubicBezTo>
                  <a:cubicBezTo>
                    <a:pt x="16713" y="7663"/>
                    <a:pt x="16698" y="7573"/>
                    <a:pt x="16639" y="7469"/>
                  </a:cubicBezTo>
                  <a:lnTo>
                    <a:pt x="16654" y="7469"/>
                  </a:lnTo>
                  <a:cubicBezTo>
                    <a:pt x="16683" y="7439"/>
                    <a:pt x="16713" y="7409"/>
                    <a:pt x="16758" y="7379"/>
                  </a:cubicBezTo>
                  <a:cubicBezTo>
                    <a:pt x="16728" y="7349"/>
                    <a:pt x="16698" y="7334"/>
                    <a:pt x="16668" y="7304"/>
                  </a:cubicBezTo>
                  <a:cubicBezTo>
                    <a:pt x="16668" y="7245"/>
                    <a:pt x="16668" y="7185"/>
                    <a:pt x="16668" y="7140"/>
                  </a:cubicBezTo>
                  <a:cubicBezTo>
                    <a:pt x="16683" y="7125"/>
                    <a:pt x="16683" y="7125"/>
                    <a:pt x="16698" y="7125"/>
                  </a:cubicBezTo>
                  <a:lnTo>
                    <a:pt x="16683" y="7110"/>
                  </a:lnTo>
                  <a:cubicBezTo>
                    <a:pt x="16698" y="7110"/>
                    <a:pt x="16698" y="7125"/>
                    <a:pt x="16698" y="7125"/>
                  </a:cubicBezTo>
                  <a:cubicBezTo>
                    <a:pt x="16728" y="7110"/>
                    <a:pt x="16758" y="7095"/>
                    <a:pt x="16788" y="7080"/>
                  </a:cubicBezTo>
                  <a:cubicBezTo>
                    <a:pt x="16818" y="7065"/>
                    <a:pt x="16848" y="7050"/>
                    <a:pt x="16863" y="7050"/>
                  </a:cubicBezTo>
                  <a:cubicBezTo>
                    <a:pt x="16863" y="7065"/>
                    <a:pt x="16848" y="7095"/>
                    <a:pt x="16848" y="7110"/>
                  </a:cubicBezTo>
                  <a:cubicBezTo>
                    <a:pt x="16848" y="7125"/>
                    <a:pt x="16863" y="7140"/>
                    <a:pt x="16878" y="7155"/>
                  </a:cubicBezTo>
                  <a:cubicBezTo>
                    <a:pt x="16893" y="7140"/>
                    <a:pt x="16907" y="7140"/>
                    <a:pt x="16922" y="7125"/>
                  </a:cubicBezTo>
                  <a:cubicBezTo>
                    <a:pt x="16967" y="7006"/>
                    <a:pt x="16893" y="6886"/>
                    <a:pt x="16758" y="6856"/>
                  </a:cubicBezTo>
                  <a:cubicBezTo>
                    <a:pt x="16728" y="6856"/>
                    <a:pt x="16695" y="6841"/>
                    <a:pt x="16668" y="6841"/>
                  </a:cubicBezTo>
                  <a:close/>
                  <a:moveTo>
                    <a:pt x="16146" y="7797"/>
                  </a:moveTo>
                  <a:cubicBezTo>
                    <a:pt x="16146" y="7812"/>
                    <a:pt x="16131" y="7827"/>
                    <a:pt x="16116" y="7842"/>
                  </a:cubicBezTo>
                  <a:lnTo>
                    <a:pt x="16056" y="7902"/>
                  </a:lnTo>
                  <a:lnTo>
                    <a:pt x="16041" y="7902"/>
                  </a:lnTo>
                  <a:cubicBezTo>
                    <a:pt x="16026" y="7947"/>
                    <a:pt x="15981" y="8006"/>
                    <a:pt x="16071" y="8021"/>
                  </a:cubicBezTo>
                  <a:cubicBezTo>
                    <a:pt x="16071" y="7991"/>
                    <a:pt x="16086" y="7961"/>
                    <a:pt x="16101" y="7932"/>
                  </a:cubicBezTo>
                  <a:cubicBezTo>
                    <a:pt x="16123" y="7958"/>
                    <a:pt x="16139" y="7967"/>
                    <a:pt x="16152" y="7967"/>
                  </a:cubicBezTo>
                  <a:cubicBezTo>
                    <a:pt x="16184" y="7967"/>
                    <a:pt x="16197" y="7909"/>
                    <a:pt x="16246" y="7909"/>
                  </a:cubicBezTo>
                  <a:cubicBezTo>
                    <a:pt x="16256" y="7909"/>
                    <a:pt x="16267" y="7911"/>
                    <a:pt x="16280" y="7917"/>
                  </a:cubicBezTo>
                  <a:lnTo>
                    <a:pt x="16146" y="7827"/>
                  </a:lnTo>
                  <a:cubicBezTo>
                    <a:pt x="16176" y="7812"/>
                    <a:pt x="16191" y="7797"/>
                    <a:pt x="16205" y="7797"/>
                  </a:cubicBezTo>
                  <a:close/>
                  <a:moveTo>
                    <a:pt x="16071" y="8021"/>
                  </a:moveTo>
                  <a:cubicBezTo>
                    <a:pt x="16045" y="8047"/>
                    <a:pt x="16042" y="8084"/>
                    <a:pt x="16080" y="8084"/>
                  </a:cubicBezTo>
                  <a:cubicBezTo>
                    <a:pt x="16086" y="8084"/>
                    <a:pt x="16093" y="8083"/>
                    <a:pt x="16101" y="8081"/>
                  </a:cubicBezTo>
                  <a:cubicBezTo>
                    <a:pt x="16161" y="8081"/>
                    <a:pt x="16205" y="8051"/>
                    <a:pt x="16250" y="8036"/>
                  </a:cubicBezTo>
                  <a:cubicBezTo>
                    <a:pt x="16220" y="8021"/>
                    <a:pt x="16191" y="8021"/>
                    <a:pt x="16161" y="8021"/>
                  </a:cubicBezTo>
                  <a:close/>
                  <a:moveTo>
                    <a:pt x="15205" y="8141"/>
                  </a:moveTo>
                  <a:cubicBezTo>
                    <a:pt x="15190" y="8156"/>
                    <a:pt x="15175" y="8171"/>
                    <a:pt x="15160" y="8185"/>
                  </a:cubicBezTo>
                  <a:cubicBezTo>
                    <a:pt x="15175" y="8171"/>
                    <a:pt x="15205" y="8171"/>
                    <a:pt x="15220" y="8171"/>
                  </a:cubicBezTo>
                  <a:cubicBezTo>
                    <a:pt x="15220" y="8156"/>
                    <a:pt x="15220" y="8156"/>
                    <a:pt x="15205" y="8141"/>
                  </a:cubicBezTo>
                  <a:close/>
                  <a:moveTo>
                    <a:pt x="14622" y="8245"/>
                  </a:moveTo>
                  <a:cubicBezTo>
                    <a:pt x="14607" y="8275"/>
                    <a:pt x="14592" y="8305"/>
                    <a:pt x="14577" y="8320"/>
                  </a:cubicBezTo>
                  <a:cubicBezTo>
                    <a:pt x="14577" y="8335"/>
                    <a:pt x="14592" y="8335"/>
                    <a:pt x="14607" y="8350"/>
                  </a:cubicBezTo>
                  <a:cubicBezTo>
                    <a:pt x="14622" y="8320"/>
                    <a:pt x="14637" y="8290"/>
                    <a:pt x="14652" y="8245"/>
                  </a:cubicBezTo>
                  <a:close/>
                  <a:moveTo>
                    <a:pt x="14787" y="8275"/>
                  </a:moveTo>
                  <a:cubicBezTo>
                    <a:pt x="14772" y="8290"/>
                    <a:pt x="14757" y="8290"/>
                    <a:pt x="14757" y="8290"/>
                  </a:cubicBezTo>
                  <a:cubicBezTo>
                    <a:pt x="14757" y="8305"/>
                    <a:pt x="14757" y="8320"/>
                    <a:pt x="14772" y="8350"/>
                  </a:cubicBezTo>
                  <a:cubicBezTo>
                    <a:pt x="14787" y="8335"/>
                    <a:pt x="14787" y="8320"/>
                    <a:pt x="14787" y="8305"/>
                  </a:cubicBezTo>
                  <a:cubicBezTo>
                    <a:pt x="14787" y="8290"/>
                    <a:pt x="14787" y="8290"/>
                    <a:pt x="14787" y="8275"/>
                  </a:cubicBezTo>
                  <a:close/>
                  <a:moveTo>
                    <a:pt x="15772" y="8021"/>
                  </a:moveTo>
                  <a:cubicBezTo>
                    <a:pt x="15742" y="8021"/>
                    <a:pt x="15728" y="8036"/>
                    <a:pt x="15713" y="8051"/>
                  </a:cubicBezTo>
                  <a:cubicBezTo>
                    <a:pt x="15683" y="8081"/>
                    <a:pt x="15653" y="8111"/>
                    <a:pt x="15623" y="8156"/>
                  </a:cubicBezTo>
                  <a:lnTo>
                    <a:pt x="15563" y="8156"/>
                  </a:lnTo>
                  <a:cubicBezTo>
                    <a:pt x="15518" y="8171"/>
                    <a:pt x="15474" y="8171"/>
                    <a:pt x="15429" y="8185"/>
                  </a:cubicBezTo>
                  <a:cubicBezTo>
                    <a:pt x="15414" y="8200"/>
                    <a:pt x="15369" y="8230"/>
                    <a:pt x="15369" y="8245"/>
                  </a:cubicBezTo>
                  <a:cubicBezTo>
                    <a:pt x="15384" y="8290"/>
                    <a:pt x="15429" y="8335"/>
                    <a:pt x="15459" y="8380"/>
                  </a:cubicBezTo>
                  <a:cubicBezTo>
                    <a:pt x="15474" y="8365"/>
                    <a:pt x="15489" y="8365"/>
                    <a:pt x="15503" y="8350"/>
                  </a:cubicBezTo>
                  <a:cubicBezTo>
                    <a:pt x="15474" y="8290"/>
                    <a:pt x="15459" y="8230"/>
                    <a:pt x="15429" y="8185"/>
                  </a:cubicBezTo>
                  <a:lnTo>
                    <a:pt x="15429" y="8185"/>
                  </a:lnTo>
                  <a:lnTo>
                    <a:pt x="15563" y="8200"/>
                  </a:lnTo>
                  <a:lnTo>
                    <a:pt x="15578" y="8200"/>
                  </a:lnTo>
                  <a:cubicBezTo>
                    <a:pt x="15638" y="8200"/>
                    <a:pt x="15698" y="8200"/>
                    <a:pt x="15772" y="8185"/>
                  </a:cubicBezTo>
                  <a:cubicBezTo>
                    <a:pt x="15802" y="8185"/>
                    <a:pt x="15832" y="8185"/>
                    <a:pt x="15847" y="8171"/>
                  </a:cubicBezTo>
                  <a:cubicBezTo>
                    <a:pt x="15862" y="8171"/>
                    <a:pt x="15877" y="8141"/>
                    <a:pt x="15877" y="8111"/>
                  </a:cubicBezTo>
                  <a:cubicBezTo>
                    <a:pt x="15892" y="8111"/>
                    <a:pt x="15847" y="8081"/>
                    <a:pt x="15847" y="8081"/>
                  </a:cubicBezTo>
                  <a:cubicBezTo>
                    <a:pt x="15832" y="8096"/>
                    <a:pt x="15817" y="8111"/>
                    <a:pt x="15802" y="8126"/>
                  </a:cubicBezTo>
                  <a:cubicBezTo>
                    <a:pt x="15787" y="8111"/>
                    <a:pt x="15772" y="8111"/>
                    <a:pt x="15757" y="8096"/>
                  </a:cubicBezTo>
                  <a:lnTo>
                    <a:pt x="15772" y="8021"/>
                  </a:lnTo>
                  <a:close/>
                  <a:moveTo>
                    <a:pt x="14189" y="8380"/>
                  </a:moveTo>
                  <a:cubicBezTo>
                    <a:pt x="14174" y="8380"/>
                    <a:pt x="14174" y="8395"/>
                    <a:pt x="14174" y="8410"/>
                  </a:cubicBezTo>
                  <a:cubicBezTo>
                    <a:pt x="14174" y="8424"/>
                    <a:pt x="14189" y="8424"/>
                    <a:pt x="14204" y="8439"/>
                  </a:cubicBezTo>
                  <a:cubicBezTo>
                    <a:pt x="14204" y="8424"/>
                    <a:pt x="14219" y="8410"/>
                    <a:pt x="14219" y="8395"/>
                  </a:cubicBezTo>
                  <a:cubicBezTo>
                    <a:pt x="14204" y="8395"/>
                    <a:pt x="14189" y="8380"/>
                    <a:pt x="14189" y="8380"/>
                  </a:cubicBezTo>
                  <a:close/>
                  <a:moveTo>
                    <a:pt x="15026" y="8096"/>
                  </a:moveTo>
                  <a:cubicBezTo>
                    <a:pt x="14831" y="8126"/>
                    <a:pt x="14787" y="8215"/>
                    <a:pt x="14891" y="8365"/>
                  </a:cubicBezTo>
                  <a:lnTo>
                    <a:pt x="14891" y="8380"/>
                  </a:lnTo>
                  <a:cubicBezTo>
                    <a:pt x="14877" y="8412"/>
                    <a:pt x="14880" y="8421"/>
                    <a:pt x="14891" y="8421"/>
                  </a:cubicBezTo>
                  <a:cubicBezTo>
                    <a:pt x="14907" y="8421"/>
                    <a:pt x="14938" y="8401"/>
                    <a:pt x="14955" y="8401"/>
                  </a:cubicBezTo>
                  <a:cubicBezTo>
                    <a:pt x="14964" y="8401"/>
                    <a:pt x="14969" y="8406"/>
                    <a:pt x="14966" y="8424"/>
                  </a:cubicBezTo>
                  <a:cubicBezTo>
                    <a:pt x="14981" y="8454"/>
                    <a:pt x="15011" y="8484"/>
                    <a:pt x="15026" y="8514"/>
                  </a:cubicBezTo>
                  <a:cubicBezTo>
                    <a:pt x="15040" y="8499"/>
                    <a:pt x="15070" y="8484"/>
                    <a:pt x="15085" y="8469"/>
                  </a:cubicBezTo>
                  <a:lnTo>
                    <a:pt x="15130" y="8424"/>
                  </a:lnTo>
                  <a:cubicBezTo>
                    <a:pt x="15205" y="8395"/>
                    <a:pt x="15265" y="8365"/>
                    <a:pt x="15339" y="8335"/>
                  </a:cubicBezTo>
                  <a:cubicBezTo>
                    <a:pt x="15294" y="8335"/>
                    <a:pt x="15274" y="8240"/>
                    <a:pt x="15235" y="8240"/>
                  </a:cubicBezTo>
                  <a:cubicBezTo>
                    <a:pt x="15222" y="8240"/>
                    <a:pt x="15208" y="8250"/>
                    <a:pt x="15190" y="8275"/>
                  </a:cubicBezTo>
                  <a:cubicBezTo>
                    <a:pt x="15190" y="8260"/>
                    <a:pt x="15175" y="8215"/>
                    <a:pt x="15160" y="8185"/>
                  </a:cubicBezTo>
                  <a:cubicBezTo>
                    <a:pt x="15145" y="8156"/>
                    <a:pt x="15130" y="8126"/>
                    <a:pt x="15100" y="8096"/>
                  </a:cubicBezTo>
                  <a:close/>
                  <a:moveTo>
                    <a:pt x="13786" y="8484"/>
                  </a:moveTo>
                  <a:lnTo>
                    <a:pt x="13786" y="8484"/>
                  </a:lnTo>
                  <a:cubicBezTo>
                    <a:pt x="13771" y="8514"/>
                    <a:pt x="13756" y="8514"/>
                    <a:pt x="13741" y="8529"/>
                  </a:cubicBezTo>
                  <a:lnTo>
                    <a:pt x="13786" y="8484"/>
                  </a:lnTo>
                  <a:close/>
                  <a:moveTo>
                    <a:pt x="14936" y="8469"/>
                  </a:moveTo>
                  <a:cubicBezTo>
                    <a:pt x="14921" y="8484"/>
                    <a:pt x="14921" y="8499"/>
                    <a:pt x="14921" y="8499"/>
                  </a:cubicBezTo>
                  <a:cubicBezTo>
                    <a:pt x="14921" y="8514"/>
                    <a:pt x="14936" y="8514"/>
                    <a:pt x="14936" y="8529"/>
                  </a:cubicBezTo>
                  <a:cubicBezTo>
                    <a:pt x="14951" y="8514"/>
                    <a:pt x="14966" y="8514"/>
                    <a:pt x="14951" y="8499"/>
                  </a:cubicBezTo>
                  <a:cubicBezTo>
                    <a:pt x="14951" y="8484"/>
                    <a:pt x="14936" y="8484"/>
                    <a:pt x="14936" y="8469"/>
                  </a:cubicBezTo>
                  <a:close/>
                  <a:moveTo>
                    <a:pt x="13368" y="8768"/>
                  </a:moveTo>
                  <a:lnTo>
                    <a:pt x="13368" y="8783"/>
                  </a:lnTo>
                  <a:lnTo>
                    <a:pt x="13353" y="8798"/>
                  </a:lnTo>
                  <a:cubicBezTo>
                    <a:pt x="13353" y="8783"/>
                    <a:pt x="13368" y="8768"/>
                    <a:pt x="13368" y="8768"/>
                  </a:cubicBezTo>
                  <a:close/>
                  <a:moveTo>
                    <a:pt x="11919" y="9022"/>
                  </a:moveTo>
                  <a:lnTo>
                    <a:pt x="11919" y="9037"/>
                  </a:lnTo>
                  <a:lnTo>
                    <a:pt x="11874" y="9022"/>
                  </a:lnTo>
                  <a:close/>
                  <a:moveTo>
                    <a:pt x="13427" y="9186"/>
                  </a:moveTo>
                  <a:lnTo>
                    <a:pt x="13412" y="9194"/>
                  </a:lnTo>
                  <a:lnTo>
                    <a:pt x="13412" y="9194"/>
                  </a:lnTo>
                  <a:cubicBezTo>
                    <a:pt x="13416" y="9190"/>
                    <a:pt x="13420" y="9186"/>
                    <a:pt x="13427" y="9186"/>
                  </a:cubicBezTo>
                  <a:close/>
                  <a:moveTo>
                    <a:pt x="7573" y="10769"/>
                  </a:moveTo>
                  <a:cubicBezTo>
                    <a:pt x="7554" y="10788"/>
                    <a:pt x="7541" y="10801"/>
                    <a:pt x="7524" y="10801"/>
                  </a:cubicBezTo>
                  <a:cubicBezTo>
                    <a:pt x="7513" y="10801"/>
                    <a:pt x="7500" y="10796"/>
                    <a:pt x="7483" y="10784"/>
                  </a:cubicBezTo>
                  <a:lnTo>
                    <a:pt x="7483" y="10784"/>
                  </a:lnTo>
                  <a:cubicBezTo>
                    <a:pt x="7495" y="10791"/>
                    <a:pt x="7508" y="10794"/>
                    <a:pt x="7519" y="10794"/>
                  </a:cubicBezTo>
                  <a:cubicBezTo>
                    <a:pt x="7535" y="10794"/>
                    <a:pt x="7549" y="10787"/>
                    <a:pt x="7558" y="10769"/>
                  </a:cubicBezTo>
                  <a:close/>
                  <a:moveTo>
                    <a:pt x="8260" y="10978"/>
                  </a:moveTo>
                  <a:cubicBezTo>
                    <a:pt x="8230" y="11008"/>
                    <a:pt x="8215" y="11023"/>
                    <a:pt x="8200" y="11038"/>
                  </a:cubicBezTo>
                  <a:lnTo>
                    <a:pt x="8275" y="11038"/>
                  </a:lnTo>
                  <a:cubicBezTo>
                    <a:pt x="8275" y="11023"/>
                    <a:pt x="8260" y="11008"/>
                    <a:pt x="8260" y="10978"/>
                  </a:cubicBezTo>
                  <a:close/>
                  <a:moveTo>
                    <a:pt x="7782" y="11188"/>
                  </a:moveTo>
                  <a:cubicBezTo>
                    <a:pt x="7752" y="11217"/>
                    <a:pt x="7722" y="11262"/>
                    <a:pt x="7707" y="11292"/>
                  </a:cubicBezTo>
                  <a:lnTo>
                    <a:pt x="7782" y="11292"/>
                  </a:lnTo>
                  <a:cubicBezTo>
                    <a:pt x="7782" y="11247"/>
                    <a:pt x="7782" y="11217"/>
                    <a:pt x="7782" y="11188"/>
                  </a:cubicBezTo>
                  <a:close/>
                  <a:moveTo>
                    <a:pt x="7901" y="11262"/>
                  </a:moveTo>
                  <a:cubicBezTo>
                    <a:pt x="7901" y="11277"/>
                    <a:pt x="7901" y="11307"/>
                    <a:pt x="7901" y="11322"/>
                  </a:cubicBezTo>
                  <a:cubicBezTo>
                    <a:pt x="7916" y="11307"/>
                    <a:pt x="7931" y="11292"/>
                    <a:pt x="7946" y="11277"/>
                  </a:cubicBezTo>
                  <a:cubicBezTo>
                    <a:pt x="7931" y="11277"/>
                    <a:pt x="7916" y="11277"/>
                    <a:pt x="7901" y="11262"/>
                  </a:cubicBezTo>
                  <a:close/>
                  <a:moveTo>
                    <a:pt x="5407" y="12353"/>
                  </a:moveTo>
                  <a:cubicBezTo>
                    <a:pt x="5407" y="12368"/>
                    <a:pt x="5407" y="12368"/>
                    <a:pt x="5407" y="12382"/>
                  </a:cubicBezTo>
                  <a:lnTo>
                    <a:pt x="5362" y="12382"/>
                  </a:lnTo>
                  <a:cubicBezTo>
                    <a:pt x="5377" y="12368"/>
                    <a:pt x="5392" y="12368"/>
                    <a:pt x="5407" y="12353"/>
                  </a:cubicBezTo>
                  <a:close/>
                  <a:moveTo>
                    <a:pt x="5183" y="12503"/>
                  </a:moveTo>
                  <a:cubicBezTo>
                    <a:pt x="5183" y="12504"/>
                    <a:pt x="5183" y="12507"/>
                    <a:pt x="5183" y="12517"/>
                  </a:cubicBezTo>
                  <a:cubicBezTo>
                    <a:pt x="5173" y="12507"/>
                    <a:pt x="5176" y="12504"/>
                    <a:pt x="5183" y="12503"/>
                  </a:cubicBezTo>
                  <a:close/>
                  <a:moveTo>
                    <a:pt x="20283" y="13294"/>
                  </a:moveTo>
                  <a:cubicBezTo>
                    <a:pt x="20268" y="13308"/>
                    <a:pt x="20238" y="13308"/>
                    <a:pt x="20223" y="13308"/>
                  </a:cubicBezTo>
                  <a:cubicBezTo>
                    <a:pt x="20238" y="13338"/>
                    <a:pt x="20268" y="13353"/>
                    <a:pt x="20283" y="13383"/>
                  </a:cubicBezTo>
                  <a:cubicBezTo>
                    <a:pt x="20283" y="13353"/>
                    <a:pt x="20283" y="13323"/>
                    <a:pt x="20283" y="13294"/>
                  </a:cubicBezTo>
                  <a:close/>
                  <a:moveTo>
                    <a:pt x="5228" y="13652"/>
                  </a:moveTo>
                  <a:cubicBezTo>
                    <a:pt x="5228" y="13682"/>
                    <a:pt x="5228" y="13712"/>
                    <a:pt x="5228" y="13727"/>
                  </a:cubicBezTo>
                  <a:cubicBezTo>
                    <a:pt x="5243" y="13727"/>
                    <a:pt x="5258" y="13712"/>
                    <a:pt x="5272" y="13712"/>
                  </a:cubicBezTo>
                  <a:cubicBezTo>
                    <a:pt x="5258" y="13682"/>
                    <a:pt x="5243" y="13667"/>
                    <a:pt x="5228" y="13652"/>
                  </a:cubicBezTo>
                  <a:close/>
                  <a:moveTo>
                    <a:pt x="20761" y="13712"/>
                  </a:moveTo>
                  <a:lnTo>
                    <a:pt x="20761" y="13712"/>
                  </a:lnTo>
                  <a:cubicBezTo>
                    <a:pt x="20776" y="13727"/>
                    <a:pt x="20806" y="13727"/>
                    <a:pt x="20836" y="13727"/>
                  </a:cubicBezTo>
                  <a:cubicBezTo>
                    <a:pt x="20821" y="13727"/>
                    <a:pt x="20806" y="13730"/>
                    <a:pt x="20793" y="13730"/>
                  </a:cubicBezTo>
                  <a:cubicBezTo>
                    <a:pt x="20780" y="13730"/>
                    <a:pt x="20768" y="13727"/>
                    <a:pt x="20761" y="13712"/>
                  </a:cubicBezTo>
                  <a:close/>
                  <a:moveTo>
                    <a:pt x="14831" y="13816"/>
                  </a:moveTo>
                  <a:lnTo>
                    <a:pt x="14831" y="13831"/>
                  </a:lnTo>
                  <a:lnTo>
                    <a:pt x="14816" y="13831"/>
                  </a:lnTo>
                  <a:lnTo>
                    <a:pt x="14831" y="13816"/>
                  </a:lnTo>
                  <a:close/>
                  <a:moveTo>
                    <a:pt x="13188" y="14070"/>
                  </a:moveTo>
                  <a:lnTo>
                    <a:pt x="13188" y="14085"/>
                  </a:lnTo>
                  <a:lnTo>
                    <a:pt x="13173" y="14085"/>
                  </a:lnTo>
                  <a:lnTo>
                    <a:pt x="13188" y="14070"/>
                  </a:lnTo>
                  <a:close/>
                  <a:moveTo>
                    <a:pt x="19372" y="14130"/>
                  </a:moveTo>
                  <a:lnTo>
                    <a:pt x="19387" y="14145"/>
                  </a:lnTo>
                  <a:lnTo>
                    <a:pt x="19372" y="14145"/>
                  </a:lnTo>
                  <a:lnTo>
                    <a:pt x="19372" y="14130"/>
                  </a:lnTo>
                  <a:close/>
                  <a:moveTo>
                    <a:pt x="4481" y="15175"/>
                  </a:moveTo>
                  <a:lnTo>
                    <a:pt x="4466" y="15190"/>
                  </a:lnTo>
                  <a:cubicBezTo>
                    <a:pt x="4466" y="15175"/>
                    <a:pt x="4481" y="15175"/>
                    <a:pt x="4481" y="15175"/>
                  </a:cubicBezTo>
                  <a:close/>
                  <a:moveTo>
                    <a:pt x="8394" y="15414"/>
                  </a:moveTo>
                  <a:lnTo>
                    <a:pt x="8424" y="15459"/>
                  </a:lnTo>
                  <a:cubicBezTo>
                    <a:pt x="8409" y="15444"/>
                    <a:pt x="8394" y="15429"/>
                    <a:pt x="8394" y="15414"/>
                  </a:cubicBezTo>
                  <a:close/>
                  <a:moveTo>
                    <a:pt x="6975" y="15952"/>
                  </a:moveTo>
                  <a:cubicBezTo>
                    <a:pt x="6975" y="15967"/>
                    <a:pt x="6960" y="15967"/>
                    <a:pt x="6960" y="15967"/>
                  </a:cubicBezTo>
                  <a:cubicBezTo>
                    <a:pt x="6960" y="15967"/>
                    <a:pt x="6975" y="15952"/>
                    <a:pt x="6975" y="15952"/>
                  </a:cubicBezTo>
                  <a:close/>
                  <a:moveTo>
                    <a:pt x="22643" y="15907"/>
                  </a:moveTo>
                  <a:cubicBezTo>
                    <a:pt x="22628" y="15952"/>
                    <a:pt x="22628" y="15982"/>
                    <a:pt x="22613" y="16027"/>
                  </a:cubicBezTo>
                  <a:cubicBezTo>
                    <a:pt x="22643" y="15997"/>
                    <a:pt x="22658" y="15952"/>
                    <a:pt x="22673" y="15922"/>
                  </a:cubicBezTo>
                  <a:cubicBezTo>
                    <a:pt x="22673" y="15922"/>
                    <a:pt x="22658" y="15922"/>
                    <a:pt x="22643" y="15907"/>
                  </a:cubicBezTo>
                  <a:close/>
                  <a:moveTo>
                    <a:pt x="21433" y="16131"/>
                  </a:moveTo>
                  <a:cubicBezTo>
                    <a:pt x="21432" y="16132"/>
                    <a:pt x="21418" y="16146"/>
                    <a:pt x="21418" y="16146"/>
                  </a:cubicBezTo>
                  <a:lnTo>
                    <a:pt x="21388" y="16191"/>
                  </a:lnTo>
                  <a:cubicBezTo>
                    <a:pt x="21388" y="16161"/>
                    <a:pt x="21418" y="16146"/>
                    <a:pt x="21433" y="16131"/>
                  </a:cubicBezTo>
                  <a:close/>
                  <a:moveTo>
                    <a:pt x="22150" y="16475"/>
                  </a:moveTo>
                  <a:lnTo>
                    <a:pt x="22090" y="16520"/>
                  </a:lnTo>
                  <a:cubicBezTo>
                    <a:pt x="22120" y="16505"/>
                    <a:pt x="22135" y="16490"/>
                    <a:pt x="22150" y="16475"/>
                  </a:cubicBezTo>
                  <a:close/>
                  <a:moveTo>
                    <a:pt x="22284" y="16415"/>
                  </a:moveTo>
                  <a:cubicBezTo>
                    <a:pt x="22269" y="16445"/>
                    <a:pt x="22254" y="16475"/>
                    <a:pt x="22254" y="16505"/>
                  </a:cubicBezTo>
                  <a:cubicBezTo>
                    <a:pt x="22254" y="16505"/>
                    <a:pt x="22269" y="16505"/>
                    <a:pt x="22284" y="16520"/>
                  </a:cubicBezTo>
                  <a:cubicBezTo>
                    <a:pt x="22284" y="16490"/>
                    <a:pt x="22299" y="16460"/>
                    <a:pt x="22314" y="16430"/>
                  </a:cubicBezTo>
                  <a:cubicBezTo>
                    <a:pt x="22314" y="16430"/>
                    <a:pt x="22284" y="16430"/>
                    <a:pt x="22284" y="16415"/>
                  </a:cubicBezTo>
                  <a:close/>
                  <a:moveTo>
                    <a:pt x="15653" y="18148"/>
                  </a:moveTo>
                  <a:lnTo>
                    <a:pt x="15668" y="18163"/>
                  </a:lnTo>
                  <a:lnTo>
                    <a:pt x="15653" y="18163"/>
                  </a:lnTo>
                  <a:cubicBezTo>
                    <a:pt x="15653" y="18163"/>
                    <a:pt x="15653" y="18163"/>
                    <a:pt x="15653" y="18148"/>
                  </a:cubicBezTo>
                  <a:close/>
                  <a:moveTo>
                    <a:pt x="14742" y="18193"/>
                  </a:moveTo>
                  <a:cubicBezTo>
                    <a:pt x="14742" y="18207"/>
                    <a:pt x="14727" y="18207"/>
                    <a:pt x="14727" y="18207"/>
                  </a:cubicBezTo>
                  <a:lnTo>
                    <a:pt x="14742" y="18193"/>
                  </a:lnTo>
                  <a:close/>
                  <a:moveTo>
                    <a:pt x="12830" y="19372"/>
                  </a:moveTo>
                  <a:cubicBezTo>
                    <a:pt x="12815" y="19372"/>
                    <a:pt x="12815" y="19387"/>
                    <a:pt x="12800" y="19402"/>
                  </a:cubicBezTo>
                  <a:cubicBezTo>
                    <a:pt x="12800" y="19387"/>
                    <a:pt x="12800" y="19372"/>
                    <a:pt x="12815" y="19372"/>
                  </a:cubicBezTo>
                  <a:close/>
                  <a:moveTo>
                    <a:pt x="10858" y="19671"/>
                  </a:moveTo>
                  <a:cubicBezTo>
                    <a:pt x="10844" y="19671"/>
                    <a:pt x="10844" y="19686"/>
                    <a:pt x="10829" y="19701"/>
                  </a:cubicBezTo>
                  <a:lnTo>
                    <a:pt x="10858" y="19701"/>
                  </a:lnTo>
                  <a:cubicBezTo>
                    <a:pt x="10873" y="19701"/>
                    <a:pt x="10873" y="19686"/>
                    <a:pt x="10888" y="19686"/>
                  </a:cubicBezTo>
                  <a:cubicBezTo>
                    <a:pt x="10873" y="19671"/>
                    <a:pt x="10858" y="19671"/>
                    <a:pt x="10858" y="19671"/>
                  </a:cubicBezTo>
                  <a:close/>
                  <a:moveTo>
                    <a:pt x="10769" y="19880"/>
                  </a:moveTo>
                  <a:cubicBezTo>
                    <a:pt x="10754" y="19880"/>
                    <a:pt x="10754" y="19895"/>
                    <a:pt x="10739" y="19910"/>
                  </a:cubicBezTo>
                  <a:cubicBezTo>
                    <a:pt x="10754" y="19910"/>
                    <a:pt x="10754" y="19925"/>
                    <a:pt x="10769" y="19925"/>
                  </a:cubicBezTo>
                  <a:cubicBezTo>
                    <a:pt x="10769" y="19925"/>
                    <a:pt x="10784" y="19925"/>
                    <a:pt x="10799" y="19910"/>
                  </a:cubicBezTo>
                  <a:cubicBezTo>
                    <a:pt x="10784" y="19895"/>
                    <a:pt x="10784" y="19895"/>
                    <a:pt x="10769" y="19880"/>
                  </a:cubicBezTo>
                  <a:close/>
                  <a:moveTo>
                    <a:pt x="10201" y="20313"/>
                  </a:moveTo>
                  <a:lnTo>
                    <a:pt x="10201" y="20313"/>
                  </a:lnTo>
                  <a:cubicBezTo>
                    <a:pt x="10171" y="20328"/>
                    <a:pt x="10142" y="20343"/>
                    <a:pt x="10097" y="20358"/>
                  </a:cubicBezTo>
                  <a:cubicBezTo>
                    <a:pt x="10112" y="20373"/>
                    <a:pt x="10112" y="20373"/>
                    <a:pt x="10127" y="20388"/>
                  </a:cubicBezTo>
                  <a:cubicBezTo>
                    <a:pt x="10156" y="20373"/>
                    <a:pt x="10171" y="20343"/>
                    <a:pt x="10201" y="20313"/>
                  </a:cubicBezTo>
                  <a:close/>
                  <a:moveTo>
                    <a:pt x="10201" y="20313"/>
                  </a:moveTo>
                  <a:cubicBezTo>
                    <a:pt x="10216" y="20343"/>
                    <a:pt x="10231" y="20373"/>
                    <a:pt x="10231" y="20403"/>
                  </a:cubicBezTo>
                  <a:cubicBezTo>
                    <a:pt x="10246" y="20403"/>
                    <a:pt x="10261" y="20388"/>
                    <a:pt x="10276" y="20388"/>
                  </a:cubicBezTo>
                  <a:cubicBezTo>
                    <a:pt x="10246" y="20358"/>
                    <a:pt x="10231" y="20343"/>
                    <a:pt x="10201" y="20313"/>
                  </a:cubicBezTo>
                  <a:close/>
                  <a:moveTo>
                    <a:pt x="10067" y="20463"/>
                  </a:moveTo>
                  <a:lnTo>
                    <a:pt x="10082" y="20470"/>
                  </a:lnTo>
                  <a:lnTo>
                    <a:pt x="10082" y="20470"/>
                  </a:lnTo>
                  <a:cubicBezTo>
                    <a:pt x="10078" y="20466"/>
                    <a:pt x="10074" y="20463"/>
                    <a:pt x="10067" y="20463"/>
                  </a:cubicBezTo>
                  <a:close/>
                  <a:moveTo>
                    <a:pt x="10082" y="20470"/>
                  </a:moveTo>
                  <a:cubicBezTo>
                    <a:pt x="10086" y="20474"/>
                    <a:pt x="10089" y="20478"/>
                    <a:pt x="10097" y="20478"/>
                  </a:cubicBezTo>
                  <a:lnTo>
                    <a:pt x="10082" y="20470"/>
                  </a:lnTo>
                  <a:close/>
                  <a:moveTo>
                    <a:pt x="10112" y="20474"/>
                  </a:moveTo>
                  <a:cubicBezTo>
                    <a:pt x="10108" y="20474"/>
                    <a:pt x="10102" y="20475"/>
                    <a:pt x="10097" y="20478"/>
                  </a:cubicBezTo>
                  <a:cubicBezTo>
                    <a:pt x="10097" y="20508"/>
                    <a:pt x="10097" y="20537"/>
                    <a:pt x="10082" y="20552"/>
                  </a:cubicBezTo>
                  <a:cubicBezTo>
                    <a:pt x="10112" y="20537"/>
                    <a:pt x="10127" y="20523"/>
                    <a:pt x="10156" y="20508"/>
                  </a:cubicBezTo>
                  <a:cubicBezTo>
                    <a:pt x="10144" y="20495"/>
                    <a:pt x="10132" y="20474"/>
                    <a:pt x="10112" y="20474"/>
                  </a:cubicBezTo>
                  <a:close/>
                  <a:moveTo>
                    <a:pt x="10410" y="20612"/>
                  </a:moveTo>
                  <a:cubicBezTo>
                    <a:pt x="10410" y="20642"/>
                    <a:pt x="10410" y="20672"/>
                    <a:pt x="10395" y="20702"/>
                  </a:cubicBezTo>
                  <a:cubicBezTo>
                    <a:pt x="10410" y="20702"/>
                    <a:pt x="10425" y="20717"/>
                    <a:pt x="10440" y="20717"/>
                  </a:cubicBezTo>
                  <a:lnTo>
                    <a:pt x="10440" y="20612"/>
                  </a:lnTo>
                  <a:close/>
                  <a:moveTo>
                    <a:pt x="9738" y="20851"/>
                  </a:moveTo>
                  <a:cubicBezTo>
                    <a:pt x="9693" y="20956"/>
                    <a:pt x="9664" y="21015"/>
                    <a:pt x="9619" y="21135"/>
                  </a:cubicBezTo>
                  <a:cubicBezTo>
                    <a:pt x="9708" y="21060"/>
                    <a:pt x="9753" y="21030"/>
                    <a:pt x="9798" y="20986"/>
                  </a:cubicBezTo>
                  <a:cubicBezTo>
                    <a:pt x="9783" y="20971"/>
                    <a:pt x="9768" y="20926"/>
                    <a:pt x="9738" y="20851"/>
                  </a:cubicBezTo>
                  <a:close/>
                  <a:moveTo>
                    <a:pt x="10112" y="21344"/>
                  </a:moveTo>
                  <a:cubicBezTo>
                    <a:pt x="10097" y="21359"/>
                    <a:pt x="10082" y="21359"/>
                    <a:pt x="10082" y="21374"/>
                  </a:cubicBezTo>
                  <a:cubicBezTo>
                    <a:pt x="10067" y="21374"/>
                    <a:pt x="10082" y="21389"/>
                    <a:pt x="10082" y="21404"/>
                  </a:cubicBezTo>
                  <a:cubicBezTo>
                    <a:pt x="10097" y="21389"/>
                    <a:pt x="10112" y="21389"/>
                    <a:pt x="10112" y="21374"/>
                  </a:cubicBezTo>
                  <a:cubicBezTo>
                    <a:pt x="10112" y="21359"/>
                    <a:pt x="10112" y="21359"/>
                    <a:pt x="10112" y="21344"/>
                  </a:cubicBezTo>
                  <a:close/>
                  <a:moveTo>
                    <a:pt x="14408" y="8320"/>
                  </a:moveTo>
                  <a:cubicBezTo>
                    <a:pt x="14396" y="8320"/>
                    <a:pt x="14381" y="8331"/>
                    <a:pt x="14368" y="8350"/>
                  </a:cubicBezTo>
                  <a:cubicBezTo>
                    <a:pt x="14353" y="8380"/>
                    <a:pt x="14368" y="8439"/>
                    <a:pt x="14383" y="8484"/>
                  </a:cubicBezTo>
                  <a:cubicBezTo>
                    <a:pt x="14383" y="8499"/>
                    <a:pt x="14383" y="8499"/>
                    <a:pt x="14383" y="8514"/>
                  </a:cubicBezTo>
                  <a:cubicBezTo>
                    <a:pt x="14383" y="8529"/>
                    <a:pt x="14383" y="8544"/>
                    <a:pt x="14383" y="8559"/>
                  </a:cubicBezTo>
                  <a:cubicBezTo>
                    <a:pt x="14383" y="8589"/>
                    <a:pt x="14368" y="8604"/>
                    <a:pt x="14368" y="8619"/>
                  </a:cubicBezTo>
                  <a:cubicBezTo>
                    <a:pt x="14335" y="8561"/>
                    <a:pt x="14298" y="8540"/>
                    <a:pt x="14256" y="8540"/>
                  </a:cubicBezTo>
                  <a:cubicBezTo>
                    <a:pt x="14222" y="8540"/>
                    <a:pt x="14185" y="8554"/>
                    <a:pt x="14144" y="8574"/>
                  </a:cubicBezTo>
                  <a:cubicBezTo>
                    <a:pt x="14127" y="8581"/>
                    <a:pt x="14115" y="8583"/>
                    <a:pt x="14106" y="8583"/>
                  </a:cubicBezTo>
                  <a:cubicBezTo>
                    <a:pt x="14076" y="8583"/>
                    <a:pt x="14085" y="8549"/>
                    <a:pt x="14085" y="8514"/>
                  </a:cubicBezTo>
                  <a:cubicBezTo>
                    <a:pt x="14100" y="8469"/>
                    <a:pt x="14129" y="8439"/>
                    <a:pt x="14144" y="8395"/>
                  </a:cubicBezTo>
                  <a:cubicBezTo>
                    <a:pt x="14129" y="8395"/>
                    <a:pt x="14114" y="8380"/>
                    <a:pt x="14100" y="8380"/>
                  </a:cubicBezTo>
                  <a:cubicBezTo>
                    <a:pt x="14085" y="8424"/>
                    <a:pt x="14070" y="8469"/>
                    <a:pt x="14070" y="8514"/>
                  </a:cubicBezTo>
                  <a:lnTo>
                    <a:pt x="14025" y="8589"/>
                  </a:lnTo>
                  <a:lnTo>
                    <a:pt x="13980" y="8559"/>
                  </a:lnTo>
                  <a:cubicBezTo>
                    <a:pt x="13980" y="8529"/>
                    <a:pt x="13980" y="8499"/>
                    <a:pt x="13980" y="8454"/>
                  </a:cubicBezTo>
                  <a:cubicBezTo>
                    <a:pt x="13950" y="8469"/>
                    <a:pt x="13905" y="8484"/>
                    <a:pt x="13875" y="8484"/>
                  </a:cubicBezTo>
                  <a:lnTo>
                    <a:pt x="13786" y="8484"/>
                  </a:lnTo>
                  <a:cubicBezTo>
                    <a:pt x="13711" y="8499"/>
                    <a:pt x="13637" y="8514"/>
                    <a:pt x="13562" y="8529"/>
                  </a:cubicBezTo>
                  <a:cubicBezTo>
                    <a:pt x="13517" y="8574"/>
                    <a:pt x="13457" y="8604"/>
                    <a:pt x="13412" y="8634"/>
                  </a:cubicBezTo>
                  <a:cubicBezTo>
                    <a:pt x="13412" y="8649"/>
                    <a:pt x="13412" y="8678"/>
                    <a:pt x="13412" y="8693"/>
                  </a:cubicBezTo>
                  <a:cubicBezTo>
                    <a:pt x="13442" y="8693"/>
                    <a:pt x="13457" y="8678"/>
                    <a:pt x="13487" y="8678"/>
                  </a:cubicBezTo>
                  <a:cubicBezTo>
                    <a:pt x="13457" y="8708"/>
                    <a:pt x="13427" y="8723"/>
                    <a:pt x="13398" y="8753"/>
                  </a:cubicBezTo>
                  <a:cubicBezTo>
                    <a:pt x="13308" y="8680"/>
                    <a:pt x="13245" y="8642"/>
                    <a:pt x="13192" y="8642"/>
                  </a:cubicBezTo>
                  <a:cubicBezTo>
                    <a:pt x="13148" y="8642"/>
                    <a:pt x="13110" y="8669"/>
                    <a:pt x="13069" y="8723"/>
                  </a:cubicBezTo>
                  <a:cubicBezTo>
                    <a:pt x="13039" y="8723"/>
                    <a:pt x="13009" y="8723"/>
                    <a:pt x="12979" y="8738"/>
                  </a:cubicBezTo>
                  <a:cubicBezTo>
                    <a:pt x="12973" y="8739"/>
                    <a:pt x="12966" y="8740"/>
                    <a:pt x="12959" y="8740"/>
                  </a:cubicBezTo>
                  <a:cubicBezTo>
                    <a:pt x="12927" y="8740"/>
                    <a:pt x="12888" y="8729"/>
                    <a:pt x="12856" y="8729"/>
                  </a:cubicBezTo>
                  <a:cubicBezTo>
                    <a:pt x="12814" y="8729"/>
                    <a:pt x="12784" y="8749"/>
                    <a:pt x="12800" y="8843"/>
                  </a:cubicBezTo>
                  <a:cubicBezTo>
                    <a:pt x="12770" y="8858"/>
                    <a:pt x="12740" y="8858"/>
                    <a:pt x="12710" y="8873"/>
                  </a:cubicBezTo>
                  <a:cubicBezTo>
                    <a:pt x="12740" y="8873"/>
                    <a:pt x="12755" y="8887"/>
                    <a:pt x="12785" y="8887"/>
                  </a:cubicBezTo>
                  <a:cubicBezTo>
                    <a:pt x="12776" y="8892"/>
                    <a:pt x="12769" y="8894"/>
                    <a:pt x="12762" y="8894"/>
                  </a:cubicBezTo>
                  <a:cubicBezTo>
                    <a:pt x="12745" y="8894"/>
                    <a:pt x="12732" y="8883"/>
                    <a:pt x="12710" y="8873"/>
                  </a:cubicBezTo>
                  <a:cubicBezTo>
                    <a:pt x="12696" y="8843"/>
                    <a:pt x="12681" y="8813"/>
                    <a:pt x="12666" y="8813"/>
                  </a:cubicBezTo>
                  <a:cubicBezTo>
                    <a:pt x="12606" y="8813"/>
                    <a:pt x="12561" y="8828"/>
                    <a:pt x="12516" y="8843"/>
                  </a:cubicBezTo>
                  <a:lnTo>
                    <a:pt x="12486" y="8843"/>
                  </a:lnTo>
                  <a:lnTo>
                    <a:pt x="12307" y="8917"/>
                  </a:lnTo>
                  <a:lnTo>
                    <a:pt x="12233" y="8917"/>
                  </a:lnTo>
                  <a:cubicBezTo>
                    <a:pt x="12098" y="8947"/>
                    <a:pt x="11949" y="8977"/>
                    <a:pt x="11799" y="9007"/>
                  </a:cubicBezTo>
                  <a:lnTo>
                    <a:pt x="11755" y="9082"/>
                  </a:lnTo>
                  <a:cubicBezTo>
                    <a:pt x="11740" y="9097"/>
                    <a:pt x="11725" y="9097"/>
                    <a:pt x="11725" y="9112"/>
                  </a:cubicBezTo>
                  <a:cubicBezTo>
                    <a:pt x="11695" y="9097"/>
                    <a:pt x="11680" y="9067"/>
                    <a:pt x="11665" y="9067"/>
                  </a:cubicBezTo>
                  <a:cubicBezTo>
                    <a:pt x="11531" y="9097"/>
                    <a:pt x="11366" y="9097"/>
                    <a:pt x="11277" y="9231"/>
                  </a:cubicBezTo>
                  <a:cubicBezTo>
                    <a:pt x="11247" y="9216"/>
                    <a:pt x="11217" y="9186"/>
                    <a:pt x="11202" y="9186"/>
                  </a:cubicBezTo>
                  <a:cubicBezTo>
                    <a:pt x="11023" y="9231"/>
                    <a:pt x="10844" y="9291"/>
                    <a:pt x="10679" y="9336"/>
                  </a:cubicBezTo>
                  <a:cubicBezTo>
                    <a:pt x="10619" y="9350"/>
                    <a:pt x="10575" y="9350"/>
                    <a:pt x="10530" y="9365"/>
                  </a:cubicBezTo>
                  <a:cubicBezTo>
                    <a:pt x="10380" y="9410"/>
                    <a:pt x="10231" y="9455"/>
                    <a:pt x="10082" y="9500"/>
                  </a:cubicBezTo>
                  <a:cubicBezTo>
                    <a:pt x="9962" y="9545"/>
                    <a:pt x="9858" y="9589"/>
                    <a:pt x="9738" y="9634"/>
                  </a:cubicBezTo>
                  <a:lnTo>
                    <a:pt x="9723" y="9634"/>
                  </a:lnTo>
                  <a:cubicBezTo>
                    <a:pt x="9649" y="9664"/>
                    <a:pt x="9559" y="9694"/>
                    <a:pt x="9484" y="9709"/>
                  </a:cubicBezTo>
                  <a:cubicBezTo>
                    <a:pt x="9380" y="9754"/>
                    <a:pt x="9260" y="9799"/>
                    <a:pt x="9156" y="9828"/>
                  </a:cubicBezTo>
                  <a:cubicBezTo>
                    <a:pt x="9051" y="9873"/>
                    <a:pt x="8932" y="9918"/>
                    <a:pt x="8827" y="9963"/>
                  </a:cubicBezTo>
                  <a:lnTo>
                    <a:pt x="8528" y="10082"/>
                  </a:lnTo>
                  <a:cubicBezTo>
                    <a:pt x="8349" y="10157"/>
                    <a:pt x="8170" y="10247"/>
                    <a:pt x="8006" y="10321"/>
                  </a:cubicBezTo>
                  <a:cubicBezTo>
                    <a:pt x="7946" y="10351"/>
                    <a:pt x="7901" y="10381"/>
                    <a:pt x="7856" y="10411"/>
                  </a:cubicBezTo>
                  <a:cubicBezTo>
                    <a:pt x="7841" y="10426"/>
                    <a:pt x="7826" y="10441"/>
                    <a:pt x="7826" y="10456"/>
                  </a:cubicBezTo>
                  <a:cubicBezTo>
                    <a:pt x="7804" y="10416"/>
                    <a:pt x="7785" y="10402"/>
                    <a:pt x="7769" y="10402"/>
                  </a:cubicBezTo>
                  <a:cubicBezTo>
                    <a:pt x="7744" y="10402"/>
                    <a:pt x="7725" y="10437"/>
                    <a:pt x="7707" y="10456"/>
                  </a:cubicBezTo>
                  <a:lnTo>
                    <a:pt x="7707" y="10471"/>
                  </a:lnTo>
                  <a:lnTo>
                    <a:pt x="7692" y="10456"/>
                  </a:lnTo>
                  <a:cubicBezTo>
                    <a:pt x="7647" y="10486"/>
                    <a:pt x="7588" y="10501"/>
                    <a:pt x="7528" y="10515"/>
                  </a:cubicBezTo>
                  <a:cubicBezTo>
                    <a:pt x="7438" y="10515"/>
                    <a:pt x="7393" y="10575"/>
                    <a:pt x="7363" y="10650"/>
                  </a:cubicBezTo>
                  <a:cubicBezTo>
                    <a:pt x="7355" y="10649"/>
                    <a:pt x="7347" y="10648"/>
                    <a:pt x="7339" y="10648"/>
                  </a:cubicBezTo>
                  <a:cubicBezTo>
                    <a:pt x="7233" y="10648"/>
                    <a:pt x="7257" y="10744"/>
                    <a:pt x="7229" y="10814"/>
                  </a:cubicBezTo>
                  <a:cubicBezTo>
                    <a:pt x="7197" y="10814"/>
                    <a:pt x="7180" y="10745"/>
                    <a:pt x="7145" y="10745"/>
                  </a:cubicBezTo>
                  <a:cubicBezTo>
                    <a:pt x="7132" y="10745"/>
                    <a:pt x="7116" y="10755"/>
                    <a:pt x="7095" y="10784"/>
                  </a:cubicBezTo>
                  <a:lnTo>
                    <a:pt x="6900" y="10859"/>
                  </a:lnTo>
                  <a:cubicBezTo>
                    <a:pt x="6886" y="10859"/>
                    <a:pt x="6871" y="10859"/>
                    <a:pt x="6856" y="10874"/>
                  </a:cubicBezTo>
                  <a:cubicBezTo>
                    <a:pt x="6856" y="10904"/>
                    <a:pt x="6856" y="10919"/>
                    <a:pt x="6856" y="10934"/>
                  </a:cubicBezTo>
                  <a:cubicBezTo>
                    <a:pt x="6751" y="11008"/>
                    <a:pt x="6632" y="11068"/>
                    <a:pt x="6542" y="11158"/>
                  </a:cubicBezTo>
                  <a:cubicBezTo>
                    <a:pt x="6467" y="11232"/>
                    <a:pt x="6333" y="11232"/>
                    <a:pt x="6318" y="11367"/>
                  </a:cubicBezTo>
                  <a:cubicBezTo>
                    <a:pt x="6288" y="11382"/>
                    <a:pt x="6258" y="11382"/>
                    <a:pt x="6228" y="11397"/>
                  </a:cubicBezTo>
                  <a:lnTo>
                    <a:pt x="6213" y="11397"/>
                  </a:lnTo>
                  <a:cubicBezTo>
                    <a:pt x="6109" y="11456"/>
                    <a:pt x="5989" y="11501"/>
                    <a:pt x="5945" y="11621"/>
                  </a:cubicBezTo>
                  <a:lnTo>
                    <a:pt x="5930" y="11621"/>
                  </a:lnTo>
                  <a:cubicBezTo>
                    <a:pt x="5810" y="11680"/>
                    <a:pt x="5706" y="11785"/>
                    <a:pt x="5661" y="11919"/>
                  </a:cubicBezTo>
                  <a:cubicBezTo>
                    <a:pt x="5673" y="11990"/>
                    <a:pt x="5657" y="12014"/>
                    <a:pt x="5613" y="12014"/>
                  </a:cubicBezTo>
                  <a:cubicBezTo>
                    <a:pt x="5601" y="12014"/>
                    <a:pt x="5587" y="12012"/>
                    <a:pt x="5571" y="12009"/>
                  </a:cubicBezTo>
                  <a:cubicBezTo>
                    <a:pt x="5562" y="12005"/>
                    <a:pt x="5554" y="12003"/>
                    <a:pt x="5545" y="12003"/>
                  </a:cubicBezTo>
                  <a:cubicBezTo>
                    <a:pt x="5524" y="12003"/>
                    <a:pt x="5503" y="12013"/>
                    <a:pt x="5482" y="12024"/>
                  </a:cubicBezTo>
                  <a:lnTo>
                    <a:pt x="5526" y="12084"/>
                  </a:lnTo>
                  <a:cubicBezTo>
                    <a:pt x="5496" y="12114"/>
                    <a:pt x="5467" y="12129"/>
                    <a:pt x="5437" y="12143"/>
                  </a:cubicBezTo>
                  <a:cubicBezTo>
                    <a:pt x="5407" y="12173"/>
                    <a:pt x="5377" y="12233"/>
                    <a:pt x="5347" y="12248"/>
                  </a:cubicBezTo>
                  <a:cubicBezTo>
                    <a:pt x="5198" y="12263"/>
                    <a:pt x="5153" y="12397"/>
                    <a:pt x="5078" y="12502"/>
                  </a:cubicBezTo>
                  <a:lnTo>
                    <a:pt x="4750" y="12935"/>
                  </a:lnTo>
                  <a:cubicBezTo>
                    <a:pt x="4750" y="12950"/>
                    <a:pt x="4750" y="12965"/>
                    <a:pt x="4750" y="12965"/>
                  </a:cubicBezTo>
                  <a:lnTo>
                    <a:pt x="4705" y="13084"/>
                  </a:lnTo>
                  <a:cubicBezTo>
                    <a:pt x="4675" y="13129"/>
                    <a:pt x="4660" y="13174"/>
                    <a:pt x="4645" y="13219"/>
                  </a:cubicBezTo>
                  <a:cubicBezTo>
                    <a:pt x="4585" y="13323"/>
                    <a:pt x="4511" y="13428"/>
                    <a:pt x="4466" y="13533"/>
                  </a:cubicBezTo>
                  <a:cubicBezTo>
                    <a:pt x="4436" y="13577"/>
                    <a:pt x="4436" y="13637"/>
                    <a:pt x="4421" y="13682"/>
                  </a:cubicBezTo>
                  <a:lnTo>
                    <a:pt x="4346" y="13846"/>
                  </a:lnTo>
                  <a:cubicBezTo>
                    <a:pt x="4302" y="13966"/>
                    <a:pt x="4227" y="14085"/>
                    <a:pt x="4287" y="14235"/>
                  </a:cubicBezTo>
                  <a:cubicBezTo>
                    <a:pt x="4287" y="14235"/>
                    <a:pt x="4287" y="14249"/>
                    <a:pt x="4287" y="14264"/>
                  </a:cubicBezTo>
                  <a:cubicBezTo>
                    <a:pt x="4242" y="14354"/>
                    <a:pt x="4197" y="14444"/>
                    <a:pt x="4182" y="14533"/>
                  </a:cubicBezTo>
                  <a:cubicBezTo>
                    <a:pt x="4167" y="14623"/>
                    <a:pt x="4227" y="14742"/>
                    <a:pt x="4197" y="14817"/>
                  </a:cubicBezTo>
                  <a:cubicBezTo>
                    <a:pt x="4122" y="15026"/>
                    <a:pt x="4167" y="15205"/>
                    <a:pt x="4227" y="15385"/>
                  </a:cubicBezTo>
                  <a:cubicBezTo>
                    <a:pt x="4227" y="15414"/>
                    <a:pt x="4212" y="15459"/>
                    <a:pt x="4212" y="15489"/>
                  </a:cubicBezTo>
                  <a:cubicBezTo>
                    <a:pt x="4242" y="15624"/>
                    <a:pt x="4287" y="15758"/>
                    <a:pt x="4317" y="15877"/>
                  </a:cubicBezTo>
                  <a:cubicBezTo>
                    <a:pt x="4317" y="15892"/>
                    <a:pt x="4317" y="15892"/>
                    <a:pt x="4332" y="15892"/>
                  </a:cubicBezTo>
                  <a:cubicBezTo>
                    <a:pt x="4346" y="15922"/>
                    <a:pt x="4361" y="15937"/>
                    <a:pt x="4376" y="15967"/>
                  </a:cubicBezTo>
                  <a:lnTo>
                    <a:pt x="4481" y="16191"/>
                  </a:lnTo>
                  <a:cubicBezTo>
                    <a:pt x="4496" y="16206"/>
                    <a:pt x="4496" y="16221"/>
                    <a:pt x="4511" y="16236"/>
                  </a:cubicBezTo>
                  <a:cubicBezTo>
                    <a:pt x="4556" y="16326"/>
                    <a:pt x="4615" y="16415"/>
                    <a:pt x="4660" y="16490"/>
                  </a:cubicBezTo>
                  <a:cubicBezTo>
                    <a:pt x="4681" y="16511"/>
                    <a:pt x="4706" y="16525"/>
                    <a:pt x="4730" y="16525"/>
                  </a:cubicBezTo>
                  <a:cubicBezTo>
                    <a:pt x="4758" y="16525"/>
                    <a:pt x="4786" y="16507"/>
                    <a:pt x="4809" y="16460"/>
                  </a:cubicBezTo>
                  <a:cubicBezTo>
                    <a:pt x="4869" y="16505"/>
                    <a:pt x="4929" y="16535"/>
                    <a:pt x="5004" y="16579"/>
                  </a:cubicBezTo>
                  <a:cubicBezTo>
                    <a:pt x="4989" y="16639"/>
                    <a:pt x="4974" y="16684"/>
                    <a:pt x="5063" y="16684"/>
                  </a:cubicBezTo>
                  <a:cubicBezTo>
                    <a:pt x="5138" y="16684"/>
                    <a:pt x="5213" y="16699"/>
                    <a:pt x="5272" y="16714"/>
                  </a:cubicBezTo>
                  <a:cubicBezTo>
                    <a:pt x="5287" y="16714"/>
                    <a:pt x="5302" y="16699"/>
                    <a:pt x="5302" y="16699"/>
                  </a:cubicBezTo>
                  <a:lnTo>
                    <a:pt x="5452" y="16699"/>
                  </a:lnTo>
                  <a:cubicBezTo>
                    <a:pt x="5482" y="16714"/>
                    <a:pt x="5496" y="16714"/>
                    <a:pt x="5526" y="16714"/>
                  </a:cubicBezTo>
                  <a:lnTo>
                    <a:pt x="5661" y="16714"/>
                  </a:lnTo>
                  <a:cubicBezTo>
                    <a:pt x="5678" y="16714"/>
                    <a:pt x="5700" y="16724"/>
                    <a:pt x="5718" y="16724"/>
                  </a:cubicBezTo>
                  <a:cubicBezTo>
                    <a:pt x="5732" y="16724"/>
                    <a:pt x="5744" y="16718"/>
                    <a:pt x="5750" y="16699"/>
                  </a:cubicBezTo>
                  <a:lnTo>
                    <a:pt x="5870" y="16699"/>
                  </a:lnTo>
                  <a:cubicBezTo>
                    <a:pt x="5885" y="16699"/>
                    <a:pt x="5900" y="16699"/>
                    <a:pt x="5915" y="16684"/>
                  </a:cubicBezTo>
                  <a:cubicBezTo>
                    <a:pt x="5922" y="16691"/>
                    <a:pt x="5926" y="16695"/>
                    <a:pt x="5930" y="16695"/>
                  </a:cubicBezTo>
                  <a:cubicBezTo>
                    <a:pt x="5933" y="16695"/>
                    <a:pt x="5937" y="16691"/>
                    <a:pt x="5945" y="16684"/>
                  </a:cubicBezTo>
                  <a:cubicBezTo>
                    <a:pt x="6004" y="16669"/>
                    <a:pt x="6064" y="16669"/>
                    <a:pt x="6124" y="16654"/>
                  </a:cubicBezTo>
                  <a:cubicBezTo>
                    <a:pt x="6243" y="16624"/>
                    <a:pt x="6348" y="16594"/>
                    <a:pt x="6467" y="16579"/>
                  </a:cubicBezTo>
                  <a:cubicBezTo>
                    <a:pt x="6497" y="16565"/>
                    <a:pt x="6542" y="16550"/>
                    <a:pt x="6572" y="16535"/>
                  </a:cubicBezTo>
                  <a:lnTo>
                    <a:pt x="6527" y="16520"/>
                  </a:lnTo>
                  <a:cubicBezTo>
                    <a:pt x="6542" y="16520"/>
                    <a:pt x="6557" y="16520"/>
                    <a:pt x="6572" y="16535"/>
                  </a:cubicBezTo>
                  <a:lnTo>
                    <a:pt x="6706" y="16490"/>
                  </a:lnTo>
                  <a:cubicBezTo>
                    <a:pt x="6826" y="16460"/>
                    <a:pt x="6930" y="16415"/>
                    <a:pt x="7035" y="16385"/>
                  </a:cubicBezTo>
                  <a:cubicBezTo>
                    <a:pt x="7124" y="16355"/>
                    <a:pt x="7229" y="16326"/>
                    <a:pt x="7319" y="16296"/>
                  </a:cubicBezTo>
                  <a:cubicBezTo>
                    <a:pt x="7319" y="16296"/>
                    <a:pt x="7319" y="16281"/>
                    <a:pt x="7334" y="16281"/>
                  </a:cubicBezTo>
                  <a:lnTo>
                    <a:pt x="7319" y="16296"/>
                  </a:lnTo>
                  <a:cubicBezTo>
                    <a:pt x="7363" y="16281"/>
                    <a:pt x="7423" y="16266"/>
                    <a:pt x="7483" y="16236"/>
                  </a:cubicBezTo>
                  <a:lnTo>
                    <a:pt x="7528" y="16221"/>
                  </a:lnTo>
                  <a:cubicBezTo>
                    <a:pt x="7632" y="16176"/>
                    <a:pt x="7722" y="16146"/>
                    <a:pt x="7812" y="16101"/>
                  </a:cubicBezTo>
                  <a:cubicBezTo>
                    <a:pt x="7946" y="16072"/>
                    <a:pt x="8080" y="16027"/>
                    <a:pt x="8215" y="15997"/>
                  </a:cubicBezTo>
                  <a:cubicBezTo>
                    <a:pt x="8245" y="15982"/>
                    <a:pt x="8289" y="15967"/>
                    <a:pt x="8319" y="15952"/>
                  </a:cubicBezTo>
                  <a:cubicBezTo>
                    <a:pt x="8319" y="15937"/>
                    <a:pt x="8304" y="15922"/>
                    <a:pt x="8304" y="15907"/>
                  </a:cubicBezTo>
                  <a:cubicBezTo>
                    <a:pt x="8304" y="15877"/>
                    <a:pt x="8289" y="15848"/>
                    <a:pt x="8289" y="15788"/>
                  </a:cubicBezTo>
                  <a:lnTo>
                    <a:pt x="8289" y="15788"/>
                  </a:lnTo>
                  <a:cubicBezTo>
                    <a:pt x="8336" y="15857"/>
                    <a:pt x="8382" y="15887"/>
                    <a:pt x="8428" y="15887"/>
                  </a:cubicBezTo>
                  <a:cubicBezTo>
                    <a:pt x="8472" y="15887"/>
                    <a:pt x="8515" y="15861"/>
                    <a:pt x="8558" y="15818"/>
                  </a:cubicBezTo>
                  <a:cubicBezTo>
                    <a:pt x="8573" y="15803"/>
                    <a:pt x="8663" y="15833"/>
                    <a:pt x="8603" y="15758"/>
                  </a:cubicBezTo>
                  <a:lnTo>
                    <a:pt x="8603" y="15758"/>
                  </a:lnTo>
                  <a:cubicBezTo>
                    <a:pt x="8650" y="15777"/>
                    <a:pt x="8689" y="15787"/>
                    <a:pt x="8719" y="15787"/>
                  </a:cubicBezTo>
                  <a:cubicBezTo>
                    <a:pt x="8786" y="15787"/>
                    <a:pt x="8817" y="15741"/>
                    <a:pt x="8827" y="15638"/>
                  </a:cubicBezTo>
                  <a:cubicBezTo>
                    <a:pt x="8872" y="15668"/>
                    <a:pt x="8917" y="15683"/>
                    <a:pt x="8962" y="15713"/>
                  </a:cubicBezTo>
                  <a:cubicBezTo>
                    <a:pt x="8991" y="15713"/>
                    <a:pt x="9021" y="15698"/>
                    <a:pt x="9051" y="15698"/>
                  </a:cubicBezTo>
                  <a:cubicBezTo>
                    <a:pt x="9066" y="15683"/>
                    <a:pt x="9096" y="15668"/>
                    <a:pt x="9126" y="15653"/>
                  </a:cubicBezTo>
                  <a:lnTo>
                    <a:pt x="9126" y="15668"/>
                  </a:lnTo>
                  <a:lnTo>
                    <a:pt x="9216" y="15638"/>
                  </a:lnTo>
                  <a:cubicBezTo>
                    <a:pt x="9245" y="15624"/>
                    <a:pt x="9260" y="15624"/>
                    <a:pt x="9290" y="15609"/>
                  </a:cubicBezTo>
                  <a:lnTo>
                    <a:pt x="9350" y="15594"/>
                  </a:lnTo>
                  <a:cubicBezTo>
                    <a:pt x="9350" y="15594"/>
                    <a:pt x="9365" y="15594"/>
                    <a:pt x="9365" y="15579"/>
                  </a:cubicBezTo>
                  <a:lnTo>
                    <a:pt x="9380" y="15579"/>
                  </a:lnTo>
                  <a:cubicBezTo>
                    <a:pt x="9440" y="15564"/>
                    <a:pt x="9499" y="15549"/>
                    <a:pt x="9574" y="15534"/>
                  </a:cubicBezTo>
                  <a:cubicBezTo>
                    <a:pt x="9604" y="15519"/>
                    <a:pt x="9649" y="15504"/>
                    <a:pt x="9693" y="15489"/>
                  </a:cubicBezTo>
                  <a:cubicBezTo>
                    <a:pt x="9693" y="15489"/>
                    <a:pt x="9708" y="15474"/>
                    <a:pt x="9708" y="15474"/>
                  </a:cubicBezTo>
                  <a:lnTo>
                    <a:pt x="9738" y="15474"/>
                  </a:lnTo>
                  <a:cubicBezTo>
                    <a:pt x="9768" y="15459"/>
                    <a:pt x="9798" y="15444"/>
                    <a:pt x="9813" y="15414"/>
                  </a:cubicBezTo>
                  <a:cubicBezTo>
                    <a:pt x="9962" y="15370"/>
                    <a:pt x="10097" y="15325"/>
                    <a:pt x="10231" y="15280"/>
                  </a:cubicBezTo>
                  <a:cubicBezTo>
                    <a:pt x="10291" y="15265"/>
                    <a:pt x="10336" y="15235"/>
                    <a:pt x="10395" y="15220"/>
                  </a:cubicBezTo>
                  <a:cubicBezTo>
                    <a:pt x="10515" y="15190"/>
                    <a:pt x="10619" y="15190"/>
                    <a:pt x="10724" y="15175"/>
                  </a:cubicBezTo>
                  <a:cubicBezTo>
                    <a:pt x="10784" y="15146"/>
                    <a:pt x="10858" y="15131"/>
                    <a:pt x="10918" y="15116"/>
                  </a:cubicBezTo>
                  <a:cubicBezTo>
                    <a:pt x="10963" y="15101"/>
                    <a:pt x="11008" y="15071"/>
                    <a:pt x="11053" y="15056"/>
                  </a:cubicBezTo>
                  <a:cubicBezTo>
                    <a:pt x="11292" y="14996"/>
                    <a:pt x="11531" y="14936"/>
                    <a:pt x="11770" y="14862"/>
                  </a:cubicBezTo>
                  <a:cubicBezTo>
                    <a:pt x="11829" y="14847"/>
                    <a:pt x="11889" y="14832"/>
                    <a:pt x="11949" y="14817"/>
                  </a:cubicBezTo>
                  <a:cubicBezTo>
                    <a:pt x="11979" y="14817"/>
                    <a:pt x="12008" y="14817"/>
                    <a:pt x="12038" y="14802"/>
                  </a:cubicBezTo>
                  <a:lnTo>
                    <a:pt x="12053" y="14802"/>
                  </a:lnTo>
                  <a:lnTo>
                    <a:pt x="12053" y="14817"/>
                  </a:lnTo>
                  <a:cubicBezTo>
                    <a:pt x="12098" y="14787"/>
                    <a:pt x="12143" y="14772"/>
                    <a:pt x="12188" y="14757"/>
                  </a:cubicBezTo>
                  <a:cubicBezTo>
                    <a:pt x="12233" y="14757"/>
                    <a:pt x="12277" y="14742"/>
                    <a:pt x="12322" y="14742"/>
                  </a:cubicBezTo>
                  <a:lnTo>
                    <a:pt x="12322" y="14727"/>
                  </a:lnTo>
                  <a:cubicBezTo>
                    <a:pt x="12516" y="14683"/>
                    <a:pt x="12710" y="14638"/>
                    <a:pt x="12905" y="14593"/>
                  </a:cubicBezTo>
                  <a:lnTo>
                    <a:pt x="12920" y="14593"/>
                  </a:lnTo>
                  <a:cubicBezTo>
                    <a:pt x="12994" y="14578"/>
                    <a:pt x="13054" y="14563"/>
                    <a:pt x="13114" y="14533"/>
                  </a:cubicBezTo>
                  <a:cubicBezTo>
                    <a:pt x="13203" y="14533"/>
                    <a:pt x="13278" y="14518"/>
                    <a:pt x="13368" y="14503"/>
                  </a:cubicBezTo>
                  <a:cubicBezTo>
                    <a:pt x="13442" y="14488"/>
                    <a:pt x="13517" y="14473"/>
                    <a:pt x="13592" y="14459"/>
                  </a:cubicBezTo>
                  <a:lnTo>
                    <a:pt x="14249" y="14339"/>
                  </a:lnTo>
                  <a:cubicBezTo>
                    <a:pt x="14383" y="14309"/>
                    <a:pt x="14518" y="14294"/>
                    <a:pt x="14652" y="14264"/>
                  </a:cubicBezTo>
                  <a:cubicBezTo>
                    <a:pt x="14682" y="14249"/>
                    <a:pt x="14712" y="14235"/>
                    <a:pt x="14742" y="14220"/>
                  </a:cubicBezTo>
                  <a:lnTo>
                    <a:pt x="14742" y="14205"/>
                  </a:lnTo>
                  <a:cubicBezTo>
                    <a:pt x="14815" y="14228"/>
                    <a:pt x="14885" y="14236"/>
                    <a:pt x="14954" y="14236"/>
                  </a:cubicBezTo>
                  <a:cubicBezTo>
                    <a:pt x="15110" y="14236"/>
                    <a:pt x="15258" y="14191"/>
                    <a:pt x="15414" y="14160"/>
                  </a:cubicBezTo>
                  <a:cubicBezTo>
                    <a:pt x="15503" y="14160"/>
                    <a:pt x="15593" y="14160"/>
                    <a:pt x="15683" y="14145"/>
                  </a:cubicBezTo>
                  <a:cubicBezTo>
                    <a:pt x="15817" y="14145"/>
                    <a:pt x="15952" y="14130"/>
                    <a:pt x="16086" y="14130"/>
                  </a:cubicBezTo>
                  <a:cubicBezTo>
                    <a:pt x="16131" y="14115"/>
                    <a:pt x="16161" y="14115"/>
                    <a:pt x="16191" y="14115"/>
                  </a:cubicBezTo>
                  <a:cubicBezTo>
                    <a:pt x="16220" y="14100"/>
                    <a:pt x="16235" y="14100"/>
                    <a:pt x="16250" y="14100"/>
                  </a:cubicBezTo>
                  <a:lnTo>
                    <a:pt x="16265" y="14100"/>
                  </a:lnTo>
                  <a:cubicBezTo>
                    <a:pt x="16415" y="14085"/>
                    <a:pt x="16564" y="14070"/>
                    <a:pt x="16713" y="14070"/>
                  </a:cubicBezTo>
                  <a:cubicBezTo>
                    <a:pt x="17057" y="14055"/>
                    <a:pt x="17415" y="14055"/>
                    <a:pt x="17774" y="14040"/>
                  </a:cubicBezTo>
                  <a:cubicBezTo>
                    <a:pt x="17789" y="14040"/>
                    <a:pt x="17804" y="14040"/>
                    <a:pt x="17819" y="14055"/>
                  </a:cubicBezTo>
                  <a:cubicBezTo>
                    <a:pt x="17833" y="14055"/>
                    <a:pt x="17848" y="14055"/>
                    <a:pt x="17863" y="14040"/>
                  </a:cubicBezTo>
                  <a:lnTo>
                    <a:pt x="17908" y="14055"/>
                  </a:lnTo>
                  <a:cubicBezTo>
                    <a:pt x="17913" y="14060"/>
                    <a:pt x="17921" y="14062"/>
                    <a:pt x="17931" y="14062"/>
                  </a:cubicBezTo>
                  <a:cubicBezTo>
                    <a:pt x="17950" y="14062"/>
                    <a:pt x="17973" y="14055"/>
                    <a:pt x="17983" y="14055"/>
                  </a:cubicBezTo>
                  <a:lnTo>
                    <a:pt x="18117" y="14055"/>
                  </a:lnTo>
                  <a:lnTo>
                    <a:pt x="18296" y="14070"/>
                  </a:lnTo>
                  <a:lnTo>
                    <a:pt x="18207" y="14055"/>
                  </a:lnTo>
                  <a:cubicBezTo>
                    <a:pt x="18237" y="14055"/>
                    <a:pt x="18267" y="14055"/>
                    <a:pt x="18296" y="14070"/>
                  </a:cubicBezTo>
                  <a:lnTo>
                    <a:pt x="18730" y="14070"/>
                  </a:lnTo>
                  <a:cubicBezTo>
                    <a:pt x="18924" y="14100"/>
                    <a:pt x="19103" y="14130"/>
                    <a:pt x="19282" y="14160"/>
                  </a:cubicBezTo>
                  <a:cubicBezTo>
                    <a:pt x="19297" y="14167"/>
                    <a:pt x="19308" y="14171"/>
                    <a:pt x="19320" y="14171"/>
                  </a:cubicBezTo>
                  <a:cubicBezTo>
                    <a:pt x="19331" y="14171"/>
                    <a:pt x="19342" y="14167"/>
                    <a:pt x="19357" y="14160"/>
                  </a:cubicBezTo>
                  <a:lnTo>
                    <a:pt x="19447" y="14175"/>
                  </a:lnTo>
                  <a:cubicBezTo>
                    <a:pt x="19447" y="14175"/>
                    <a:pt x="19461" y="14190"/>
                    <a:pt x="19476" y="14190"/>
                  </a:cubicBezTo>
                  <a:cubicBezTo>
                    <a:pt x="19760" y="14264"/>
                    <a:pt x="20044" y="14354"/>
                    <a:pt x="20313" y="14429"/>
                  </a:cubicBezTo>
                  <a:cubicBezTo>
                    <a:pt x="20402" y="14444"/>
                    <a:pt x="20492" y="14429"/>
                    <a:pt x="20552" y="14518"/>
                  </a:cubicBezTo>
                  <a:lnTo>
                    <a:pt x="20552" y="14503"/>
                  </a:lnTo>
                  <a:cubicBezTo>
                    <a:pt x="20582" y="14518"/>
                    <a:pt x="20626" y="14533"/>
                    <a:pt x="20656" y="14533"/>
                  </a:cubicBezTo>
                  <a:cubicBezTo>
                    <a:pt x="20671" y="14533"/>
                    <a:pt x="20671" y="14548"/>
                    <a:pt x="20686" y="14548"/>
                  </a:cubicBezTo>
                  <a:cubicBezTo>
                    <a:pt x="20776" y="14563"/>
                    <a:pt x="20910" y="14548"/>
                    <a:pt x="20970" y="14608"/>
                  </a:cubicBezTo>
                  <a:cubicBezTo>
                    <a:pt x="21075" y="14712"/>
                    <a:pt x="21224" y="14727"/>
                    <a:pt x="21343" y="14817"/>
                  </a:cubicBezTo>
                  <a:lnTo>
                    <a:pt x="21284" y="14862"/>
                  </a:lnTo>
                  <a:cubicBezTo>
                    <a:pt x="21388" y="14922"/>
                    <a:pt x="21493" y="14981"/>
                    <a:pt x="21597" y="15026"/>
                  </a:cubicBezTo>
                  <a:cubicBezTo>
                    <a:pt x="21597" y="15026"/>
                    <a:pt x="21612" y="15026"/>
                    <a:pt x="21612" y="15011"/>
                  </a:cubicBezTo>
                  <a:lnTo>
                    <a:pt x="21627" y="15011"/>
                  </a:lnTo>
                  <a:cubicBezTo>
                    <a:pt x="21642" y="15026"/>
                    <a:pt x="21657" y="15041"/>
                    <a:pt x="21672" y="15056"/>
                  </a:cubicBezTo>
                  <a:cubicBezTo>
                    <a:pt x="21657" y="15071"/>
                    <a:pt x="21642" y="15101"/>
                    <a:pt x="21627" y="15116"/>
                  </a:cubicBezTo>
                  <a:cubicBezTo>
                    <a:pt x="21687" y="15161"/>
                    <a:pt x="21747" y="15220"/>
                    <a:pt x="21806" y="15265"/>
                  </a:cubicBezTo>
                  <a:lnTo>
                    <a:pt x="21821" y="15280"/>
                  </a:lnTo>
                  <a:cubicBezTo>
                    <a:pt x="21836" y="15340"/>
                    <a:pt x="21851" y="15400"/>
                    <a:pt x="21866" y="15459"/>
                  </a:cubicBezTo>
                  <a:cubicBezTo>
                    <a:pt x="21866" y="15474"/>
                    <a:pt x="21851" y="15489"/>
                    <a:pt x="21851" y="15504"/>
                  </a:cubicBezTo>
                  <a:lnTo>
                    <a:pt x="21821" y="15638"/>
                  </a:lnTo>
                  <a:cubicBezTo>
                    <a:pt x="21747" y="15728"/>
                    <a:pt x="21672" y="15818"/>
                    <a:pt x="21582" y="15907"/>
                  </a:cubicBezTo>
                  <a:cubicBezTo>
                    <a:pt x="21463" y="16012"/>
                    <a:pt x="21343" y="16116"/>
                    <a:pt x="21209" y="16221"/>
                  </a:cubicBezTo>
                  <a:cubicBezTo>
                    <a:pt x="21149" y="16266"/>
                    <a:pt x="21075" y="16311"/>
                    <a:pt x="21015" y="16355"/>
                  </a:cubicBezTo>
                  <a:cubicBezTo>
                    <a:pt x="20970" y="16370"/>
                    <a:pt x="20940" y="16370"/>
                    <a:pt x="20895" y="16385"/>
                  </a:cubicBezTo>
                  <a:cubicBezTo>
                    <a:pt x="20701" y="16475"/>
                    <a:pt x="20507" y="16550"/>
                    <a:pt x="20298" y="16639"/>
                  </a:cubicBezTo>
                  <a:cubicBezTo>
                    <a:pt x="20268" y="16654"/>
                    <a:pt x="20223" y="16669"/>
                    <a:pt x="20193" y="16684"/>
                  </a:cubicBezTo>
                  <a:cubicBezTo>
                    <a:pt x="20119" y="16699"/>
                    <a:pt x="20059" y="16729"/>
                    <a:pt x="19999" y="16759"/>
                  </a:cubicBezTo>
                  <a:cubicBezTo>
                    <a:pt x="19342" y="16953"/>
                    <a:pt x="18700" y="17177"/>
                    <a:pt x="18043" y="17356"/>
                  </a:cubicBezTo>
                  <a:cubicBezTo>
                    <a:pt x="17624" y="17476"/>
                    <a:pt x="17191" y="17550"/>
                    <a:pt x="16773" y="17655"/>
                  </a:cubicBezTo>
                  <a:cubicBezTo>
                    <a:pt x="16415" y="17744"/>
                    <a:pt x="16056" y="17834"/>
                    <a:pt x="15698" y="17924"/>
                  </a:cubicBezTo>
                  <a:cubicBezTo>
                    <a:pt x="15668" y="17924"/>
                    <a:pt x="15653" y="17954"/>
                    <a:pt x="15623" y="17968"/>
                  </a:cubicBezTo>
                  <a:cubicBezTo>
                    <a:pt x="15608" y="17983"/>
                    <a:pt x="15593" y="17998"/>
                    <a:pt x="15578" y="17998"/>
                  </a:cubicBezTo>
                  <a:lnTo>
                    <a:pt x="15578" y="18013"/>
                  </a:lnTo>
                  <a:lnTo>
                    <a:pt x="15563" y="18013"/>
                  </a:lnTo>
                  <a:cubicBezTo>
                    <a:pt x="15533" y="18013"/>
                    <a:pt x="15489" y="17998"/>
                    <a:pt x="15459" y="17998"/>
                  </a:cubicBezTo>
                  <a:cubicBezTo>
                    <a:pt x="15459" y="17998"/>
                    <a:pt x="15459" y="17998"/>
                    <a:pt x="15459" y="17998"/>
                  </a:cubicBezTo>
                  <a:lnTo>
                    <a:pt x="15459" y="17998"/>
                  </a:lnTo>
                  <a:cubicBezTo>
                    <a:pt x="15444" y="18021"/>
                    <a:pt x="15425" y="18024"/>
                    <a:pt x="15406" y="18024"/>
                  </a:cubicBezTo>
                  <a:cubicBezTo>
                    <a:pt x="15400" y="18024"/>
                    <a:pt x="15394" y="18024"/>
                    <a:pt x="15388" y="18024"/>
                  </a:cubicBezTo>
                  <a:lnTo>
                    <a:pt x="15388" y="18024"/>
                  </a:lnTo>
                  <a:cubicBezTo>
                    <a:pt x="15412" y="18018"/>
                    <a:pt x="15439" y="18008"/>
                    <a:pt x="15459" y="17998"/>
                  </a:cubicBezTo>
                  <a:lnTo>
                    <a:pt x="15459" y="17998"/>
                  </a:lnTo>
                  <a:cubicBezTo>
                    <a:pt x="15429" y="18013"/>
                    <a:pt x="15384" y="18013"/>
                    <a:pt x="15354" y="18028"/>
                  </a:cubicBezTo>
                  <a:cubicBezTo>
                    <a:pt x="15324" y="18043"/>
                    <a:pt x="15294" y="18043"/>
                    <a:pt x="15265" y="18058"/>
                  </a:cubicBezTo>
                  <a:lnTo>
                    <a:pt x="15220" y="18058"/>
                  </a:lnTo>
                  <a:cubicBezTo>
                    <a:pt x="15055" y="18103"/>
                    <a:pt x="14906" y="18148"/>
                    <a:pt x="14742" y="18193"/>
                  </a:cubicBezTo>
                  <a:lnTo>
                    <a:pt x="14682" y="18207"/>
                  </a:lnTo>
                  <a:cubicBezTo>
                    <a:pt x="14667" y="18207"/>
                    <a:pt x="14652" y="18207"/>
                    <a:pt x="14637" y="18222"/>
                  </a:cubicBezTo>
                  <a:lnTo>
                    <a:pt x="14548" y="18252"/>
                  </a:lnTo>
                  <a:cubicBezTo>
                    <a:pt x="14458" y="18282"/>
                    <a:pt x="14368" y="18312"/>
                    <a:pt x="14279" y="18327"/>
                  </a:cubicBezTo>
                  <a:lnTo>
                    <a:pt x="14189" y="18327"/>
                  </a:lnTo>
                  <a:lnTo>
                    <a:pt x="14204" y="18342"/>
                  </a:lnTo>
                  <a:lnTo>
                    <a:pt x="14189" y="18342"/>
                  </a:lnTo>
                  <a:cubicBezTo>
                    <a:pt x="14070" y="18372"/>
                    <a:pt x="13950" y="18402"/>
                    <a:pt x="13831" y="18446"/>
                  </a:cubicBezTo>
                  <a:cubicBezTo>
                    <a:pt x="13562" y="18521"/>
                    <a:pt x="13278" y="18611"/>
                    <a:pt x="13009" y="18700"/>
                  </a:cubicBezTo>
                  <a:lnTo>
                    <a:pt x="13009" y="18685"/>
                  </a:lnTo>
                  <a:cubicBezTo>
                    <a:pt x="12949" y="18700"/>
                    <a:pt x="12905" y="18730"/>
                    <a:pt x="12845" y="18745"/>
                  </a:cubicBezTo>
                  <a:cubicBezTo>
                    <a:pt x="12710" y="18805"/>
                    <a:pt x="12591" y="18850"/>
                    <a:pt x="12457" y="18909"/>
                  </a:cubicBezTo>
                  <a:cubicBezTo>
                    <a:pt x="12448" y="18908"/>
                    <a:pt x="12439" y="18907"/>
                    <a:pt x="12431" y="18907"/>
                  </a:cubicBezTo>
                  <a:cubicBezTo>
                    <a:pt x="12371" y="18907"/>
                    <a:pt x="12335" y="18956"/>
                    <a:pt x="12322" y="19074"/>
                  </a:cubicBezTo>
                  <a:cubicBezTo>
                    <a:pt x="12282" y="19053"/>
                    <a:pt x="12255" y="18992"/>
                    <a:pt x="12218" y="18992"/>
                  </a:cubicBezTo>
                  <a:cubicBezTo>
                    <a:pt x="12201" y="18992"/>
                    <a:pt x="12182" y="19006"/>
                    <a:pt x="12158" y="19044"/>
                  </a:cubicBezTo>
                  <a:cubicBezTo>
                    <a:pt x="12113" y="19074"/>
                    <a:pt x="12083" y="19104"/>
                    <a:pt x="12038" y="19119"/>
                  </a:cubicBezTo>
                  <a:cubicBezTo>
                    <a:pt x="11994" y="19133"/>
                    <a:pt x="11934" y="19148"/>
                    <a:pt x="11889" y="19163"/>
                  </a:cubicBezTo>
                  <a:lnTo>
                    <a:pt x="11859" y="19193"/>
                  </a:lnTo>
                  <a:cubicBezTo>
                    <a:pt x="11834" y="19187"/>
                    <a:pt x="11811" y="19184"/>
                    <a:pt x="11789" y="19184"/>
                  </a:cubicBezTo>
                  <a:cubicBezTo>
                    <a:pt x="11651" y="19184"/>
                    <a:pt x="11557" y="19293"/>
                    <a:pt x="11441" y="19358"/>
                  </a:cubicBezTo>
                  <a:cubicBezTo>
                    <a:pt x="11411" y="19387"/>
                    <a:pt x="11381" y="19432"/>
                    <a:pt x="11366" y="19462"/>
                  </a:cubicBezTo>
                  <a:lnTo>
                    <a:pt x="11336" y="19462"/>
                  </a:lnTo>
                  <a:cubicBezTo>
                    <a:pt x="11321" y="19435"/>
                    <a:pt x="11310" y="19425"/>
                    <a:pt x="11302" y="19425"/>
                  </a:cubicBezTo>
                  <a:cubicBezTo>
                    <a:pt x="11287" y="19425"/>
                    <a:pt x="11282" y="19464"/>
                    <a:pt x="11268" y="19483"/>
                  </a:cubicBezTo>
                  <a:lnTo>
                    <a:pt x="11268" y="19483"/>
                  </a:lnTo>
                  <a:cubicBezTo>
                    <a:pt x="11285" y="19478"/>
                    <a:pt x="11301" y="19475"/>
                    <a:pt x="11318" y="19470"/>
                  </a:cubicBezTo>
                  <a:lnTo>
                    <a:pt x="11318" y="19470"/>
                  </a:lnTo>
                  <a:cubicBezTo>
                    <a:pt x="11303" y="19481"/>
                    <a:pt x="11290" y="19500"/>
                    <a:pt x="11270" y="19500"/>
                  </a:cubicBezTo>
                  <a:cubicBezTo>
                    <a:pt x="11264" y="19500"/>
                    <a:pt x="11256" y="19498"/>
                    <a:pt x="11247" y="19492"/>
                  </a:cubicBezTo>
                  <a:lnTo>
                    <a:pt x="11247" y="19492"/>
                  </a:lnTo>
                  <a:cubicBezTo>
                    <a:pt x="11249" y="19493"/>
                    <a:pt x="11251" y="19493"/>
                    <a:pt x="11253" y="19493"/>
                  </a:cubicBezTo>
                  <a:cubicBezTo>
                    <a:pt x="11259" y="19493"/>
                    <a:pt x="11264" y="19489"/>
                    <a:pt x="11268" y="19483"/>
                  </a:cubicBezTo>
                  <a:lnTo>
                    <a:pt x="11268" y="19483"/>
                  </a:lnTo>
                  <a:cubicBezTo>
                    <a:pt x="11261" y="19486"/>
                    <a:pt x="11254" y="19488"/>
                    <a:pt x="11247" y="19492"/>
                  </a:cubicBezTo>
                  <a:cubicBezTo>
                    <a:pt x="11236" y="19481"/>
                    <a:pt x="11226" y="19471"/>
                    <a:pt x="11215" y="19471"/>
                  </a:cubicBezTo>
                  <a:cubicBezTo>
                    <a:pt x="11211" y="19471"/>
                    <a:pt x="11206" y="19473"/>
                    <a:pt x="11202" y="19477"/>
                  </a:cubicBezTo>
                  <a:cubicBezTo>
                    <a:pt x="11157" y="19507"/>
                    <a:pt x="11112" y="19552"/>
                    <a:pt x="11053" y="19596"/>
                  </a:cubicBezTo>
                  <a:cubicBezTo>
                    <a:pt x="11023" y="19611"/>
                    <a:pt x="10978" y="19626"/>
                    <a:pt x="10933" y="19626"/>
                  </a:cubicBezTo>
                  <a:cubicBezTo>
                    <a:pt x="10963" y="19656"/>
                    <a:pt x="10993" y="19686"/>
                    <a:pt x="11023" y="19716"/>
                  </a:cubicBezTo>
                  <a:cubicBezTo>
                    <a:pt x="11023" y="19716"/>
                    <a:pt x="11023" y="19731"/>
                    <a:pt x="11038" y="19731"/>
                  </a:cubicBezTo>
                  <a:lnTo>
                    <a:pt x="11038" y="19731"/>
                  </a:lnTo>
                  <a:lnTo>
                    <a:pt x="11038" y="19731"/>
                  </a:lnTo>
                  <a:cubicBezTo>
                    <a:pt x="11023" y="19746"/>
                    <a:pt x="11023" y="19761"/>
                    <a:pt x="11008" y="19776"/>
                  </a:cubicBezTo>
                  <a:cubicBezTo>
                    <a:pt x="10978" y="19791"/>
                    <a:pt x="10948" y="19806"/>
                    <a:pt x="10948" y="19850"/>
                  </a:cubicBezTo>
                  <a:cubicBezTo>
                    <a:pt x="10978" y="19835"/>
                    <a:pt x="11023" y="19835"/>
                    <a:pt x="11068" y="19821"/>
                  </a:cubicBezTo>
                  <a:lnTo>
                    <a:pt x="11068" y="19821"/>
                  </a:lnTo>
                  <a:cubicBezTo>
                    <a:pt x="11038" y="19835"/>
                    <a:pt x="11023" y="19865"/>
                    <a:pt x="11008" y="19880"/>
                  </a:cubicBezTo>
                  <a:cubicBezTo>
                    <a:pt x="10933" y="19895"/>
                    <a:pt x="10829" y="19880"/>
                    <a:pt x="10888" y="20015"/>
                  </a:cubicBezTo>
                  <a:cubicBezTo>
                    <a:pt x="10829" y="20015"/>
                    <a:pt x="10769" y="20030"/>
                    <a:pt x="10694" y="20045"/>
                  </a:cubicBezTo>
                  <a:lnTo>
                    <a:pt x="10694" y="20030"/>
                  </a:lnTo>
                  <a:lnTo>
                    <a:pt x="10530" y="19925"/>
                  </a:lnTo>
                  <a:cubicBezTo>
                    <a:pt x="10515" y="19910"/>
                    <a:pt x="10485" y="19895"/>
                    <a:pt x="10485" y="19895"/>
                  </a:cubicBezTo>
                  <a:cubicBezTo>
                    <a:pt x="10440" y="19955"/>
                    <a:pt x="10395" y="20015"/>
                    <a:pt x="10336" y="20059"/>
                  </a:cubicBezTo>
                  <a:cubicBezTo>
                    <a:pt x="10321" y="20074"/>
                    <a:pt x="10306" y="20089"/>
                    <a:pt x="10291" y="20104"/>
                  </a:cubicBezTo>
                  <a:cubicBezTo>
                    <a:pt x="10291" y="20089"/>
                    <a:pt x="10291" y="20089"/>
                    <a:pt x="10291" y="20074"/>
                  </a:cubicBezTo>
                  <a:cubicBezTo>
                    <a:pt x="10201" y="20119"/>
                    <a:pt x="10127" y="20179"/>
                    <a:pt x="10052" y="20224"/>
                  </a:cubicBezTo>
                  <a:cubicBezTo>
                    <a:pt x="10052" y="20224"/>
                    <a:pt x="10052" y="20254"/>
                    <a:pt x="10067" y="20269"/>
                  </a:cubicBezTo>
                  <a:cubicBezTo>
                    <a:pt x="10052" y="20284"/>
                    <a:pt x="10037" y="20313"/>
                    <a:pt x="10022" y="20343"/>
                  </a:cubicBezTo>
                  <a:lnTo>
                    <a:pt x="10007" y="20343"/>
                  </a:lnTo>
                  <a:cubicBezTo>
                    <a:pt x="9992" y="20373"/>
                    <a:pt x="9962" y="20403"/>
                    <a:pt x="9932" y="20433"/>
                  </a:cubicBezTo>
                  <a:cubicBezTo>
                    <a:pt x="9947" y="20448"/>
                    <a:pt x="9962" y="20448"/>
                    <a:pt x="9977" y="20463"/>
                  </a:cubicBezTo>
                  <a:cubicBezTo>
                    <a:pt x="9992" y="20418"/>
                    <a:pt x="10022" y="20388"/>
                    <a:pt x="10052" y="20343"/>
                  </a:cubicBezTo>
                  <a:cubicBezTo>
                    <a:pt x="10097" y="20313"/>
                    <a:pt x="10142" y="20269"/>
                    <a:pt x="10171" y="20224"/>
                  </a:cubicBezTo>
                  <a:lnTo>
                    <a:pt x="10186" y="20224"/>
                  </a:lnTo>
                  <a:lnTo>
                    <a:pt x="10261" y="20209"/>
                  </a:lnTo>
                  <a:lnTo>
                    <a:pt x="10216" y="20209"/>
                  </a:lnTo>
                  <a:cubicBezTo>
                    <a:pt x="10224" y="20201"/>
                    <a:pt x="10231" y="20198"/>
                    <a:pt x="10239" y="20198"/>
                  </a:cubicBezTo>
                  <a:cubicBezTo>
                    <a:pt x="10246" y="20198"/>
                    <a:pt x="10254" y="20201"/>
                    <a:pt x="10261" y="20209"/>
                  </a:cubicBezTo>
                  <a:cubicBezTo>
                    <a:pt x="10291" y="20194"/>
                    <a:pt x="10321" y="20164"/>
                    <a:pt x="10336" y="20149"/>
                  </a:cubicBezTo>
                  <a:lnTo>
                    <a:pt x="10351" y="20149"/>
                  </a:lnTo>
                  <a:cubicBezTo>
                    <a:pt x="10351" y="20194"/>
                    <a:pt x="10366" y="20239"/>
                    <a:pt x="10380" y="20298"/>
                  </a:cubicBezTo>
                  <a:cubicBezTo>
                    <a:pt x="10351" y="20328"/>
                    <a:pt x="10336" y="20358"/>
                    <a:pt x="10321" y="20388"/>
                  </a:cubicBezTo>
                  <a:lnTo>
                    <a:pt x="10291" y="20448"/>
                  </a:lnTo>
                  <a:cubicBezTo>
                    <a:pt x="10246" y="20523"/>
                    <a:pt x="10216" y="20582"/>
                    <a:pt x="10171" y="20642"/>
                  </a:cubicBezTo>
                  <a:cubicBezTo>
                    <a:pt x="10148" y="20607"/>
                    <a:pt x="10127" y="20592"/>
                    <a:pt x="10108" y="20592"/>
                  </a:cubicBezTo>
                  <a:cubicBezTo>
                    <a:pt x="10079" y="20592"/>
                    <a:pt x="10055" y="20627"/>
                    <a:pt x="10037" y="20672"/>
                  </a:cubicBezTo>
                  <a:cubicBezTo>
                    <a:pt x="10022" y="20687"/>
                    <a:pt x="10007" y="20702"/>
                    <a:pt x="9977" y="20732"/>
                  </a:cubicBezTo>
                  <a:cubicBezTo>
                    <a:pt x="9962" y="20717"/>
                    <a:pt x="9932" y="20702"/>
                    <a:pt x="9903" y="20702"/>
                  </a:cubicBezTo>
                  <a:cubicBezTo>
                    <a:pt x="9888" y="20672"/>
                    <a:pt x="9873" y="20642"/>
                    <a:pt x="9858" y="20627"/>
                  </a:cubicBezTo>
                  <a:cubicBezTo>
                    <a:pt x="9843" y="20642"/>
                    <a:pt x="9828" y="20672"/>
                    <a:pt x="9828" y="20687"/>
                  </a:cubicBezTo>
                  <a:cubicBezTo>
                    <a:pt x="9828" y="20702"/>
                    <a:pt x="9858" y="20717"/>
                    <a:pt x="9873" y="20732"/>
                  </a:cubicBezTo>
                  <a:cubicBezTo>
                    <a:pt x="9888" y="20791"/>
                    <a:pt x="9888" y="20851"/>
                    <a:pt x="9903" y="20926"/>
                  </a:cubicBezTo>
                  <a:cubicBezTo>
                    <a:pt x="9873" y="20896"/>
                    <a:pt x="9843" y="20881"/>
                    <a:pt x="9828" y="20866"/>
                  </a:cubicBezTo>
                  <a:lnTo>
                    <a:pt x="9828" y="20866"/>
                  </a:lnTo>
                  <a:cubicBezTo>
                    <a:pt x="9828" y="20896"/>
                    <a:pt x="9828" y="20941"/>
                    <a:pt x="9843" y="20971"/>
                  </a:cubicBezTo>
                  <a:cubicBezTo>
                    <a:pt x="9843" y="20986"/>
                    <a:pt x="9843" y="21000"/>
                    <a:pt x="9858" y="21000"/>
                  </a:cubicBezTo>
                  <a:cubicBezTo>
                    <a:pt x="9843" y="21030"/>
                    <a:pt x="9813" y="21060"/>
                    <a:pt x="9813" y="21090"/>
                  </a:cubicBezTo>
                  <a:cubicBezTo>
                    <a:pt x="9783" y="21180"/>
                    <a:pt x="9708" y="21269"/>
                    <a:pt x="9828" y="21329"/>
                  </a:cubicBezTo>
                  <a:lnTo>
                    <a:pt x="9798" y="21359"/>
                  </a:lnTo>
                  <a:cubicBezTo>
                    <a:pt x="9783" y="21359"/>
                    <a:pt x="9753" y="21344"/>
                    <a:pt x="9738" y="21344"/>
                  </a:cubicBezTo>
                  <a:cubicBezTo>
                    <a:pt x="9753" y="21359"/>
                    <a:pt x="9768" y="21389"/>
                    <a:pt x="9783" y="21404"/>
                  </a:cubicBezTo>
                  <a:cubicBezTo>
                    <a:pt x="9783" y="21404"/>
                    <a:pt x="9783" y="21419"/>
                    <a:pt x="9798" y="21419"/>
                  </a:cubicBezTo>
                  <a:lnTo>
                    <a:pt x="9813" y="21419"/>
                  </a:lnTo>
                  <a:cubicBezTo>
                    <a:pt x="9828" y="21463"/>
                    <a:pt x="9828" y="21508"/>
                    <a:pt x="9828" y="21538"/>
                  </a:cubicBezTo>
                  <a:cubicBezTo>
                    <a:pt x="9858" y="21523"/>
                    <a:pt x="9888" y="21523"/>
                    <a:pt x="9903" y="21508"/>
                  </a:cubicBezTo>
                  <a:cubicBezTo>
                    <a:pt x="9903" y="21478"/>
                    <a:pt x="9888" y="21449"/>
                    <a:pt x="9873" y="21419"/>
                  </a:cubicBezTo>
                  <a:cubicBezTo>
                    <a:pt x="9977" y="21389"/>
                    <a:pt x="9888" y="21359"/>
                    <a:pt x="9873" y="21329"/>
                  </a:cubicBezTo>
                  <a:cubicBezTo>
                    <a:pt x="9903" y="21329"/>
                    <a:pt x="9932" y="21314"/>
                    <a:pt x="9962" y="21314"/>
                  </a:cubicBezTo>
                  <a:cubicBezTo>
                    <a:pt x="10022" y="21284"/>
                    <a:pt x="10156" y="21254"/>
                    <a:pt x="10156" y="21239"/>
                  </a:cubicBezTo>
                  <a:cubicBezTo>
                    <a:pt x="10127" y="21105"/>
                    <a:pt x="10246" y="21045"/>
                    <a:pt x="10291" y="20941"/>
                  </a:cubicBezTo>
                  <a:cubicBezTo>
                    <a:pt x="10291" y="20941"/>
                    <a:pt x="10276" y="20896"/>
                    <a:pt x="10276" y="20896"/>
                  </a:cubicBezTo>
                  <a:cubicBezTo>
                    <a:pt x="10186" y="20881"/>
                    <a:pt x="10216" y="20836"/>
                    <a:pt x="10231" y="20791"/>
                  </a:cubicBezTo>
                  <a:cubicBezTo>
                    <a:pt x="10216" y="20761"/>
                    <a:pt x="10216" y="20747"/>
                    <a:pt x="10201" y="20732"/>
                  </a:cubicBezTo>
                  <a:cubicBezTo>
                    <a:pt x="10216" y="20717"/>
                    <a:pt x="10231" y="20687"/>
                    <a:pt x="10231" y="20672"/>
                  </a:cubicBezTo>
                  <a:cubicBezTo>
                    <a:pt x="10276" y="20627"/>
                    <a:pt x="10306" y="20567"/>
                    <a:pt x="10351" y="20508"/>
                  </a:cubicBezTo>
                  <a:cubicBezTo>
                    <a:pt x="10351" y="20523"/>
                    <a:pt x="10366" y="20523"/>
                    <a:pt x="10366" y="20537"/>
                  </a:cubicBezTo>
                  <a:cubicBezTo>
                    <a:pt x="10384" y="20544"/>
                    <a:pt x="10399" y="20547"/>
                    <a:pt x="10410" y="20547"/>
                  </a:cubicBezTo>
                  <a:cubicBezTo>
                    <a:pt x="10473" y="20547"/>
                    <a:pt x="10447" y="20458"/>
                    <a:pt x="10485" y="20433"/>
                  </a:cubicBezTo>
                  <a:cubicBezTo>
                    <a:pt x="10515" y="20418"/>
                    <a:pt x="10560" y="20403"/>
                    <a:pt x="10590" y="20403"/>
                  </a:cubicBezTo>
                  <a:lnTo>
                    <a:pt x="10590" y="20433"/>
                  </a:lnTo>
                  <a:cubicBezTo>
                    <a:pt x="10560" y="20463"/>
                    <a:pt x="10515" y="20508"/>
                    <a:pt x="10485" y="20552"/>
                  </a:cubicBezTo>
                  <a:cubicBezTo>
                    <a:pt x="10485" y="20552"/>
                    <a:pt x="10500" y="20567"/>
                    <a:pt x="10500" y="20567"/>
                  </a:cubicBezTo>
                  <a:cubicBezTo>
                    <a:pt x="10545" y="20537"/>
                    <a:pt x="10605" y="20493"/>
                    <a:pt x="10649" y="20448"/>
                  </a:cubicBezTo>
                  <a:lnTo>
                    <a:pt x="10709" y="20373"/>
                  </a:lnTo>
                  <a:cubicBezTo>
                    <a:pt x="10709" y="20358"/>
                    <a:pt x="10724" y="20358"/>
                    <a:pt x="10724" y="20343"/>
                  </a:cubicBezTo>
                  <a:cubicBezTo>
                    <a:pt x="10739" y="20313"/>
                    <a:pt x="10769" y="20269"/>
                    <a:pt x="10784" y="20239"/>
                  </a:cubicBezTo>
                  <a:cubicBezTo>
                    <a:pt x="10784" y="20254"/>
                    <a:pt x="10784" y="20269"/>
                    <a:pt x="10784" y="20284"/>
                  </a:cubicBezTo>
                  <a:cubicBezTo>
                    <a:pt x="10793" y="20288"/>
                    <a:pt x="10800" y="20290"/>
                    <a:pt x="10806" y="20290"/>
                  </a:cubicBezTo>
                  <a:cubicBezTo>
                    <a:pt x="10821" y="20290"/>
                    <a:pt x="10829" y="20279"/>
                    <a:pt x="10829" y="20269"/>
                  </a:cubicBezTo>
                  <a:lnTo>
                    <a:pt x="10873" y="20269"/>
                  </a:lnTo>
                  <a:cubicBezTo>
                    <a:pt x="10933" y="20254"/>
                    <a:pt x="10963" y="20224"/>
                    <a:pt x="10888" y="20179"/>
                  </a:cubicBezTo>
                  <a:cubicBezTo>
                    <a:pt x="10903" y="20164"/>
                    <a:pt x="10918" y="20149"/>
                    <a:pt x="10918" y="20119"/>
                  </a:cubicBezTo>
                  <a:cubicBezTo>
                    <a:pt x="10948" y="20149"/>
                    <a:pt x="10978" y="20179"/>
                    <a:pt x="11008" y="20209"/>
                  </a:cubicBezTo>
                  <a:cubicBezTo>
                    <a:pt x="11008" y="20194"/>
                    <a:pt x="11023" y="20194"/>
                    <a:pt x="11023" y="20179"/>
                  </a:cubicBezTo>
                  <a:cubicBezTo>
                    <a:pt x="11038" y="20179"/>
                    <a:pt x="11038" y="20164"/>
                    <a:pt x="11053" y="20149"/>
                  </a:cubicBezTo>
                  <a:lnTo>
                    <a:pt x="11053" y="20149"/>
                  </a:lnTo>
                  <a:lnTo>
                    <a:pt x="11053" y="20149"/>
                  </a:lnTo>
                  <a:cubicBezTo>
                    <a:pt x="11112" y="20119"/>
                    <a:pt x="11157" y="20089"/>
                    <a:pt x="11202" y="20045"/>
                  </a:cubicBezTo>
                  <a:cubicBezTo>
                    <a:pt x="11217" y="20000"/>
                    <a:pt x="11232" y="19970"/>
                    <a:pt x="11247" y="19925"/>
                  </a:cubicBezTo>
                  <a:cubicBezTo>
                    <a:pt x="11277" y="19925"/>
                    <a:pt x="11292" y="19910"/>
                    <a:pt x="11307" y="19910"/>
                  </a:cubicBezTo>
                  <a:cubicBezTo>
                    <a:pt x="11295" y="19945"/>
                    <a:pt x="11283" y="19999"/>
                    <a:pt x="11329" y="19999"/>
                  </a:cubicBezTo>
                  <a:cubicBezTo>
                    <a:pt x="11341" y="19999"/>
                    <a:pt x="11359" y="19995"/>
                    <a:pt x="11381" y="19985"/>
                  </a:cubicBezTo>
                  <a:cubicBezTo>
                    <a:pt x="11471" y="19955"/>
                    <a:pt x="11575" y="19910"/>
                    <a:pt x="11665" y="19865"/>
                  </a:cubicBezTo>
                  <a:cubicBezTo>
                    <a:pt x="11680" y="19865"/>
                    <a:pt x="11665" y="19821"/>
                    <a:pt x="11665" y="19791"/>
                  </a:cubicBezTo>
                  <a:cubicBezTo>
                    <a:pt x="11650" y="19791"/>
                    <a:pt x="11650" y="19776"/>
                    <a:pt x="11635" y="19776"/>
                  </a:cubicBezTo>
                  <a:cubicBezTo>
                    <a:pt x="11725" y="19731"/>
                    <a:pt x="11799" y="19686"/>
                    <a:pt x="11874" y="19626"/>
                  </a:cubicBezTo>
                  <a:cubicBezTo>
                    <a:pt x="11934" y="19641"/>
                    <a:pt x="12008" y="19641"/>
                    <a:pt x="12068" y="19641"/>
                  </a:cubicBezTo>
                  <a:cubicBezTo>
                    <a:pt x="12068" y="19641"/>
                    <a:pt x="12068" y="19596"/>
                    <a:pt x="12083" y="19582"/>
                  </a:cubicBezTo>
                  <a:cubicBezTo>
                    <a:pt x="12158" y="19552"/>
                    <a:pt x="12247" y="19537"/>
                    <a:pt x="12337" y="19522"/>
                  </a:cubicBezTo>
                  <a:cubicBezTo>
                    <a:pt x="12457" y="19492"/>
                    <a:pt x="12576" y="19462"/>
                    <a:pt x="12696" y="19447"/>
                  </a:cubicBezTo>
                  <a:cubicBezTo>
                    <a:pt x="12696" y="19447"/>
                    <a:pt x="12681" y="19417"/>
                    <a:pt x="12681" y="19387"/>
                  </a:cubicBezTo>
                  <a:lnTo>
                    <a:pt x="12681" y="19387"/>
                  </a:lnTo>
                  <a:cubicBezTo>
                    <a:pt x="12710" y="19402"/>
                    <a:pt x="12740" y="19417"/>
                    <a:pt x="12770" y="19432"/>
                  </a:cubicBezTo>
                  <a:cubicBezTo>
                    <a:pt x="12778" y="19440"/>
                    <a:pt x="12785" y="19443"/>
                    <a:pt x="12791" y="19443"/>
                  </a:cubicBezTo>
                  <a:cubicBezTo>
                    <a:pt x="12796" y="19443"/>
                    <a:pt x="12800" y="19440"/>
                    <a:pt x="12800" y="19432"/>
                  </a:cubicBezTo>
                  <a:lnTo>
                    <a:pt x="12979" y="19372"/>
                  </a:lnTo>
                  <a:lnTo>
                    <a:pt x="12979" y="19387"/>
                  </a:lnTo>
                  <a:cubicBezTo>
                    <a:pt x="13099" y="19343"/>
                    <a:pt x="13203" y="19313"/>
                    <a:pt x="13308" y="19268"/>
                  </a:cubicBezTo>
                  <a:cubicBezTo>
                    <a:pt x="13338" y="19268"/>
                    <a:pt x="13368" y="19253"/>
                    <a:pt x="13412" y="19253"/>
                  </a:cubicBezTo>
                  <a:cubicBezTo>
                    <a:pt x="13368" y="19238"/>
                    <a:pt x="13383" y="19208"/>
                    <a:pt x="13383" y="19193"/>
                  </a:cubicBezTo>
                  <a:lnTo>
                    <a:pt x="13383" y="19193"/>
                  </a:lnTo>
                  <a:cubicBezTo>
                    <a:pt x="13398" y="19208"/>
                    <a:pt x="13398" y="19223"/>
                    <a:pt x="13412" y="19253"/>
                  </a:cubicBezTo>
                  <a:lnTo>
                    <a:pt x="13487" y="19223"/>
                  </a:lnTo>
                  <a:lnTo>
                    <a:pt x="13562" y="19208"/>
                  </a:lnTo>
                  <a:cubicBezTo>
                    <a:pt x="13577" y="19208"/>
                    <a:pt x="13607" y="19208"/>
                    <a:pt x="13622" y="19193"/>
                  </a:cubicBezTo>
                  <a:cubicBezTo>
                    <a:pt x="13696" y="19163"/>
                    <a:pt x="13771" y="19133"/>
                    <a:pt x="13846" y="19104"/>
                  </a:cubicBezTo>
                  <a:cubicBezTo>
                    <a:pt x="14025" y="19059"/>
                    <a:pt x="14204" y="19014"/>
                    <a:pt x="14383" y="18969"/>
                  </a:cubicBezTo>
                  <a:lnTo>
                    <a:pt x="14398" y="18969"/>
                  </a:lnTo>
                  <a:cubicBezTo>
                    <a:pt x="14443" y="18939"/>
                    <a:pt x="14488" y="18924"/>
                    <a:pt x="14533" y="18909"/>
                  </a:cubicBezTo>
                  <a:cubicBezTo>
                    <a:pt x="14622" y="18880"/>
                    <a:pt x="14727" y="18865"/>
                    <a:pt x="14831" y="18835"/>
                  </a:cubicBezTo>
                  <a:cubicBezTo>
                    <a:pt x="14906" y="18805"/>
                    <a:pt x="14996" y="18790"/>
                    <a:pt x="15040" y="18700"/>
                  </a:cubicBezTo>
                  <a:lnTo>
                    <a:pt x="15070" y="18700"/>
                  </a:lnTo>
                  <a:cubicBezTo>
                    <a:pt x="15103" y="18749"/>
                    <a:pt x="15135" y="18764"/>
                    <a:pt x="15168" y="18764"/>
                  </a:cubicBezTo>
                  <a:cubicBezTo>
                    <a:pt x="15226" y="18764"/>
                    <a:pt x="15287" y="18715"/>
                    <a:pt x="15354" y="18715"/>
                  </a:cubicBezTo>
                  <a:cubicBezTo>
                    <a:pt x="15459" y="18685"/>
                    <a:pt x="15578" y="18670"/>
                    <a:pt x="15683" y="18641"/>
                  </a:cubicBezTo>
                  <a:cubicBezTo>
                    <a:pt x="15742" y="18611"/>
                    <a:pt x="15817" y="18596"/>
                    <a:pt x="15877" y="18581"/>
                  </a:cubicBezTo>
                  <a:cubicBezTo>
                    <a:pt x="16026" y="18551"/>
                    <a:pt x="16176" y="18506"/>
                    <a:pt x="16325" y="18476"/>
                  </a:cubicBezTo>
                  <a:lnTo>
                    <a:pt x="16340" y="18476"/>
                  </a:lnTo>
                  <a:cubicBezTo>
                    <a:pt x="16534" y="18431"/>
                    <a:pt x="16728" y="18387"/>
                    <a:pt x="16922" y="18327"/>
                  </a:cubicBezTo>
                  <a:cubicBezTo>
                    <a:pt x="17027" y="18312"/>
                    <a:pt x="17117" y="18297"/>
                    <a:pt x="17221" y="18282"/>
                  </a:cubicBezTo>
                  <a:cubicBezTo>
                    <a:pt x="17356" y="18237"/>
                    <a:pt x="17505" y="18207"/>
                    <a:pt x="17639" y="18178"/>
                  </a:cubicBezTo>
                  <a:lnTo>
                    <a:pt x="17639" y="18163"/>
                  </a:lnTo>
                  <a:cubicBezTo>
                    <a:pt x="17699" y="18148"/>
                    <a:pt x="17759" y="18133"/>
                    <a:pt x="17833" y="18118"/>
                  </a:cubicBezTo>
                  <a:cubicBezTo>
                    <a:pt x="17848" y="18118"/>
                    <a:pt x="17863" y="18103"/>
                    <a:pt x="17878" y="18103"/>
                  </a:cubicBezTo>
                  <a:lnTo>
                    <a:pt x="17998" y="18073"/>
                  </a:lnTo>
                  <a:cubicBezTo>
                    <a:pt x="18013" y="18073"/>
                    <a:pt x="18043" y="18073"/>
                    <a:pt x="18057" y="18058"/>
                  </a:cubicBezTo>
                  <a:cubicBezTo>
                    <a:pt x="18057" y="18028"/>
                    <a:pt x="18072" y="18013"/>
                    <a:pt x="18072" y="17983"/>
                  </a:cubicBezTo>
                  <a:cubicBezTo>
                    <a:pt x="18115" y="18014"/>
                    <a:pt x="18155" y="18024"/>
                    <a:pt x="18193" y="18024"/>
                  </a:cubicBezTo>
                  <a:cubicBezTo>
                    <a:pt x="18249" y="18024"/>
                    <a:pt x="18303" y="18001"/>
                    <a:pt x="18356" y="17983"/>
                  </a:cubicBezTo>
                  <a:cubicBezTo>
                    <a:pt x="18535" y="17939"/>
                    <a:pt x="18715" y="17894"/>
                    <a:pt x="18894" y="17849"/>
                  </a:cubicBezTo>
                  <a:lnTo>
                    <a:pt x="18909" y="17849"/>
                  </a:lnTo>
                  <a:cubicBezTo>
                    <a:pt x="19103" y="17789"/>
                    <a:pt x="19282" y="17730"/>
                    <a:pt x="19476" y="17670"/>
                  </a:cubicBezTo>
                  <a:lnTo>
                    <a:pt x="19491" y="17670"/>
                  </a:lnTo>
                  <a:cubicBezTo>
                    <a:pt x="19581" y="17640"/>
                    <a:pt x="19671" y="17625"/>
                    <a:pt x="19745" y="17595"/>
                  </a:cubicBezTo>
                  <a:lnTo>
                    <a:pt x="19760" y="17595"/>
                  </a:lnTo>
                  <a:cubicBezTo>
                    <a:pt x="20044" y="17505"/>
                    <a:pt x="20343" y="17401"/>
                    <a:pt x="20641" y="17296"/>
                  </a:cubicBezTo>
                  <a:lnTo>
                    <a:pt x="20731" y="17252"/>
                  </a:lnTo>
                  <a:cubicBezTo>
                    <a:pt x="20761" y="17252"/>
                    <a:pt x="20776" y="17252"/>
                    <a:pt x="20806" y="17237"/>
                  </a:cubicBezTo>
                  <a:cubicBezTo>
                    <a:pt x="20836" y="17222"/>
                    <a:pt x="20865" y="17222"/>
                    <a:pt x="20910" y="17207"/>
                  </a:cubicBezTo>
                  <a:lnTo>
                    <a:pt x="20955" y="17237"/>
                  </a:lnTo>
                  <a:cubicBezTo>
                    <a:pt x="21015" y="17207"/>
                    <a:pt x="21060" y="17177"/>
                    <a:pt x="21119" y="17147"/>
                  </a:cubicBezTo>
                  <a:cubicBezTo>
                    <a:pt x="21134" y="17147"/>
                    <a:pt x="21134" y="17132"/>
                    <a:pt x="21134" y="17117"/>
                  </a:cubicBezTo>
                  <a:cubicBezTo>
                    <a:pt x="21194" y="17102"/>
                    <a:pt x="21254" y="17072"/>
                    <a:pt x="21313" y="17042"/>
                  </a:cubicBezTo>
                  <a:lnTo>
                    <a:pt x="21328" y="17042"/>
                  </a:lnTo>
                  <a:cubicBezTo>
                    <a:pt x="21358" y="17028"/>
                    <a:pt x="21403" y="17013"/>
                    <a:pt x="21448" y="16998"/>
                  </a:cubicBezTo>
                  <a:lnTo>
                    <a:pt x="21463" y="16998"/>
                  </a:lnTo>
                  <a:cubicBezTo>
                    <a:pt x="21657" y="16878"/>
                    <a:pt x="21866" y="16774"/>
                    <a:pt x="22060" y="16654"/>
                  </a:cubicBezTo>
                  <a:cubicBezTo>
                    <a:pt x="22030" y="16624"/>
                    <a:pt x="22015" y="16609"/>
                    <a:pt x="21986" y="16579"/>
                  </a:cubicBezTo>
                  <a:lnTo>
                    <a:pt x="22090" y="16520"/>
                  </a:lnTo>
                  <a:cubicBezTo>
                    <a:pt x="22105" y="16505"/>
                    <a:pt x="22120" y="16475"/>
                    <a:pt x="22150" y="16475"/>
                  </a:cubicBezTo>
                  <a:cubicBezTo>
                    <a:pt x="22165" y="16445"/>
                    <a:pt x="22180" y="16430"/>
                    <a:pt x="22195" y="16415"/>
                  </a:cubicBezTo>
                  <a:cubicBezTo>
                    <a:pt x="22225" y="16400"/>
                    <a:pt x="22240" y="16385"/>
                    <a:pt x="22254" y="16370"/>
                  </a:cubicBezTo>
                  <a:cubicBezTo>
                    <a:pt x="22261" y="16367"/>
                    <a:pt x="22269" y="16365"/>
                    <a:pt x="22277" y="16365"/>
                  </a:cubicBezTo>
                  <a:cubicBezTo>
                    <a:pt x="22314" y="16365"/>
                    <a:pt x="22358" y="16399"/>
                    <a:pt x="22395" y="16399"/>
                  </a:cubicBezTo>
                  <a:cubicBezTo>
                    <a:pt x="22416" y="16399"/>
                    <a:pt x="22434" y="16389"/>
                    <a:pt x="22449" y="16355"/>
                  </a:cubicBezTo>
                  <a:lnTo>
                    <a:pt x="22434" y="16340"/>
                  </a:lnTo>
                  <a:lnTo>
                    <a:pt x="22434" y="16340"/>
                  </a:lnTo>
                  <a:cubicBezTo>
                    <a:pt x="22434" y="16340"/>
                    <a:pt x="22449" y="16340"/>
                    <a:pt x="22449" y="16355"/>
                  </a:cubicBezTo>
                  <a:cubicBezTo>
                    <a:pt x="22493" y="16311"/>
                    <a:pt x="22538" y="16266"/>
                    <a:pt x="22553" y="16221"/>
                  </a:cubicBezTo>
                  <a:cubicBezTo>
                    <a:pt x="22583" y="16161"/>
                    <a:pt x="22598" y="16087"/>
                    <a:pt x="22613" y="16027"/>
                  </a:cubicBezTo>
                  <a:lnTo>
                    <a:pt x="22538" y="16027"/>
                  </a:lnTo>
                  <a:cubicBezTo>
                    <a:pt x="22553" y="15997"/>
                    <a:pt x="22553" y="15967"/>
                    <a:pt x="22568" y="15937"/>
                  </a:cubicBezTo>
                  <a:cubicBezTo>
                    <a:pt x="22568" y="15922"/>
                    <a:pt x="22583" y="15907"/>
                    <a:pt x="22568" y="15907"/>
                  </a:cubicBezTo>
                  <a:cubicBezTo>
                    <a:pt x="22583" y="15848"/>
                    <a:pt x="22583" y="15803"/>
                    <a:pt x="22598" y="15758"/>
                  </a:cubicBezTo>
                  <a:cubicBezTo>
                    <a:pt x="22658" y="15713"/>
                    <a:pt x="22717" y="15668"/>
                    <a:pt x="22643" y="15579"/>
                  </a:cubicBezTo>
                  <a:lnTo>
                    <a:pt x="22613" y="15414"/>
                  </a:lnTo>
                  <a:cubicBezTo>
                    <a:pt x="22568" y="15265"/>
                    <a:pt x="22538" y="15101"/>
                    <a:pt x="22493" y="14951"/>
                  </a:cubicBezTo>
                  <a:cubicBezTo>
                    <a:pt x="22478" y="14907"/>
                    <a:pt x="22419" y="14877"/>
                    <a:pt x="22374" y="14847"/>
                  </a:cubicBezTo>
                  <a:cubicBezTo>
                    <a:pt x="22374" y="14847"/>
                    <a:pt x="22374" y="14847"/>
                    <a:pt x="22374" y="14832"/>
                  </a:cubicBezTo>
                  <a:cubicBezTo>
                    <a:pt x="22359" y="14802"/>
                    <a:pt x="22374" y="14742"/>
                    <a:pt x="22344" y="14712"/>
                  </a:cubicBezTo>
                  <a:cubicBezTo>
                    <a:pt x="22269" y="14608"/>
                    <a:pt x="22165" y="14518"/>
                    <a:pt x="22075" y="14429"/>
                  </a:cubicBezTo>
                  <a:lnTo>
                    <a:pt x="22060" y="14429"/>
                  </a:lnTo>
                  <a:cubicBezTo>
                    <a:pt x="21941" y="14324"/>
                    <a:pt x="21821" y="14235"/>
                    <a:pt x="21687" y="14145"/>
                  </a:cubicBezTo>
                  <a:cubicBezTo>
                    <a:pt x="21657" y="14115"/>
                    <a:pt x="21612" y="14100"/>
                    <a:pt x="21567" y="14070"/>
                  </a:cubicBezTo>
                  <a:cubicBezTo>
                    <a:pt x="21493" y="14025"/>
                    <a:pt x="21403" y="13981"/>
                    <a:pt x="21328" y="13936"/>
                  </a:cubicBezTo>
                  <a:cubicBezTo>
                    <a:pt x="21254" y="13906"/>
                    <a:pt x="21179" y="13876"/>
                    <a:pt x="21104" y="13846"/>
                  </a:cubicBezTo>
                  <a:lnTo>
                    <a:pt x="21104" y="13861"/>
                  </a:lnTo>
                  <a:cubicBezTo>
                    <a:pt x="21089" y="13846"/>
                    <a:pt x="21089" y="13846"/>
                    <a:pt x="21075" y="13846"/>
                  </a:cubicBezTo>
                  <a:cubicBezTo>
                    <a:pt x="21000" y="13816"/>
                    <a:pt x="20940" y="13786"/>
                    <a:pt x="20880" y="13742"/>
                  </a:cubicBezTo>
                  <a:cubicBezTo>
                    <a:pt x="20806" y="13697"/>
                    <a:pt x="20716" y="13652"/>
                    <a:pt x="20641" y="13622"/>
                  </a:cubicBezTo>
                  <a:cubicBezTo>
                    <a:pt x="20552" y="13592"/>
                    <a:pt x="20477" y="13577"/>
                    <a:pt x="20387" y="13562"/>
                  </a:cubicBezTo>
                  <a:cubicBezTo>
                    <a:pt x="20387" y="13547"/>
                    <a:pt x="20373" y="13533"/>
                    <a:pt x="20373" y="13518"/>
                  </a:cubicBezTo>
                  <a:lnTo>
                    <a:pt x="20328" y="13518"/>
                  </a:lnTo>
                  <a:lnTo>
                    <a:pt x="20328" y="13443"/>
                  </a:lnTo>
                  <a:lnTo>
                    <a:pt x="20253" y="13443"/>
                  </a:lnTo>
                  <a:cubicBezTo>
                    <a:pt x="20253" y="13473"/>
                    <a:pt x="20268" y="13488"/>
                    <a:pt x="20283" y="13518"/>
                  </a:cubicBezTo>
                  <a:lnTo>
                    <a:pt x="20193" y="13488"/>
                  </a:lnTo>
                  <a:lnTo>
                    <a:pt x="20163" y="13488"/>
                  </a:lnTo>
                  <a:cubicBezTo>
                    <a:pt x="20163" y="13488"/>
                    <a:pt x="20163" y="13473"/>
                    <a:pt x="20163" y="13473"/>
                  </a:cubicBezTo>
                  <a:cubicBezTo>
                    <a:pt x="20059" y="13413"/>
                    <a:pt x="19939" y="13398"/>
                    <a:pt x="19820" y="13368"/>
                  </a:cubicBezTo>
                  <a:lnTo>
                    <a:pt x="19775" y="13368"/>
                  </a:lnTo>
                  <a:lnTo>
                    <a:pt x="19730" y="13323"/>
                  </a:lnTo>
                  <a:lnTo>
                    <a:pt x="19700" y="13368"/>
                  </a:lnTo>
                  <a:cubicBezTo>
                    <a:pt x="19685" y="13383"/>
                    <a:pt x="19671" y="13383"/>
                    <a:pt x="19641" y="13383"/>
                  </a:cubicBezTo>
                  <a:lnTo>
                    <a:pt x="19566" y="13383"/>
                  </a:lnTo>
                  <a:cubicBezTo>
                    <a:pt x="19551" y="13428"/>
                    <a:pt x="19551" y="13473"/>
                    <a:pt x="19536" y="13518"/>
                  </a:cubicBezTo>
                  <a:cubicBezTo>
                    <a:pt x="19521" y="13518"/>
                    <a:pt x="19506" y="13503"/>
                    <a:pt x="19506" y="13488"/>
                  </a:cubicBezTo>
                  <a:lnTo>
                    <a:pt x="19491" y="13473"/>
                  </a:lnTo>
                  <a:cubicBezTo>
                    <a:pt x="19461" y="13443"/>
                    <a:pt x="19506" y="13383"/>
                    <a:pt x="19476" y="13353"/>
                  </a:cubicBezTo>
                  <a:cubicBezTo>
                    <a:pt x="19476" y="13338"/>
                    <a:pt x="19476" y="13338"/>
                    <a:pt x="19476" y="13323"/>
                  </a:cubicBezTo>
                  <a:cubicBezTo>
                    <a:pt x="19372" y="13323"/>
                    <a:pt x="19267" y="13308"/>
                    <a:pt x="19178" y="13308"/>
                  </a:cubicBezTo>
                  <a:lnTo>
                    <a:pt x="19178" y="13309"/>
                  </a:lnTo>
                  <a:lnTo>
                    <a:pt x="19178" y="13309"/>
                  </a:lnTo>
                  <a:cubicBezTo>
                    <a:pt x="19173" y="13308"/>
                    <a:pt x="19168" y="13308"/>
                    <a:pt x="19163" y="13308"/>
                  </a:cubicBezTo>
                  <a:cubicBezTo>
                    <a:pt x="18924" y="13294"/>
                    <a:pt x="18700" y="13279"/>
                    <a:pt x="18461" y="13279"/>
                  </a:cubicBezTo>
                  <a:cubicBezTo>
                    <a:pt x="18252" y="13279"/>
                    <a:pt x="18043" y="13275"/>
                    <a:pt x="17833" y="13275"/>
                  </a:cubicBezTo>
                  <a:cubicBezTo>
                    <a:pt x="17624" y="13275"/>
                    <a:pt x="17415" y="13279"/>
                    <a:pt x="17206" y="13294"/>
                  </a:cubicBezTo>
                  <a:cubicBezTo>
                    <a:pt x="16833" y="13308"/>
                    <a:pt x="16459" y="13368"/>
                    <a:pt x="16086" y="13398"/>
                  </a:cubicBezTo>
                  <a:cubicBezTo>
                    <a:pt x="15862" y="13428"/>
                    <a:pt x="15653" y="13443"/>
                    <a:pt x="15429" y="13473"/>
                  </a:cubicBezTo>
                  <a:lnTo>
                    <a:pt x="15429" y="13458"/>
                  </a:lnTo>
                  <a:lnTo>
                    <a:pt x="15339" y="13488"/>
                  </a:lnTo>
                  <a:lnTo>
                    <a:pt x="15324" y="13488"/>
                  </a:lnTo>
                  <a:cubicBezTo>
                    <a:pt x="15324" y="13488"/>
                    <a:pt x="15324" y="13488"/>
                    <a:pt x="15324" y="13503"/>
                  </a:cubicBezTo>
                  <a:cubicBezTo>
                    <a:pt x="15279" y="13503"/>
                    <a:pt x="15220" y="13503"/>
                    <a:pt x="15175" y="13518"/>
                  </a:cubicBezTo>
                  <a:lnTo>
                    <a:pt x="15175" y="13503"/>
                  </a:lnTo>
                  <a:cubicBezTo>
                    <a:pt x="14906" y="13562"/>
                    <a:pt x="14622" y="13592"/>
                    <a:pt x="14338" y="13652"/>
                  </a:cubicBezTo>
                  <a:cubicBezTo>
                    <a:pt x="14085" y="13697"/>
                    <a:pt x="13846" y="13742"/>
                    <a:pt x="13592" y="13786"/>
                  </a:cubicBezTo>
                  <a:lnTo>
                    <a:pt x="13532" y="13786"/>
                  </a:lnTo>
                  <a:cubicBezTo>
                    <a:pt x="13517" y="13786"/>
                    <a:pt x="13502" y="13786"/>
                    <a:pt x="13472" y="13801"/>
                  </a:cubicBezTo>
                  <a:lnTo>
                    <a:pt x="13129" y="13891"/>
                  </a:lnTo>
                  <a:cubicBezTo>
                    <a:pt x="13114" y="13891"/>
                    <a:pt x="13099" y="13891"/>
                    <a:pt x="13069" y="13906"/>
                  </a:cubicBezTo>
                  <a:cubicBezTo>
                    <a:pt x="12979" y="13921"/>
                    <a:pt x="12890" y="13921"/>
                    <a:pt x="12815" y="13936"/>
                  </a:cubicBezTo>
                  <a:cubicBezTo>
                    <a:pt x="12591" y="13996"/>
                    <a:pt x="12367" y="14040"/>
                    <a:pt x="12143" y="14100"/>
                  </a:cubicBezTo>
                  <a:cubicBezTo>
                    <a:pt x="12053" y="14130"/>
                    <a:pt x="11964" y="14175"/>
                    <a:pt x="11889" y="14205"/>
                  </a:cubicBezTo>
                  <a:lnTo>
                    <a:pt x="11874" y="14205"/>
                  </a:lnTo>
                  <a:cubicBezTo>
                    <a:pt x="11829" y="14220"/>
                    <a:pt x="11799" y="14220"/>
                    <a:pt x="11755" y="14235"/>
                  </a:cubicBezTo>
                  <a:cubicBezTo>
                    <a:pt x="11680" y="14264"/>
                    <a:pt x="11620" y="14294"/>
                    <a:pt x="11560" y="14309"/>
                  </a:cubicBezTo>
                  <a:cubicBezTo>
                    <a:pt x="11576" y="14261"/>
                    <a:pt x="11562" y="14247"/>
                    <a:pt x="11541" y="14247"/>
                  </a:cubicBezTo>
                  <a:cubicBezTo>
                    <a:pt x="11523" y="14247"/>
                    <a:pt x="11500" y="14257"/>
                    <a:pt x="11486" y="14264"/>
                  </a:cubicBezTo>
                  <a:cubicBezTo>
                    <a:pt x="11247" y="14369"/>
                    <a:pt x="11008" y="14444"/>
                    <a:pt x="10754" y="14488"/>
                  </a:cubicBezTo>
                  <a:lnTo>
                    <a:pt x="10709" y="14503"/>
                  </a:lnTo>
                  <a:lnTo>
                    <a:pt x="10694" y="14503"/>
                  </a:lnTo>
                  <a:cubicBezTo>
                    <a:pt x="10679" y="14533"/>
                    <a:pt x="10664" y="14548"/>
                    <a:pt x="10649" y="14578"/>
                  </a:cubicBezTo>
                  <a:cubicBezTo>
                    <a:pt x="10632" y="14537"/>
                    <a:pt x="10611" y="14523"/>
                    <a:pt x="10591" y="14523"/>
                  </a:cubicBezTo>
                  <a:cubicBezTo>
                    <a:pt x="10560" y="14523"/>
                    <a:pt x="10527" y="14554"/>
                    <a:pt x="10500" y="14563"/>
                  </a:cubicBezTo>
                  <a:cubicBezTo>
                    <a:pt x="10366" y="14608"/>
                    <a:pt x="10231" y="14668"/>
                    <a:pt x="10097" y="14712"/>
                  </a:cubicBezTo>
                  <a:cubicBezTo>
                    <a:pt x="10052" y="14727"/>
                    <a:pt x="10007" y="14727"/>
                    <a:pt x="9962" y="14727"/>
                  </a:cubicBezTo>
                  <a:cubicBezTo>
                    <a:pt x="9917" y="14742"/>
                    <a:pt x="9888" y="14757"/>
                    <a:pt x="9843" y="14757"/>
                  </a:cubicBezTo>
                  <a:cubicBezTo>
                    <a:pt x="9783" y="14772"/>
                    <a:pt x="9723" y="14802"/>
                    <a:pt x="9649" y="14817"/>
                  </a:cubicBezTo>
                  <a:lnTo>
                    <a:pt x="9619" y="14817"/>
                  </a:lnTo>
                  <a:cubicBezTo>
                    <a:pt x="9589" y="14832"/>
                    <a:pt x="9514" y="14832"/>
                    <a:pt x="9499" y="14862"/>
                  </a:cubicBezTo>
                  <a:cubicBezTo>
                    <a:pt x="9483" y="14912"/>
                    <a:pt x="9457" y="14920"/>
                    <a:pt x="9426" y="14920"/>
                  </a:cubicBezTo>
                  <a:cubicBezTo>
                    <a:pt x="9412" y="14920"/>
                    <a:pt x="9397" y="14918"/>
                    <a:pt x="9381" y="14918"/>
                  </a:cubicBezTo>
                  <a:cubicBezTo>
                    <a:pt x="9371" y="14918"/>
                    <a:pt x="9360" y="14919"/>
                    <a:pt x="9350" y="14922"/>
                  </a:cubicBezTo>
                  <a:cubicBezTo>
                    <a:pt x="9275" y="14951"/>
                    <a:pt x="9201" y="14996"/>
                    <a:pt x="9126" y="15026"/>
                  </a:cubicBezTo>
                  <a:cubicBezTo>
                    <a:pt x="9096" y="15041"/>
                    <a:pt x="9051" y="15071"/>
                    <a:pt x="9021" y="15086"/>
                  </a:cubicBezTo>
                  <a:lnTo>
                    <a:pt x="8991" y="15086"/>
                  </a:lnTo>
                  <a:cubicBezTo>
                    <a:pt x="8991" y="15071"/>
                    <a:pt x="8977" y="15056"/>
                    <a:pt x="8977" y="15041"/>
                  </a:cubicBezTo>
                  <a:cubicBezTo>
                    <a:pt x="8962" y="15056"/>
                    <a:pt x="8947" y="15071"/>
                    <a:pt x="8932" y="15086"/>
                  </a:cubicBezTo>
                  <a:cubicBezTo>
                    <a:pt x="8917" y="15086"/>
                    <a:pt x="8887" y="15071"/>
                    <a:pt x="8857" y="15071"/>
                  </a:cubicBezTo>
                  <a:cubicBezTo>
                    <a:pt x="8842" y="15071"/>
                    <a:pt x="8842" y="15086"/>
                    <a:pt x="8827" y="15086"/>
                  </a:cubicBezTo>
                  <a:lnTo>
                    <a:pt x="8767" y="15146"/>
                  </a:lnTo>
                  <a:cubicBezTo>
                    <a:pt x="8767" y="15161"/>
                    <a:pt x="8752" y="15175"/>
                    <a:pt x="8752" y="15190"/>
                  </a:cubicBezTo>
                  <a:cubicBezTo>
                    <a:pt x="8752" y="15220"/>
                    <a:pt x="8752" y="15235"/>
                    <a:pt x="8752" y="15250"/>
                  </a:cubicBezTo>
                  <a:lnTo>
                    <a:pt x="8693" y="15250"/>
                  </a:lnTo>
                  <a:cubicBezTo>
                    <a:pt x="8682" y="15229"/>
                    <a:pt x="8679" y="15176"/>
                    <a:pt x="8650" y="15176"/>
                  </a:cubicBezTo>
                  <a:cubicBezTo>
                    <a:pt x="8639" y="15176"/>
                    <a:pt x="8624" y="15184"/>
                    <a:pt x="8603" y="15205"/>
                  </a:cubicBezTo>
                  <a:cubicBezTo>
                    <a:pt x="8603" y="15190"/>
                    <a:pt x="8588" y="15190"/>
                    <a:pt x="8588" y="15190"/>
                  </a:cubicBezTo>
                  <a:lnTo>
                    <a:pt x="8454" y="15250"/>
                  </a:lnTo>
                  <a:lnTo>
                    <a:pt x="8364" y="15250"/>
                  </a:lnTo>
                  <a:cubicBezTo>
                    <a:pt x="8304" y="15280"/>
                    <a:pt x="8245" y="15310"/>
                    <a:pt x="8185" y="15325"/>
                  </a:cubicBezTo>
                  <a:lnTo>
                    <a:pt x="8185" y="15340"/>
                  </a:lnTo>
                  <a:cubicBezTo>
                    <a:pt x="8170" y="15340"/>
                    <a:pt x="8140" y="15355"/>
                    <a:pt x="8110" y="15355"/>
                  </a:cubicBezTo>
                  <a:cubicBezTo>
                    <a:pt x="8080" y="15385"/>
                    <a:pt x="8036" y="15400"/>
                    <a:pt x="8006" y="15414"/>
                  </a:cubicBezTo>
                  <a:lnTo>
                    <a:pt x="7886" y="15414"/>
                  </a:lnTo>
                  <a:lnTo>
                    <a:pt x="7617" y="15549"/>
                  </a:lnTo>
                  <a:lnTo>
                    <a:pt x="7588" y="15549"/>
                  </a:lnTo>
                  <a:lnTo>
                    <a:pt x="7588" y="15564"/>
                  </a:lnTo>
                  <a:cubicBezTo>
                    <a:pt x="7229" y="15668"/>
                    <a:pt x="6886" y="15788"/>
                    <a:pt x="6527" y="15907"/>
                  </a:cubicBezTo>
                  <a:lnTo>
                    <a:pt x="6512" y="15907"/>
                  </a:lnTo>
                  <a:cubicBezTo>
                    <a:pt x="6452" y="15922"/>
                    <a:pt x="6378" y="15937"/>
                    <a:pt x="6303" y="15952"/>
                  </a:cubicBezTo>
                  <a:cubicBezTo>
                    <a:pt x="6121" y="16003"/>
                    <a:pt x="5933" y="16046"/>
                    <a:pt x="5742" y="16046"/>
                  </a:cubicBezTo>
                  <a:cubicBezTo>
                    <a:pt x="5651" y="16046"/>
                    <a:pt x="5559" y="16036"/>
                    <a:pt x="5467" y="16012"/>
                  </a:cubicBezTo>
                  <a:cubicBezTo>
                    <a:pt x="5317" y="16012"/>
                    <a:pt x="5183" y="15982"/>
                    <a:pt x="5078" y="15863"/>
                  </a:cubicBezTo>
                  <a:cubicBezTo>
                    <a:pt x="4989" y="15758"/>
                    <a:pt x="4899" y="15638"/>
                    <a:pt x="4809" y="15534"/>
                  </a:cubicBezTo>
                  <a:cubicBezTo>
                    <a:pt x="4809" y="15444"/>
                    <a:pt x="4824" y="15355"/>
                    <a:pt x="4824" y="15280"/>
                  </a:cubicBezTo>
                  <a:cubicBezTo>
                    <a:pt x="4809" y="15220"/>
                    <a:pt x="4780" y="15026"/>
                    <a:pt x="4795" y="14981"/>
                  </a:cubicBezTo>
                  <a:cubicBezTo>
                    <a:pt x="4854" y="14877"/>
                    <a:pt x="4854" y="14772"/>
                    <a:pt x="4780" y="14683"/>
                  </a:cubicBezTo>
                  <a:cubicBezTo>
                    <a:pt x="4899" y="14623"/>
                    <a:pt x="4869" y="14518"/>
                    <a:pt x="4899" y="14429"/>
                  </a:cubicBezTo>
                  <a:cubicBezTo>
                    <a:pt x="4899" y="14414"/>
                    <a:pt x="4899" y="14414"/>
                    <a:pt x="4899" y="14399"/>
                  </a:cubicBezTo>
                  <a:cubicBezTo>
                    <a:pt x="4899" y="14384"/>
                    <a:pt x="4914" y="14369"/>
                    <a:pt x="4914" y="14339"/>
                  </a:cubicBezTo>
                  <a:lnTo>
                    <a:pt x="4929" y="14339"/>
                  </a:lnTo>
                  <a:cubicBezTo>
                    <a:pt x="4944" y="14339"/>
                    <a:pt x="4974" y="14324"/>
                    <a:pt x="4974" y="14309"/>
                  </a:cubicBezTo>
                  <a:cubicBezTo>
                    <a:pt x="4974" y="14205"/>
                    <a:pt x="4974" y="14085"/>
                    <a:pt x="5033" y="13981"/>
                  </a:cubicBezTo>
                  <a:cubicBezTo>
                    <a:pt x="5168" y="13981"/>
                    <a:pt x="5063" y="13891"/>
                    <a:pt x="5093" y="13846"/>
                  </a:cubicBezTo>
                  <a:lnTo>
                    <a:pt x="5093" y="13846"/>
                  </a:lnTo>
                  <a:cubicBezTo>
                    <a:pt x="5108" y="13861"/>
                    <a:pt x="5138" y="13876"/>
                    <a:pt x="5153" y="13876"/>
                  </a:cubicBezTo>
                  <a:cubicBezTo>
                    <a:pt x="5153" y="13861"/>
                    <a:pt x="5138" y="13831"/>
                    <a:pt x="5138" y="13816"/>
                  </a:cubicBezTo>
                  <a:cubicBezTo>
                    <a:pt x="5123" y="13801"/>
                    <a:pt x="5123" y="13786"/>
                    <a:pt x="5108" y="13771"/>
                  </a:cubicBezTo>
                  <a:lnTo>
                    <a:pt x="5093" y="13801"/>
                  </a:lnTo>
                  <a:cubicBezTo>
                    <a:pt x="5093" y="13786"/>
                    <a:pt x="5093" y="13771"/>
                    <a:pt x="5108" y="13771"/>
                  </a:cubicBezTo>
                  <a:cubicBezTo>
                    <a:pt x="5123" y="13742"/>
                    <a:pt x="5123" y="13727"/>
                    <a:pt x="5138" y="13712"/>
                  </a:cubicBezTo>
                  <a:cubicBezTo>
                    <a:pt x="5138" y="13697"/>
                    <a:pt x="5138" y="13697"/>
                    <a:pt x="5138" y="13682"/>
                  </a:cubicBezTo>
                  <a:cubicBezTo>
                    <a:pt x="5168" y="13682"/>
                    <a:pt x="5198" y="13667"/>
                    <a:pt x="5228" y="13652"/>
                  </a:cubicBezTo>
                  <a:cubicBezTo>
                    <a:pt x="5317" y="13607"/>
                    <a:pt x="5407" y="13547"/>
                    <a:pt x="5302" y="13428"/>
                  </a:cubicBezTo>
                  <a:lnTo>
                    <a:pt x="5302" y="13428"/>
                  </a:lnTo>
                  <a:cubicBezTo>
                    <a:pt x="5322" y="13441"/>
                    <a:pt x="5336" y="13446"/>
                    <a:pt x="5347" y="13446"/>
                  </a:cubicBezTo>
                  <a:cubicBezTo>
                    <a:pt x="5388" y="13446"/>
                    <a:pt x="5387" y="13377"/>
                    <a:pt x="5422" y="13353"/>
                  </a:cubicBezTo>
                  <a:cubicBezTo>
                    <a:pt x="5377" y="13323"/>
                    <a:pt x="5347" y="13308"/>
                    <a:pt x="5332" y="13294"/>
                  </a:cubicBezTo>
                  <a:cubicBezTo>
                    <a:pt x="5377" y="13234"/>
                    <a:pt x="5422" y="13189"/>
                    <a:pt x="5467" y="13129"/>
                  </a:cubicBezTo>
                  <a:cubicBezTo>
                    <a:pt x="5482" y="13114"/>
                    <a:pt x="5511" y="13099"/>
                    <a:pt x="5511" y="13084"/>
                  </a:cubicBezTo>
                  <a:cubicBezTo>
                    <a:pt x="5511" y="13025"/>
                    <a:pt x="5496" y="12965"/>
                    <a:pt x="5482" y="12905"/>
                  </a:cubicBezTo>
                  <a:lnTo>
                    <a:pt x="5482" y="12905"/>
                  </a:lnTo>
                  <a:cubicBezTo>
                    <a:pt x="5541" y="12920"/>
                    <a:pt x="5601" y="12920"/>
                    <a:pt x="5661" y="12935"/>
                  </a:cubicBezTo>
                  <a:lnTo>
                    <a:pt x="5676" y="12935"/>
                  </a:lnTo>
                  <a:cubicBezTo>
                    <a:pt x="5721" y="12905"/>
                    <a:pt x="5780" y="12875"/>
                    <a:pt x="5825" y="12845"/>
                  </a:cubicBezTo>
                  <a:cubicBezTo>
                    <a:pt x="5825" y="12831"/>
                    <a:pt x="5795" y="12771"/>
                    <a:pt x="5780" y="12726"/>
                  </a:cubicBezTo>
                  <a:lnTo>
                    <a:pt x="5780" y="12726"/>
                  </a:lnTo>
                  <a:cubicBezTo>
                    <a:pt x="5806" y="12739"/>
                    <a:pt x="5832" y="12749"/>
                    <a:pt x="5854" y="12749"/>
                  </a:cubicBezTo>
                  <a:cubicBezTo>
                    <a:pt x="5883" y="12749"/>
                    <a:pt x="5906" y="12732"/>
                    <a:pt x="5915" y="12681"/>
                  </a:cubicBezTo>
                  <a:cubicBezTo>
                    <a:pt x="5930" y="12621"/>
                    <a:pt x="5930" y="12547"/>
                    <a:pt x="5945" y="12472"/>
                  </a:cubicBezTo>
                  <a:cubicBezTo>
                    <a:pt x="6049" y="12353"/>
                    <a:pt x="6169" y="12233"/>
                    <a:pt x="6273" y="12114"/>
                  </a:cubicBezTo>
                  <a:lnTo>
                    <a:pt x="6318" y="12054"/>
                  </a:lnTo>
                  <a:lnTo>
                    <a:pt x="6348" y="12054"/>
                  </a:lnTo>
                  <a:cubicBezTo>
                    <a:pt x="6363" y="12039"/>
                    <a:pt x="6393" y="12009"/>
                    <a:pt x="6408" y="11979"/>
                  </a:cubicBezTo>
                  <a:cubicBezTo>
                    <a:pt x="6527" y="11979"/>
                    <a:pt x="6572" y="11875"/>
                    <a:pt x="6647" y="11800"/>
                  </a:cubicBezTo>
                  <a:cubicBezTo>
                    <a:pt x="6736" y="11710"/>
                    <a:pt x="6900" y="11695"/>
                    <a:pt x="6945" y="11546"/>
                  </a:cubicBezTo>
                  <a:cubicBezTo>
                    <a:pt x="6945" y="11531"/>
                    <a:pt x="6960" y="11531"/>
                    <a:pt x="6975" y="11531"/>
                  </a:cubicBezTo>
                  <a:cubicBezTo>
                    <a:pt x="6994" y="11544"/>
                    <a:pt x="7010" y="11549"/>
                    <a:pt x="7024" y="11549"/>
                  </a:cubicBezTo>
                  <a:cubicBezTo>
                    <a:pt x="7073" y="11549"/>
                    <a:pt x="7089" y="11480"/>
                    <a:pt x="7124" y="11456"/>
                  </a:cubicBezTo>
                  <a:lnTo>
                    <a:pt x="7154" y="11456"/>
                  </a:lnTo>
                  <a:lnTo>
                    <a:pt x="7124" y="11442"/>
                  </a:lnTo>
                  <a:cubicBezTo>
                    <a:pt x="7124" y="11437"/>
                    <a:pt x="7126" y="11435"/>
                    <a:pt x="7128" y="11435"/>
                  </a:cubicBezTo>
                  <a:cubicBezTo>
                    <a:pt x="7133" y="11435"/>
                    <a:pt x="7144" y="11446"/>
                    <a:pt x="7154" y="11456"/>
                  </a:cubicBezTo>
                  <a:cubicBezTo>
                    <a:pt x="7154" y="11456"/>
                    <a:pt x="7169" y="11442"/>
                    <a:pt x="7169" y="11442"/>
                  </a:cubicBezTo>
                  <a:cubicBezTo>
                    <a:pt x="7206" y="11473"/>
                    <a:pt x="7242" y="11488"/>
                    <a:pt x="7273" y="11488"/>
                  </a:cubicBezTo>
                  <a:cubicBezTo>
                    <a:pt x="7330" y="11488"/>
                    <a:pt x="7374" y="11439"/>
                    <a:pt x="7393" y="11352"/>
                  </a:cubicBezTo>
                  <a:lnTo>
                    <a:pt x="7393" y="11322"/>
                  </a:lnTo>
                  <a:cubicBezTo>
                    <a:pt x="7423" y="11292"/>
                    <a:pt x="7468" y="11262"/>
                    <a:pt x="7498" y="11232"/>
                  </a:cubicBezTo>
                  <a:cubicBezTo>
                    <a:pt x="7528" y="11203"/>
                    <a:pt x="7543" y="11158"/>
                    <a:pt x="7573" y="11128"/>
                  </a:cubicBezTo>
                  <a:cubicBezTo>
                    <a:pt x="7558" y="11113"/>
                    <a:pt x="7558" y="11113"/>
                    <a:pt x="7558" y="11098"/>
                  </a:cubicBezTo>
                  <a:lnTo>
                    <a:pt x="7558" y="11098"/>
                  </a:lnTo>
                  <a:lnTo>
                    <a:pt x="7573" y="11128"/>
                  </a:lnTo>
                  <a:cubicBezTo>
                    <a:pt x="7588" y="11098"/>
                    <a:pt x="7602" y="11068"/>
                    <a:pt x="7617" y="11038"/>
                  </a:cubicBezTo>
                  <a:lnTo>
                    <a:pt x="7617" y="11008"/>
                  </a:lnTo>
                  <a:cubicBezTo>
                    <a:pt x="7617" y="10993"/>
                    <a:pt x="7617" y="10993"/>
                    <a:pt x="7617" y="10978"/>
                  </a:cubicBezTo>
                  <a:lnTo>
                    <a:pt x="7647" y="10978"/>
                  </a:lnTo>
                  <a:cubicBezTo>
                    <a:pt x="7692" y="11008"/>
                    <a:pt x="7722" y="11038"/>
                    <a:pt x="7767" y="11068"/>
                  </a:cubicBezTo>
                  <a:lnTo>
                    <a:pt x="7797" y="10993"/>
                  </a:lnTo>
                  <a:cubicBezTo>
                    <a:pt x="7812" y="11020"/>
                    <a:pt x="7827" y="11029"/>
                    <a:pt x="7840" y="11029"/>
                  </a:cubicBezTo>
                  <a:cubicBezTo>
                    <a:pt x="7864" y="11029"/>
                    <a:pt x="7887" y="10998"/>
                    <a:pt x="7916" y="10978"/>
                  </a:cubicBezTo>
                  <a:lnTo>
                    <a:pt x="7916" y="10993"/>
                  </a:lnTo>
                  <a:cubicBezTo>
                    <a:pt x="7901" y="11038"/>
                    <a:pt x="7871" y="11083"/>
                    <a:pt x="7841" y="11128"/>
                  </a:cubicBezTo>
                  <a:cubicBezTo>
                    <a:pt x="7901" y="11098"/>
                    <a:pt x="7946" y="11068"/>
                    <a:pt x="8006" y="11038"/>
                  </a:cubicBezTo>
                  <a:lnTo>
                    <a:pt x="8065" y="11038"/>
                  </a:lnTo>
                  <a:lnTo>
                    <a:pt x="8065" y="10978"/>
                  </a:lnTo>
                  <a:cubicBezTo>
                    <a:pt x="8065" y="10978"/>
                    <a:pt x="8080" y="10964"/>
                    <a:pt x="8095" y="10949"/>
                  </a:cubicBezTo>
                  <a:cubicBezTo>
                    <a:pt x="8125" y="10919"/>
                    <a:pt x="8185" y="10919"/>
                    <a:pt x="8170" y="10859"/>
                  </a:cubicBezTo>
                  <a:lnTo>
                    <a:pt x="8170" y="10859"/>
                  </a:lnTo>
                  <a:cubicBezTo>
                    <a:pt x="8180" y="10861"/>
                    <a:pt x="8189" y="10862"/>
                    <a:pt x="8198" y="10862"/>
                  </a:cubicBezTo>
                  <a:cubicBezTo>
                    <a:pt x="8253" y="10862"/>
                    <a:pt x="8279" y="10823"/>
                    <a:pt x="8304" y="10784"/>
                  </a:cubicBezTo>
                  <a:lnTo>
                    <a:pt x="8304" y="10769"/>
                  </a:lnTo>
                  <a:lnTo>
                    <a:pt x="8379" y="10799"/>
                  </a:lnTo>
                  <a:lnTo>
                    <a:pt x="8394" y="10799"/>
                  </a:lnTo>
                  <a:cubicBezTo>
                    <a:pt x="8409" y="10814"/>
                    <a:pt x="8409" y="10814"/>
                    <a:pt x="8424" y="10829"/>
                  </a:cubicBezTo>
                  <a:cubicBezTo>
                    <a:pt x="8439" y="10829"/>
                    <a:pt x="8454" y="10844"/>
                    <a:pt x="8484" y="10844"/>
                  </a:cubicBezTo>
                  <a:lnTo>
                    <a:pt x="8499" y="10859"/>
                  </a:lnTo>
                  <a:lnTo>
                    <a:pt x="8499" y="10829"/>
                  </a:lnTo>
                  <a:cubicBezTo>
                    <a:pt x="8528" y="10829"/>
                    <a:pt x="8543" y="10814"/>
                    <a:pt x="8573" y="10814"/>
                  </a:cubicBezTo>
                  <a:lnTo>
                    <a:pt x="8603" y="10784"/>
                  </a:lnTo>
                  <a:cubicBezTo>
                    <a:pt x="8618" y="10784"/>
                    <a:pt x="8633" y="10784"/>
                    <a:pt x="8648" y="10769"/>
                  </a:cubicBezTo>
                  <a:cubicBezTo>
                    <a:pt x="8708" y="10769"/>
                    <a:pt x="8767" y="10769"/>
                    <a:pt x="8752" y="10680"/>
                  </a:cubicBezTo>
                  <a:lnTo>
                    <a:pt x="8723" y="10635"/>
                  </a:lnTo>
                  <a:cubicBezTo>
                    <a:pt x="8752" y="10635"/>
                    <a:pt x="8776" y="10642"/>
                    <a:pt x="8797" y="10642"/>
                  </a:cubicBezTo>
                  <a:cubicBezTo>
                    <a:pt x="8807" y="10642"/>
                    <a:pt x="8817" y="10640"/>
                    <a:pt x="8827" y="10635"/>
                  </a:cubicBezTo>
                  <a:cubicBezTo>
                    <a:pt x="8827" y="10605"/>
                    <a:pt x="8827" y="10590"/>
                    <a:pt x="8827" y="10560"/>
                  </a:cubicBezTo>
                  <a:lnTo>
                    <a:pt x="8991" y="10545"/>
                  </a:lnTo>
                  <a:cubicBezTo>
                    <a:pt x="9033" y="10504"/>
                    <a:pt x="9087" y="10424"/>
                    <a:pt x="9119" y="10424"/>
                  </a:cubicBezTo>
                  <a:cubicBezTo>
                    <a:pt x="9121" y="10424"/>
                    <a:pt x="9124" y="10425"/>
                    <a:pt x="9126" y="10426"/>
                  </a:cubicBezTo>
                  <a:cubicBezTo>
                    <a:pt x="9139" y="10429"/>
                    <a:pt x="9151" y="10430"/>
                    <a:pt x="9160" y="10430"/>
                  </a:cubicBezTo>
                  <a:cubicBezTo>
                    <a:pt x="9253" y="10430"/>
                    <a:pt x="9148" y="10306"/>
                    <a:pt x="9216" y="10306"/>
                  </a:cubicBezTo>
                  <a:cubicBezTo>
                    <a:pt x="9216" y="10336"/>
                    <a:pt x="9230" y="10351"/>
                    <a:pt x="9245" y="10381"/>
                  </a:cubicBezTo>
                  <a:cubicBezTo>
                    <a:pt x="9260" y="10396"/>
                    <a:pt x="9290" y="10411"/>
                    <a:pt x="9320" y="10411"/>
                  </a:cubicBezTo>
                  <a:cubicBezTo>
                    <a:pt x="9320" y="10381"/>
                    <a:pt x="9335" y="10351"/>
                    <a:pt x="9350" y="10321"/>
                  </a:cubicBezTo>
                  <a:cubicBezTo>
                    <a:pt x="9365" y="10306"/>
                    <a:pt x="9365" y="10306"/>
                    <a:pt x="9380" y="10291"/>
                  </a:cubicBezTo>
                  <a:cubicBezTo>
                    <a:pt x="9385" y="10286"/>
                    <a:pt x="9390" y="10285"/>
                    <a:pt x="9395" y="10285"/>
                  </a:cubicBezTo>
                  <a:cubicBezTo>
                    <a:pt x="9405" y="10285"/>
                    <a:pt x="9415" y="10291"/>
                    <a:pt x="9425" y="10291"/>
                  </a:cubicBezTo>
                  <a:lnTo>
                    <a:pt x="9380" y="10291"/>
                  </a:lnTo>
                  <a:cubicBezTo>
                    <a:pt x="9396" y="10324"/>
                    <a:pt x="9417" y="10348"/>
                    <a:pt x="9438" y="10348"/>
                  </a:cubicBezTo>
                  <a:cubicBezTo>
                    <a:pt x="9454" y="10348"/>
                    <a:pt x="9471" y="10332"/>
                    <a:pt x="9484" y="10291"/>
                  </a:cubicBezTo>
                  <a:lnTo>
                    <a:pt x="9574" y="10306"/>
                  </a:lnTo>
                  <a:cubicBezTo>
                    <a:pt x="9634" y="10277"/>
                    <a:pt x="9679" y="10262"/>
                    <a:pt x="9738" y="10232"/>
                  </a:cubicBezTo>
                  <a:cubicBezTo>
                    <a:pt x="9783" y="10217"/>
                    <a:pt x="9828" y="10202"/>
                    <a:pt x="9873" y="10187"/>
                  </a:cubicBezTo>
                  <a:lnTo>
                    <a:pt x="9873" y="10172"/>
                  </a:lnTo>
                  <a:lnTo>
                    <a:pt x="9917" y="10172"/>
                  </a:lnTo>
                  <a:cubicBezTo>
                    <a:pt x="9895" y="10112"/>
                    <a:pt x="9906" y="10097"/>
                    <a:pt x="9929" y="10097"/>
                  </a:cubicBezTo>
                  <a:cubicBezTo>
                    <a:pt x="9951" y="10097"/>
                    <a:pt x="9985" y="10112"/>
                    <a:pt x="10007" y="10112"/>
                  </a:cubicBezTo>
                  <a:cubicBezTo>
                    <a:pt x="10037" y="10112"/>
                    <a:pt x="10082" y="10112"/>
                    <a:pt x="10127" y="10097"/>
                  </a:cubicBezTo>
                  <a:cubicBezTo>
                    <a:pt x="10321" y="10038"/>
                    <a:pt x="10500" y="9948"/>
                    <a:pt x="10694" y="9903"/>
                  </a:cubicBezTo>
                  <a:cubicBezTo>
                    <a:pt x="10784" y="9873"/>
                    <a:pt x="10844" y="9858"/>
                    <a:pt x="10858" y="9784"/>
                  </a:cubicBezTo>
                  <a:lnTo>
                    <a:pt x="10858" y="9769"/>
                  </a:lnTo>
                  <a:lnTo>
                    <a:pt x="10873" y="9769"/>
                  </a:lnTo>
                  <a:lnTo>
                    <a:pt x="10873" y="9772"/>
                  </a:lnTo>
                  <a:cubicBezTo>
                    <a:pt x="10868" y="9771"/>
                    <a:pt x="10863" y="9770"/>
                    <a:pt x="10858" y="9769"/>
                  </a:cubicBezTo>
                  <a:lnTo>
                    <a:pt x="10858" y="9769"/>
                  </a:lnTo>
                  <a:lnTo>
                    <a:pt x="10873" y="9784"/>
                  </a:lnTo>
                  <a:lnTo>
                    <a:pt x="10873" y="9772"/>
                  </a:lnTo>
                  <a:lnTo>
                    <a:pt x="10873" y="9772"/>
                  </a:lnTo>
                  <a:cubicBezTo>
                    <a:pt x="10928" y="9786"/>
                    <a:pt x="10983" y="9800"/>
                    <a:pt x="11038" y="9813"/>
                  </a:cubicBezTo>
                  <a:cubicBezTo>
                    <a:pt x="11112" y="9784"/>
                    <a:pt x="11187" y="9769"/>
                    <a:pt x="11247" y="9739"/>
                  </a:cubicBezTo>
                  <a:lnTo>
                    <a:pt x="11202" y="9724"/>
                  </a:lnTo>
                  <a:cubicBezTo>
                    <a:pt x="11217" y="9724"/>
                    <a:pt x="11232" y="9724"/>
                    <a:pt x="11247" y="9739"/>
                  </a:cubicBezTo>
                  <a:cubicBezTo>
                    <a:pt x="11336" y="9709"/>
                    <a:pt x="11426" y="9694"/>
                    <a:pt x="11516" y="9664"/>
                  </a:cubicBezTo>
                  <a:cubicBezTo>
                    <a:pt x="11560" y="9649"/>
                    <a:pt x="11605" y="9634"/>
                    <a:pt x="11635" y="9619"/>
                  </a:cubicBezTo>
                  <a:cubicBezTo>
                    <a:pt x="11710" y="9575"/>
                    <a:pt x="11784" y="9515"/>
                    <a:pt x="11859" y="9470"/>
                  </a:cubicBezTo>
                  <a:cubicBezTo>
                    <a:pt x="11890" y="9525"/>
                    <a:pt x="11921" y="9545"/>
                    <a:pt x="11951" y="9545"/>
                  </a:cubicBezTo>
                  <a:cubicBezTo>
                    <a:pt x="11993" y="9545"/>
                    <a:pt x="12033" y="9505"/>
                    <a:pt x="12068" y="9470"/>
                  </a:cubicBezTo>
                  <a:cubicBezTo>
                    <a:pt x="12098" y="9455"/>
                    <a:pt x="12113" y="9455"/>
                    <a:pt x="12128" y="9440"/>
                  </a:cubicBezTo>
                  <a:lnTo>
                    <a:pt x="12158" y="9440"/>
                  </a:lnTo>
                  <a:cubicBezTo>
                    <a:pt x="12218" y="9440"/>
                    <a:pt x="12292" y="9425"/>
                    <a:pt x="12352" y="9410"/>
                  </a:cubicBezTo>
                  <a:lnTo>
                    <a:pt x="12382" y="9410"/>
                  </a:lnTo>
                  <a:lnTo>
                    <a:pt x="12531" y="9365"/>
                  </a:lnTo>
                  <a:lnTo>
                    <a:pt x="12576" y="9365"/>
                  </a:lnTo>
                  <a:cubicBezTo>
                    <a:pt x="12576" y="9336"/>
                    <a:pt x="12576" y="9321"/>
                    <a:pt x="12576" y="9306"/>
                  </a:cubicBezTo>
                  <a:cubicBezTo>
                    <a:pt x="12591" y="9291"/>
                    <a:pt x="12606" y="9291"/>
                    <a:pt x="12621" y="9291"/>
                  </a:cubicBezTo>
                  <a:cubicBezTo>
                    <a:pt x="12644" y="9314"/>
                    <a:pt x="12660" y="9326"/>
                    <a:pt x="12676" y="9326"/>
                  </a:cubicBezTo>
                  <a:cubicBezTo>
                    <a:pt x="12701" y="9326"/>
                    <a:pt x="12724" y="9295"/>
                    <a:pt x="12770" y="9231"/>
                  </a:cubicBezTo>
                  <a:cubicBezTo>
                    <a:pt x="12770" y="9231"/>
                    <a:pt x="12785" y="9231"/>
                    <a:pt x="12785" y="9216"/>
                  </a:cubicBezTo>
                  <a:cubicBezTo>
                    <a:pt x="12812" y="9225"/>
                    <a:pt x="12834" y="9230"/>
                    <a:pt x="12851" y="9230"/>
                  </a:cubicBezTo>
                  <a:cubicBezTo>
                    <a:pt x="12890" y="9230"/>
                    <a:pt x="12905" y="9204"/>
                    <a:pt x="12905" y="9141"/>
                  </a:cubicBezTo>
                  <a:cubicBezTo>
                    <a:pt x="12949" y="9156"/>
                    <a:pt x="13009" y="9156"/>
                    <a:pt x="13069" y="9171"/>
                  </a:cubicBezTo>
                  <a:lnTo>
                    <a:pt x="13159" y="9186"/>
                  </a:lnTo>
                  <a:cubicBezTo>
                    <a:pt x="13169" y="9186"/>
                    <a:pt x="13172" y="9193"/>
                    <a:pt x="13182" y="9193"/>
                  </a:cubicBezTo>
                  <a:cubicBezTo>
                    <a:pt x="13187" y="9193"/>
                    <a:pt x="13193" y="9191"/>
                    <a:pt x="13203" y="9186"/>
                  </a:cubicBezTo>
                  <a:cubicBezTo>
                    <a:pt x="13218" y="9171"/>
                    <a:pt x="13233" y="9156"/>
                    <a:pt x="13263" y="9141"/>
                  </a:cubicBezTo>
                  <a:cubicBezTo>
                    <a:pt x="13293" y="9156"/>
                    <a:pt x="13383" y="9141"/>
                    <a:pt x="13338" y="9231"/>
                  </a:cubicBezTo>
                  <a:cubicBezTo>
                    <a:pt x="13338" y="9231"/>
                    <a:pt x="13338" y="9246"/>
                    <a:pt x="13338" y="9261"/>
                  </a:cubicBezTo>
                  <a:lnTo>
                    <a:pt x="13398" y="9201"/>
                  </a:lnTo>
                  <a:cubicBezTo>
                    <a:pt x="13408" y="9244"/>
                    <a:pt x="13404" y="9324"/>
                    <a:pt x="13448" y="9324"/>
                  </a:cubicBezTo>
                  <a:cubicBezTo>
                    <a:pt x="13467" y="9324"/>
                    <a:pt x="13493" y="9310"/>
                    <a:pt x="13532" y="9276"/>
                  </a:cubicBezTo>
                  <a:cubicBezTo>
                    <a:pt x="13547" y="9246"/>
                    <a:pt x="13637" y="9246"/>
                    <a:pt x="13562" y="9201"/>
                  </a:cubicBezTo>
                  <a:cubicBezTo>
                    <a:pt x="13577" y="9186"/>
                    <a:pt x="13577" y="9156"/>
                    <a:pt x="13592" y="9141"/>
                  </a:cubicBezTo>
                  <a:cubicBezTo>
                    <a:pt x="13625" y="9141"/>
                    <a:pt x="13676" y="9116"/>
                    <a:pt x="13711" y="9116"/>
                  </a:cubicBezTo>
                  <a:cubicBezTo>
                    <a:pt x="13723" y="9116"/>
                    <a:pt x="13734" y="9119"/>
                    <a:pt x="13741" y="9126"/>
                  </a:cubicBezTo>
                  <a:cubicBezTo>
                    <a:pt x="13765" y="9137"/>
                    <a:pt x="13785" y="9141"/>
                    <a:pt x="13803" y="9141"/>
                  </a:cubicBezTo>
                  <a:cubicBezTo>
                    <a:pt x="13887" y="9141"/>
                    <a:pt x="13916" y="9044"/>
                    <a:pt x="13965" y="9007"/>
                  </a:cubicBezTo>
                  <a:lnTo>
                    <a:pt x="13890" y="9007"/>
                  </a:lnTo>
                  <a:cubicBezTo>
                    <a:pt x="13920" y="8977"/>
                    <a:pt x="13950" y="8902"/>
                    <a:pt x="13950" y="8902"/>
                  </a:cubicBezTo>
                  <a:cubicBezTo>
                    <a:pt x="13969" y="8909"/>
                    <a:pt x="13987" y="8912"/>
                    <a:pt x="14004" y="8912"/>
                  </a:cubicBezTo>
                  <a:cubicBezTo>
                    <a:pt x="14064" y="8912"/>
                    <a:pt x="14106" y="8872"/>
                    <a:pt x="14129" y="8813"/>
                  </a:cubicBezTo>
                  <a:cubicBezTo>
                    <a:pt x="14144" y="8843"/>
                    <a:pt x="14159" y="8887"/>
                    <a:pt x="14174" y="8917"/>
                  </a:cubicBezTo>
                  <a:cubicBezTo>
                    <a:pt x="14189" y="8902"/>
                    <a:pt x="14219" y="8887"/>
                    <a:pt x="14219" y="8887"/>
                  </a:cubicBezTo>
                  <a:cubicBezTo>
                    <a:pt x="14244" y="8786"/>
                    <a:pt x="14312" y="8750"/>
                    <a:pt x="14396" y="8750"/>
                  </a:cubicBezTo>
                  <a:cubicBezTo>
                    <a:pt x="14411" y="8750"/>
                    <a:pt x="14427" y="8751"/>
                    <a:pt x="14443" y="8753"/>
                  </a:cubicBezTo>
                  <a:cubicBezTo>
                    <a:pt x="14458" y="8768"/>
                    <a:pt x="14503" y="8798"/>
                    <a:pt x="14503" y="8798"/>
                  </a:cubicBezTo>
                  <a:cubicBezTo>
                    <a:pt x="14548" y="8753"/>
                    <a:pt x="14592" y="8693"/>
                    <a:pt x="14637" y="8649"/>
                  </a:cubicBezTo>
                  <a:lnTo>
                    <a:pt x="14787" y="8574"/>
                  </a:lnTo>
                  <a:cubicBezTo>
                    <a:pt x="14787" y="8559"/>
                    <a:pt x="14772" y="8544"/>
                    <a:pt x="14772" y="8529"/>
                  </a:cubicBezTo>
                  <a:cubicBezTo>
                    <a:pt x="14682" y="8559"/>
                    <a:pt x="14607" y="8574"/>
                    <a:pt x="14518" y="8589"/>
                  </a:cubicBezTo>
                  <a:cubicBezTo>
                    <a:pt x="14512" y="8592"/>
                    <a:pt x="14506" y="8593"/>
                    <a:pt x="14501" y="8593"/>
                  </a:cubicBezTo>
                  <a:cubicBezTo>
                    <a:pt x="14477" y="8593"/>
                    <a:pt x="14455" y="8571"/>
                    <a:pt x="14443" y="8559"/>
                  </a:cubicBezTo>
                  <a:cubicBezTo>
                    <a:pt x="14458" y="8559"/>
                    <a:pt x="14458" y="8544"/>
                    <a:pt x="14473" y="8544"/>
                  </a:cubicBezTo>
                  <a:lnTo>
                    <a:pt x="14697" y="8484"/>
                  </a:lnTo>
                  <a:lnTo>
                    <a:pt x="14742" y="8484"/>
                  </a:lnTo>
                  <a:cubicBezTo>
                    <a:pt x="14742" y="8484"/>
                    <a:pt x="14757" y="8469"/>
                    <a:pt x="14757" y="8469"/>
                  </a:cubicBezTo>
                  <a:cubicBezTo>
                    <a:pt x="14742" y="8469"/>
                    <a:pt x="14712" y="8454"/>
                    <a:pt x="14697" y="8454"/>
                  </a:cubicBezTo>
                  <a:cubicBezTo>
                    <a:pt x="14665" y="8422"/>
                    <a:pt x="14638" y="8407"/>
                    <a:pt x="14614" y="8407"/>
                  </a:cubicBezTo>
                  <a:cubicBezTo>
                    <a:pt x="14584" y="8407"/>
                    <a:pt x="14558" y="8433"/>
                    <a:pt x="14533" y="8484"/>
                  </a:cubicBezTo>
                  <a:cubicBezTo>
                    <a:pt x="14518" y="8499"/>
                    <a:pt x="14488" y="8499"/>
                    <a:pt x="14473" y="8514"/>
                  </a:cubicBezTo>
                  <a:cubicBezTo>
                    <a:pt x="14488" y="8484"/>
                    <a:pt x="14503" y="8454"/>
                    <a:pt x="14518" y="8424"/>
                  </a:cubicBezTo>
                  <a:cubicBezTo>
                    <a:pt x="14488" y="8424"/>
                    <a:pt x="14458" y="8439"/>
                    <a:pt x="14443" y="8454"/>
                  </a:cubicBezTo>
                  <a:cubicBezTo>
                    <a:pt x="14443" y="8439"/>
                    <a:pt x="14428" y="8410"/>
                    <a:pt x="14428" y="8395"/>
                  </a:cubicBezTo>
                  <a:cubicBezTo>
                    <a:pt x="14437" y="8342"/>
                    <a:pt x="14425" y="8320"/>
                    <a:pt x="14408" y="8320"/>
                  </a:cubicBezTo>
                  <a:close/>
                  <a:moveTo>
                    <a:pt x="13651" y="21523"/>
                  </a:moveTo>
                  <a:cubicBezTo>
                    <a:pt x="13622" y="21538"/>
                    <a:pt x="13592" y="21553"/>
                    <a:pt x="13562" y="21568"/>
                  </a:cubicBezTo>
                  <a:cubicBezTo>
                    <a:pt x="13577" y="21583"/>
                    <a:pt x="13577" y="21583"/>
                    <a:pt x="13577" y="21598"/>
                  </a:cubicBezTo>
                  <a:cubicBezTo>
                    <a:pt x="13607" y="21583"/>
                    <a:pt x="13637" y="21568"/>
                    <a:pt x="13666" y="21553"/>
                  </a:cubicBezTo>
                  <a:cubicBezTo>
                    <a:pt x="13651" y="21553"/>
                    <a:pt x="13651" y="21538"/>
                    <a:pt x="13651" y="21523"/>
                  </a:cubicBezTo>
                  <a:close/>
                  <a:moveTo>
                    <a:pt x="14100" y="21553"/>
                  </a:moveTo>
                  <a:cubicBezTo>
                    <a:pt x="14085" y="21553"/>
                    <a:pt x="14085" y="21568"/>
                    <a:pt x="14070" y="21568"/>
                  </a:cubicBezTo>
                  <a:cubicBezTo>
                    <a:pt x="14085" y="21583"/>
                    <a:pt x="14085" y="21598"/>
                    <a:pt x="14114" y="21613"/>
                  </a:cubicBezTo>
                  <a:cubicBezTo>
                    <a:pt x="14114" y="21598"/>
                    <a:pt x="14129" y="21583"/>
                    <a:pt x="14129" y="21583"/>
                  </a:cubicBezTo>
                  <a:cubicBezTo>
                    <a:pt x="14114" y="21568"/>
                    <a:pt x="14114" y="21553"/>
                    <a:pt x="14100" y="21553"/>
                  </a:cubicBezTo>
                  <a:close/>
                  <a:moveTo>
                    <a:pt x="9788" y="21591"/>
                  </a:moveTo>
                  <a:cubicBezTo>
                    <a:pt x="9785" y="21591"/>
                    <a:pt x="9783" y="21593"/>
                    <a:pt x="9783" y="21598"/>
                  </a:cubicBezTo>
                  <a:cubicBezTo>
                    <a:pt x="9768" y="21598"/>
                    <a:pt x="9768" y="21613"/>
                    <a:pt x="9753" y="21628"/>
                  </a:cubicBezTo>
                  <a:lnTo>
                    <a:pt x="9783" y="21628"/>
                  </a:lnTo>
                  <a:cubicBezTo>
                    <a:pt x="9798" y="21628"/>
                    <a:pt x="9813" y="21613"/>
                    <a:pt x="9828" y="21598"/>
                  </a:cubicBezTo>
                  <a:cubicBezTo>
                    <a:pt x="9808" y="21598"/>
                    <a:pt x="9795" y="21591"/>
                    <a:pt x="9788" y="21591"/>
                  </a:cubicBezTo>
                  <a:close/>
                  <a:moveTo>
                    <a:pt x="14264" y="21673"/>
                  </a:moveTo>
                  <a:cubicBezTo>
                    <a:pt x="14249" y="21673"/>
                    <a:pt x="14234" y="21688"/>
                    <a:pt x="14204" y="21688"/>
                  </a:cubicBezTo>
                  <a:cubicBezTo>
                    <a:pt x="14204" y="21688"/>
                    <a:pt x="14204" y="21702"/>
                    <a:pt x="14204" y="21717"/>
                  </a:cubicBezTo>
                  <a:cubicBezTo>
                    <a:pt x="14249" y="21717"/>
                    <a:pt x="14279" y="21717"/>
                    <a:pt x="14309" y="21732"/>
                  </a:cubicBezTo>
                  <a:cubicBezTo>
                    <a:pt x="14309" y="21717"/>
                    <a:pt x="14309" y="21717"/>
                    <a:pt x="14324" y="21702"/>
                  </a:cubicBezTo>
                  <a:cubicBezTo>
                    <a:pt x="14309" y="21702"/>
                    <a:pt x="14279" y="21688"/>
                    <a:pt x="14264" y="21673"/>
                  </a:cubicBezTo>
                  <a:close/>
                  <a:moveTo>
                    <a:pt x="10171" y="21673"/>
                  </a:moveTo>
                  <a:cubicBezTo>
                    <a:pt x="10156" y="21688"/>
                    <a:pt x="10142" y="21702"/>
                    <a:pt x="10142" y="21702"/>
                  </a:cubicBezTo>
                  <a:cubicBezTo>
                    <a:pt x="10142" y="21717"/>
                    <a:pt x="10156" y="21732"/>
                    <a:pt x="10171" y="21747"/>
                  </a:cubicBezTo>
                  <a:cubicBezTo>
                    <a:pt x="10186" y="21732"/>
                    <a:pt x="10201" y="21717"/>
                    <a:pt x="10201" y="21717"/>
                  </a:cubicBezTo>
                  <a:cubicBezTo>
                    <a:pt x="10186" y="21702"/>
                    <a:pt x="10186" y="21688"/>
                    <a:pt x="10171" y="21673"/>
                  </a:cubicBezTo>
                  <a:close/>
                  <a:moveTo>
                    <a:pt x="13069" y="21658"/>
                  </a:moveTo>
                  <a:cubicBezTo>
                    <a:pt x="13054" y="21673"/>
                    <a:pt x="13054" y="21702"/>
                    <a:pt x="13039" y="21717"/>
                  </a:cubicBezTo>
                  <a:cubicBezTo>
                    <a:pt x="13114" y="21732"/>
                    <a:pt x="13173" y="21762"/>
                    <a:pt x="13233" y="21777"/>
                  </a:cubicBezTo>
                  <a:cubicBezTo>
                    <a:pt x="13233" y="21762"/>
                    <a:pt x="13248" y="21747"/>
                    <a:pt x="13248" y="21732"/>
                  </a:cubicBezTo>
                  <a:cubicBezTo>
                    <a:pt x="13188" y="21702"/>
                    <a:pt x="13129" y="21688"/>
                    <a:pt x="13069" y="21658"/>
                  </a:cubicBezTo>
                  <a:close/>
                  <a:moveTo>
                    <a:pt x="10590" y="21792"/>
                  </a:moveTo>
                  <a:cubicBezTo>
                    <a:pt x="10590" y="21807"/>
                    <a:pt x="10575" y="21807"/>
                    <a:pt x="10575" y="21822"/>
                  </a:cubicBezTo>
                  <a:cubicBezTo>
                    <a:pt x="10560" y="21822"/>
                    <a:pt x="10575" y="21837"/>
                    <a:pt x="10575" y="21837"/>
                  </a:cubicBezTo>
                  <a:lnTo>
                    <a:pt x="10619" y="21837"/>
                  </a:lnTo>
                  <a:cubicBezTo>
                    <a:pt x="10605" y="21822"/>
                    <a:pt x="10605" y="21807"/>
                    <a:pt x="10590" y="21792"/>
                  </a:cubicBezTo>
                  <a:close/>
                  <a:moveTo>
                    <a:pt x="9872" y="21676"/>
                  </a:moveTo>
                  <a:cubicBezTo>
                    <a:pt x="9843" y="21676"/>
                    <a:pt x="9808" y="21691"/>
                    <a:pt x="9768" y="21717"/>
                  </a:cubicBezTo>
                  <a:cubicBezTo>
                    <a:pt x="9813" y="21747"/>
                    <a:pt x="9843" y="21762"/>
                    <a:pt x="9873" y="21777"/>
                  </a:cubicBezTo>
                  <a:lnTo>
                    <a:pt x="9932" y="21822"/>
                  </a:lnTo>
                  <a:cubicBezTo>
                    <a:pt x="9962" y="21837"/>
                    <a:pt x="10007" y="21852"/>
                    <a:pt x="10037" y="21852"/>
                  </a:cubicBezTo>
                  <a:cubicBezTo>
                    <a:pt x="10052" y="21837"/>
                    <a:pt x="10067" y="21807"/>
                    <a:pt x="10082" y="21777"/>
                  </a:cubicBezTo>
                  <a:lnTo>
                    <a:pt x="9962" y="21777"/>
                  </a:lnTo>
                  <a:cubicBezTo>
                    <a:pt x="9962" y="21762"/>
                    <a:pt x="9962" y="21762"/>
                    <a:pt x="9962" y="21747"/>
                  </a:cubicBezTo>
                  <a:cubicBezTo>
                    <a:pt x="9938" y="21698"/>
                    <a:pt x="9908" y="21676"/>
                    <a:pt x="9872" y="21676"/>
                  </a:cubicBezTo>
                  <a:close/>
                  <a:moveTo>
                    <a:pt x="12546" y="21792"/>
                  </a:moveTo>
                  <a:cubicBezTo>
                    <a:pt x="12531" y="21792"/>
                    <a:pt x="12516" y="21807"/>
                    <a:pt x="12516" y="21822"/>
                  </a:cubicBezTo>
                  <a:cubicBezTo>
                    <a:pt x="12516" y="21837"/>
                    <a:pt x="12531" y="21837"/>
                    <a:pt x="12546" y="21852"/>
                  </a:cubicBezTo>
                  <a:cubicBezTo>
                    <a:pt x="12546" y="21852"/>
                    <a:pt x="12561" y="21837"/>
                    <a:pt x="12591" y="21822"/>
                  </a:cubicBezTo>
                  <a:cubicBezTo>
                    <a:pt x="12561" y="21807"/>
                    <a:pt x="12546" y="21792"/>
                    <a:pt x="12546" y="21792"/>
                  </a:cubicBezTo>
                  <a:close/>
                  <a:moveTo>
                    <a:pt x="13054" y="21792"/>
                  </a:moveTo>
                  <a:cubicBezTo>
                    <a:pt x="13054" y="21807"/>
                    <a:pt x="13039" y="21822"/>
                    <a:pt x="13039" y="21822"/>
                  </a:cubicBezTo>
                  <a:cubicBezTo>
                    <a:pt x="13039" y="21837"/>
                    <a:pt x="13054" y="21852"/>
                    <a:pt x="13054" y="21852"/>
                  </a:cubicBezTo>
                  <a:cubicBezTo>
                    <a:pt x="13069" y="21852"/>
                    <a:pt x="13084" y="21837"/>
                    <a:pt x="13084" y="21822"/>
                  </a:cubicBezTo>
                  <a:cubicBezTo>
                    <a:pt x="13084" y="21822"/>
                    <a:pt x="13069" y="21807"/>
                    <a:pt x="13054" y="21792"/>
                  </a:cubicBezTo>
                  <a:close/>
                  <a:moveTo>
                    <a:pt x="13817" y="21664"/>
                  </a:moveTo>
                  <a:cubicBezTo>
                    <a:pt x="13768" y="21664"/>
                    <a:pt x="13726" y="21765"/>
                    <a:pt x="13679" y="21765"/>
                  </a:cubicBezTo>
                  <a:cubicBezTo>
                    <a:pt x="13675" y="21765"/>
                    <a:pt x="13671" y="21764"/>
                    <a:pt x="13666" y="21762"/>
                  </a:cubicBezTo>
                  <a:lnTo>
                    <a:pt x="13666" y="21762"/>
                  </a:lnTo>
                  <a:cubicBezTo>
                    <a:pt x="13696" y="21807"/>
                    <a:pt x="13726" y="21852"/>
                    <a:pt x="13756" y="21852"/>
                  </a:cubicBezTo>
                  <a:cubicBezTo>
                    <a:pt x="13762" y="21855"/>
                    <a:pt x="13768" y="21856"/>
                    <a:pt x="13775" y="21856"/>
                  </a:cubicBezTo>
                  <a:cubicBezTo>
                    <a:pt x="13802" y="21856"/>
                    <a:pt x="13836" y="21834"/>
                    <a:pt x="13861" y="21822"/>
                  </a:cubicBezTo>
                  <a:cubicBezTo>
                    <a:pt x="13874" y="21804"/>
                    <a:pt x="13897" y="21801"/>
                    <a:pt x="13922" y="21801"/>
                  </a:cubicBezTo>
                  <a:cubicBezTo>
                    <a:pt x="13935" y="21801"/>
                    <a:pt x="13948" y="21802"/>
                    <a:pt x="13960" y="21802"/>
                  </a:cubicBezTo>
                  <a:cubicBezTo>
                    <a:pt x="14004" y="21802"/>
                    <a:pt x="14041" y="21792"/>
                    <a:pt x="14025" y="21702"/>
                  </a:cubicBezTo>
                  <a:lnTo>
                    <a:pt x="14025" y="21702"/>
                  </a:lnTo>
                  <a:cubicBezTo>
                    <a:pt x="13980" y="21717"/>
                    <a:pt x="13935" y="21732"/>
                    <a:pt x="13890" y="21747"/>
                  </a:cubicBezTo>
                  <a:cubicBezTo>
                    <a:pt x="13864" y="21685"/>
                    <a:pt x="13840" y="21664"/>
                    <a:pt x="13817" y="21664"/>
                  </a:cubicBezTo>
                  <a:close/>
                  <a:moveTo>
                    <a:pt x="10679" y="21807"/>
                  </a:moveTo>
                  <a:cubicBezTo>
                    <a:pt x="10679" y="21822"/>
                    <a:pt x="10664" y="21822"/>
                    <a:pt x="10664" y="21837"/>
                  </a:cubicBezTo>
                  <a:cubicBezTo>
                    <a:pt x="10664" y="21837"/>
                    <a:pt x="10664" y="21852"/>
                    <a:pt x="10679" y="21867"/>
                  </a:cubicBezTo>
                  <a:cubicBezTo>
                    <a:pt x="10694" y="21852"/>
                    <a:pt x="10709" y="21852"/>
                    <a:pt x="10694" y="21837"/>
                  </a:cubicBezTo>
                  <a:cubicBezTo>
                    <a:pt x="10694" y="21822"/>
                    <a:pt x="10694" y="21822"/>
                    <a:pt x="10679" y="21807"/>
                  </a:cubicBezTo>
                  <a:close/>
                  <a:moveTo>
                    <a:pt x="12173" y="21807"/>
                  </a:moveTo>
                  <a:cubicBezTo>
                    <a:pt x="12158" y="21822"/>
                    <a:pt x="12158" y="21837"/>
                    <a:pt x="12143" y="21852"/>
                  </a:cubicBezTo>
                  <a:cubicBezTo>
                    <a:pt x="12188" y="21867"/>
                    <a:pt x="12218" y="21882"/>
                    <a:pt x="12262" y="21897"/>
                  </a:cubicBezTo>
                  <a:cubicBezTo>
                    <a:pt x="12262" y="21897"/>
                    <a:pt x="12277" y="21882"/>
                    <a:pt x="12277" y="21867"/>
                  </a:cubicBezTo>
                  <a:cubicBezTo>
                    <a:pt x="12247" y="21852"/>
                    <a:pt x="12203" y="21837"/>
                    <a:pt x="12173" y="21807"/>
                  </a:cubicBezTo>
                  <a:close/>
                  <a:moveTo>
                    <a:pt x="12681" y="21792"/>
                  </a:moveTo>
                  <a:cubicBezTo>
                    <a:pt x="12651" y="21807"/>
                    <a:pt x="12636" y="21822"/>
                    <a:pt x="12621" y="21837"/>
                  </a:cubicBezTo>
                  <a:cubicBezTo>
                    <a:pt x="12636" y="21852"/>
                    <a:pt x="12651" y="21867"/>
                    <a:pt x="12681" y="21897"/>
                  </a:cubicBezTo>
                  <a:cubicBezTo>
                    <a:pt x="12696" y="21867"/>
                    <a:pt x="12710" y="21852"/>
                    <a:pt x="12725" y="21822"/>
                  </a:cubicBezTo>
                  <a:cubicBezTo>
                    <a:pt x="12725" y="21822"/>
                    <a:pt x="12696" y="21792"/>
                    <a:pt x="12681" y="21792"/>
                  </a:cubicBezTo>
                  <a:close/>
                  <a:moveTo>
                    <a:pt x="13502" y="21837"/>
                  </a:moveTo>
                  <a:lnTo>
                    <a:pt x="13502" y="21852"/>
                  </a:lnTo>
                  <a:lnTo>
                    <a:pt x="13457" y="21912"/>
                  </a:lnTo>
                  <a:lnTo>
                    <a:pt x="13502" y="21912"/>
                  </a:lnTo>
                  <a:cubicBezTo>
                    <a:pt x="13577" y="21912"/>
                    <a:pt x="13637" y="21897"/>
                    <a:pt x="13711" y="21897"/>
                  </a:cubicBezTo>
                  <a:cubicBezTo>
                    <a:pt x="13696" y="21882"/>
                    <a:pt x="13696" y="21882"/>
                    <a:pt x="13696" y="21867"/>
                  </a:cubicBezTo>
                  <a:cubicBezTo>
                    <a:pt x="13637" y="21852"/>
                    <a:pt x="13577" y="21852"/>
                    <a:pt x="13502" y="21837"/>
                  </a:cubicBezTo>
                  <a:close/>
                  <a:moveTo>
                    <a:pt x="11082" y="21897"/>
                  </a:moveTo>
                  <a:cubicBezTo>
                    <a:pt x="11068" y="21912"/>
                    <a:pt x="11053" y="21912"/>
                    <a:pt x="11038" y="21926"/>
                  </a:cubicBezTo>
                  <a:cubicBezTo>
                    <a:pt x="11038" y="21926"/>
                    <a:pt x="11053" y="21941"/>
                    <a:pt x="11053" y="21956"/>
                  </a:cubicBezTo>
                  <a:cubicBezTo>
                    <a:pt x="11068" y="21941"/>
                    <a:pt x="11082" y="21941"/>
                    <a:pt x="11097" y="21926"/>
                  </a:cubicBezTo>
                  <a:cubicBezTo>
                    <a:pt x="11097" y="21926"/>
                    <a:pt x="11082" y="21912"/>
                    <a:pt x="11082" y="21897"/>
                  </a:cubicBezTo>
                  <a:close/>
                  <a:moveTo>
                    <a:pt x="13293" y="21882"/>
                  </a:moveTo>
                  <a:cubicBezTo>
                    <a:pt x="13293" y="21897"/>
                    <a:pt x="13293" y="21897"/>
                    <a:pt x="13278" y="21912"/>
                  </a:cubicBezTo>
                  <a:cubicBezTo>
                    <a:pt x="13308" y="21926"/>
                    <a:pt x="13338" y="21941"/>
                    <a:pt x="13353" y="21956"/>
                  </a:cubicBezTo>
                  <a:cubicBezTo>
                    <a:pt x="13353" y="21941"/>
                    <a:pt x="13368" y="21941"/>
                    <a:pt x="13368" y="21926"/>
                  </a:cubicBezTo>
                  <a:cubicBezTo>
                    <a:pt x="13338" y="21912"/>
                    <a:pt x="13323" y="21897"/>
                    <a:pt x="13293" y="21882"/>
                  </a:cubicBezTo>
                  <a:close/>
                  <a:moveTo>
                    <a:pt x="10037" y="21852"/>
                  </a:moveTo>
                  <a:lnTo>
                    <a:pt x="10037" y="21852"/>
                  </a:lnTo>
                  <a:cubicBezTo>
                    <a:pt x="10082" y="21897"/>
                    <a:pt x="10112" y="21941"/>
                    <a:pt x="10156" y="21986"/>
                  </a:cubicBezTo>
                  <a:cubicBezTo>
                    <a:pt x="10171" y="21971"/>
                    <a:pt x="10171" y="21956"/>
                    <a:pt x="10186" y="21941"/>
                  </a:cubicBezTo>
                  <a:cubicBezTo>
                    <a:pt x="10142" y="21912"/>
                    <a:pt x="10097" y="21882"/>
                    <a:pt x="10037" y="21852"/>
                  </a:cubicBezTo>
                  <a:close/>
                  <a:moveTo>
                    <a:pt x="10948" y="21897"/>
                  </a:moveTo>
                  <a:cubicBezTo>
                    <a:pt x="10938" y="21928"/>
                    <a:pt x="10927" y="21959"/>
                    <a:pt x="10917" y="21990"/>
                  </a:cubicBezTo>
                  <a:lnTo>
                    <a:pt x="10917" y="21990"/>
                  </a:lnTo>
                  <a:cubicBezTo>
                    <a:pt x="10943" y="21968"/>
                    <a:pt x="10972" y="21944"/>
                    <a:pt x="10993" y="21912"/>
                  </a:cubicBezTo>
                  <a:cubicBezTo>
                    <a:pt x="10978" y="21912"/>
                    <a:pt x="10963" y="21897"/>
                    <a:pt x="10948" y="21897"/>
                  </a:cubicBezTo>
                  <a:close/>
                  <a:moveTo>
                    <a:pt x="11575" y="21956"/>
                  </a:moveTo>
                  <a:cubicBezTo>
                    <a:pt x="11575" y="21956"/>
                    <a:pt x="11560" y="21971"/>
                    <a:pt x="11560" y="21971"/>
                  </a:cubicBezTo>
                  <a:cubicBezTo>
                    <a:pt x="11560" y="21986"/>
                    <a:pt x="11575" y="22001"/>
                    <a:pt x="11575" y="22001"/>
                  </a:cubicBezTo>
                  <a:cubicBezTo>
                    <a:pt x="11590" y="22001"/>
                    <a:pt x="11590" y="21986"/>
                    <a:pt x="11605" y="21971"/>
                  </a:cubicBezTo>
                  <a:cubicBezTo>
                    <a:pt x="11590" y="21971"/>
                    <a:pt x="11590" y="21956"/>
                    <a:pt x="11575" y="21956"/>
                  </a:cubicBezTo>
                  <a:close/>
                  <a:moveTo>
                    <a:pt x="13188" y="21912"/>
                  </a:moveTo>
                  <a:cubicBezTo>
                    <a:pt x="13173" y="21926"/>
                    <a:pt x="13173" y="21941"/>
                    <a:pt x="13159" y="21941"/>
                  </a:cubicBezTo>
                  <a:cubicBezTo>
                    <a:pt x="13188" y="21971"/>
                    <a:pt x="13218" y="21986"/>
                    <a:pt x="13248" y="22001"/>
                  </a:cubicBezTo>
                  <a:cubicBezTo>
                    <a:pt x="13263" y="22001"/>
                    <a:pt x="13263" y="21986"/>
                    <a:pt x="13278" y="21986"/>
                  </a:cubicBezTo>
                  <a:cubicBezTo>
                    <a:pt x="13248" y="21956"/>
                    <a:pt x="13218" y="21941"/>
                    <a:pt x="13188" y="21912"/>
                  </a:cubicBezTo>
                  <a:close/>
                  <a:moveTo>
                    <a:pt x="10261" y="21956"/>
                  </a:moveTo>
                  <a:cubicBezTo>
                    <a:pt x="10246" y="21971"/>
                    <a:pt x="10231" y="21971"/>
                    <a:pt x="10216" y="21986"/>
                  </a:cubicBezTo>
                  <a:cubicBezTo>
                    <a:pt x="10216" y="21986"/>
                    <a:pt x="10231" y="22001"/>
                    <a:pt x="10231" y="22016"/>
                  </a:cubicBezTo>
                  <a:cubicBezTo>
                    <a:pt x="10261" y="22001"/>
                    <a:pt x="10261" y="22001"/>
                    <a:pt x="10276" y="21986"/>
                  </a:cubicBezTo>
                  <a:cubicBezTo>
                    <a:pt x="10276" y="21986"/>
                    <a:pt x="10261" y="21956"/>
                    <a:pt x="10261" y="21956"/>
                  </a:cubicBezTo>
                  <a:close/>
                  <a:moveTo>
                    <a:pt x="10724" y="21926"/>
                  </a:moveTo>
                  <a:cubicBezTo>
                    <a:pt x="10709" y="21956"/>
                    <a:pt x="10694" y="21986"/>
                    <a:pt x="10679" y="22031"/>
                  </a:cubicBezTo>
                  <a:lnTo>
                    <a:pt x="10724" y="22031"/>
                  </a:lnTo>
                  <a:cubicBezTo>
                    <a:pt x="10724" y="22001"/>
                    <a:pt x="10739" y="21971"/>
                    <a:pt x="10754" y="21926"/>
                  </a:cubicBezTo>
                  <a:close/>
                  <a:moveTo>
                    <a:pt x="10917" y="21990"/>
                  </a:moveTo>
                  <a:cubicBezTo>
                    <a:pt x="10907" y="21999"/>
                    <a:pt x="10897" y="22008"/>
                    <a:pt x="10888" y="22016"/>
                  </a:cubicBezTo>
                  <a:cubicBezTo>
                    <a:pt x="10883" y="22024"/>
                    <a:pt x="10878" y="22032"/>
                    <a:pt x="10872" y="22040"/>
                  </a:cubicBezTo>
                  <a:lnTo>
                    <a:pt x="10872" y="22040"/>
                  </a:lnTo>
                  <a:cubicBezTo>
                    <a:pt x="10882" y="22037"/>
                    <a:pt x="10893" y="22034"/>
                    <a:pt x="10903" y="22031"/>
                  </a:cubicBezTo>
                  <a:cubicBezTo>
                    <a:pt x="10908" y="22017"/>
                    <a:pt x="10912" y="22004"/>
                    <a:pt x="10917" y="21990"/>
                  </a:cubicBezTo>
                  <a:close/>
                  <a:moveTo>
                    <a:pt x="12576" y="21941"/>
                  </a:moveTo>
                  <a:cubicBezTo>
                    <a:pt x="12576" y="21941"/>
                    <a:pt x="12561" y="21956"/>
                    <a:pt x="12561" y="21956"/>
                  </a:cubicBezTo>
                  <a:cubicBezTo>
                    <a:pt x="12576" y="21986"/>
                    <a:pt x="12591" y="22031"/>
                    <a:pt x="12621" y="22061"/>
                  </a:cubicBezTo>
                  <a:cubicBezTo>
                    <a:pt x="12621" y="22061"/>
                    <a:pt x="12651" y="22046"/>
                    <a:pt x="12666" y="22046"/>
                  </a:cubicBezTo>
                  <a:cubicBezTo>
                    <a:pt x="12636" y="22001"/>
                    <a:pt x="12606" y="21971"/>
                    <a:pt x="12576" y="21941"/>
                  </a:cubicBezTo>
                  <a:close/>
                  <a:moveTo>
                    <a:pt x="13129" y="21986"/>
                  </a:moveTo>
                  <a:cubicBezTo>
                    <a:pt x="13129" y="21986"/>
                    <a:pt x="13114" y="22001"/>
                    <a:pt x="13099" y="22016"/>
                  </a:cubicBezTo>
                  <a:cubicBezTo>
                    <a:pt x="13114" y="22031"/>
                    <a:pt x="13114" y="22046"/>
                    <a:pt x="13129" y="22061"/>
                  </a:cubicBezTo>
                  <a:cubicBezTo>
                    <a:pt x="13129" y="22061"/>
                    <a:pt x="13159" y="22046"/>
                    <a:pt x="13173" y="22031"/>
                  </a:cubicBezTo>
                  <a:cubicBezTo>
                    <a:pt x="13159" y="22016"/>
                    <a:pt x="13144" y="22001"/>
                    <a:pt x="13129" y="21986"/>
                  </a:cubicBezTo>
                  <a:close/>
                  <a:moveTo>
                    <a:pt x="12834" y="21879"/>
                  </a:moveTo>
                  <a:cubicBezTo>
                    <a:pt x="12776" y="21879"/>
                    <a:pt x="12740" y="21953"/>
                    <a:pt x="12696" y="21986"/>
                  </a:cubicBezTo>
                  <a:cubicBezTo>
                    <a:pt x="12725" y="21986"/>
                    <a:pt x="12755" y="21971"/>
                    <a:pt x="12800" y="21971"/>
                  </a:cubicBezTo>
                  <a:lnTo>
                    <a:pt x="12800" y="22001"/>
                  </a:lnTo>
                  <a:cubicBezTo>
                    <a:pt x="12770" y="22001"/>
                    <a:pt x="12740" y="22016"/>
                    <a:pt x="12710" y="22016"/>
                  </a:cubicBezTo>
                  <a:cubicBezTo>
                    <a:pt x="12725" y="22031"/>
                    <a:pt x="12740" y="22061"/>
                    <a:pt x="12755" y="22076"/>
                  </a:cubicBezTo>
                  <a:cubicBezTo>
                    <a:pt x="12785" y="22046"/>
                    <a:pt x="12815" y="22016"/>
                    <a:pt x="12845" y="22001"/>
                  </a:cubicBezTo>
                  <a:cubicBezTo>
                    <a:pt x="12887" y="22022"/>
                    <a:pt x="12915" y="22031"/>
                    <a:pt x="12934" y="22031"/>
                  </a:cubicBezTo>
                  <a:cubicBezTo>
                    <a:pt x="12994" y="22031"/>
                    <a:pt x="12953" y="21939"/>
                    <a:pt x="12964" y="21882"/>
                  </a:cubicBezTo>
                  <a:lnTo>
                    <a:pt x="12964" y="21882"/>
                  </a:lnTo>
                  <a:cubicBezTo>
                    <a:pt x="12979" y="21897"/>
                    <a:pt x="12994" y="21912"/>
                    <a:pt x="13024" y="21926"/>
                  </a:cubicBezTo>
                  <a:cubicBezTo>
                    <a:pt x="13024" y="21912"/>
                    <a:pt x="13024" y="21897"/>
                    <a:pt x="13024" y="21897"/>
                  </a:cubicBezTo>
                  <a:cubicBezTo>
                    <a:pt x="13009" y="21882"/>
                    <a:pt x="12979" y="21882"/>
                    <a:pt x="12964" y="21882"/>
                  </a:cubicBezTo>
                  <a:cubicBezTo>
                    <a:pt x="12935" y="21897"/>
                    <a:pt x="12920" y="21897"/>
                    <a:pt x="12905" y="21912"/>
                  </a:cubicBezTo>
                  <a:cubicBezTo>
                    <a:pt x="12877" y="21888"/>
                    <a:pt x="12854" y="21879"/>
                    <a:pt x="12834" y="21879"/>
                  </a:cubicBezTo>
                  <a:close/>
                  <a:moveTo>
                    <a:pt x="12352" y="22061"/>
                  </a:moveTo>
                  <a:cubicBezTo>
                    <a:pt x="12337" y="22061"/>
                    <a:pt x="12307" y="22076"/>
                    <a:pt x="12277" y="22091"/>
                  </a:cubicBezTo>
                  <a:cubicBezTo>
                    <a:pt x="12307" y="22106"/>
                    <a:pt x="12337" y="22121"/>
                    <a:pt x="12367" y="22121"/>
                  </a:cubicBezTo>
                  <a:cubicBezTo>
                    <a:pt x="12394" y="22148"/>
                    <a:pt x="12415" y="22159"/>
                    <a:pt x="12432" y="22159"/>
                  </a:cubicBezTo>
                  <a:cubicBezTo>
                    <a:pt x="12471" y="22159"/>
                    <a:pt x="12494" y="22102"/>
                    <a:pt x="12546" y="22061"/>
                  </a:cubicBezTo>
                  <a:close/>
                  <a:moveTo>
                    <a:pt x="10872" y="22040"/>
                  </a:moveTo>
                  <a:lnTo>
                    <a:pt x="10872" y="22040"/>
                  </a:lnTo>
                  <a:cubicBezTo>
                    <a:pt x="10823" y="22056"/>
                    <a:pt x="10773" y="22081"/>
                    <a:pt x="10724" y="22106"/>
                  </a:cubicBezTo>
                  <a:cubicBezTo>
                    <a:pt x="10724" y="22106"/>
                    <a:pt x="10709" y="22121"/>
                    <a:pt x="10709" y="22136"/>
                  </a:cubicBezTo>
                  <a:cubicBezTo>
                    <a:pt x="10664" y="22121"/>
                    <a:pt x="10634" y="22121"/>
                    <a:pt x="10590" y="22106"/>
                  </a:cubicBezTo>
                  <a:cubicBezTo>
                    <a:pt x="10575" y="22091"/>
                    <a:pt x="10545" y="22076"/>
                    <a:pt x="10530" y="22061"/>
                  </a:cubicBezTo>
                  <a:lnTo>
                    <a:pt x="10515" y="22121"/>
                  </a:lnTo>
                  <a:cubicBezTo>
                    <a:pt x="10545" y="22136"/>
                    <a:pt x="10560" y="22136"/>
                    <a:pt x="10590" y="22136"/>
                  </a:cubicBezTo>
                  <a:cubicBezTo>
                    <a:pt x="10634" y="22136"/>
                    <a:pt x="10664" y="22151"/>
                    <a:pt x="10694" y="22151"/>
                  </a:cubicBezTo>
                  <a:lnTo>
                    <a:pt x="10709" y="22151"/>
                  </a:lnTo>
                  <a:cubicBezTo>
                    <a:pt x="10739" y="22151"/>
                    <a:pt x="10754" y="22165"/>
                    <a:pt x="10784" y="22165"/>
                  </a:cubicBezTo>
                  <a:cubicBezTo>
                    <a:pt x="10809" y="22128"/>
                    <a:pt x="10844" y="22081"/>
                    <a:pt x="10872" y="22040"/>
                  </a:cubicBezTo>
                  <a:close/>
                  <a:moveTo>
                    <a:pt x="11321" y="22136"/>
                  </a:moveTo>
                  <a:cubicBezTo>
                    <a:pt x="11321" y="22136"/>
                    <a:pt x="11307" y="22151"/>
                    <a:pt x="11307" y="22151"/>
                  </a:cubicBezTo>
                  <a:cubicBezTo>
                    <a:pt x="11307" y="22151"/>
                    <a:pt x="11307" y="22165"/>
                    <a:pt x="11321" y="22180"/>
                  </a:cubicBezTo>
                  <a:cubicBezTo>
                    <a:pt x="11321" y="22180"/>
                    <a:pt x="11336" y="22165"/>
                    <a:pt x="11366" y="22165"/>
                  </a:cubicBezTo>
                  <a:cubicBezTo>
                    <a:pt x="11351" y="22151"/>
                    <a:pt x="11336" y="22136"/>
                    <a:pt x="11321" y="22136"/>
                  </a:cubicBezTo>
                  <a:close/>
                  <a:moveTo>
                    <a:pt x="12113" y="22106"/>
                  </a:moveTo>
                  <a:cubicBezTo>
                    <a:pt x="12098" y="22121"/>
                    <a:pt x="12083" y="22136"/>
                    <a:pt x="12053" y="22151"/>
                  </a:cubicBezTo>
                  <a:cubicBezTo>
                    <a:pt x="12068" y="22165"/>
                    <a:pt x="12098" y="22180"/>
                    <a:pt x="12113" y="22180"/>
                  </a:cubicBezTo>
                  <a:cubicBezTo>
                    <a:pt x="12128" y="22180"/>
                    <a:pt x="12143" y="22151"/>
                    <a:pt x="12173" y="22136"/>
                  </a:cubicBezTo>
                  <a:cubicBezTo>
                    <a:pt x="12143" y="22121"/>
                    <a:pt x="12128" y="22106"/>
                    <a:pt x="12113" y="22106"/>
                  </a:cubicBezTo>
                  <a:close/>
                  <a:moveTo>
                    <a:pt x="11411" y="22151"/>
                  </a:moveTo>
                  <a:cubicBezTo>
                    <a:pt x="11411" y="22165"/>
                    <a:pt x="11411" y="22180"/>
                    <a:pt x="11411" y="22195"/>
                  </a:cubicBezTo>
                  <a:lnTo>
                    <a:pt x="11590" y="22195"/>
                  </a:lnTo>
                  <a:cubicBezTo>
                    <a:pt x="11590" y="22180"/>
                    <a:pt x="11590" y="22165"/>
                    <a:pt x="11590" y="22151"/>
                  </a:cubicBezTo>
                  <a:close/>
                  <a:moveTo>
                    <a:pt x="12218" y="22106"/>
                  </a:moveTo>
                  <a:cubicBezTo>
                    <a:pt x="12203" y="22121"/>
                    <a:pt x="12203" y="22136"/>
                    <a:pt x="12188" y="22151"/>
                  </a:cubicBezTo>
                  <a:cubicBezTo>
                    <a:pt x="12233" y="22165"/>
                    <a:pt x="12262" y="22180"/>
                    <a:pt x="12292" y="22195"/>
                  </a:cubicBezTo>
                  <a:cubicBezTo>
                    <a:pt x="12292" y="22195"/>
                    <a:pt x="12307" y="22180"/>
                    <a:pt x="12307" y="22165"/>
                  </a:cubicBezTo>
                  <a:cubicBezTo>
                    <a:pt x="12277" y="22151"/>
                    <a:pt x="12247" y="22136"/>
                    <a:pt x="12218" y="22106"/>
                  </a:cubicBezTo>
                  <a:close/>
                  <a:moveTo>
                    <a:pt x="11710" y="22136"/>
                  </a:moveTo>
                  <a:cubicBezTo>
                    <a:pt x="11695" y="22136"/>
                    <a:pt x="11680" y="22151"/>
                    <a:pt x="11680" y="22165"/>
                  </a:cubicBezTo>
                  <a:cubicBezTo>
                    <a:pt x="11680" y="22180"/>
                    <a:pt x="11680" y="22195"/>
                    <a:pt x="11695" y="22210"/>
                  </a:cubicBezTo>
                  <a:cubicBezTo>
                    <a:pt x="11710" y="22180"/>
                    <a:pt x="11710" y="22165"/>
                    <a:pt x="11725" y="22151"/>
                  </a:cubicBezTo>
                  <a:cubicBezTo>
                    <a:pt x="11725" y="22151"/>
                    <a:pt x="11710" y="22136"/>
                    <a:pt x="11710" y="221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"/>
            <p:cNvSpPr/>
            <p:nvPr/>
          </p:nvSpPr>
          <p:spPr>
            <a:xfrm rot="-1980105">
              <a:off x="8111253" y="-405169"/>
              <a:ext cx="1449922" cy="1889335"/>
            </a:xfrm>
            <a:custGeom>
              <a:avLst/>
              <a:gdLst/>
              <a:ahLst/>
              <a:cxnLst/>
              <a:rect l="l" t="t" r="r" b="b"/>
              <a:pathLst>
                <a:path w="4168" h="5431" extrusionOk="0">
                  <a:moveTo>
                    <a:pt x="1106" y="3297"/>
                  </a:moveTo>
                  <a:cubicBezTo>
                    <a:pt x="1157" y="3381"/>
                    <a:pt x="1217" y="3458"/>
                    <a:pt x="1270" y="3542"/>
                  </a:cubicBezTo>
                  <a:cubicBezTo>
                    <a:pt x="1210" y="3458"/>
                    <a:pt x="1150" y="3384"/>
                    <a:pt x="1106" y="3297"/>
                  </a:cubicBezTo>
                  <a:close/>
                  <a:moveTo>
                    <a:pt x="1673" y="1284"/>
                  </a:moveTo>
                  <a:cubicBezTo>
                    <a:pt x="2035" y="1284"/>
                    <a:pt x="2204" y="1541"/>
                    <a:pt x="2360" y="1824"/>
                  </a:cubicBezTo>
                  <a:cubicBezTo>
                    <a:pt x="2554" y="2183"/>
                    <a:pt x="2524" y="2586"/>
                    <a:pt x="2509" y="2974"/>
                  </a:cubicBezTo>
                  <a:cubicBezTo>
                    <a:pt x="2497" y="3331"/>
                    <a:pt x="2255" y="3579"/>
                    <a:pt x="1925" y="3579"/>
                  </a:cubicBezTo>
                  <a:cubicBezTo>
                    <a:pt x="1868" y="3579"/>
                    <a:pt x="1809" y="3572"/>
                    <a:pt x="1748" y="3557"/>
                  </a:cubicBezTo>
                  <a:cubicBezTo>
                    <a:pt x="1359" y="3467"/>
                    <a:pt x="1255" y="3138"/>
                    <a:pt x="1180" y="2795"/>
                  </a:cubicBezTo>
                  <a:cubicBezTo>
                    <a:pt x="1120" y="2496"/>
                    <a:pt x="1165" y="2227"/>
                    <a:pt x="1434" y="2033"/>
                  </a:cubicBezTo>
                  <a:cubicBezTo>
                    <a:pt x="1524" y="1971"/>
                    <a:pt x="1603" y="1941"/>
                    <a:pt x="1671" y="1941"/>
                  </a:cubicBezTo>
                  <a:cubicBezTo>
                    <a:pt x="1784" y="1941"/>
                    <a:pt x="1865" y="2024"/>
                    <a:pt x="1912" y="2183"/>
                  </a:cubicBezTo>
                  <a:cubicBezTo>
                    <a:pt x="1972" y="2347"/>
                    <a:pt x="1972" y="2511"/>
                    <a:pt x="1987" y="2661"/>
                  </a:cubicBezTo>
                  <a:cubicBezTo>
                    <a:pt x="1987" y="2735"/>
                    <a:pt x="1987" y="2810"/>
                    <a:pt x="2016" y="2885"/>
                  </a:cubicBezTo>
                  <a:cubicBezTo>
                    <a:pt x="2046" y="2929"/>
                    <a:pt x="2076" y="2959"/>
                    <a:pt x="2121" y="2959"/>
                  </a:cubicBezTo>
                  <a:cubicBezTo>
                    <a:pt x="2166" y="2959"/>
                    <a:pt x="2196" y="2914"/>
                    <a:pt x="2196" y="2870"/>
                  </a:cubicBezTo>
                  <a:cubicBezTo>
                    <a:pt x="2226" y="2526"/>
                    <a:pt x="2285" y="2183"/>
                    <a:pt x="2061" y="1869"/>
                  </a:cubicBezTo>
                  <a:cubicBezTo>
                    <a:pt x="1972" y="1741"/>
                    <a:pt x="1850" y="1668"/>
                    <a:pt x="1705" y="1668"/>
                  </a:cubicBezTo>
                  <a:cubicBezTo>
                    <a:pt x="1680" y="1668"/>
                    <a:pt x="1654" y="1670"/>
                    <a:pt x="1628" y="1675"/>
                  </a:cubicBezTo>
                  <a:cubicBezTo>
                    <a:pt x="1210" y="1735"/>
                    <a:pt x="896" y="2093"/>
                    <a:pt x="896" y="2526"/>
                  </a:cubicBezTo>
                  <a:cubicBezTo>
                    <a:pt x="931" y="2700"/>
                    <a:pt x="939" y="2874"/>
                    <a:pt x="990" y="3041"/>
                  </a:cubicBezTo>
                  <a:lnTo>
                    <a:pt x="990" y="3041"/>
                  </a:lnTo>
                  <a:cubicBezTo>
                    <a:pt x="962" y="2973"/>
                    <a:pt x="941" y="2903"/>
                    <a:pt x="941" y="2825"/>
                  </a:cubicBezTo>
                  <a:cubicBezTo>
                    <a:pt x="881" y="2541"/>
                    <a:pt x="822" y="2257"/>
                    <a:pt x="866" y="1973"/>
                  </a:cubicBezTo>
                  <a:cubicBezTo>
                    <a:pt x="911" y="1600"/>
                    <a:pt x="1240" y="1316"/>
                    <a:pt x="1613" y="1286"/>
                  </a:cubicBezTo>
                  <a:cubicBezTo>
                    <a:pt x="1634" y="1285"/>
                    <a:pt x="1654" y="1284"/>
                    <a:pt x="1673" y="1284"/>
                  </a:cubicBezTo>
                  <a:close/>
                  <a:moveTo>
                    <a:pt x="1598" y="0"/>
                  </a:moveTo>
                  <a:cubicBezTo>
                    <a:pt x="1414" y="0"/>
                    <a:pt x="1224" y="40"/>
                    <a:pt x="1031" y="121"/>
                  </a:cubicBezTo>
                  <a:cubicBezTo>
                    <a:pt x="478" y="345"/>
                    <a:pt x="135" y="779"/>
                    <a:pt x="75" y="1391"/>
                  </a:cubicBezTo>
                  <a:cubicBezTo>
                    <a:pt x="0" y="2407"/>
                    <a:pt x="149" y="3363"/>
                    <a:pt x="657" y="4244"/>
                  </a:cubicBezTo>
                  <a:cubicBezTo>
                    <a:pt x="1022" y="4890"/>
                    <a:pt x="1454" y="5430"/>
                    <a:pt x="2262" y="5430"/>
                  </a:cubicBezTo>
                  <a:cubicBezTo>
                    <a:pt x="2313" y="5430"/>
                    <a:pt x="2365" y="5428"/>
                    <a:pt x="2420" y="5424"/>
                  </a:cubicBezTo>
                  <a:cubicBezTo>
                    <a:pt x="3211" y="5349"/>
                    <a:pt x="3913" y="4856"/>
                    <a:pt x="4137" y="4124"/>
                  </a:cubicBezTo>
                  <a:cubicBezTo>
                    <a:pt x="4152" y="4079"/>
                    <a:pt x="4167" y="4020"/>
                    <a:pt x="4093" y="4005"/>
                  </a:cubicBezTo>
                  <a:cubicBezTo>
                    <a:pt x="3958" y="4050"/>
                    <a:pt x="3928" y="4184"/>
                    <a:pt x="3868" y="4289"/>
                  </a:cubicBezTo>
                  <a:cubicBezTo>
                    <a:pt x="3630" y="4737"/>
                    <a:pt x="3256" y="5050"/>
                    <a:pt x="2748" y="5155"/>
                  </a:cubicBezTo>
                  <a:cubicBezTo>
                    <a:pt x="2571" y="5194"/>
                    <a:pt x="2385" y="5228"/>
                    <a:pt x="2201" y="5228"/>
                  </a:cubicBezTo>
                  <a:cubicBezTo>
                    <a:pt x="1966" y="5228"/>
                    <a:pt x="1733" y="5173"/>
                    <a:pt x="1524" y="5005"/>
                  </a:cubicBezTo>
                  <a:cubicBezTo>
                    <a:pt x="1180" y="4722"/>
                    <a:pt x="911" y="4363"/>
                    <a:pt x="717" y="3945"/>
                  </a:cubicBezTo>
                  <a:cubicBezTo>
                    <a:pt x="359" y="3168"/>
                    <a:pt x="239" y="2332"/>
                    <a:pt x="284" y="1481"/>
                  </a:cubicBezTo>
                  <a:cubicBezTo>
                    <a:pt x="314" y="958"/>
                    <a:pt x="568" y="570"/>
                    <a:pt x="1016" y="345"/>
                  </a:cubicBezTo>
                  <a:cubicBezTo>
                    <a:pt x="1199" y="254"/>
                    <a:pt x="1387" y="208"/>
                    <a:pt x="1574" y="208"/>
                  </a:cubicBezTo>
                  <a:cubicBezTo>
                    <a:pt x="1815" y="208"/>
                    <a:pt x="2052" y="284"/>
                    <a:pt x="2270" y="435"/>
                  </a:cubicBezTo>
                  <a:cubicBezTo>
                    <a:pt x="2360" y="480"/>
                    <a:pt x="2405" y="540"/>
                    <a:pt x="2465" y="599"/>
                  </a:cubicBezTo>
                  <a:cubicBezTo>
                    <a:pt x="2584" y="719"/>
                    <a:pt x="2703" y="868"/>
                    <a:pt x="2808" y="1003"/>
                  </a:cubicBezTo>
                  <a:cubicBezTo>
                    <a:pt x="3286" y="1660"/>
                    <a:pt x="3420" y="2392"/>
                    <a:pt x="3271" y="3168"/>
                  </a:cubicBezTo>
                  <a:cubicBezTo>
                    <a:pt x="3196" y="3601"/>
                    <a:pt x="2913" y="3870"/>
                    <a:pt x="2479" y="3990"/>
                  </a:cubicBezTo>
                  <a:cubicBezTo>
                    <a:pt x="2374" y="4021"/>
                    <a:pt x="2275" y="4035"/>
                    <a:pt x="2180" y="4035"/>
                  </a:cubicBezTo>
                  <a:cubicBezTo>
                    <a:pt x="1897" y="4035"/>
                    <a:pt x="1658" y="3906"/>
                    <a:pt x="1442" y="3713"/>
                  </a:cubicBezTo>
                  <a:lnTo>
                    <a:pt x="1442" y="3713"/>
                  </a:lnTo>
                  <a:cubicBezTo>
                    <a:pt x="1513" y="3771"/>
                    <a:pt x="1592" y="3816"/>
                    <a:pt x="1688" y="3840"/>
                  </a:cubicBezTo>
                  <a:cubicBezTo>
                    <a:pt x="1752" y="3852"/>
                    <a:pt x="1815" y="3858"/>
                    <a:pt x="1877" y="3858"/>
                  </a:cubicBezTo>
                  <a:cubicBezTo>
                    <a:pt x="2364" y="3858"/>
                    <a:pt x="2767" y="3506"/>
                    <a:pt x="2793" y="2989"/>
                  </a:cubicBezTo>
                  <a:cubicBezTo>
                    <a:pt x="2808" y="2825"/>
                    <a:pt x="2793" y="2646"/>
                    <a:pt x="2793" y="2481"/>
                  </a:cubicBezTo>
                  <a:cubicBezTo>
                    <a:pt x="2793" y="2003"/>
                    <a:pt x="2599" y="1615"/>
                    <a:pt x="2300" y="1257"/>
                  </a:cubicBezTo>
                  <a:cubicBezTo>
                    <a:pt x="2181" y="1122"/>
                    <a:pt x="2031" y="1047"/>
                    <a:pt x="1852" y="1018"/>
                  </a:cubicBezTo>
                  <a:cubicBezTo>
                    <a:pt x="1794" y="1008"/>
                    <a:pt x="1735" y="1003"/>
                    <a:pt x="1678" y="1003"/>
                  </a:cubicBezTo>
                  <a:cubicBezTo>
                    <a:pt x="1128" y="1003"/>
                    <a:pt x="623" y="1436"/>
                    <a:pt x="583" y="2003"/>
                  </a:cubicBezTo>
                  <a:cubicBezTo>
                    <a:pt x="538" y="2735"/>
                    <a:pt x="807" y="3363"/>
                    <a:pt x="1285" y="3900"/>
                  </a:cubicBezTo>
                  <a:cubicBezTo>
                    <a:pt x="1524" y="4179"/>
                    <a:pt x="1822" y="4298"/>
                    <a:pt x="2141" y="4298"/>
                  </a:cubicBezTo>
                  <a:cubicBezTo>
                    <a:pt x="2300" y="4298"/>
                    <a:pt x="2465" y="4269"/>
                    <a:pt x="2629" y="4214"/>
                  </a:cubicBezTo>
                  <a:cubicBezTo>
                    <a:pt x="3137" y="4064"/>
                    <a:pt x="3465" y="3706"/>
                    <a:pt x="3555" y="3198"/>
                  </a:cubicBezTo>
                  <a:cubicBezTo>
                    <a:pt x="3689" y="2362"/>
                    <a:pt x="3570" y="1570"/>
                    <a:pt x="3032" y="883"/>
                  </a:cubicBezTo>
                  <a:cubicBezTo>
                    <a:pt x="2942" y="794"/>
                    <a:pt x="2868" y="689"/>
                    <a:pt x="2763" y="599"/>
                  </a:cubicBezTo>
                  <a:cubicBezTo>
                    <a:pt x="2703" y="555"/>
                    <a:pt x="2644" y="495"/>
                    <a:pt x="2584" y="435"/>
                  </a:cubicBezTo>
                  <a:cubicBezTo>
                    <a:pt x="2289" y="149"/>
                    <a:pt x="1954" y="0"/>
                    <a:pt x="1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1"/>
          <p:cNvGrpSpPr/>
          <p:nvPr/>
        </p:nvGrpSpPr>
        <p:grpSpPr>
          <a:xfrm>
            <a:off x="2843602" y="3711217"/>
            <a:ext cx="6498348" cy="2448801"/>
            <a:chOff x="2843602" y="3711217"/>
            <a:chExt cx="6498348" cy="2448801"/>
          </a:xfrm>
        </p:grpSpPr>
        <p:sp>
          <p:nvSpPr>
            <p:cNvPr id="792" name="Google Shape;792;p1"/>
            <p:cNvSpPr/>
            <p:nvPr/>
          </p:nvSpPr>
          <p:spPr>
            <a:xfrm flipH="1">
              <a:off x="2843602" y="3970073"/>
              <a:ext cx="2610104" cy="2072755"/>
            </a:xfrm>
            <a:custGeom>
              <a:avLst/>
              <a:gdLst/>
              <a:ahLst/>
              <a:cxnLst/>
              <a:rect l="l" t="t" r="r" b="b"/>
              <a:pathLst>
                <a:path w="7723" h="6133" extrusionOk="0">
                  <a:moveTo>
                    <a:pt x="1644" y="1996"/>
                  </a:moveTo>
                  <a:lnTo>
                    <a:pt x="1644" y="1996"/>
                  </a:lnTo>
                  <a:cubicBezTo>
                    <a:pt x="1644" y="1998"/>
                    <a:pt x="1643" y="2000"/>
                    <a:pt x="1643" y="2001"/>
                  </a:cubicBezTo>
                  <a:cubicBezTo>
                    <a:pt x="1583" y="2046"/>
                    <a:pt x="1568" y="2136"/>
                    <a:pt x="1494" y="2180"/>
                  </a:cubicBezTo>
                  <a:cubicBezTo>
                    <a:pt x="1553" y="2110"/>
                    <a:pt x="1593" y="2048"/>
                    <a:pt x="1644" y="1996"/>
                  </a:cubicBezTo>
                  <a:close/>
                  <a:moveTo>
                    <a:pt x="5875" y="1"/>
                  </a:moveTo>
                  <a:cubicBezTo>
                    <a:pt x="5809" y="1"/>
                    <a:pt x="5738" y="15"/>
                    <a:pt x="5661" y="45"/>
                  </a:cubicBezTo>
                  <a:cubicBezTo>
                    <a:pt x="5347" y="164"/>
                    <a:pt x="5034" y="179"/>
                    <a:pt x="4720" y="209"/>
                  </a:cubicBezTo>
                  <a:cubicBezTo>
                    <a:pt x="4630" y="239"/>
                    <a:pt x="4541" y="269"/>
                    <a:pt x="4466" y="284"/>
                  </a:cubicBezTo>
                  <a:cubicBezTo>
                    <a:pt x="4152" y="403"/>
                    <a:pt x="3809" y="463"/>
                    <a:pt x="3659" y="821"/>
                  </a:cubicBezTo>
                  <a:cubicBezTo>
                    <a:pt x="3650" y="850"/>
                    <a:pt x="3567" y="1007"/>
                    <a:pt x="3485" y="1007"/>
                  </a:cubicBezTo>
                  <a:cubicBezTo>
                    <a:pt x="3439" y="1007"/>
                    <a:pt x="3393" y="957"/>
                    <a:pt x="3361" y="806"/>
                  </a:cubicBezTo>
                  <a:cubicBezTo>
                    <a:pt x="3346" y="732"/>
                    <a:pt x="3226" y="762"/>
                    <a:pt x="3182" y="717"/>
                  </a:cubicBezTo>
                  <a:cubicBezTo>
                    <a:pt x="3167" y="687"/>
                    <a:pt x="3137" y="657"/>
                    <a:pt x="3107" y="627"/>
                  </a:cubicBezTo>
                  <a:cubicBezTo>
                    <a:pt x="3032" y="702"/>
                    <a:pt x="3077" y="806"/>
                    <a:pt x="3047" y="896"/>
                  </a:cubicBezTo>
                  <a:cubicBezTo>
                    <a:pt x="3030" y="953"/>
                    <a:pt x="3016" y="973"/>
                    <a:pt x="3004" y="973"/>
                  </a:cubicBezTo>
                  <a:cubicBezTo>
                    <a:pt x="2978" y="973"/>
                    <a:pt x="2962" y="878"/>
                    <a:pt x="2935" y="878"/>
                  </a:cubicBezTo>
                  <a:cubicBezTo>
                    <a:pt x="2933" y="878"/>
                    <a:pt x="2930" y="879"/>
                    <a:pt x="2928" y="881"/>
                  </a:cubicBezTo>
                  <a:cubicBezTo>
                    <a:pt x="2873" y="837"/>
                    <a:pt x="2820" y="818"/>
                    <a:pt x="2773" y="818"/>
                  </a:cubicBezTo>
                  <a:cubicBezTo>
                    <a:pt x="2692" y="818"/>
                    <a:pt x="2627" y="876"/>
                    <a:pt x="2599" y="971"/>
                  </a:cubicBezTo>
                  <a:cubicBezTo>
                    <a:pt x="2524" y="1284"/>
                    <a:pt x="2285" y="1434"/>
                    <a:pt x="2031" y="1523"/>
                  </a:cubicBezTo>
                  <a:cubicBezTo>
                    <a:pt x="1857" y="1589"/>
                    <a:pt x="1754" y="1687"/>
                    <a:pt x="1693" y="1828"/>
                  </a:cubicBezTo>
                  <a:lnTo>
                    <a:pt x="1693" y="1828"/>
                  </a:lnTo>
                  <a:cubicBezTo>
                    <a:pt x="1695" y="1743"/>
                    <a:pt x="1698" y="1663"/>
                    <a:pt x="1748" y="1583"/>
                  </a:cubicBezTo>
                  <a:cubicBezTo>
                    <a:pt x="1793" y="1493"/>
                    <a:pt x="1793" y="1389"/>
                    <a:pt x="1688" y="1329"/>
                  </a:cubicBezTo>
                  <a:cubicBezTo>
                    <a:pt x="1655" y="1310"/>
                    <a:pt x="1630" y="1301"/>
                    <a:pt x="1609" y="1301"/>
                  </a:cubicBezTo>
                  <a:cubicBezTo>
                    <a:pt x="1536" y="1301"/>
                    <a:pt x="1529" y="1405"/>
                    <a:pt x="1494" y="1464"/>
                  </a:cubicBezTo>
                  <a:cubicBezTo>
                    <a:pt x="1464" y="1523"/>
                    <a:pt x="1434" y="1598"/>
                    <a:pt x="1374" y="1628"/>
                  </a:cubicBezTo>
                  <a:cubicBezTo>
                    <a:pt x="1031" y="1762"/>
                    <a:pt x="971" y="2061"/>
                    <a:pt x="1001" y="2345"/>
                  </a:cubicBezTo>
                  <a:cubicBezTo>
                    <a:pt x="1046" y="2614"/>
                    <a:pt x="956" y="2778"/>
                    <a:pt x="762" y="2927"/>
                  </a:cubicBezTo>
                  <a:cubicBezTo>
                    <a:pt x="239" y="3345"/>
                    <a:pt x="0" y="3868"/>
                    <a:pt x="135" y="4540"/>
                  </a:cubicBezTo>
                  <a:cubicBezTo>
                    <a:pt x="299" y="4764"/>
                    <a:pt x="179" y="5063"/>
                    <a:pt x="299" y="5302"/>
                  </a:cubicBezTo>
                  <a:cubicBezTo>
                    <a:pt x="359" y="5422"/>
                    <a:pt x="374" y="5556"/>
                    <a:pt x="463" y="5646"/>
                  </a:cubicBezTo>
                  <a:cubicBezTo>
                    <a:pt x="493" y="5705"/>
                    <a:pt x="523" y="5765"/>
                    <a:pt x="553" y="5810"/>
                  </a:cubicBezTo>
                  <a:cubicBezTo>
                    <a:pt x="727" y="5868"/>
                    <a:pt x="746" y="6124"/>
                    <a:pt x="953" y="6124"/>
                  </a:cubicBezTo>
                  <a:cubicBezTo>
                    <a:pt x="959" y="6124"/>
                    <a:pt x="965" y="6124"/>
                    <a:pt x="971" y="6124"/>
                  </a:cubicBezTo>
                  <a:cubicBezTo>
                    <a:pt x="1016" y="6122"/>
                    <a:pt x="1061" y="6121"/>
                    <a:pt x="1106" y="6121"/>
                  </a:cubicBezTo>
                  <a:cubicBezTo>
                    <a:pt x="1284" y="6121"/>
                    <a:pt x="1463" y="6132"/>
                    <a:pt x="1634" y="6132"/>
                  </a:cubicBezTo>
                  <a:cubicBezTo>
                    <a:pt x="1779" y="6132"/>
                    <a:pt x="1919" y="6124"/>
                    <a:pt x="2046" y="6094"/>
                  </a:cubicBezTo>
                  <a:cubicBezTo>
                    <a:pt x="2539" y="5974"/>
                    <a:pt x="3032" y="5900"/>
                    <a:pt x="3525" y="5825"/>
                  </a:cubicBezTo>
                  <a:cubicBezTo>
                    <a:pt x="3704" y="5705"/>
                    <a:pt x="3869" y="5586"/>
                    <a:pt x="4063" y="5496"/>
                  </a:cubicBezTo>
                  <a:cubicBezTo>
                    <a:pt x="4511" y="5287"/>
                    <a:pt x="4974" y="5108"/>
                    <a:pt x="5437" y="4914"/>
                  </a:cubicBezTo>
                  <a:cubicBezTo>
                    <a:pt x="5661" y="4824"/>
                    <a:pt x="5945" y="4809"/>
                    <a:pt x="6109" y="4675"/>
                  </a:cubicBezTo>
                  <a:cubicBezTo>
                    <a:pt x="6572" y="4301"/>
                    <a:pt x="7005" y="3898"/>
                    <a:pt x="7423" y="3480"/>
                  </a:cubicBezTo>
                  <a:cubicBezTo>
                    <a:pt x="7662" y="3256"/>
                    <a:pt x="7722" y="2972"/>
                    <a:pt x="7617" y="2629"/>
                  </a:cubicBezTo>
                  <a:cubicBezTo>
                    <a:pt x="7453" y="2076"/>
                    <a:pt x="7110" y="1628"/>
                    <a:pt x="6841" y="1135"/>
                  </a:cubicBezTo>
                  <a:cubicBezTo>
                    <a:pt x="6572" y="956"/>
                    <a:pt x="6617" y="597"/>
                    <a:pt x="6423" y="373"/>
                  </a:cubicBezTo>
                  <a:cubicBezTo>
                    <a:pt x="6272" y="165"/>
                    <a:pt x="6103" y="1"/>
                    <a:pt x="5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"/>
            <p:cNvSpPr/>
            <p:nvPr/>
          </p:nvSpPr>
          <p:spPr>
            <a:xfrm rot="2038579">
              <a:off x="4675814" y="4009758"/>
              <a:ext cx="1422288" cy="1158478"/>
            </a:xfrm>
            <a:custGeom>
              <a:avLst/>
              <a:gdLst/>
              <a:ahLst/>
              <a:cxnLst/>
              <a:rect l="l" t="t" r="r" b="b"/>
              <a:pathLst>
                <a:path w="11412" h="13904" extrusionOk="0">
                  <a:moveTo>
                    <a:pt x="6519" y="1887"/>
                  </a:moveTo>
                  <a:lnTo>
                    <a:pt x="6519" y="1887"/>
                  </a:lnTo>
                  <a:cubicBezTo>
                    <a:pt x="6521" y="1889"/>
                    <a:pt x="6524" y="1892"/>
                    <a:pt x="6528" y="1896"/>
                  </a:cubicBezTo>
                  <a:cubicBezTo>
                    <a:pt x="6525" y="1893"/>
                    <a:pt x="6522" y="1890"/>
                    <a:pt x="6519" y="1887"/>
                  </a:cubicBezTo>
                  <a:close/>
                  <a:moveTo>
                    <a:pt x="6244" y="2762"/>
                  </a:moveTo>
                  <a:lnTo>
                    <a:pt x="6240" y="2783"/>
                  </a:lnTo>
                  <a:lnTo>
                    <a:pt x="6240" y="2783"/>
                  </a:lnTo>
                  <a:cubicBezTo>
                    <a:pt x="6242" y="2776"/>
                    <a:pt x="6244" y="2768"/>
                    <a:pt x="6244" y="2762"/>
                  </a:cubicBezTo>
                  <a:close/>
                  <a:moveTo>
                    <a:pt x="6240" y="2783"/>
                  </a:moveTo>
                  <a:cubicBezTo>
                    <a:pt x="6233" y="2810"/>
                    <a:pt x="6217" y="2840"/>
                    <a:pt x="6229" y="2851"/>
                  </a:cubicBezTo>
                  <a:lnTo>
                    <a:pt x="6240" y="2783"/>
                  </a:lnTo>
                  <a:close/>
                  <a:moveTo>
                    <a:pt x="7872" y="4539"/>
                  </a:moveTo>
                  <a:cubicBezTo>
                    <a:pt x="7887" y="4554"/>
                    <a:pt x="7887" y="4554"/>
                    <a:pt x="7887" y="4569"/>
                  </a:cubicBezTo>
                  <a:lnTo>
                    <a:pt x="7872" y="4554"/>
                  </a:lnTo>
                  <a:cubicBezTo>
                    <a:pt x="7872" y="4554"/>
                    <a:pt x="7872" y="4554"/>
                    <a:pt x="7872" y="4539"/>
                  </a:cubicBezTo>
                  <a:close/>
                  <a:moveTo>
                    <a:pt x="6095" y="4285"/>
                  </a:moveTo>
                  <a:lnTo>
                    <a:pt x="6095" y="4285"/>
                  </a:lnTo>
                  <a:cubicBezTo>
                    <a:pt x="6184" y="4405"/>
                    <a:pt x="6289" y="4524"/>
                    <a:pt x="6378" y="4659"/>
                  </a:cubicBezTo>
                  <a:cubicBezTo>
                    <a:pt x="6289" y="4524"/>
                    <a:pt x="6199" y="4405"/>
                    <a:pt x="6095" y="4285"/>
                  </a:cubicBezTo>
                  <a:close/>
                  <a:moveTo>
                    <a:pt x="6378" y="4659"/>
                  </a:moveTo>
                  <a:lnTo>
                    <a:pt x="6528" y="4883"/>
                  </a:lnTo>
                  <a:cubicBezTo>
                    <a:pt x="6483" y="4808"/>
                    <a:pt x="6438" y="4733"/>
                    <a:pt x="6378" y="4659"/>
                  </a:cubicBezTo>
                  <a:close/>
                  <a:moveTo>
                    <a:pt x="6528" y="4883"/>
                  </a:moveTo>
                  <a:cubicBezTo>
                    <a:pt x="6558" y="4957"/>
                    <a:pt x="6587" y="5017"/>
                    <a:pt x="6617" y="5077"/>
                  </a:cubicBezTo>
                  <a:cubicBezTo>
                    <a:pt x="6632" y="5077"/>
                    <a:pt x="6647" y="5062"/>
                    <a:pt x="6662" y="5062"/>
                  </a:cubicBezTo>
                  <a:cubicBezTo>
                    <a:pt x="6617" y="5002"/>
                    <a:pt x="6572" y="4942"/>
                    <a:pt x="6528" y="4883"/>
                  </a:cubicBezTo>
                  <a:close/>
                  <a:moveTo>
                    <a:pt x="7422" y="5942"/>
                  </a:moveTo>
                  <a:cubicBezTo>
                    <a:pt x="7365" y="5942"/>
                    <a:pt x="7316" y="5991"/>
                    <a:pt x="7274" y="6033"/>
                  </a:cubicBezTo>
                  <a:cubicBezTo>
                    <a:pt x="7349" y="6018"/>
                    <a:pt x="7424" y="5988"/>
                    <a:pt x="7498" y="5973"/>
                  </a:cubicBezTo>
                  <a:cubicBezTo>
                    <a:pt x="7472" y="5951"/>
                    <a:pt x="7446" y="5942"/>
                    <a:pt x="7422" y="5942"/>
                  </a:cubicBezTo>
                  <a:close/>
                  <a:moveTo>
                    <a:pt x="7618" y="5973"/>
                  </a:moveTo>
                  <a:lnTo>
                    <a:pt x="7618" y="5973"/>
                  </a:lnTo>
                  <a:cubicBezTo>
                    <a:pt x="7633" y="6018"/>
                    <a:pt x="7663" y="6048"/>
                    <a:pt x="7678" y="6093"/>
                  </a:cubicBezTo>
                  <a:cubicBezTo>
                    <a:pt x="7708" y="6078"/>
                    <a:pt x="7737" y="6063"/>
                    <a:pt x="7767" y="6033"/>
                  </a:cubicBezTo>
                  <a:cubicBezTo>
                    <a:pt x="7723" y="6018"/>
                    <a:pt x="7663" y="6003"/>
                    <a:pt x="7618" y="5973"/>
                  </a:cubicBezTo>
                  <a:close/>
                  <a:moveTo>
                    <a:pt x="6333" y="6063"/>
                  </a:moveTo>
                  <a:cubicBezTo>
                    <a:pt x="6259" y="6093"/>
                    <a:pt x="6199" y="6122"/>
                    <a:pt x="6124" y="6152"/>
                  </a:cubicBezTo>
                  <a:cubicBezTo>
                    <a:pt x="6149" y="6166"/>
                    <a:pt x="6170" y="6172"/>
                    <a:pt x="6189" y="6172"/>
                  </a:cubicBezTo>
                  <a:cubicBezTo>
                    <a:pt x="6251" y="6172"/>
                    <a:pt x="6288" y="6108"/>
                    <a:pt x="6333" y="6063"/>
                  </a:cubicBezTo>
                  <a:close/>
                  <a:moveTo>
                    <a:pt x="6378" y="6122"/>
                  </a:moveTo>
                  <a:cubicBezTo>
                    <a:pt x="6378" y="6152"/>
                    <a:pt x="6378" y="6167"/>
                    <a:pt x="6378" y="6197"/>
                  </a:cubicBezTo>
                  <a:lnTo>
                    <a:pt x="6423" y="6197"/>
                  </a:lnTo>
                  <a:cubicBezTo>
                    <a:pt x="6408" y="6167"/>
                    <a:pt x="6393" y="6152"/>
                    <a:pt x="6378" y="6122"/>
                  </a:cubicBezTo>
                  <a:close/>
                  <a:moveTo>
                    <a:pt x="6662" y="6152"/>
                  </a:moveTo>
                  <a:cubicBezTo>
                    <a:pt x="6632" y="6167"/>
                    <a:pt x="6617" y="6197"/>
                    <a:pt x="6602" y="6227"/>
                  </a:cubicBezTo>
                  <a:cubicBezTo>
                    <a:pt x="6617" y="6227"/>
                    <a:pt x="6632" y="6242"/>
                    <a:pt x="6647" y="6242"/>
                  </a:cubicBezTo>
                  <a:cubicBezTo>
                    <a:pt x="6662" y="6212"/>
                    <a:pt x="6677" y="6197"/>
                    <a:pt x="6692" y="6167"/>
                  </a:cubicBezTo>
                  <a:cubicBezTo>
                    <a:pt x="6677" y="6167"/>
                    <a:pt x="6662" y="6152"/>
                    <a:pt x="6662" y="6152"/>
                  </a:cubicBezTo>
                  <a:close/>
                  <a:moveTo>
                    <a:pt x="5497" y="6959"/>
                  </a:moveTo>
                  <a:cubicBezTo>
                    <a:pt x="5497" y="6974"/>
                    <a:pt x="5497" y="6974"/>
                    <a:pt x="5497" y="6989"/>
                  </a:cubicBezTo>
                  <a:lnTo>
                    <a:pt x="5482" y="6974"/>
                  </a:lnTo>
                  <a:lnTo>
                    <a:pt x="5497" y="6959"/>
                  </a:lnTo>
                  <a:close/>
                  <a:moveTo>
                    <a:pt x="5436" y="7087"/>
                  </a:moveTo>
                  <a:cubicBezTo>
                    <a:pt x="5446" y="7087"/>
                    <a:pt x="5457" y="7098"/>
                    <a:pt x="5467" y="7108"/>
                  </a:cubicBezTo>
                  <a:cubicBezTo>
                    <a:pt x="5452" y="7093"/>
                    <a:pt x="5437" y="7093"/>
                    <a:pt x="5422" y="7093"/>
                  </a:cubicBezTo>
                  <a:cubicBezTo>
                    <a:pt x="5427" y="7089"/>
                    <a:pt x="5431" y="7087"/>
                    <a:pt x="5436" y="7087"/>
                  </a:cubicBezTo>
                  <a:close/>
                  <a:moveTo>
                    <a:pt x="5572" y="7108"/>
                  </a:moveTo>
                  <a:cubicBezTo>
                    <a:pt x="5587" y="7123"/>
                    <a:pt x="5602" y="7153"/>
                    <a:pt x="5602" y="7168"/>
                  </a:cubicBezTo>
                  <a:lnTo>
                    <a:pt x="5602" y="7168"/>
                  </a:lnTo>
                  <a:cubicBezTo>
                    <a:pt x="5602" y="7153"/>
                    <a:pt x="5587" y="7138"/>
                    <a:pt x="5557" y="7108"/>
                  </a:cubicBezTo>
                  <a:close/>
                  <a:moveTo>
                    <a:pt x="9545" y="7213"/>
                  </a:moveTo>
                  <a:lnTo>
                    <a:pt x="9589" y="7310"/>
                  </a:lnTo>
                  <a:lnTo>
                    <a:pt x="9589" y="7310"/>
                  </a:lnTo>
                  <a:cubicBezTo>
                    <a:pt x="9575" y="7276"/>
                    <a:pt x="9560" y="7243"/>
                    <a:pt x="9545" y="7213"/>
                  </a:cubicBezTo>
                  <a:close/>
                  <a:moveTo>
                    <a:pt x="9589" y="7310"/>
                  </a:moveTo>
                  <a:cubicBezTo>
                    <a:pt x="9604" y="7343"/>
                    <a:pt x="9619" y="7377"/>
                    <a:pt x="9634" y="7407"/>
                  </a:cubicBezTo>
                  <a:lnTo>
                    <a:pt x="9589" y="7310"/>
                  </a:lnTo>
                  <a:close/>
                  <a:moveTo>
                    <a:pt x="5624" y="1"/>
                  </a:moveTo>
                  <a:cubicBezTo>
                    <a:pt x="5530" y="1"/>
                    <a:pt x="5446" y="50"/>
                    <a:pt x="5363" y="133"/>
                  </a:cubicBezTo>
                  <a:cubicBezTo>
                    <a:pt x="5273" y="208"/>
                    <a:pt x="5183" y="297"/>
                    <a:pt x="5094" y="372"/>
                  </a:cubicBezTo>
                  <a:cubicBezTo>
                    <a:pt x="5064" y="402"/>
                    <a:pt x="5034" y="432"/>
                    <a:pt x="5004" y="462"/>
                  </a:cubicBezTo>
                  <a:lnTo>
                    <a:pt x="4915" y="566"/>
                  </a:lnTo>
                  <a:lnTo>
                    <a:pt x="4900" y="566"/>
                  </a:lnTo>
                  <a:lnTo>
                    <a:pt x="4885" y="596"/>
                  </a:lnTo>
                  <a:cubicBezTo>
                    <a:pt x="4870" y="611"/>
                    <a:pt x="4855" y="641"/>
                    <a:pt x="4825" y="656"/>
                  </a:cubicBezTo>
                  <a:cubicBezTo>
                    <a:pt x="4810" y="686"/>
                    <a:pt x="4765" y="731"/>
                    <a:pt x="4780" y="760"/>
                  </a:cubicBezTo>
                  <a:cubicBezTo>
                    <a:pt x="4795" y="895"/>
                    <a:pt x="4825" y="1014"/>
                    <a:pt x="4855" y="1149"/>
                  </a:cubicBezTo>
                  <a:cubicBezTo>
                    <a:pt x="4915" y="1223"/>
                    <a:pt x="4974" y="1283"/>
                    <a:pt x="5004" y="1373"/>
                  </a:cubicBezTo>
                  <a:cubicBezTo>
                    <a:pt x="5064" y="1657"/>
                    <a:pt x="5288" y="1806"/>
                    <a:pt x="5467" y="2015"/>
                  </a:cubicBezTo>
                  <a:cubicBezTo>
                    <a:pt x="5497" y="2075"/>
                    <a:pt x="5512" y="2149"/>
                    <a:pt x="5542" y="2179"/>
                  </a:cubicBezTo>
                  <a:cubicBezTo>
                    <a:pt x="5691" y="2329"/>
                    <a:pt x="5841" y="2478"/>
                    <a:pt x="5975" y="2627"/>
                  </a:cubicBezTo>
                  <a:cubicBezTo>
                    <a:pt x="6043" y="2696"/>
                    <a:pt x="6111" y="2764"/>
                    <a:pt x="6214" y="2764"/>
                  </a:cubicBezTo>
                  <a:cubicBezTo>
                    <a:pt x="6223" y="2764"/>
                    <a:pt x="6233" y="2763"/>
                    <a:pt x="6244" y="2762"/>
                  </a:cubicBezTo>
                  <a:lnTo>
                    <a:pt x="6244" y="2762"/>
                  </a:lnTo>
                  <a:cubicBezTo>
                    <a:pt x="6244" y="2762"/>
                    <a:pt x="6244" y="2762"/>
                    <a:pt x="6244" y="2762"/>
                  </a:cubicBezTo>
                  <a:lnTo>
                    <a:pt x="6348" y="2732"/>
                  </a:lnTo>
                  <a:lnTo>
                    <a:pt x="6363" y="2747"/>
                  </a:lnTo>
                  <a:cubicBezTo>
                    <a:pt x="6468" y="2881"/>
                    <a:pt x="6543" y="3016"/>
                    <a:pt x="6647" y="3165"/>
                  </a:cubicBezTo>
                  <a:lnTo>
                    <a:pt x="6767" y="3270"/>
                  </a:lnTo>
                  <a:lnTo>
                    <a:pt x="6677" y="3329"/>
                  </a:lnTo>
                  <a:lnTo>
                    <a:pt x="6722" y="3329"/>
                  </a:lnTo>
                  <a:cubicBezTo>
                    <a:pt x="6737" y="3344"/>
                    <a:pt x="6737" y="3344"/>
                    <a:pt x="6737" y="3359"/>
                  </a:cubicBezTo>
                  <a:cubicBezTo>
                    <a:pt x="6692" y="3449"/>
                    <a:pt x="6752" y="3449"/>
                    <a:pt x="6811" y="3449"/>
                  </a:cubicBezTo>
                  <a:cubicBezTo>
                    <a:pt x="6811" y="3494"/>
                    <a:pt x="6782" y="3553"/>
                    <a:pt x="6796" y="3583"/>
                  </a:cubicBezTo>
                  <a:cubicBezTo>
                    <a:pt x="6886" y="3703"/>
                    <a:pt x="6976" y="3822"/>
                    <a:pt x="7080" y="3942"/>
                  </a:cubicBezTo>
                  <a:cubicBezTo>
                    <a:pt x="7200" y="4076"/>
                    <a:pt x="7319" y="4211"/>
                    <a:pt x="7439" y="4345"/>
                  </a:cubicBezTo>
                  <a:cubicBezTo>
                    <a:pt x="7484" y="4420"/>
                    <a:pt x="7513" y="4494"/>
                    <a:pt x="7558" y="4569"/>
                  </a:cubicBezTo>
                  <a:cubicBezTo>
                    <a:pt x="7573" y="4599"/>
                    <a:pt x="7618" y="4614"/>
                    <a:pt x="7648" y="4629"/>
                  </a:cubicBezTo>
                  <a:cubicBezTo>
                    <a:pt x="7723" y="4703"/>
                    <a:pt x="7812" y="4763"/>
                    <a:pt x="7857" y="4853"/>
                  </a:cubicBezTo>
                  <a:cubicBezTo>
                    <a:pt x="7917" y="4957"/>
                    <a:pt x="7976" y="5002"/>
                    <a:pt x="8081" y="5032"/>
                  </a:cubicBezTo>
                  <a:lnTo>
                    <a:pt x="8081" y="5017"/>
                  </a:lnTo>
                  <a:cubicBezTo>
                    <a:pt x="8096" y="5032"/>
                    <a:pt x="8096" y="5047"/>
                    <a:pt x="8096" y="5047"/>
                  </a:cubicBezTo>
                  <a:lnTo>
                    <a:pt x="8081" y="5032"/>
                  </a:lnTo>
                  <a:lnTo>
                    <a:pt x="8081" y="5032"/>
                  </a:lnTo>
                  <a:cubicBezTo>
                    <a:pt x="8111" y="5241"/>
                    <a:pt x="8171" y="5316"/>
                    <a:pt x="8305" y="5346"/>
                  </a:cubicBezTo>
                  <a:cubicBezTo>
                    <a:pt x="8350" y="5391"/>
                    <a:pt x="8410" y="5435"/>
                    <a:pt x="8454" y="5495"/>
                  </a:cubicBezTo>
                  <a:cubicBezTo>
                    <a:pt x="8484" y="5540"/>
                    <a:pt x="8529" y="5600"/>
                    <a:pt x="8559" y="5659"/>
                  </a:cubicBezTo>
                  <a:cubicBezTo>
                    <a:pt x="8559" y="5674"/>
                    <a:pt x="8559" y="5689"/>
                    <a:pt x="8559" y="5704"/>
                  </a:cubicBezTo>
                  <a:cubicBezTo>
                    <a:pt x="8580" y="5715"/>
                    <a:pt x="8594" y="5725"/>
                    <a:pt x="8610" y="5725"/>
                  </a:cubicBezTo>
                  <a:cubicBezTo>
                    <a:pt x="8617" y="5725"/>
                    <a:pt x="8625" y="5723"/>
                    <a:pt x="8634" y="5719"/>
                  </a:cubicBezTo>
                  <a:cubicBezTo>
                    <a:pt x="8634" y="5734"/>
                    <a:pt x="8634" y="5764"/>
                    <a:pt x="8649" y="5779"/>
                  </a:cubicBezTo>
                  <a:cubicBezTo>
                    <a:pt x="8888" y="6167"/>
                    <a:pt x="9126" y="6570"/>
                    <a:pt x="9365" y="6959"/>
                  </a:cubicBezTo>
                  <a:cubicBezTo>
                    <a:pt x="9425" y="7048"/>
                    <a:pt x="9485" y="7123"/>
                    <a:pt x="9545" y="7213"/>
                  </a:cubicBezTo>
                  <a:cubicBezTo>
                    <a:pt x="9545" y="7213"/>
                    <a:pt x="9545" y="7213"/>
                    <a:pt x="9545" y="7213"/>
                  </a:cubicBezTo>
                  <a:lnTo>
                    <a:pt x="9545" y="7213"/>
                  </a:lnTo>
                  <a:cubicBezTo>
                    <a:pt x="9589" y="7272"/>
                    <a:pt x="9604" y="7332"/>
                    <a:pt x="9634" y="7407"/>
                  </a:cubicBezTo>
                  <a:cubicBezTo>
                    <a:pt x="9649" y="7422"/>
                    <a:pt x="9649" y="7437"/>
                    <a:pt x="9664" y="7437"/>
                  </a:cubicBezTo>
                  <a:lnTo>
                    <a:pt x="8335" y="2239"/>
                  </a:lnTo>
                  <a:lnTo>
                    <a:pt x="8335" y="2239"/>
                  </a:lnTo>
                  <a:lnTo>
                    <a:pt x="8335" y="2239"/>
                  </a:lnTo>
                  <a:lnTo>
                    <a:pt x="7678" y="2672"/>
                  </a:lnTo>
                  <a:cubicBezTo>
                    <a:pt x="7678" y="2672"/>
                    <a:pt x="7678" y="2657"/>
                    <a:pt x="7678" y="2657"/>
                  </a:cubicBezTo>
                  <a:lnTo>
                    <a:pt x="7678" y="2493"/>
                  </a:lnTo>
                  <a:cubicBezTo>
                    <a:pt x="7752" y="2478"/>
                    <a:pt x="7767" y="2433"/>
                    <a:pt x="7752" y="2388"/>
                  </a:cubicBezTo>
                  <a:lnTo>
                    <a:pt x="8335" y="2239"/>
                  </a:lnTo>
                  <a:cubicBezTo>
                    <a:pt x="8365" y="2209"/>
                    <a:pt x="8380" y="2179"/>
                    <a:pt x="8410" y="2135"/>
                  </a:cubicBezTo>
                  <a:cubicBezTo>
                    <a:pt x="8380" y="2135"/>
                    <a:pt x="8365" y="2135"/>
                    <a:pt x="8335" y="2120"/>
                  </a:cubicBezTo>
                  <a:cubicBezTo>
                    <a:pt x="8335" y="2120"/>
                    <a:pt x="8335" y="2105"/>
                    <a:pt x="8335" y="2090"/>
                  </a:cubicBezTo>
                  <a:cubicBezTo>
                    <a:pt x="8320" y="2075"/>
                    <a:pt x="8320" y="2060"/>
                    <a:pt x="8305" y="2030"/>
                  </a:cubicBezTo>
                  <a:cubicBezTo>
                    <a:pt x="8275" y="2060"/>
                    <a:pt x="8260" y="2075"/>
                    <a:pt x="8230" y="2105"/>
                  </a:cubicBezTo>
                  <a:cubicBezTo>
                    <a:pt x="8111" y="1955"/>
                    <a:pt x="7991" y="1806"/>
                    <a:pt x="7887" y="1671"/>
                  </a:cubicBezTo>
                  <a:lnTo>
                    <a:pt x="7872" y="1671"/>
                  </a:lnTo>
                  <a:cubicBezTo>
                    <a:pt x="7842" y="1627"/>
                    <a:pt x="7812" y="1582"/>
                    <a:pt x="7767" y="1552"/>
                  </a:cubicBezTo>
                  <a:lnTo>
                    <a:pt x="7618" y="1373"/>
                  </a:lnTo>
                  <a:cubicBezTo>
                    <a:pt x="7618" y="1358"/>
                    <a:pt x="7618" y="1358"/>
                    <a:pt x="7618" y="1343"/>
                  </a:cubicBezTo>
                  <a:cubicBezTo>
                    <a:pt x="7588" y="1298"/>
                    <a:pt x="7573" y="1283"/>
                    <a:pt x="7558" y="1283"/>
                  </a:cubicBezTo>
                  <a:lnTo>
                    <a:pt x="7424" y="1149"/>
                  </a:lnTo>
                  <a:cubicBezTo>
                    <a:pt x="7245" y="955"/>
                    <a:pt x="7050" y="790"/>
                    <a:pt x="6871" y="596"/>
                  </a:cubicBezTo>
                  <a:cubicBezTo>
                    <a:pt x="6692" y="432"/>
                    <a:pt x="6483" y="327"/>
                    <a:pt x="6274" y="223"/>
                  </a:cubicBezTo>
                  <a:cubicBezTo>
                    <a:pt x="6244" y="208"/>
                    <a:pt x="6214" y="178"/>
                    <a:pt x="6184" y="163"/>
                  </a:cubicBezTo>
                  <a:cubicBezTo>
                    <a:pt x="6139" y="133"/>
                    <a:pt x="6109" y="118"/>
                    <a:pt x="6065" y="88"/>
                  </a:cubicBezTo>
                  <a:cubicBezTo>
                    <a:pt x="6035" y="73"/>
                    <a:pt x="5990" y="73"/>
                    <a:pt x="5960" y="73"/>
                  </a:cubicBezTo>
                  <a:lnTo>
                    <a:pt x="5811" y="58"/>
                  </a:lnTo>
                  <a:cubicBezTo>
                    <a:pt x="5743" y="19"/>
                    <a:pt x="5681" y="1"/>
                    <a:pt x="5624" y="1"/>
                  </a:cubicBezTo>
                  <a:close/>
                  <a:moveTo>
                    <a:pt x="9664" y="7437"/>
                  </a:moveTo>
                  <a:cubicBezTo>
                    <a:pt x="9664" y="7444"/>
                    <a:pt x="9668" y="7452"/>
                    <a:pt x="9672" y="7459"/>
                  </a:cubicBezTo>
                  <a:lnTo>
                    <a:pt x="9672" y="7459"/>
                  </a:lnTo>
                  <a:lnTo>
                    <a:pt x="9664" y="7437"/>
                  </a:lnTo>
                  <a:close/>
                  <a:moveTo>
                    <a:pt x="9675" y="7467"/>
                  </a:moveTo>
                  <a:cubicBezTo>
                    <a:pt x="9677" y="7472"/>
                    <a:pt x="9679" y="7477"/>
                    <a:pt x="9679" y="7482"/>
                  </a:cubicBezTo>
                  <a:lnTo>
                    <a:pt x="9679" y="7482"/>
                  </a:lnTo>
                  <a:lnTo>
                    <a:pt x="9675" y="7467"/>
                  </a:lnTo>
                  <a:close/>
                  <a:moveTo>
                    <a:pt x="11023" y="7452"/>
                  </a:moveTo>
                  <a:cubicBezTo>
                    <a:pt x="11008" y="7452"/>
                    <a:pt x="11008" y="7467"/>
                    <a:pt x="10993" y="7496"/>
                  </a:cubicBezTo>
                  <a:cubicBezTo>
                    <a:pt x="11001" y="7489"/>
                    <a:pt x="11008" y="7489"/>
                    <a:pt x="11016" y="7489"/>
                  </a:cubicBezTo>
                  <a:cubicBezTo>
                    <a:pt x="11023" y="7489"/>
                    <a:pt x="11031" y="7489"/>
                    <a:pt x="11038" y="7482"/>
                  </a:cubicBezTo>
                  <a:cubicBezTo>
                    <a:pt x="11053" y="7482"/>
                    <a:pt x="11068" y="7467"/>
                    <a:pt x="11068" y="7467"/>
                  </a:cubicBezTo>
                  <a:cubicBezTo>
                    <a:pt x="11053" y="7452"/>
                    <a:pt x="11038" y="7452"/>
                    <a:pt x="11023" y="7452"/>
                  </a:cubicBezTo>
                  <a:close/>
                  <a:moveTo>
                    <a:pt x="10321" y="8034"/>
                  </a:moveTo>
                  <a:cubicBezTo>
                    <a:pt x="10306" y="8034"/>
                    <a:pt x="10306" y="8049"/>
                    <a:pt x="10291" y="8049"/>
                  </a:cubicBezTo>
                  <a:cubicBezTo>
                    <a:pt x="10291" y="8049"/>
                    <a:pt x="10291" y="8034"/>
                    <a:pt x="10291" y="8034"/>
                  </a:cubicBezTo>
                  <a:close/>
                  <a:moveTo>
                    <a:pt x="5437" y="8243"/>
                  </a:moveTo>
                  <a:cubicBezTo>
                    <a:pt x="5437" y="8243"/>
                    <a:pt x="5422" y="8258"/>
                    <a:pt x="5407" y="8258"/>
                  </a:cubicBezTo>
                  <a:lnTo>
                    <a:pt x="5437" y="8243"/>
                  </a:lnTo>
                  <a:close/>
                  <a:moveTo>
                    <a:pt x="11173" y="8348"/>
                  </a:moveTo>
                  <a:cubicBezTo>
                    <a:pt x="11143" y="8378"/>
                    <a:pt x="11128" y="8393"/>
                    <a:pt x="11098" y="8422"/>
                  </a:cubicBezTo>
                  <a:cubicBezTo>
                    <a:pt x="11128" y="8408"/>
                    <a:pt x="11158" y="8378"/>
                    <a:pt x="11188" y="8363"/>
                  </a:cubicBezTo>
                  <a:cubicBezTo>
                    <a:pt x="11188" y="8363"/>
                    <a:pt x="11173" y="8348"/>
                    <a:pt x="11173" y="8348"/>
                  </a:cubicBezTo>
                  <a:close/>
                  <a:moveTo>
                    <a:pt x="11173" y="8452"/>
                  </a:moveTo>
                  <a:cubicBezTo>
                    <a:pt x="11158" y="8467"/>
                    <a:pt x="11158" y="8482"/>
                    <a:pt x="11143" y="8482"/>
                  </a:cubicBezTo>
                  <a:cubicBezTo>
                    <a:pt x="11143" y="8497"/>
                    <a:pt x="11158" y="8497"/>
                    <a:pt x="11173" y="8512"/>
                  </a:cubicBezTo>
                  <a:cubicBezTo>
                    <a:pt x="11188" y="8497"/>
                    <a:pt x="11203" y="8482"/>
                    <a:pt x="11203" y="8482"/>
                  </a:cubicBezTo>
                  <a:cubicBezTo>
                    <a:pt x="11203" y="8467"/>
                    <a:pt x="11173" y="8452"/>
                    <a:pt x="11173" y="8452"/>
                  </a:cubicBezTo>
                  <a:close/>
                  <a:moveTo>
                    <a:pt x="11412" y="8736"/>
                  </a:moveTo>
                  <a:cubicBezTo>
                    <a:pt x="11382" y="8766"/>
                    <a:pt x="11367" y="8796"/>
                    <a:pt x="11337" y="8811"/>
                  </a:cubicBezTo>
                  <a:cubicBezTo>
                    <a:pt x="11367" y="8841"/>
                    <a:pt x="11382" y="8856"/>
                    <a:pt x="11412" y="8886"/>
                  </a:cubicBezTo>
                  <a:lnTo>
                    <a:pt x="11412" y="8736"/>
                  </a:lnTo>
                  <a:close/>
                  <a:moveTo>
                    <a:pt x="6035" y="9124"/>
                  </a:moveTo>
                  <a:lnTo>
                    <a:pt x="6020" y="9139"/>
                  </a:lnTo>
                  <a:cubicBezTo>
                    <a:pt x="6020" y="9124"/>
                    <a:pt x="6020" y="9124"/>
                    <a:pt x="6035" y="9124"/>
                  </a:cubicBezTo>
                  <a:close/>
                  <a:moveTo>
                    <a:pt x="2151" y="9289"/>
                  </a:moveTo>
                  <a:cubicBezTo>
                    <a:pt x="2151" y="9289"/>
                    <a:pt x="2151" y="9304"/>
                    <a:pt x="2151" y="9304"/>
                  </a:cubicBezTo>
                  <a:lnTo>
                    <a:pt x="2137" y="9304"/>
                  </a:lnTo>
                  <a:lnTo>
                    <a:pt x="2151" y="9289"/>
                  </a:lnTo>
                  <a:close/>
                  <a:moveTo>
                    <a:pt x="11053" y="9289"/>
                  </a:moveTo>
                  <a:lnTo>
                    <a:pt x="11038" y="9304"/>
                  </a:lnTo>
                  <a:cubicBezTo>
                    <a:pt x="11038" y="9289"/>
                    <a:pt x="11038" y="9289"/>
                    <a:pt x="11038" y="9289"/>
                  </a:cubicBezTo>
                  <a:close/>
                  <a:moveTo>
                    <a:pt x="1211" y="11081"/>
                  </a:moveTo>
                  <a:cubicBezTo>
                    <a:pt x="1225" y="11096"/>
                    <a:pt x="1240" y="11096"/>
                    <a:pt x="1255" y="11111"/>
                  </a:cubicBezTo>
                  <a:cubicBezTo>
                    <a:pt x="1225" y="11111"/>
                    <a:pt x="1211" y="11096"/>
                    <a:pt x="1211" y="11081"/>
                  </a:cubicBezTo>
                  <a:close/>
                  <a:moveTo>
                    <a:pt x="3003" y="12097"/>
                  </a:moveTo>
                  <a:cubicBezTo>
                    <a:pt x="3003" y="12112"/>
                    <a:pt x="2988" y="12127"/>
                    <a:pt x="2988" y="12142"/>
                  </a:cubicBezTo>
                  <a:lnTo>
                    <a:pt x="3018" y="12142"/>
                  </a:lnTo>
                  <a:cubicBezTo>
                    <a:pt x="3018" y="12142"/>
                    <a:pt x="3033" y="12127"/>
                    <a:pt x="3033" y="12097"/>
                  </a:cubicBezTo>
                  <a:close/>
                  <a:moveTo>
                    <a:pt x="2361" y="12306"/>
                  </a:moveTo>
                  <a:lnTo>
                    <a:pt x="2359" y="12312"/>
                  </a:lnTo>
                  <a:lnTo>
                    <a:pt x="2359" y="12312"/>
                  </a:lnTo>
                  <a:cubicBezTo>
                    <a:pt x="2360" y="12310"/>
                    <a:pt x="2361" y="12308"/>
                    <a:pt x="2361" y="12306"/>
                  </a:cubicBezTo>
                  <a:close/>
                  <a:moveTo>
                    <a:pt x="2359" y="12312"/>
                  </a:moveTo>
                  <a:cubicBezTo>
                    <a:pt x="2354" y="12328"/>
                    <a:pt x="2333" y="12354"/>
                    <a:pt x="2346" y="12381"/>
                  </a:cubicBezTo>
                  <a:lnTo>
                    <a:pt x="2359" y="12312"/>
                  </a:lnTo>
                  <a:close/>
                  <a:moveTo>
                    <a:pt x="3660" y="12366"/>
                  </a:moveTo>
                  <a:lnTo>
                    <a:pt x="3645" y="12395"/>
                  </a:lnTo>
                  <a:lnTo>
                    <a:pt x="3630" y="12381"/>
                  </a:lnTo>
                  <a:lnTo>
                    <a:pt x="3660" y="12366"/>
                  </a:lnTo>
                  <a:close/>
                  <a:moveTo>
                    <a:pt x="4750" y="12366"/>
                  </a:moveTo>
                  <a:cubicBezTo>
                    <a:pt x="4735" y="12395"/>
                    <a:pt x="4720" y="12410"/>
                    <a:pt x="4705" y="12425"/>
                  </a:cubicBezTo>
                  <a:cubicBezTo>
                    <a:pt x="4691" y="12425"/>
                    <a:pt x="4720" y="12455"/>
                    <a:pt x="4720" y="12455"/>
                  </a:cubicBezTo>
                  <a:cubicBezTo>
                    <a:pt x="4735" y="12440"/>
                    <a:pt x="4750" y="12425"/>
                    <a:pt x="4780" y="12410"/>
                  </a:cubicBezTo>
                  <a:cubicBezTo>
                    <a:pt x="4765" y="12395"/>
                    <a:pt x="4765" y="12381"/>
                    <a:pt x="4750" y="12366"/>
                  </a:cubicBezTo>
                  <a:close/>
                  <a:moveTo>
                    <a:pt x="4496" y="12455"/>
                  </a:moveTo>
                  <a:cubicBezTo>
                    <a:pt x="4481" y="12470"/>
                    <a:pt x="4467" y="12485"/>
                    <a:pt x="4467" y="12485"/>
                  </a:cubicBezTo>
                  <a:cubicBezTo>
                    <a:pt x="4467" y="12500"/>
                    <a:pt x="4481" y="12515"/>
                    <a:pt x="4481" y="12530"/>
                  </a:cubicBezTo>
                  <a:cubicBezTo>
                    <a:pt x="4496" y="12515"/>
                    <a:pt x="4511" y="12500"/>
                    <a:pt x="4511" y="12485"/>
                  </a:cubicBezTo>
                  <a:cubicBezTo>
                    <a:pt x="4511" y="12485"/>
                    <a:pt x="4496" y="12470"/>
                    <a:pt x="4496" y="12455"/>
                  </a:cubicBezTo>
                  <a:close/>
                  <a:moveTo>
                    <a:pt x="5288" y="12784"/>
                  </a:moveTo>
                  <a:cubicBezTo>
                    <a:pt x="5273" y="12814"/>
                    <a:pt x="5258" y="12829"/>
                    <a:pt x="5243" y="12844"/>
                  </a:cubicBezTo>
                  <a:lnTo>
                    <a:pt x="5318" y="12844"/>
                  </a:lnTo>
                  <a:cubicBezTo>
                    <a:pt x="5303" y="12829"/>
                    <a:pt x="5303" y="12814"/>
                    <a:pt x="5288" y="12784"/>
                  </a:cubicBezTo>
                  <a:close/>
                  <a:moveTo>
                    <a:pt x="8335" y="2239"/>
                  </a:moveTo>
                  <a:lnTo>
                    <a:pt x="9675" y="7467"/>
                  </a:lnTo>
                  <a:lnTo>
                    <a:pt x="9675" y="7467"/>
                  </a:lnTo>
                  <a:cubicBezTo>
                    <a:pt x="9674" y="7464"/>
                    <a:pt x="9673" y="7462"/>
                    <a:pt x="9672" y="7459"/>
                  </a:cubicBezTo>
                  <a:lnTo>
                    <a:pt x="9672" y="7459"/>
                  </a:lnTo>
                  <a:lnTo>
                    <a:pt x="9679" y="7482"/>
                  </a:lnTo>
                  <a:cubicBezTo>
                    <a:pt x="9694" y="7511"/>
                    <a:pt x="9694" y="7541"/>
                    <a:pt x="9724" y="7556"/>
                  </a:cubicBezTo>
                  <a:cubicBezTo>
                    <a:pt x="9739" y="7616"/>
                    <a:pt x="9754" y="7661"/>
                    <a:pt x="9769" y="7721"/>
                  </a:cubicBezTo>
                  <a:cubicBezTo>
                    <a:pt x="9918" y="8049"/>
                    <a:pt x="10067" y="8378"/>
                    <a:pt x="10202" y="8706"/>
                  </a:cubicBezTo>
                  <a:cubicBezTo>
                    <a:pt x="10277" y="8915"/>
                    <a:pt x="10306" y="9124"/>
                    <a:pt x="10366" y="9334"/>
                  </a:cubicBezTo>
                  <a:cubicBezTo>
                    <a:pt x="10426" y="9558"/>
                    <a:pt x="10486" y="9782"/>
                    <a:pt x="10545" y="10021"/>
                  </a:cubicBezTo>
                  <a:cubicBezTo>
                    <a:pt x="10560" y="10125"/>
                    <a:pt x="10590" y="10245"/>
                    <a:pt x="10590" y="10349"/>
                  </a:cubicBezTo>
                  <a:cubicBezTo>
                    <a:pt x="10620" y="10723"/>
                    <a:pt x="10650" y="11081"/>
                    <a:pt x="10680" y="11454"/>
                  </a:cubicBezTo>
                  <a:cubicBezTo>
                    <a:pt x="10710" y="11679"/>
                    <a:pt x="10710" y="11917"/>
                    <a:pt x="10665" y="12142"/>
                  </a:cubicBezTo>
                  <a:cubicBezTo>
                    <a:pt x="10635" y="12201"/>
                    <a:pt x="10605" y="12276"/>
                    <a:pt x="10590" y="12351"/>
                  </a:cubicBezTo>
                  <a:cubicBezTo>
                    <a:pt x="10575" y="12395"/>
                    <a:pt x="10560" y="12455"/>
                    <a:pt x="10530" y="12500"/>
                  </a:cubicBezTo>
                  <a:cubicBezTo>
                    <a:pt x="10516" y="12500"/>
                    <a:pt x="10501" y="12515"/>
                    <a:pt x="10486" y="12515"/>
                  </a:cubicBezTo>
                  <a:cubicBezTo>
                    <a:pt x="10478" y="12516"/>
                    <a:pt x="10470" y="12517"/>
                    <a:pt x="10463" y="12517"/>
                  </a:cubicBezTo>
                  <a:cubicBezTo>
                    <a:pt x="10374" y="12517"/>
                    <a:pt x="10332" y="12436"/>
                    <a:pt x="10277" y="12381"/>
                  </a:cubicBezTo>
                  <a:cubicBezTo>
                    <a:pt x="10217" y="12336"/>
                    <a:pt x="10202" y="12261"/>
                    <a:pt x="10127" y="12261"/>
                  </a:cubicBezTo>
                  <a:lnTo>
                    <a:pt x="10112" y="12261"/>
                  </a:lnTo>
                  <a:cubicBezTo>
                    <a:pt x="9888" y="11828"/>
                    <a:pt x="9649" y="11410"/>
                    <a:pt x="9440" y="10962"/>
                  </a:cubicBezTo>
                  <a:cubicBezTo>
                    <a:pt x="9246" y="10558"/>
                    <a:pt x="9097" y="10140"/>
                    <a:pt x="8917" y="9737"/>
                  </a:cubicBezTo>
                  <a:cubicBezTo>
                    <a:pt x="8783" y="9393"/>
                    <a:pt x="8649" y="9065"/>
                    <a:pt x="8499" y="8736"/>
                  </a:cubicBezTo>
                  <a:cubicBezTo>
                    <a:pt x="8320" y="8333"/>
                    <a:pt x="8111" y="7945"/>
                    <a:pt x="7917" y="7556"/>
                  </a:cubicBezTo>
                  <a:cubicBezTo>
                    <a:pt x="7917" y="7541"/>
                    <a:pt x="7917" y="7526"/>
                    <a:pt x="7932" y="7511"/>
                  </a:cubicBezTo>
                  <a:cubicBezTo>
                    <a:pt x="7812" y="7168"/>
                    <a:pt x="7633" y="6839"/>
                    <a:pt x="7469" y="6496"/>
                  </a:cubicBezTo>
                  <a:cubicBezTo>
                    <a:pt x="7424" y="6406"/>
                    <a:pt x="7394" y="6287"/>
                    <a:pt x="7304" y="6212"/>
                  </a:cubicBezTo>
                  <a:cubicBezTo>
                    <a:pt x="7304" y="6182"/>
                    <a:pt x="7319" y="6152"/>
                    <a:pt x="7334" y="6122"/>
                  </a:cubicBezTo>
                  <a:lnTo>
                    <a:pt x="7245" y="6122"/>
                  </a:lnTo>
                  <a:cubicBezTo>
                    <a:pt x="7230" y="6107"/>
                    <a:pt x="7230" y="6107"/>
                    <a:pt x="7215" y="6093"/>
                  </a:cubicBezTo>
                  <a:cubicBezTo>
                    <a:pt x="7215" y="6078"/>
                    <a:pt x="7215" y="6078"/>
                    <a:pt x="7215" y="6063"/>
                  </a:cubicBezTo>
                  <a:cubicBezTo>
                    <a:pt x="7170" y="5973"/>
                    <a:pt x="7125" y="5898"/>
                    <a:pt x="7065" y="5809"/>
                  </a:cubicBezTo>
                  <a:cubicBezTo>
                    <a:pt x="7021" y="5719"/>
                    <a:pt x="6976" y="5615"/>
                    <a:pt x="6931" y="5525"/>
                  </a:cubicBezTo>
                  <a:cubicBezTo>
                    <a:pt x="6856" y="5391"/>
                    <a:pt x="6782" y="5256"/>
                    <a:pt x="6707" y="5122"/>
                  </a:cubicBezTo>
                  <a:cubicBezTo>
                    <a:pt x="6692" y="5137"/>
                    <a:pt x="6677" y="5137"/>
                    <a:pt x="6662" y="5152"/>
                  </a:cubicBezTo>
                  <a:cubicBezTo>
                    <a:pt x="6752" y="5286"/>
                    <a:pt x="6826" y="5420"/>
                    <a:pt x="6901" y="5555"/>
                  </a:cubicBezTo>
                  <a:cubicBezTo>
                    <a:pt x="6946" y="5659"/>
                    <a:pt x="6991" y="5764"/>
                    <a:pt x="7035" y="5868"/>
                  </a:cubicBezTo>
                  <a:lnTo>
                    <a:pt x="7050" y="5868"/>
                  </a:lnTo>
                  <a:cubicBezTo>
                    <a:pt x="7065" y="5928"/>
                    <a:pt x="7095" y="6003"/>
                    <a:pt x="7110" y="6063"/>
                  </a:cubicBezTo>
                  <a:cubicBezTo>
                    <a:pt x="7125" y="6078"/>
                    <a:pt x="7125" y="6107"/>
                    <a:pt x="7140" y="6122"/>
                  </a:cubicBezTo>
                  <a:cubicBezTo>
                    <a:pt x="7125" y="6137"/>
                    <a:pt x="7095" y="6137"/>
                    <a:pt x="7080" y="6152"/>
                  </a:cubicBezTo>
                  <a:lnTo>
                    <a:pt x="7155" y="6152"/>
                  </a:lnTo>
                  <a:cubicBezTo>
                    <a:pt x="7439" y="6660"/>
                    <a:pt x="7618" y="7228"/>
                    <a:pt x="7797" y="7780"/>
                  </a:cubicBezTo>
                  <a:cubicBezTo>
                    <a:pt x="7917" y="8154"/>
                    <a:pt x="8021" y="8512"/>
                    <a:pt x="8141" y="8871"/>
                  </a:cubicBezTo>
                  <a:cubicBezTo>
                    <a:pt x="8171" y="8960"/>
                    <a:pt x="8200" y="9050"/>
                    <a:pt x="8230" y="9139"/>
                  </a:cubicBezTo>
                  <a:cubicBezTo>
                    <a:pt x="8305" y="9378"/>
                    <a:pt x="8380" y="9632"/>
                    <a:pt x="8469" y="9871"/>
                  </a:cubicBezTo>
                  <a:cubicBezTo>
                    <a:pt x="8529" y="10051"/>
                    <a:pt x="8604" y="10215"/>
                    <a:pt x="8678" y="10394"/>
                  </a:cubicBezTo>
                  <a:cubicBezTo>
                    <a:pt x="8678" y="10394"/>
                    <a:pt x="8678" y="10409"/>
                    <a:pt x="8678" y="10409"/>
                  </a:cubicBezTo>
                  <a:cubicBezTo>
                    <a:pt x="8798" y="10708"/>
                    <a:pt x="8902" y="11006"/>
                    <a:pt x="9052" y="11290"/>
                  </a:cubicBezTo>
                  <a:cubicBezTo>
                    <a:pt x="9201" y="11604"/>
                    <a:pt x="9380" y="11888"/>
                    <a:pt x="9545" y="12186"/>
                  </a:cubicBezTo>
                  <a:cubicBezTo>
                    <a:pt x="9634" y="12336"/>
                    <a:pt x="9709" y="12485"/>
                    <a:pt x="9814" y="12605"/>
                  </a:cubicBezTo>
                  <a:cubicBezTo>
                    <a:pt x="9956" y="12773"/>
                    <a:pt x="10156" y="12855"/>
                    <a:pt x="10354" y="12855"/>
                  </a:cubicBezTo>
                  <a:cubicBezTo>
                    <a:pt x="10611" y="12855"/>
                    <a:pt x="10867" y="12717"/>
                    <a:pt x="10993" y="12455"/>
                  </a:cubicBezTo>
                  <a:cubicBezTo>
                    <a:pt x="11083" y="12261"/>
                    <a:pt x="11143" y="12052"/>
                    <a:pt x="11217" y="11843"/>
                  </a:cubicBezTo>
                  <a:cubicBezTo>
                    <a:pt x="11217" y="11843"/>
                    <a:pt x="11217" y="11828"/>
                    <a:pt x="11217" y="11813"/>
                  </a:cubicBezTo>
                  <a:cubicBezTo>
                    <a:pt x="11232" y="11708"/>
                    <a:pt x="11232" y="11604"/>
                    <a:pt x="11247" y="11499"/>
                  </a:cubicBezTo>
                  <a:cubicBezTo>
                    <a:pt x="11277" y="11171"/>
                    <a:pt x="11322" y="10842"/>
                    <a:pt x="11322" y="10528"/>
                  </a:cubicBezTo>
                  <a:cubicBezTo>
                    <a:pt x="11307" y="10140"/>
                    <a:pt x="11247" y="9752"/>
                    <a:pt x="11217" y="9363"/>
                  </a:cubicBezTo>
                  <a:cubicBezTo>
                    <a:pt x="11232" y="9319"/>
                    <a:pt x="11232" y="9289"/>
                    <a:pt x="11247" y="9259"/>
                  </a:cubicBezTo>
                  <a:cubicBezTo>
                    <a:pt x="11277" y="9229"/>
                    <a:pt x="11277" y="9184"/>
                    <a:pt x="11277" y="9139"/>
                  </a:cubicBezTo>
                  <a:cubicBezTo>
                    <a:pt x="11247" y="9095"/>
                    <a:pt x="11247" y="9020"/>
                    <a:pt x="11188" y="8990"/>
                  </a:cubicBezTo>
                  <a:cubicBezTo>
                    <a:pt x="11203" y="8960"/>
                    <a:pt x="11188" y="8930"/>
                    <a:pt x="11158" y="8900"/>
                  </a:cubicBezTo>
                  <a:cubicBezTo>
                    <a:pt x="11158" y="8886"/>
                    <a:pt x="11158" y="8871"/>
                    <a:pt x="11158" y="8856"/>
                  </a:cubicBezTo>
                  <a:lnTo>
                    <a:pt x="11173" y="8841"/>
                  </a:lnTo>
                  <a:cubicBezTo>
                    <a:pt x="11188" y="8811"/>
                    <a:pt x="11188" y="8781"/>
                    <a:pt x="11188" y="8736"/>
                  </a:cubicBezTo>
                  <a:cubicBezTo>
                    <a:pt x="11173" y="8706"/>
                    <a:pt x="11158" y="8676"/>
                    <a:pt x="11128" y="8661"/>
                  </a:cubicBezTo>
                  <a:cubicBezTo>
                    <a:pt x="11113" y="8572"/>
                    <a:pt x="11113" y="8497"/>
                    <a:pt x="11098" y="8422"/>
                  </a:cubicBezTo>
                  <a:lnTo>
                    <a:pt x="11068" y="8228"/>
                  </a:lnTo>
                  <a:cubicBezTo>
                    <a:pt x="11083" y="8184"/>
                    <a:pt x="11098" y="8154"/>
                    <a:pt x="11113" y="8124"/>
                  </a:cubicBezTo>
                  <a:lnTo>
                    <a:pt x="11113" y="8124"/>
                  </a:lnTo>
                  <a:cubicBezTo>
                    <a:pt x="11083" y="8139"/>
                    <a:pt x="11068" y="8154"/>
                    <a:pt x="11038" y="8154"/>
                  </a:cubicBezTo>
                  <a:cubicBezTo>
                    <a:pt x="11038" y="8139"/>
                    <a:pt x="11023" y="8124"/>
                    <a:pt x="11008" y="8109"/>
                  </a:cubicBezTo>
                  <a:cubicBezTo>
                    <a:pt x="10979" y="7989"/>
                    <a:pt x="10949" y="7885"/>
                    <a:pt x="10919" y="7765"/>
                  </a:cubicBezTo>
                  <a:lnTo>
                    <a:pt x="10919" y="7750"/>
                  </a:lnTo>
                  <a:cubicBezTo>
                    <a:pt x="10919" y="7735"/>
                    <a:pt x="10904" y="7721"/>
                    <a:pt x="10904" y="7706"/>
                  </a:cubicBezTo>
                  <a:lnTo>
                    <a:pt x="10874" y="7601"/>
                  </a:lnTo>
                  <a:cubicBezTo>
                    <a:pt x="10889" y="7601"/>
                    <a:pt x="10889" y="7586"/>
                    <a:pt x="10904" y="7571"/>
                  </a:cubicBezTo>
                  <a:cubicBezTo>
                    <a:pt x="10919" y="7467"/>
                    <a:pt x="10889" y="7377"/>
                    <a:pt x="10859" y="7302"/>
                  </a:cubicBezTo>
                  <a:cubicBezTo>
                    <a:pt x="10769" y="7078"/>
                    <a:pt x="10725" y="6839"/>
                    <a:pt x="10680" y="6600"/>
                  </a:cubicBezTo>
                  <a:cubicBezTo>
                    <a:pt x="10635" y="6466"/>
                    <a:pt x="10590" y="6331"/>
                    <a:pt x="10530" y="6212"/>
                  </a:cubicBezTo>
                  <a:cubicBezTo>
                    <a:pt x="10441" y="5973"/>
                    <a:pt x="10366" y="5734"/>
                    <a:pt x="10291" y="5510"/>
                  </a:cubicBezTo>
                  <a:cubicBezTo>
                    <a:pt x="10232" y="5346"/>
                    <a:pt x="10187" y="5166"/>
                    <a:pt x="10112" y="5002"/>
                  </a:cubicBezTo>
                  <a:cubicBezTo>
                    <a:pt x="10038" y="4808"/>
                    <a:pt x="9948" y="4614"/>
                    <a:pt x="9858" y="4420"/>
                  </a:cubicBezTo>
                  <a:cubicBezTo>
                    <a:pt x="9799" y="4270"/>
                    <a:pt x="9724" y="4121"/>
                    <a:pt x="9649" y="3987"/>
                  </a:cubicBezTo>
                  <a:cubicBezTo>
                    <a:pt x="9560" y="3837"/>
                    <a:pt x="9470" y="3688"/>
                    <a:pt x="9365" y="3553"/>
                  </a:cubicBezTo>
                  <a:cubicBezTo>
                    <a:pt x="9186" y="3300"/>
                    <a:pt x="9007" y="3061"/>
                    <a:pt x="8828" y="2836"/>
                  </a:cubicBezTo>
                  <a:cubicBezTo>
                    <a:pt x="8663" y="2627"/>
                    <a:pt x="8499" y="2433"/>
                    <a:pt x="8335" y="2239"/>
                  </a:cubicBezTo>
                  <a:close/>
                  <a:moveTo>
                    <a:pt x="5318" y="12844"/>
                  </a:moveTo>
                  <a:lnTo>
                    <a:pt x="5318" y="12873"/>
                  </a:lnTo>
                  <a:cubicBezTo>
                    <a:pt x="5348" y="12873"/>
                    <a:pt x="5363" y="12873"/>
                    <a:pt x="5393" y="12888"/>
                  </a:cubicBezTo>
                  <a:cubicBezTo>
                    <a:pt x="5363" y="12873"/>
                    <a:pt x="5348" y="12858"/>
                    <a:pt x="5318" y="12844"/>
                  </a:cubicBezTo>
                  <a:close/>
                  <a:moveTo>
                    <a:pt x="5318" y="12873"/>
                  </a:moveTo>
                  <a:cubicBezTo>
                    <a:pt x="5303" y="12888"/>
                    <a:pt x="5288" y="12918"/>
                    <a:pt x="5273" y="12933"/>
                  </a:cubicBezTo>
                  <a:cubicBezTo>
                    <a:pt x="5288" y="12933"/>
                    <a:pt x="5303" y="12948"/>
                    <a:pt x="5318" y="12948"/>
                  </a:cubicBezTo>
                  <a:cubicBezTo>
                    <a:pt x="5318" y="12918"/>
                    <a:pt x="5318" y="12903"/>
                    <a:pt x="5318" y="12873"/>
                  </a:cubicBezTo>
                  <a:close/>
                  <a:moveTo>
                    <a:pt x="5437" y="12993"/>
                  </a:moveTo>
                  <a:cubicBezTo>
                    <a:pt x="5422" y="12993"/>
                    <a:pt x="5407" y="12993"/>
                    <a:pt x="5393" y="13008"/>
                  </a:cubicBezTo>
                  <a:cubicBezTo>
                    <a:pt x="5407" y="13008"/>
                    <a:pt x="5422" y="13038"/>
                    <a:pt x="5422" y="13038"/>
                  </a:cubicBezTo>
                  <a:cubicBezTo>
                    <a:pt x="5437" y="13023"/>
                    <a:pt x="5452" y="13023"/>
                    <a:pt x="5467" y="13008"/>
                  </a:cubicBezTo>
                  <a:cubicBezTo>
                    <a:pt x="5452" y="13008"/>
                    <a:pt x="5452" y="12993"/>
                    <a:pt x="5437" y="12993"/>
                  </a:cubicBezTo>
                  <a:close/>
                  <a:moveTo>
                    <a:pt x="2674" y="12903"/>
                  </a:moveTo>
                  <a:lnTo>
                    <a:pt x="2555" y="13053"/>
                  </a:lnTo>
                  <a:cubicBezTo>
                    <a:pt x="2629" y="13023"/>
                    <a:pt x="2659" y="12963"/>
                    <a:pt x="2674" y="12903"/>
                  </a:cubicBezTo>
                  <a:close/>
                  <a:moveTo>
                    <a:pt x="5542" y="13053"/>
                  </a:moveTo>
                  <a:cubicBezTo>
                    <a:pt x="5497" y="13068"/>
                    <a:pt x="5467" y="13082"/>
                    <a:pt x="5422" y="13097"/>
                  </a:cubicBezTo>
                  <a:cubicBezTo>
                    <a:pt x="5437" y="13112"/>
                    <a:pt x="5437" y="13127"/>
                    <a:pt x="5437" y="13142"/>
                  </a:cubicBezTo>
                  <a:cubicBezTo>
                    <a:pt x="5482" y="13127"/>
                    <a:pt x="5527" y="13097"/>
                    <a:pt x="5572" y="13082"/>
                  </a:cubicBezTo>
                  <a:cubicBezTo>
                    <a:pt x="5557" y="13068"/>
                    <a:pt x="5557" y="13068"/>
                    <a:pt x="5542" y="13053"/>
                  </a:cubicBezTo>
                  <a:close/>
                  <a:moveTo>
                    <a:pt x="5482" y="13187"/>
                  </a:moveTo>
                  <a:cubicBezTo>
                    <a:pt x="5452" y="13202"/>
                    <a:pt x="5407" y="13202"/>
                    <a:pt x="5378" y="13217"/>
                  </a:cubicBezTo>
                  <a:cubicBezTo>
                    <a:pt x="5422" y="13247"/>
                    <a:pt x="5467" y="13262"/>
                    <a:pt x="5527" y="13292"/>
                  </a:cubicBezTo>
                  <a:cubicBezTo>
                    <a:pt x="5512" y="13247"/>
                    <a:pt x="5497" y="13217"/>
                    <a:pt x="5482" y="13187"/>
                  </a:cubicBezTo>
                  <a:close/>
                  <a:moveTo>
                    <a:pt x="5198" y="13336"/>
                  </a:moveTo>
                  <a:cubicBezTo>
                    <a:pt x="5213" y="13351"/>
                    <a:pt x="5213" y="13366"/>
                    <a:pt x="5213" y="13381"/>
                  </a:cubicBezTo>
                  <a:cubicBezTo>
                    <a:pt x="5258" y="13366"/>
                    <a:pt x="5288" y="13351"/>
                    <a:pt x="5318" y="13336"/>
                  </a:cubicBezTo>
                  <a:close/>
                  <a:moveTo>
                    <a:pt x="5587" y="13456"/>
                  </a:moveTo>
                  <a:cubicBezTo>
                    <a:pt x="5572" y="13471"/>
                    <a:pt x="5557" y="13471"/>
                    <a:pt x="5557" y="13486"/>
                  </a:cubicBezTo>
                  <a:cubicBezTo>
                    <a:pt x="5557" y="13501"/>
                    <a:pt x="5557" y="13501"/>
                    <a:pt x="5557" y="13516"/>
                  </a:cubicBezTo>
                  <a:cubicBezTo>
                    <a:pt x="5572" y="13501"/>
                    <a:pt x="5587" y="13501"/>
                    <a:pt x="5587" y="13486"/>
                  </a:cubicBezTo>
                  <a:cubicBezTo>
                    <a:pt x="5602" y="13486"/>
                    <a:pt x="5587" y="13471"/>
                    <a:pt x="5587" y="13456"/>
                  </a:cubicBezTo>
                  <a:close/>
                  <a:moveTo>
                    <a:pt x="4797" y="3220"/>
                  </a:moveTo>
                  <a:cubicBezTo>
                    <a:pt x="4716" y="3220"/>
                    <a:pt x="4653" y="3275"/>
                    <a:pt x="4541" y="3404"/>
                  </a:cubicBezTo>
                  <a:cubicBezTo>
                    <a:pt x="4467" y="3479"/>
                    <a:pt x="4422" y="3568"/>
                    <a:pt x="4377" y="3643"/>
                  </a:cubicBezTo>
                  <a:cubicBezTo>
                    <a:pt x="4362" y="3658"/>
                    <a:pt x="4347" y="3688"/>
                    <a:pt x="4332" y="3703"/>
                  </a:cubicBezTo>
                  <a:cubicBezTo>
                    <a:pt x="4287" y="3837"/>
                    <a:pt x="4242" y="3972"/>
                    <a:pt x="4198" y="4106"/>
                  </a:cubicBezTo>
                  <a:lnTo>
                    <a:pt x="4168" y="4136"/>
                  </a:lnTo>
                  <a:cubicBezTo>
                    <a:pt x="4063" y="4524"/>
                    <a:pt x="3959" y="4913"/>
                    <a:pt x="3854" y="5286"/>
                  </a:cubicBezTo>
                  <a:cubicBezTo>
                    <a:pt x="3824" y="5540"/>
                    <a:pt x="3839" y="5779"/>
                    <a:pt x="3854" y="6018"/>
                  </a:cubicBezTo>
                  <a:cubicBezTo>
                    <a:pt x="3869" y="6063"/>
                    <a:pt x="3884" y="6122"/>
                    <a:pt x="3899" y="6167"/>
                  </a:cubicBezTo>
                  <a:lnTo>
                    <a:pt x="3914" y="6242"/>
                  </a:lnTo>
                  <a:cubicBezTo>
                    <a:pt x="3914" y="6257"/>
                    <a:pt x="3929" y="6272"/>
                    <a:pt x="3929" y="6287"/>
                  </a:cubicBezTo>
                  <a:lnTo>
                    <a:pt x="3944" y="6302"/>
                  </a:lnTo>
                  <a:cubicBezTo>
                    <a:pt x="3929" y="6391"/>
                    <a:pt x="3914" y="6481"/>
                    <a:pt x="3914" y="6585"/>
                  </a:cubicBezTo>
                  <a:cubicBezTo>
                    <a:pt x="3944" y="6645"/>
                    <a:pt x="3974" y="6720"/>
                    <a:pt x="4003" y="6780"/>
                  </a:cubicBezTo>
                  <a:cubicBezTo>
                    <a:pt x="4063" y="6780"/>
                    <a:pt x="4078" y="6735"/>
                    <a:pt x="4078" y="6690"/>
                  </a:cubicBezTo>
                  <a:cubicBezTo>
                    <a:pt x="4093" y="6750"/>
                    <a:pt x="4123" y="6809"/>
                    <a:pt x="4153" y="6869"/>
                  </a:cubicBezTo>
                  <a:lnTo>
                    <a:pt x="4153" y="6884"/>
                  </a:lnTo>
                  <a:cubicBezTo>
                    <a:pt x="4153" y="6899"/>
                    <a:pt x="4153" y="6914"/>
                    <a:pt x="4168" y="6929"/>
                  </a:cubicBezTo>
                  <a:cubicBezTo>
                    <a:pt x="4153" y="6959"/>
                    <a:pt x="4108" y="7004"/>
                    <a:pt x="4123" y="7033"/>
                  </a:cubicBezTo>
                  <a:cubicBezTo>
                    <a:pt x="4168" y="7183"/>
                    <a:pt x="4198" y="7332"/>
                    <a:pt x="4272" y="7467"/>
                  </a:cubicBezTo>
                  <a:cubicBezTo>
                    <a:pt x="4377" y="7646"/>
                    <a:pt x="4526" y="7810"/>
                    <a:pt x="4661" y="7989"/>
                  </a:cubicBezTo>
                  <a:cubicBezTo>
                    <a:pt x="4705" y="8109"/>
                    <a:pt x="4691" y="8258"/>
                    <a:pt x="4840" y="8333"/>
                  </a:cubicBezTo>
                  <a:lnTo>
                    <a:pt x="4855" y="8333"/>
                  </a:lnTo>
                  <a:cubicBezTo>
                    <a:pt x="4915" y="8378"/>
                    <a:pt x="4959" y="8422"/>
                    <a:pt x="5004" y="8482"/>
                  </a:cubicBezTo>
                  <a:cubicBezTo>
                    <a:pt x="5034" y="8512"/>
                    <a:pt x="5064" y="8557"/>
                    <a:pt x="5094" y="8587"/>
                  </a:cubicBezTo>
                  <a:lnTo>
                    <a:pt x="5109" y="8617"/>
                  </a:lnTo>
                  <a:cubicBezTo>
                    <a:pt x="5109" y="8632"/>
                    <a:pt x="5124" y="8632"/>
                    <a:pt x="5124" y="8647"/>
                  </a:cubicBezTo>
                  <a:cubicBezTo>
                    <a:pt x="5183" y="8766"/>
                    <a:pt x="5273" y="8871"/>
                    <a:pt x="5378" y="8975"/>
                  </a:cubicBezTo>
                  <a:cubicBezTo>
                    <a:pt x="5482" y="9110"/>
                    <a:pt x="5587" y="9229"/>
                    <a:pt x="5691" y="9363"/>
                  </a:cubicBezTo>
                  <a:cubicBezTo>
                    <a:pt x="5900" y="9662"/>
                    <a:pt x="6109" y="9946"/>
                    <a:pt x="6304" y="10245"/>
                  </a:cubicBezTo>
                  <a:cubicBezTo>
                    <a:pt x="6408" y="10394"/>
                    <a:pt x="6498" y="10558"/>
                    <a:pt x="6587" y="10723"/>
                  </a:cubicBezTo>
                  <a:cubicBezTo>
                    <a:pt x="6587" y="10738"/>
                    <a:pt x="6587" y="10738"/>
                    <a:pt x="6602" y="10752"/>
                  </a:cubicBezTo>
                  <a:cubicBezTo>
                    <a:pt x="6632" y="10812"/>
                    <a:pt x="6662" y="10887"/>
                    <a:pt x="6692" y="10947"/>
                  </a:cubicBezTo>
                  <a:lnTo>
                    <a:pt x="6692" y="10962"/>
                  </a:lnTo>
                  <a:lnTo>
                    <a:pt x="6707" y="10962"/>
                  </a:lnTo>
                  <a:cubicBezTo>
                    <a:pt x="6752" y="11066"/>
                    <a:pt x="6782" y="11171"/>
                    <a:pt x="6826" y="11290"/>
                  </a:cubicBezTo>
                  <a:lnTo>
                    <a:pt x="6826" y="11305"/>
                  </a:lnTo>
                  <a:cubicBezTo>
                    <a:pt x="6871" y="11440"/>
                    <a:pt x="6901" y="11559"/>
                    <a:pt x="6931" y="11693"/>
                  </a:cubicBezTo>
                  <a:cubicBezTo>
                    <a:pt x="6931" y="11738"/>
                    <a:pt x="6946" y="11768"/>
                    <a:pt x="6946" y="11798"/>
                  </a:cubicBezTo>
                  <a:cubicBezTo>
                    <a:pt x="6961" y="11873"/>
                    <a:pt x="6946" y="11947"/>
                    <a:pt x="6961" y="12022"/>
                  </a:cubicBezTo>
                  <a:cubicBezTo>
                    <a:pt x="7006" y="12261"/>
                    <a:pt x="7021" y="12485"/>
                    <a:pt x="7035" y="12724"/>
                  </a:cubicBezTo>
                  <a:cubicBezTo>
                    <a:pt x="7035" y="12978"/>
                    <a:pt x="7006" y="13232"/>
                    <a:pt x="6886" y="13471"/>
                  </a:cubicBezTo>
                  <a:cubicBezTo>
                    <a:pt x="6818" y="13615"/>
                    <a:pt x="6727" y="13687"/>
                    <a:pt x="6625" y="13687"/>
                  </a:cubicBezTo>
                  <a:cubicBezTo>
                    <a:pt x="6547" y="13687"/>
                    <a:pt x="6462" y="13645"/>
                    <a:pt x="6378" y="13560"/>
                  </a:cubicBezTo>
                  <a:cubicBezTo>
                    <a:pt x="6244" y="13441"/>
                    <a:pt x="6154" y="13292"/>
                    <a:pt x="6065" y="13142"/>
                  </a:cubicBezTo>
                  <a:cubicBezTo>
                    <a:pt x="5781" y="12679"/>
                    <a:pt x="5617" y="12186"/>
                    <a:pt x="5452" y="11693"/>
                  </a:cubicBezTo>
                  <a:cubicBezTo>
                    <a:pt x="5094" y="10678"/>
                    <a:pt x="4661" y="9707"/>
                    <a:pt x="4003" y="8841"/>
                  </a:cubicBezTo>
                  <a:cubicBezTo>
                    <a:pt x="3959" y="8796"/>
                    <a:pt x="3914" y="8736"/>
                    <a:pt x="3839" y="8721"/>
                  </a:cubicBezTo>
                  <a:cubicBezTo>
                    <a:pt x="3854" y="8661"/>
                    <a:pt x="3809" y="8617"/>
                    <a:pt x="3779" y="8572"/>
                  </a:cubicBezTo>
                  <a:cubicBezTo>
                    <a:pt x="3690" y="8452"/>
                    <a:pt x="3585" y="8318"/>
                    <a:pt x="3466" y="8198"/>
                  </a:cubicBezTo>
                  <a:cubicBezTo>
                    <a:pt x="3346" y="8049"/>
                    <a:pt x="3212" y="7915"/>
                    <a:pt x="3063" y="7810"/>
                  </a:cubicBezTo>
                  <a:cubicBezTo>
                    <a:pt x="2946" y="7730"/>
                    <a:pt x="2843" y="7689"/>
                    <a:pt x="2744" y="7689"/>
                  </a:cubicBezTo>
                  <a:cubicBezTo>
                    <a:pt x="2641" y="7689"/>
                    <a:pt x="2542" y="7734"/>
                    <a:pt x="2435" y="7825"/>
                  </a:cubicBezTo>
                  <a:cubicBezTo>
                    <a:pt x="2166" y="8064"/>
                    <a:pt x="2062" y="8393"/>
                    <a:pt x="1972" y="8736"/>
                  </a:cubicBezTo>
                  <a:cubicBezTo>
                    <a:pt x="1972" y="8751"/>
                    <a:pt x="1972" y="8766"/>
                    <a:pt x="1972" y="8781"/>
                  </a:cubicBezTo>
                  <a:lnTo>
                    <a:pt x="1957" y="8796"/>
                  </a:lnTo>
                  <a:cubicBezTo>
                    <a:pt x="1957" y="8811"/>
                    <a:pt x="1957" y="8811"/>
                    <a:pt x="1957" y="8826"/>
                  </a:cubicBezTo>
                  <a:cubicBezTo>
                    <a:pt x="1942" y="8871"/>
                    <a:pt x="1927" y="8900"/>
                    <a:pt x="1912" y="8945"/>
                  </a:cubicBezTo>
                  <a:lnTo>
                    <a:pt x="1838" y="9199"/>
                  </a:lnTo>
                  <a:lnTo>
                    <a:pt x="1823" y="9199"/>
                  </a:lnTo>
                  <a:cubicBezTo>
                    <a:pt x="1703" y="9289"/>
                    <a:pt x="1718" y="9408"/>
                    <a:pt x="1838" y="9573"/>
                  </a:cubicBezTo>
                  <a:cubicBezTo>
                    <a:pt x="1853" y="9602"/>
                    <a:pt x="1868" y="9647"/>
                    <a:pt x="1868" y="9677"/>
                  </a:cubicBezTo>
                  <a:cubicBezTo>
                    <a:pt x="1868" y="9722"/>
                    <a:pt x="1868" y="9767"/>
                    <a:pt x="1853" y="9782"/>
                  </a:cubicBezTo>
                  <a:cubicBezTo>
                    <a:pt x="1688" y="9812"/>
                    <a:pt x="1808" y="9901"/>
                    <a:pt x="1823" y="9946"/>
                  </a:cubicBezTo>
                  <a:cubicBezTo>
                    <a:pt x="1987" y="10170"/>
                    <a:pt x="2032" y="10484"/>
                    <a:pt x="2256" y="10693"/>
                  </a:cubicBezTo>
                  <a:cubicBezTo>
                    <a:pt x="2294" y="10731"/>
                    <a:pt x="2321" y="10822"/>
                    <a:pt x="2401" y="10822"/>
                  </a:cubicBezTo>
                  <a:cubicBezTo>
                    <a:pt x="2416" y="10822"/>
                    <a:pt x="2432" y="10819"/>
                    <a:pt x="2450" y="10812"/>
                  </a:cubicBezTo>
                  <a:cubicBezTo>
                    <a:pt x="2480" y="10857"/>
                    <a:pt x="2540" y="10902"/>
                    <a:pt x="2585" y="10962"/>
                  </a:cubicBezTo>
                  <a:lnTo>
                    <a:pt x="2614" y="10991"/>
                  </a:lnTo>
                  <a:lnTo>
                    <a:pt x="2629" y="11006"/>
                  </a:lnTo>
                  <a:cubicBezTo>
                    <a:pt x="2764" y="11201"/>
                    <a:pt x="2883" y="11395"/>
                    <a:pt x="3018" y="11574"/>
                  </a:cubicBezTo>
                  <a:cubicBezTo>
                    <a:pt x="3018" y="11574"/>
                    <a:pt x="3018" y="11574"/>
                    <a:pt x="3018" y="11574"/>
                  </a:cubicBezTo>
                  <a:lnTo>
                    <a:pt x="3018" y="11574"/>
                  </a:lnTo>
                  <a:cubicBezTo>
                    <a:pt x="3033" y="11649"/>
                    <a:pt x="3077" y="11708"/>
                    <a:pt x="3137" y="11753"/>
                  </a:cubicBezTo>
                  <a:cubicBezTo>
                    <a:pt x="3167" y="11798"/>
                    <a:pt x="3182" y="11843"/>
                    <a:pt x="3212" y="11888"/>
                  </a:cubicBezTo>
                  <a:cubicBezTo>
                    <a:pt x="3257" y="11977"/>
                    <a:pt x="3302" y="12082"/>
                    <a:pt x="3361" y="12171"/>
                  </a:cubicBezTo>
                  <a:lnTo>
                    <a:pt x="3361" y="12186"/>
                  </a:lnTo>
                  <a:cubicBezTo>
                    <a:pt x="3481" y="12455"/>
                    <a:pt x="3570" y="12724"/>
                    <a:pt x="3585" y="13008"/>
                  </a:cubicBezTo>
                  <a:cubicBezTo>
                    <a:pt x="3585" y="13068"/>
                    <a:pt x="3585" y="13127"/>
                    <a:pt x="3555" y="13187"/>
                  </a:cubicBezTo>
                  <a:cubicBezTo>
                    <a:pt x="3526" y="13262"/>
                    <a:pt x="3466" y="13336"/>
                    <a:pt x="3496" y="13426"/>
                  </a:cubicBezTo>
                  <a:cubicBezTo>
                    <a:pt x="3379" y="13521"/>
                    <a:pt x="3248" y="13571"/>
                    <a:pt x="3107" y="13571"/>
                  </a:cubicBezTo>
                  <a:cubicBezTo>
                    <a:pt x="3049" y="13571"/>
                    <a:pt x="2989" y="13563"/>
                    <a:pt x="2928" y="13545"/>
                  </a:cubicBezTo>
                  <a:cubicBezTo>
                    <a:pt x="2883" y="13501"/>
                    <a:pt x="2824" y="13456"/>
                    <a:pt x="2764" y="13456"/>
                  </a:cubicBezTo>
                  <a:cubicBezTo>
                    <a:pt x="2749" y="13441"/>
                    <a:pt x="2719" y="13426"/>
                    <a:pt x="2704" y="13426"/>
                  </a:cubicBezTo>
                  <a:cubicBezTo>
                    <a:pt x="2525" y="13112"/>
                    <a:pt x="2331" y="12799"/>
                    <a:pt x="2166" y="12485"/>
                  </a:cubicBezTo>
                  <a:cubicBezTo>
                    <a:pt x="2032" y="12246"/>
                    <a:pt x="1942" y="11977"/>
                    <a:pt x="1838" y="11723"/>
                  </a:cubicBezTo>
                  <a:cubicBezTo>
                    <a:pt x="1808" y="11664"/>
                    <a:pt x="1778" y="11604"/>
                    <a:pt x="1763" y="11559"/>
                  </a:cubicBezTo>
                  <a:cubicBezTo>
                    <a:pt x="1674" y="11410"/>
                    <a:pt x="1599" y="11260"/>
                    <a:pt x="1524" y="11126"/>
                  </a:cubicBezTo>
                  <a:cubicBezTo>
                    <a:pt x="1464" y="10991"/>
                    <a:pt x="1405" y="10857"/>
                    <a:pt x="1315" y="10738"/>
                  </a:cubicBezTo>
                  <a:cubicBezTo>
                    <a:pt x="1225" y="10633"/>
                    <a:pt x="1106" y="10528"/>
                    <a:pt x="972" y="10499"/>
                  </a:cubicBezTo>
                  <a:cubicBezTo>
                    <a:pt x="909" y="10479"/>
                    <a:pt x="848" y="10470"/>
                    <a:pt x="788" y="10470"/>
                  </a:cubicBezTo>
                  <a:cubicBezTo>
                    <a:pt x="618" y="10470"/>
                    <a:pt x="458" y="10545"/>
                    <a:pt x="314" y="10678"/>
                  </a:cubicBezTo>
                  <a:cubicBezTo>
                    <a:pt x="180" y="10797"/>
                    <a:pt x="60" y="10962"/>
                    <a:pt x="60" y="11171"/>
                  </a:cubicBezTo>
                  <a:cubicBezTo>
                    <a:pt x="1" y="11425"/>
                    <a:pt x="46" y="11649"/>
                    <a:pt x="225" y="11843"/>
                  </a:cubicBezTo>
                  <a:lnTo>
                    <a:pt x="225" y="11858"/>
                  </a:lnTo>
                  <a:cubicBezTo>
                    <a:pt x="270" y="11903"/>
                    <a:pt x="299" y="11962"/>
                    <a:pt x="344" y="12022"/>
                  </a:cubicBezTo>
                  <a:cubicBezTo>
                    <a:pt x="494" y="12291"/>
                    <a:pt x="628" y="12590"/>
                    <a:pt x="897" y="12799"/>
                  </a:cubicBezTo>
                  <a:cubicBezTo>
                    <a:pt x="882" y="12739"/>
                    <a:pt x="852" y="12694"/>
                    <a:pt x="837" y="12634"/>
                  </a:cubicBezTo>
                  <a:cubicBezTo>
                    <a:pt x="777" y="12485"/>
                    <a:pt x="733" y="12351"/>
                    <a:pt x="673" y="12201"/>
                  </a:cubicBezTo>
                  <a:cubicBezTo>
                    <a:pt x="523" y="11843"/>
                    <a:pt x="329" y="11499"/>
                    <a:pt x="404" y="11081"/>
                  </a:cubicBezTo>
                  <a:cubicBezTo>
                    <a:pt x="434" y="10932"/>
                    <a:pt x="464" y="10797"/>
                    <a:pt x="598" y="10723"/>
                  </a:cubicBezTo>
                  <a:cubicBezTo>
                    <a:pt x="747" y="10723"/>
                    <a:pt x="882" y="10752"/>
                    <a:pt x="972" y="10857"/>
                  </a:cubicBezTo>
                  <a:cubicBezTo>
                    <a:pt x="1046" y="10947"/>
                    <a:pt x="1106" y="11051"/>
                    <a:pt x="1151" y="11156"/>
                  </a:cubicBezTo>
                  <a:cubicBezTo>
                    <a:pt x="1285" y="11410"/>
                    <a:pt x="1420" y="11649"/>
                    <a:pt x="1539" y="11903"/>
                  </a:cubicBezTo>
                  <a:cubicBezTo>
                    <a:pt x="1674" y="12231"/>
                    <a:pt x="1793" y="12575"/>
                    <a:pt x="1957" y="12888"/>
                  </a:cubicBezTo>
                  <a:cubicBezTo>
                    <a:pt x="2062" y="13112"/>
                    <a:pt x="2226" y="13321"/>
                    <a:pt x="2361" y="13545"/>
                  </a:cubicBezTo>
                  <a:lnTo>
                    <a:pt x="2361" y="13531"/>
                  </a:lnTo>
                  <a:cubicBezTo>
                    <a:pt x="2450" y="13620"/>
                    <a:pt x="2555" y="13695"/>
                    <a:pt x="2644" y="13770"/>
                  </a:cubicBezTo>
                  <a:lnTo>
                    <a:pt x="2719" y="13784"/>
                  </a:lnTo>
                  <a:cubicBezTo>
                    <a:pt x="2749" y="13814"/>
                    <a:pt x="2779" y="13814"/>
                    <a:pt x="2809" y="13814"/>
                  </a:cubicBezTo>
                  <a:lnTo>
                    <a:pt x="2868" y="13829"/>
                  </a:lnTo>
                  <a:lnTo>
                    <a:pt x="2839" y="13814"/>
                  </a:lnTo>
                  <a:cubicBezTo>
                    <a:pt x="2853" y="13814"/>
                    <a:pt x="2868" y="13814"/>
                    <a:pt x="2868" y="13829"/>
                  </a:cubicBezTo>
                  <a:lnTo>
                    <a:pt x="2883" y="13829"/>
                  </a:lnTo>
                  <a:cubicBezTo>
                    <a:pt x="2928" y="13829"/>
                    <a:pt x="2988" y="13844"/>
                    <a:pt x="3048" y="13844"/>
                  </a:cubicBezTo>
                  <a:cubicBezTo>
                    <a:pt x="3092" y="13844"/>
                    <a:pt x="3137" y="13829"/>
                    <a:pt x="3182" y="13829"/>
                  </a:cubicBezTo>
                  <a:cubicBezTo>
                    <a:pt x="3466" y="13784"/>
                    <a:pt x="3705" y="13680"/>
                    <a:pt x="3824" y="13396"/>
                  </a:cubicBezTo>
                  <a:cubicBezTo>
                    <a:pt x="3839" y="13396"/>
                    <a:pt x="3839" y="13381"/>
                    <a:pt x="3839" y="13381"/>
                  </a:cubicBezTo>
                  <a:cubicBezTo>
                    <a:pt x="3854" y="13321"/>
                    <a:pt x="3869" y="13277"/>
                    <a:pt x="3884" y="13217"/>
                  </a:cubicBezTo>
                  <a:cubicBezTo>
                    <a:pt x="3914" y="13097"/>
                    <a:pt x="3929" y="12978"/>
                    <a:pt x="3959" y="12873"/>
                  </a:cubicBezTo>
                  <a:cubicBezTo>
                    <a:pt x="4033" y="12485"/>
                    <a:pt x="4108" y="12097"/>
                    <a:pt x="4183" y="11708"/>
                  </a:cubicBezTo>
                  <a:cubicBezTo>
                    <a:pt x="4257" y="11290"/>
                    <a:pt x="4153" y="10872"/>
                    <a:pt x="4003" y="10484"/>
                  </a:cubicBezTo>
                  <a:lnTo>
                    <a:pt x="3974" y="10379"/>
                  </a:lnTo>
                  <a:cubicBezTo>
                    <a:pt x="3914" y="10230"/>
                    <a:pt x="3854" y="10080"/>
                    <a:pt x="3794" y="9946"/>
                  </a:cubicBezTo>
                  <a:cubicBezTo>
                    <a:pt x="3720" y="9812"/>
                    <a:pt x="3645" y="9677"/>
                    <a:pt x="3570" y="9543"/>
                  </a:cubicBezTo>
                  <a:lnTo>
                    <a:pt x="3451" y="9289"/>
                  </a:lnTo>
                  <a:cubicBezTo>
                    <a:pt x="3316" y="9020"/>
                    <a:pt x="3257" y="8736"/>
                    <a:pt x="3018" y="8527"/>
                  </a:cubicBezTo>
                  <a:cubicBezTo>
                    <a:pt x="3003" y="8497"/>
                    <a:pt x="2988" y="8467"/>
                    <a:pt x="2973" y="8437"/>
                  </a:cubicBezTo>
                  <a:cubicBezTo>
                    <a:pt x="2898" y="8333"/>
                    <a:pt x="2824" y="8228"/>
                    <a:pt x="2764" y="8124"/>
                  </a:cubicBezTo>
                  <a:cubicBezTo>
                    <a:pt x="2734" y="8079"/>
                    <a:pt x="2719" y="8019"/>
                    <a:pt x="2809" y="8019"/>
                  </a:cubicBezTo>
                  <a:cubicBezTo>
                    <a:pt x="2913" y="8094"/>
                    <a:pt x="3003" y="8154"/>
                    <a:pt x="3107" y="8228"/>
                  </a:cubicBezTo>
                  <a:cubicBezTo>
                    <a:pt x="3242" y="8378"/>
                    <a:pt x="3391" y="8527"/>
                    <a:pt x="3540" y="8676"/>
                  </a:cubicBezTo>
                  <a:cubicBezTo>
                    <a:pt x="3660" y="8826"/>
                    <a:pt x="3765" y="8960"/>
                    <a:pt x="3884" y="9110"/>
                  </a:cubicBezTo>
                  <a:cubicBezTo>
                    <a:pt x="3989" y="9259"/>
                    <a:pt x="4093" y="9393"/>
                    <a:pt x="4183" y="9543"/>
                  </a:cubicBezTo>
                  <a:cubicBezTo>
                    <a:pt x="4257" y="9662"/>
                    <a:pt x="4317" y="9782"/>
                    <a:pt x="4377" y="9901"/>
                  </a:cubicBezTo>
                  <a:cubicBezTo>
                    <a:pt x="4571" y="10334"/>
                    <a:pt x="4750" y="10767"/>
                    <a:pt x="4944" y="11201"/>
                  </a:cubicBezTo>
                  <a:cubicBezTo>
                    <a:pt x="5019" y="11425"/>
                    <a:pt x="5064" y="11649"/>
                    <a:pt x="5139" y="11858"/>
                  </a:cubicBezTo>
                  <a:cubicBezTo>
                    <a:pt x="5378" y="12500"/>
                    <a:pt x="5587" y="13142"/>
                    <a:pt x="6035" y="13680"/>
                  </a:cubicBezTo>
                  <a:cubicBezTo>
                    <a:pt x="5960" y="13695"/>
                    <a:pt x="5900" y="13695"/>
                    <a:pt x="5841" y="13710"/>
                  </a:cubicBezTo>
                  <a:cubicBezTo>
                    <a:pt x="5826" y="13740"/>
                    <a:pt x="5826" y="13770"/>
                    <a:pt x="5811" y="13799"/>
                  </a:cubicBezTo>
                  <a:cubicBezTo>
                    <a:pt x="5841" y="13799"/>
                    <a:pt x="5885" y="13799"/>
                    <a:pt x="5930" y="13784"/>
                  </a:cubicBezTo>
                  <a:cubicBezTo>
                    <a:pt x="5945" y="13770"/>
                    <a:pt x="5964" y="13766"/>
                    <a:pt x="5982" y="13766"/>
                  </a:cubicBezTo>
                  <a:cubicBezTo>
                    <a:pt x="6001" y="13766"/>
                    <a:pt x="6020" y="13770"/>
                    <a:pt x="6035" y="13770"/>
                  </a:cubicBezTo>
                  <a:lnTo>
                    <a:pt x="6095" y="13770"/>
                  </a:lnTo>
                  <a:cubicBezTo>
                    <a:pt x="6154" y="13814"/>
                    <a:pt x="6214" y="13859"/>
                    <a:pt x="6304" y="13889"/>
                  </a:cubicBezTo>
                  <a:lnTo>
                    <a:pt x="6333" y="13904"/>
                  </a:lnTo>
                  <a:cubicBezTo>
                    <a:pt x="6333" y="13889"/>
                    <a:pt x="6333" y="13889"/>
                    <a:pt x="6333" y="13889"/>
                  </a:cubicBezTo>
                  <a:cubicBezTo>
                    <a:pt x="6498" y="13859"/>
                    <a:pt x="6677" y="13859"/>
                    <a:pt x="6841" y="13814"/>
                  </a:cubicBezTo>
                  <a:cubicBezTo>
                    <a:pt x="7125" y="13710"/>
                    <a:pt x="7185" y="13441"/>
                    <a:pt x="7274" y="13202"/>
                  </a:cubicBezTo>
                  <a:cubicBezTo>
                    <a:pt x="7424" y="12799"/>
                    <a:pt x="7439" y="12381"/>
                    <a:pt x="7454" y="11962"/>
                  </a:cubicBezTo>
                  <a:lnTo>
                    <a:pt x="7454" y="11873"/>
                  </a:lnTo>
                  <a:cubicBezTo>
                    <a:pt x="7454" y="11828"/>
                    <a:pt x="7454" y="11768"/>
                    <a:pt x="7454" y="11723"/>
                  </a:cubicBezTo>
                  <a:cubicBezTo>
                    <a:pt x="7454" y="11693"/>
                    <a:pt x="7454" y="11664"/>
                    <a:pt x="7454" y="11634"/>
                  </a:cubicBezTo>
                  <a:cubicBezTo>
                    <a:pt x="7454" y="11574"/>
                    <a:pt x="7454" y="11499"/>
                    <a:pt x="7454" y="11440"/>
                  </a:cubicBezTo>
                  <a:cubicBezTo>
                    <a:pt x="7439" y="11365"/>
                    <a:pt x="7439" y="11290"/>
                    <a:pt x="7424" y="11216"/>
                  </a:cubicBezTo>
                  <a:cubicBezTo>
                    <a:pt x="7379" y="10812"/>
                    <a:pt x="7304" y="10394"/>
                    <a:pt x="7274" y="9991"/>
                  </a:cubicBezTo>
                  <a:cubicBezTo>
                    <a:pt x="7245" y="9528"/>
                    <a:pt x="7140" y="9065"/>
                    <a:pt x="7080" y="8602"/>
                  </a:cubicBezTo>
                  <a:cubicBezTo>
                    <a:pt x="7050" y="8184"/>
                    <a:pt x="6871" y="7840"/>
                    <a:pt x="6722" y="7467"/>
                  </a:cubicBezTo>
                  <a:lnTo>
                    <a:pt x="6558" y="7153"/>
                  </a:lnTo>
                  <a:cubicBezTo>
                    <a:pt x="6543" y="7123"/>
                    <a:pt x="6543" y="7093"/>
                    <a:pt x="6528" y="7078"/>
                  </a:cubicBezTo>
                  <a:cubicBezTo>
                    <a:pt x="6348" y="6765"/>
                    <a:pt x="6169" y="6466"/>
                    <a:pt x="6005" y="6152"/>
                  </a:cubicBezTo>
                  <a:cubicBezTo>
                    <a:pt x="5990" y="6137"/>
                    <a:pt x="5975" y="6107"/>
                    <a:pt x="5960" y="6093"/>
                  </a:cubicBezTo>
                  <a:cubicBezTo>
                    <a:pt x="5841" y="5854"/>
                    <a:pt x="5751" y="5600"/>
                    <a:pt x="5617" y="5376"/>
                  </a:cubicBezTo>
                  <a:cubicBezTo>
                    <a:pt x="5437" y="5077"/>
                    <a:pt x="5228" y="4793"/>
                    <a:pt x="5019" y="4509"/>
                  </a:cubicBezTo>
                  <a:cubicBezTo>
                    <a:pt x="4765" y="4166"/>
                    <a:pt x="4616" y="3792"/>
                    <a:pt x="4780" y="3374"/>
                  </a:cubicBezTo>
                  <a:cubicBezTo>
                    <a:pt x="4825" y="3374"/>
                    <a:pt x="4870" y="3359"/>
                    <a:pt x="4915" y="3359"/>
                  </a:cubicBezTo>
                  <a:lnTo>
                    <a:pt x="4930" y="3374"/>
                  </a:lnTo>
                  <a:lnTo>
                    <a:pt x="4944" y="3359"/>
                  </a:lnTo>
                  <a:cubicBezTo>
                    <a:pt x="5004" y="3389"/>
                    <a:pt x="5079" y="3419"/>
                    <a:pt x="5154" y="3449"/>
                  </a:cubicBezTo>
                  <a:cubicBezTo>
                    <a:pt x="5154" y="3449"/>
                    <a:pt x="5168" y="3464"/>
                    <a:pt x="5183" y="3464"/>
                  </a:cubicBezTo>
                  <a:lnTo>
                    <a:pt x="5183" y="3464"/>
                  </a:lnTo>
                  <a:lnTo>
                    <a:pt x="5183" y="3464"/>
                  </a:lnTo>
                  <a:cubicBezTo>
                    <a:pt x="5213" y="3494"/>
                    <a:pt x="5258" y="3509"/>
                    <a:pt x="5288" y="3538"/>
                  </a:cubicBezTo>
                  <a:cubicBezTo>
                    <a:pt x="5303" y="3553"/>
                    <a:pt x="5318" y="3553"/>
                    <a:pt x="5333" y="3568"/>
                  </a:cubicBezTo>
                  <a:cubicBezTo>
                    <a:pt x="5437" y="3643"/>
                    <a:pt x="5542" y="3718"/>
                    <a:pt x="5631" y="3792"/>
                  </a:cubicBezTo>
                  <a:cubicBezTo>
                    <a:pt x="5736" y="3897"/>
                    <a:pt x="5826" y="4001"/>
                    <a:pt x="5930" y="4106"/>
                  </a:cubicBezTo>
                  <a:cubicBezTo>
                    <a:pt x="5990" y="4166"/>
                    <a:pt x="6035" y="4226"/>
                    <a:pt x="6095" y="4285"/>
                  </a:cubicBezTo>
                  <a:cubicBezTo>
                    <a:pt x="6050" y="4211"/>
                    <a:pt x="6005" y="4151"/>
                    <a:pt x="5960" y="4091"/>
                  </a:cubicBezTo>
                  <a:cubicBezTo>
                    <a:pt x="5960" y="4091"/>
                    <a:pt x="5960" y="4076"/>
                    <a:pt x="5945" y="4076"/>
                  </a:cubicBezTo>
                  <a:cubicBezTo>
                    <a:pt x="5856" y="3972"/>
                    <a:pt x="5766" y="3867"/>
                    <a:pt x="5661" y="3763"/>
                  </a:cubicBezTo>
                  <a:cubicBezTo>
                    <a:pt x="5587" y="3703"/>
                    <a:pt x="5497" y="3628"/>
                    <a:pt x="5407" y="3553"/>
                  </a:cubicBezTo>
                  <a:cubicBezTo>
                    <a:pt x="5318" y="3479"/>
                    <a:pt x="5213" y="3404"/>
                    <a:pt x="5124" y="3329"/>
                  </a:cubicBezTo>
                  <a:lnTo>
                    <a:pt x="5109" y="3329"/>
                  </a:lnTo>
                  <a:cubicBezTo>
                    <a:pt x="5094" y="3329"/>
                    <a:pt x="5064" y="3314"/>
                    <a:pt x="5034" y="3300"/>
                  </a:cubicBezTo>
                  <a:cubicBezTo>
                    <a:pt x="4927" y="3249"/>
                    <a:pt x="4857" y="3220"/>
                    <a:pt x="4797" y="32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"/>
            <p:cNvSpPr/>
            <p:nvPr/>
          </p:nvSpPr>
          <p:spPr>
            <a:xfrm>
              <a:off x="6731841" y="3711217"/>
              <a:ext cx="2610109" cy="2448801"/>
            </a:xfrm>
            <a:custGeom>
              <a:avLst/>
              <a:gdLst/>
              <a:ahLst/>
              <a:cxnLst/>
              <a:rect l="l" t="t" r="r" b="b"/>
              <a:pathLst>
                <a:path w="8948" h="8395" extrusionOk="0">
                  <a:moveTo>
                    <a:pt x="4765" y="822"/>
                  </a:moveTo>
                  <a:lnTo>
                    <a:pt x="4810" y="837"/>
                  </a:lnTo>
                  <a:cubicBezTo>
                    <a:pt x="4795" y="837"/>
                    <a:pt x="4765" y="837"/>
                    <a:pt x="4750" y="822"/>
                  </a:cubicBezTo>
                  <a:close/>
                  <a:moveTo>
                    <a:pt x="6528" y="2733"/>
                  </a:moveTo>
                  <a:cubicBezTo>
                    <a:pt x="6528" y="2733"/>
                    <a:pt x="6528" y="2748"/>
                    <a:pt x="6528" y="2748"/>
                  </a:cubicBezTo>
                  <a:lnTo>
                    <a:pt x="6498" y="2748"/>
                  </a:lnTo>
                  <a:lnTo>
                    <a:pt x="6528" y="2733"/>
                  </a:lnTo>
                  <a:close/>
                  <a:moveTo>
                    <a:pt x="4915" y="2584"/>
                  </a:moveTo>
                  <a:cubicBezTo>
                    <a:pt x="4870" y="2644"/>
                    <a:pt x="4840" y="2718"/>
                    <a:pt x="4810" y="2778"/>
                  </a:cubicBezTo>
                  <a:cubicBezTo>
                    <a:pt x="4855" y="2808"/>
                    <a:pt x="4915" y="2838"/>
                    <a:pt x="4915" y="2853"/>
                  </a:cubicBezTo>
                  <a:cubicBezTo>
                    <a:pt x="4900" y="2913"/>
                    <a:pt x="4870" y="2972"/>
                    <a:pt x="4840" y="3032"/>
                  </a:cubicBezTo>
                  <a:cubicBezTo>
                    <a:pt x="4855" y="3047"/>
                    <a:pt x="4855" y="3062"/>
                    <a:pt x="4870" y="3062"/>
                  </a:cubicBezTo>
                  <a:cubicBezTo>
                    <a:pt x="4989" y="3017"/>
                    <a:pt x="5109" y="2957"/>
                    <a:pt x="5228" y="2898"/>
                  </a:cubicBezTo>
                  <a:cubicBezTo>
                    <a:pt x="5273" y="2898"/>
                    <a:pt x="5333" y="2898"/>
                    <a:pt x="5378" y="2883"/>
                  </a:cubicBezTo>
                  <a:cubicBezTo>
                    <a:pt x="5333" y="2868"/>
                    <a:pt x="5273" y="2838"/>
                    <a:pt x="5228" y="2808"/>
                  </a:cubicBezTo>
                  <a:lnTo>
                    <a:pt x="5213" y="2808"/>
                  </a:lnTo>
                  <a:cubicBezTo>
                    <a:pt x="5213" y="2793"/>
                    <a:pt x="5198" y="2763"/>
                    <a:pt x="5184" y="2748"/>
                  </a:cubicBezTo>
                  <a:cubicBezTo>
                    <a:pt x="5213" y="2718"/>
                    <a:pt x="5243" y="2689"/>
                    <a:pt x="5258" y="2674"/>
                  </a:cubicBezTo>
                  <a:cubicBezTo>
                    <a:pt x="5228" y="2674"/>
                    <a:pt x="5198" y="2674"/>
                    <a:pt x="5169" y="2689"/>
                  </a:cubicBezTo>
                  <a:cubicBezTo>
                    <a:pt x="5139" y="2704"/>
                    <a:pt x="5124" y="2733"/>
                    <a:pt x="5109" y="2748"/>
                  </a:cubicBezTo>
                  <a:lnTo>
                    <a:pt x="4930" y="2748"/>
                  </a:lnTo>
                  <a:cubicBezTo>
                    <a:pt x="4945" y="2718"/>
                    <a:pt x="4974" y="2689"/>
                    <a:pt x="4989" y="2659"/>
                  </a:cubicBezTo>
                  <a:cubicBezTo>
                    <a:pt x="4960" y="2629"/>
                    <a:pt x="4930" y="2599"/>
                    <a:pt x="4915" y="2584"/>
                  </a:cubicBezTo>
                  <a:close/>
                  <a:moveTo>
                    <a:pt x="7063" y="3531"/>
                  </a:moveTo>
                  <a:cubicBezTo>
                    <a:pt x="7069" y="3531"/>
                    <a:pt x="7075" y="3537"/>
                    <a:pt x="7080" y="3555"/>
                  </a:cubicBezTo>
                  <a:lnTo>
                    <a:pt x="7036" y="3555"/>
                  </a:lnTo>
                  <a:cubicBezTo>
                    <a:pt x="7045" y="3546"/>
                    <a:pt x="7054" y="3531"/>
                    <a:pt x="7063" y="3531"/>
                  </a:cubicBezTo>
                  <a:close/>
                  <a:moveTo>
                    <a:pt x="4989" y="3570"/>
                  </a:moveTo>
                  <a:cubicBezTo>
                    <a:pt x="4974" y="3600"/>
                    <a:pt x="4945" y="3630"/>
                    <a:pt x="4930" y="3659"/>
                  </a:cubicBezTo>
                  <a:cubicBezTo>
                    <a:pt x="4915" y="3689"/>
                    <a:pt x="4915" y="3734"/>
                    <a:pt x="4900" y="3779"/>
                  </a:cubicBezTo>
                  <a:cubicBezTo>
                    <a:pt x="4900" y="3824"/>
                    <a:pt x="4900" y="3869"/>
                    <a:pt x="4885" y="3913"/>
                  </a:cubicBezTo>
                  <a:cubicBezTo>
                    <a:pt x="5094" y="3854"/>
                    <a:pt x="5139" y="3779"/>
                    <a:pt x="5079" y="3674"/>
                  </a:cubicBezTo>
                  <a:cubicBezTo>
                    <a:pt x="5064" y="3659"/>
                    <a:pt x="5049" y="3644"/>
                    <a:pt x="5034" y="3644"/>
                  </a:cubicBezTo>
                  <a:cubicBezTo>
                    <a:pt x="5019" y="3615"/>
                    <a:pt x="5004" y="3585"/>
                    <a:pt x="4989" y="3570"/>
                  </a:cubicBezTo>
                  <a:close/>
                  <a:moveTo>
                    <a:pt x="4840" y="4317"/>
                  </a:moveTo>
                  <a:cubicBezTo>
                    <a:pt x="4825" y="4332"/>
                    <a:pt x="4795" y="4332"/>
                    <a:pt x="4780" y="4332"/>
                  </a:cubicBezTo>
                  <a:cubicBezTo>
                    <a:pt x="4795" y="4376"/>
                    <a:pt x="4810" y="4421"/>
                    <a:pt x="4810" y="4466"/>
                  </a:cubicBezTo>
                  <a:cubicBezTo>
                    <a:pt x="4825" y="4421"/>
                    <a:pt x="4825" y="4376"/>
                    <a:pt x="4840" y="4317"/>
                  </a:cubicBezTo>
                  <a:close/>
                  <a:moveTo>
                    <a:pt x="4511" y="4078"/>
                  </a:moveTo>
                  <a:cubicBezTo>
                    <a:pt x="4482" y="4137"/>
                    <a:pt x="4422" y="4182"/>
                    <a:pt x="4422" y="4227"/>
                  </a:cubicBezTo>
                  <a:cubicBezTo>
                    <a:pt x="4437" y="4302"/>
                    <a:pt x="4496" y="4376"/>
                    <a:pt x="4526" y="4436"/>
                  </a:cubicBezTo>
                  <a:cubicBezTo>
                    <a:pt x="4482" y="4571"/>
                    <a:pt x="4601" y="4556"/>
                    <a:pt x="4661" y="4585"/>
                  </a:cubicBezTo>
                  <a:lnTo>
                    <a:pt x="4750" y="4585"/>
                  </a:lnTo>
                  <a:cubicBezTo>
                    <a:pt x="4758" y="4593"/>
                    <a:pt x="4765" y="4597"/>
                    <a:pt x="4773" y="4597"/>
                  </a:cubicBezTo>
                  <a:cubicBezTo>
                    <a:pt x="4780" y="4597"/>
                    <a:pt x="4788" y="4593"/>
                    <a:pt x="4795" y="4585"/>
                  </a:cubicBezTo>
                  <a:cubicBezTo>
                    <a:pt x="4795" y="4556"/>
                    <a:pt x="4810" y="4511"/>
                    <a:pt x="4810" y="4466"/>
                  </a:cubicBezTo>
                  <a:lnTo>
                    <a:pt x="4810" y="4466"/>
                  </a:lnTo>
                  <a:cubicBezTo>
                    <a:pt x="4795" y="4496"/>
                    <a:pt x="4765" y="4511"/>
                    <a:pt x="4735" y="4541"/>
                  </a:cubicBezTo>
                  <a:lnTo>
                    <a:pt x="4706" y="4541"/>
                  </a:lnTo>
                  <a:cubicBezTo>
                    <a:pt x="4676" y="4481"/>
                    <a:pt x="4661" y="4421"/>
                    <a:pt x="4646" y="4361"/>
                  </a:cubicBezTo>
                  <a:cubicBezTo>
                    <a:pt x="4661" y="4332"/>
                    <a:pt x="4646" y="4287"/>
                    <a:pt x="4676" y="4272"/>
                  </a:cubicBezTo>
                  <a:lnTo>
                    <a:pt x="4676" y="4272"/>
                  </a:lnTo>
                  <a:cubicBezTo>
                    <a:pt x="4676" y="4272"/>
                    <a:pt x="4676" y="4272"/>
                    <a:pt x="4676" y="4272"/>
                  </a:cubicBezTo>
                  <a:cubicBezTo>
                    <a:pt x="4646" y="4242"/>
                    <a:pt x="4616" y="4197"/>
                    <a:pt x="4586" y="4167"/>
                  </a:cubicBezTo>
                  <a:cubicBezTo>
                    <a:pt x="4571" y="4137"/>
                    <a:pt x="4541" y="4108"/>
                    <a:pt x="4511" y="4078"/>
                  </a:cubicBezTo>
                  <a:close/>
                  <a:moveTo>
                    <a:pt x="4885" y="4675"/>
                  </a:moveTo>
                  <a:cubicBezTo>
                    <a:pt x="4885" y="4675"/>
                    <a:pt x="4870" y="4690"/>
                    <a:pt x="4885" y="4705"/>
                  </a:cubicBezTo>
                  <a:cubicBezTo>
                    <a:pt x="4885" y="4720"/>
                    <a:pt x="4900" y="4720"/>
                    <a:pt x="4900" y="4735"/>
                  </a:cubicBezTo>
                  <a:cubicBezTo>
                    <a:pt x="4915" y="4735"/>
                    <a:pt x="4915" y="4720"/>
                    <a:pt x="4930" y="4705"/>
                  </a:cubicBezTo>
                  <a:cubicBezTo>
                    <a:pt x="4915" y="4690"/>
                    <a:pt x="4900" y="4675"/>
                    <a:pt x="4885" y="4675"/>
                  </a:cubicBezTo>
                  <a:close/>
                  <a:moveTo>
                    <a:pt x="5079" y="4660"/>
                  </a:moveTo>
                  <a:cubicBezTo>
                    <a:pt x="5079" y="4705"/>
                    <a:pt x="5079" y="4735"/>
                    <a:pt x="5079" y="4780"/>
                  </a:cubicBezTo>
                  <a:cubicBezTo>
                    <a:pt x="5079" y="4780"/>
                    <a:pt x="5079" y="4780"/>
                    <a:pt x="5079" y="4795"/>
                  </a:cubicBezTo>
                  <a:cubicBezTo>
                    <a:pt x="5094" y="4750"/>
                    <a:pt x="5109" y="4720"/>
                    <a:pt x="5124" y="4675"/>
                  </a:cubicBezTo>
                  <a:cubicBezTo>
                    <a:pt x="5124" y="4675"/>
                    <a:pt x="5094" y="4675"/>
                    <a:pt x="5079" y="4660"/>
                  </a:cubicBezTo>
                  <a:close/>
                  <a:moveTo>
                    <a:pt x="4048" y="4615"/>
                  </a:moveTo>
                  <a:cubicBezTo>
                    <a:pt x="4004" y="4690"/>
                    <a:pt x="3974" y="4765"/>
                    <a:pt x="3929" y="4854"/>
                  </a:cubicBezTo>
                  <a:cubicBezTo>
                    <a:pt x="4108" y="4780"/>
                    <a:pt x="4108" y="4765"/>
                    <a:pt x="4048" y="4615"/>
                  </a:cubicBezTo>
                  <a:close/>
                  <a:moveTo>
                    <a:pt x="7618" y="4944"/>
                  </a:moveTo>
                  <a:cubicBezTo>
                    <a:pt x="7618" y="4959"/>
                    <a:pt x="7633" y="4974"/>
                    <a:pt x="7633" y="4974"/>
                  </a:cubicBezTo>
                  <a:lnTo>
                    <a:pt x="7618" y="4974"/>
                  </a:lnTo>
                  <a:cubicBezTo>
                    <a:pt x="7618" y="4974"/>
                    <a:pt x="7618" y="4959"/>
                    <a:pt x="7618" y="4944"/>
                  </a:cubicBezTo>
                  <a:close/>
                  <a:moveTo>
                    <a:pt x="4482" y="4974"/>
                  </a:moveTo>
                  <a:cubicBezTo>
                    <a:pt x="4467" y="4974"/>
                    <a:pt x="4452" y="4989"/>
                    <a:pt x="4452" y="4989"/>
                  </a:cubicBezTo>
                  <a:cubicBezTo>
                    <a:pt x="4452" y="5004"/>
                    <a:pt x="4467" y="5019"/>
                    <a:pt x="4482" y="5019"/>
                  </a:cubicBezTo>
                  <a:cubicBezTo>
                    <a:pt x="4482" y="5019"/>
                    <a:pt x="4496" y="5019"/>
                    <a:pt x="4496" y="5004"/>
                  </a:cubicBezTo>
                  <a:cubicBezTo>
                    <a:pt x="4496" y="4989"/>
                    <a:pt x="4482" y="4989"/>
                    <a:pt x="4482" y="4974"/>
                  </a:cubicBezTo>
                  <a:close/>
                  <a:moveTo>
                    <a:pt x="5079" y="4795"/>
                  </a:moveTo>
                  <a:lnTo>
                    <a:pt x="5079" y="4795"/>
                  </a:lnTo>
                  <a:cubicBezTo>
                    <a:pt x="4945" y="4824"/>
                    <a:pt x="5109" y="4884"/>
                    <a:pt x="5079" y="4929"/>
                  </a:cubicBezTo>
                  <a:cubicBezTo>
                    <a:pt x="5004" y="5034"/>
                    <a:pt x="5094" y="5063"/>
                    <a:pt x="5154" y="5108"/>
                  </a:cubicBezTo>
                  <a:cubicBezTo>
                    <a:pt x="5169" y="5108"/>
                    <a:pt x="5198" y="5093"/>
                    <a:pt x="5198" y="5078"/>
                  </a:cubicBezTo>
                  <a:cubicBezTo>
                    <a:pt x="5213" y="5063"/>
                    <a:pt x="5198" y="5034"/>
                    <a:pt x="5184" y="5019"/>
                  </a:cubicBezTo>
                  <a:cubicBezTo>
                    <a:pt x="5154" y="4989"/>
                    <a:pt x="5124" y="4959"/>
                    <a:pt x="5094" y="4929"/>
                  </a:cubicBezTo>
                  <a:cubicBezTo>
                    <a:pt x="5169" y="4899"/>
                    <a:pt x="5198" y="4869"/>
                    <a:pt x="5109" y="4839"/>
                  </a:cubicBezTo>
                  <a:cubicBezTo>
                    <a:pt x="5094" y="4824"/>
                    <a:pt x="5079" y="4809"/>
                    <a:pt x="5079" y="4795"/>
                  </a:cubicBezTo>
                  <a:close/>
                  <a:moveTo>
                    <a:pt x="7289" y="5138"/>
                  </a:moveTo>
                  <a:lnTo>
                    <a:pt x="7289" y="5138"/>
                  </a:lnTo>
                  <a:cubicBezTo>
                    <a:pt x="7275" y="5153"/>
                    <a:pt x="7260" y="5168"/>
                    <a:pt x="7230" y="5183"/>
                  </a:cubicBezTo>
                  <a:cubicBezTo>
                    <a:pt x="7245" y="5183"/>
                    <a:pt x="7260" y="5198"/>
                    <a:pt x="7260" y="5198"/>
                  </a:cubicBezTo>
                  <a:cubicBezTo>
                    <a:pt x="7275" y="5183"/>
                    <a:pt x="7275" y="5153"/>
                    <a:pt x="7289" y="5138"/>
                  </a:cubicBezTo>
                  <a:close/>
                  <a:moveTo>
                    <a:pt x="4063" y="4929"/>
                  </a:moveTo>
                  <a:cubicBezTo>
                    <a:pt x="4004" y="4974"/>
                    <a:pt x="3944" y="5004"/>
                    <a:pt x="3914" y="5048"/>
                  </a:cubicBezTo>
                  <a:cubicBezTo>
                    <a:pt x="3899" y="5078"/>
                    <a:pt x="3944" y="5138"/>
                    <a:pt x="3959" y="5198"/>
                  </a:cubicBezTo>
                  <a:cubicBezTo>
                    <a:pt x="3929" y="5228"/>
                    <a:pt x="3899" y="5258"/>
                    <a:pt x="3869" y="5302"/>
                  </a:cubicBezTo>
                  <a:cubicBezTo>
                    <a:pt x="4004" y="5273"/>
                    <a:pt x="4004" y="5273"/>
                    <a:pt x="3989" y="5198"/>
                  </a:cubicBezTo>
                  <a:lnTo>
                    <a:pt x="3989" y="5183"/>
                  </a:lnTo>
                  <a:cubicBezTo>
                    <a:pt x="4019" y="5153"/>
                    <a:pt x="4063" y="5123"/>
                    <a:pt x="4108" y="5093"/>
                  </a:cubicBezTo>
                  <a:cubicBezTo>
                    <a:pt x="4078" y="5078"/>
                    <a:pt x="4048" y="5063"/>
                    <a:pt x="4019" y="5048"/>
                  </a:cubicBezTo>
                  <a:cubicBezTo>
                    <a:pt x="4048" y="5019"/>
                    <a:pt x="4078" y="5004"/>
                    <a:pt x="4093" y="4974"/>
                  </a:cubicBezTo>
                  <a:cubicBezTo>
                    <a:pt x="4093" y="4974"/>
                    <a:pt x="4063" y="4944"/>
                    <a:pt x="4063" y="4929"/>
                  </a:cubicBezTo>
                  <a:close/>
                  <a:moveTo>
                    <a:pt x="3570" y="5108"/>
                  </a:moveTo>
                  <a:lnTo>
                    <a:pt x="3630" y="5183"/>
                  </a:lnTo>
                  <a:lnTo>
                    <a:pt x="3645" y="5183"/>
                  </a:lnTo>
                  <a:cubicBezTo>
                    <a:pt x="3705" y="5243"/>
                    <a:pt x="3750" y="5287"/>
                    <a:pt x="3809" y="5332"/>
                  </a:cubicBezTo>
                  <a:cubicBezTo>
                    <a:pt x="3854" y="5153"/>
                    <a:pt x="3839" y="5138"/>
                    <a:pt x="3675" y="5108"/>
                  </a:cubicBezTo>
                  <a:close/>
                  <a:moveTo>
                    <a:pt x="7604" y="5318"/>
                  </a:moveTo>
                  <a:cubicBezTo>
                    <a:pt x="7618" y="5333"/>
                    <a:pt x="7618" y="5347"/>
                    <a:pt x="7618" y="5362"/>
                  </a:cubicBezTo>
                  <a:lnTo>
                    <a:pt x="7603" y="5362"/>
                  </a:lnTo>
                  <a:cubicBezTo>
                    <a:pt x="7618" y="5347"/>
                    <a:pt x="7618" y="5333"/>
                    <a:pt x="7604" y="5318"/>
                  </a:cubicBezTo>
                  <a:close/>
                  <a:moveTo>
                    <a:pt x="4078" y="5228"/>
                  </a:moveTo>
                  <a:cubicBezTo>
                    <a:pt x="4078" y="5302"/>
                    <a:pt x="4063" y="5377"/>
                    <a:pt x="4063" y="5452"/>
                  </a:cubicBezTo>
                  <a:cubicBezTo>
                    <a:pt x="4078" y="5437"/>
                    <a:pt x="4108" y="5422"/>
                    <a:pt x="4123" y="5422"/>
                  </a:cubicBezTo>
                  <a:cubicBezTo>
                    <a:pt x="4138" y="5362"/>
                    <a:pt x="4138" y="5302"/>
                    <a:pt x="4138" y="5243"/>
                  </a:cubicBezTo>
                  <a:cubicBezTo>
                    <a:pt x="4123" y="5228"/>
                    <a:pt x="4108" y="5228"/>
                    <a:pt x="4078" y="5228"/>
                  </a:cubicBezTo>
                  <a:close/>
                  <a:moveTo>
                    <a:pt x="4960" y="5810"/>
                  </a:moveTo>
                  <a:cubicBezTo>
                    <a:pt x="4930" y="5825"/>
                    <a:pt x="4900" y="5855"/>
                    <a:pt x="4915" y="5855"/>
                  </a:cubicBezTo>
                  <a:cubicBezTo>
                    <a:pt x="4930" y="5885"/>
                    <a:pt x="4960" y="5915"/>
                    <a:pt x="4989" y="5930"/>
                  </a:cubicBezTo>
                  <a:cubicBezTo>
                    <a:pt x="4989" y="5930"/>
                    <a:pt x="5034" y="5900"/>
                    <a:pt x="5034" y="5900"/>
                  </a:cubicBezTo>
                  <a:cubicBezTo>
                    <a:pt x="5004" y="5870"/>
                    <a:pt x="4989" y="5840"/>
                    <a:pt x="4960" y="5810"/>
                  </a:cubicBezTo>
                  <a:close/>
                  <a:moveTo>
                    <a:pt x="5960" y="5885"/>
                  </a:moveTo>
                  <a:cubicBezTo>
                    <a:pt x="5930" y="5930"/>
                    <a:pt x="5886" y="5974"/>
                    <a:pt x="5856" y="6019"/>
                  </a:cubicBezTo>
                  <a:cubicBezTo>
                    <a:pt x="5841" y="6034"/>
                    <a:pt x="5856" y="6064"/>
                    <a:pt x="5871" y="6094"/>
                  </a:cubicBezTo>
                  <a:cubicBezTo>
                    <a:pt x="5886" y="6079"/>
                    <a:pt x="5930" y="6064"/>
                    <a:pt x="5930" y="6049"/>
                  </a:cubicBezTo>
                  <a:cubicBezTo>
                    <a:pt x="5960" y="6004"/>
                    <a:pt x="5960" y="5945"/>
                    <a:pt x="5975" y="5900"/>
                  </a:cubicBezTo>
                  <a:cubicBezTo>
                    <a:pt x="5975" y="5885"/>
                    <a:pt x="5960" y="5885"/>
                    <a:pt x="5960" y="5885"/>
                  </a:cubicBezTo>
                  <a:close/>
                  <a:moveTo>
                    <a:pt x="1031" y="6094"/>
                  </a:moveTo>
                  <a:cubicBezTo>
                    <a:pt x="1031" y="6094"/>
                    <a:pt x="1031" y="6094"/>
                    <a:pt x="1031" y="6109"/>
                  </a:cubicBezTo>
                  <a:lnTo>
                    <a:pt x="1016" y="6109"/>
                  </a:lnTo>
                  <a:lnTo>
                    <a:pt x="1031" y="6094"/>
                  </a:lnTo>
                  <a:close/>
                  <a:moveTo>
                    <a:pt x="6558" y="6258"/>
                  </a:moveTo>
                  <a:lnTo>
                    <a:pt x="6558" y="6258"/>
                  </a:lnTo>
                  <a:cubicBezTo>
                    <a:pt x="6543" y="6318"/>
                    <a:pt x="6528" y="6378"/>
                    <a:pt x="6513" y="6438"/>
                  </a:cubicBezTo>
                  <a:cubicBezTo>
                    <a:pt x="6423" y="6408"/>
                    <a:pt x="6334" y="6378"/>
                    <a:pt x="6244" y="6363"/>
                  </a:cubicBezTo>
                  <a:cubicBezTo>
                    <a:pt x="6229" y="6363"/>
                    <a:pt x="6214" y="6393"/>
                    <a:pt x="6199" y="6393"/>
                  </a:cubicBezTo>
                  <a:cubicBezTo>
                    <a:pt x="6214" y="6423"/>
                    <a:pt x="6229" y="6438"/>
                    <a:pt x="6259" y="6452"/>
                  </a:cubicBezTo>
                  <a:cubicBezTo>
                    <a:pt x="6274" y="6482"/>
                    <a:pt x="6304" y="6482"/>
                    <a:pt x="6334" y="6482"/>
                  </a:cubicBezTo>
                  <a:lnTo>
                    <a:pt x="6334" y="6482"/>
                  </a:lnTo>
                  <a:lnTo>
                    <a:pt x="6334" y="6482"/>
                  </a:lnTo>
                  <a:cubicBezTo>
                    <a:pt x="6363" y="6497"/>
                    <a:pt x="6378" y="6497"/>
                    <a:pt x="6393" y="6512"/>
                  </a:cubicBezTo>
                  <a:cubicBezTo>
                    <a:pt x="6408" y="6527"/>
                    <a:pt x="6438" y="6527"/>
                    <a:pt x="6453" y="6542"/>
                  </a:cubicBezTo>
                  <a:lnTo>
                    <a:pt x="6513" y="6572"/>
                  </a:lnTo>
                  <a:cubicBezTo>
                    <a:pt x="6528" y="6542"/>
                    <a:pt x="6528" y="6512"/>
                    <a:pt x="6543" y="6482"/>
                  </a:cubicBezTo>
                  <a:cubicBezTo>
                    <a:pt x="6647" y="6423"/>
                    <a:pt x="6647" y="6348"/>
                    <a:pt x="6558" y="6258"/>
                  </a:cubicBezTo>
                  <a:close/>
                  <a:moveTo>
                    <a:pt x="5751" y="7901"/>
                  </a:moveTo>
                  <a:cubicBezTo>
                    <a:pt x="5751" y="7901"/>
                    <a:pt x="5751" y="7901"/>
                    <a:pt x="5751" y="7916"/>
                  </a:cubicBezTo>
                  <a:lnTo>
                    <a:pt x="5721" y="7901"/>
                  </a:lnTo>
                  <a:close/>
                  <a:moveTo>
                    <a:pt x="5975" y="7946"/>
                  </a:moveTo>
                  <a:lnTo>
                    <a:pt x="6005" y="7976"/>
                  </a:lnTo>
                  <a:cubicBezTo>
                    <a:pt x="5990" y="7976"/>
                    <a:pt x="5975" y="7961"/>
                    <a:pt x="5975" y="7946"/>
                  </a:cubicBezTo>
                  <a:close/>
                  <a:moveTo>
                    <a:pt x="5557" y="538"/>
                  </a:moveTo>
                  <a:cubicBezTo>
                    <a:pt x="5617" y="657"/>
                    <a:pt x="5676" y="777"/>
                    <a:pt x="5736" y="896"/>
                  </a:cubicBezTo>
                  <a:cubicBezTo>
                    <a:pt x="5736" y="911"/>
                    <a:pt x="5766" y="911"/>
                    <a:pt x="5796" y="926"/>
                  </a:cubicBezTo>
                  <a:cubicBezTo>
                    <a:pt x="5796" y="956"/>
                    <a:pt x="5796" y="971"/>
                    <a:pt x="5796" y="986"/>
                  </a:cubicBezTo>
                  <a:cubicBezTo>
                    <a:pt x="5796" y="1016"/>
                    <a:pt x="5811" y="1031"/>
                    <a:pt x="5811" y="1046"/>
                  </a:cubicBezTo>
                  <a:cubicBezTo>
                    <a:pt x="5796" y="1135"/>
                    <a:pt x="5841" y="1255"/>
                    <a:pt x="5900" y="1300"/>
                  </a:cubicBezTo>
                  <a:cubicBezTo>
                    <a:pt x="5900" y="1300"/>
                    <a:pt x="5900" y="1315"/>
                    <a:pt x="5886" y="1329"/>
                  </a:cubicBezTo>
                  <a:cubicBezTo>
                    <a:pt x="5886" y="1359"/>
                    <a:pt x="5900" y="1389"/>
                    <a:pt x="5930" y="1404"/>
                  </a:cubicBezTo>
                  <a:cubicBezTo>
                    <a:pt x="5945" y="1404"/>
                    <a:pt x="5945" y="1419"/>
                    <a:pt x="5945" y="1419"/>
                  </a:cubicBezTo>
                  <a:cubicBezTo>
                    <a:pt x="6005" y="1539"/>
                    <a:pt x="6050" y="1673"/>
                    <a:pt x="6110" y="1792"/>
                  </a:cubicBezTo>
                  <a:cubicBezTo>
                    <a:pt x="6124" y="1807"/>
                    <a:pt x="6169" y="1822"/>
                    <a:pt x="6199" y="1837"/>
                  </a:cubicBezTo>
                  <a:cubicBezTo>
                    <a:pt x="6199" y="1882"/>
                    <a:pt x="6095" y="1927"/>
                    <a:pt x="6184" y="1972"/>
                  </a:cubicBezTo>
                  <a:cubicBezTo>
                    <a:pt x="6184" y="1972"/>
                    <a:pt x="6184" y="1987"/>
                    <a:pt x="6184" y="2002"/>
                  </a:cubicBezTo>
                  <a:cubicBezTo>
                    <a:pt x="6184" y="2031"/>
                    <a:pt x="6199" y="2076"/>
                    <a:pt x="6229" y="2091"/>
                  </a:cubicBezTo>
                  <a:cubicBezTo>
                    <a:pt x="6239" y="2091"/>
                    <a:pt x="6236" y="2085"/>
                    <a:pt x="6237" y="2085"/>
                  </a:cubicBezTo>
                  <a:lnTo>
                    <a:pt x="6237" y="2085"/>
                  </a:lnTo>
                  <a:cubicBezTo>
                    <a:pt x="6237" y="2085"/>
                    <a:pt x="6239" y="2086"/>
                    <a:pt x="6244" y="2091"/>
                  </a:cubicBezTo>
                  <a:cubicBezTo>
                    <a:pt x="6244" y="2091"/>
                    <a:pt x="6244" y="2106"/>
                    <a:pt x="6244" y="2106"/>
                  </a:cubicBezTo>
                  <a:cubicBezTo>
                    <a:pt x="6229" y="2181"/>
                    <a:pt x="6259" y="2241"/>
                    <a:pt x="6274" y="2300"/>
                  </a:cubicBezTo>
                  <a:cubicBezTo>
                    <a:pt x="6283" y="2355"/>
                    <a:pt x="6303" y="2387"/>
                    <a:pt x="6335" y="2387"/>
                  </a:cubicBezTo>
                  <a:cubicBezTo>
                    <a:pt x="6355" y="2387"/>
                    <a:pt x="6379" y="2374"/>
                    <a:pt x="6408" y="2345"/>
                  </a:cubicBezTo>
                  <a:lnTo>
                    <a:pt x="6408" y="2330"/>
                  </a:lnTo>
                  <a:cubicBezTo>
                    <a:pt x="6423" y="2345"/>
                    <a:pt x="6438" y="2345"/>
                    <a:pt x="6408" y="2390"/>
                  </a:cubicBezTo>
                  <a:cubicBezTo>
                    <a:pt x="6349" y="2450"/>
                    <a:pt x="6393" y="2479"/>
                    <a:pt x="6453" y="2509"/>
                  </a:cubicBezTo>
                  <a:lnTo>
                    <a:pt x="6468" y="2509"/>
                  </a:lnTo>
                  <a:cubicBezTo>
                    <a:pt x="6498" y="2569"/>
                    <a:pt x="6513" y="2614"/>
                    <a:pt x="6543" y="2659"/>
                  </a:cubicBezTo>
                  <a:cubicBezTo>
                    <a:pt x="6513" y="2674"/>
                    <a:pt x="6483" y="2689"/>
                    <a:pt x="6483" y="2704"/>
                  </a:cubicBezTo>
                  <a:cubicBezTo>
                    <a:pt x="6483" y="2748"/>
                    <a:pt x="6498" y="2808"/>
                    <a:pt x="6513" y="2853"/>
                  </a:cubicBezTo>
                  <a:lnTo>
                    <a:pt x="6573" y="2808"/>
                  </a:lnTo>
                  <a:lnTo>
                    <a:pt x="6573" y="2883"/>
                  </a:lnTo>
                  <a:cubicBezTo>
                    <a:pt x="6528" y="2943"/>
                    <a:pt x="6513" y="3002"/>
                    <a:pt x="6588" y="3032"/>
                  </a:cubicBezTo>
                  <a:lnTo>
                    <a:pt x="6602" y="3032"/>
                  </a:lnTo>
                  <a:cubicBezTo>
                    <a:pt x="6602" y="3107"/>
                    <a:pt x="6677" y="3152"/>
                    <a:pt x="6722" y="3196"/>
                  </a:cubicBezTo>
                  <a:cubicBezTo>
                    <a:pt x="6647" y="3346"/>
                    <a:pt x="6767" y="3420"/>
                    <a:pt x="6841" y="3510"/>
                  </a:cubicBezTo>
                  <a:cubicBezTo>
                    <a:pt x="6812" y="3525"/>
                    <a:pt x="6752" y="3540"/>
                    <a:pt x="6797" y="3600"/>
                  </a:cubicBezTo>
                  <a:lnTo>
                    <a:pt x="7065" y="4302"/>
                  </a:lnTo>
                  <a:cubicBezTo>
                    <a:pt x="7095" y="4317"/>
                    <a:pt x="7110" y="4317"/>
                    <a:pt x="7140" y="4332"/>
                  </a:cubicBezTo>
                  <a:lnTo>
                    <a:pt x="7155" y="4406"/>
                  </a:lnTo>
                  <a:cubicBezTo>
                    <a:pt x="7143" y="4406"/>
                    <a:pt x="7131" y="4404"/>
                    <a:pt x="7120" y="4404"/>
                  </a:cubicBezTo>
                  <a:cubicBezTo>
                    <a:pt x="7104" y="4404"/>
                    <a:pt x="7089" y="4409"/>
                    <a:pt x="7080" y="4436"/>
                  </a:cubicBezTo>
                  <a:cubicBezTo>
                    <a:pt x="7065" y="4481"/>
                    <a:pt x="7125" y="4496"/>
                    <a:pt x="7155" y="4526"/>
                  </a:cubicBezTo>
                  <a:lnTo>
                    <a:pt x="7170" y="4541"/>
                  </a:lnTo>
                  <a:cubicBezTo>
                    <a:pt x="7155" y="4585"/>
                    <a:pt x="7140" y="4615"/>
                    <a:pt x="7140" y="4660"/>
                  </a:cubicBezTo>
                  <a:cubicBezTo>
                    <a:pt x="7185" y="4795"/>
                    <a:pt x="7245" y="4914"/>
                    <a:pt x="7289" y="5048"/>
                  </a:cubicBezTo>
                  <a:cubicBezTo>
                    <a:pt x="7289" y="5078"/>
                    <a:pt x="7289" y="5108"/>
                    <a:pt x="7289" y="5138"/>
                  </a:cubicBezTo>
                  <a:cubicBezTo>
                    <a:pt x="7334" y="5243"/>
                    <a:pt x="7379" y="5347"/>
                    <a:pt x="7454" y="5497"/>
                  </a:cubicBezTo>
                  <a:cubicBezTo>
                    <a:pt x="7454" y="5422"/>
                    <a:pt x="7454" y="5392"/>
                    <a:pt x="7469" y="5362"/>
                  </a:cubicBezTo>
                  <a:cubicBezTo>
                    <a:pt x="7499" y="5422"/>
                    <a:pt x="7543" y="5482"/>
                    <a:pt x="7573" y="5541"/>
                  </a:cubicBezTo>
                  <a:lnTo>
                    <a:pt x="7573" y="5571"/>
                  </a:lnTo>
                  <a:cubicBezTo>
                    <a:pt x="7573" y="5586"/>
                    <a:pt x="7573" y="5586"/>
                    <a:pt x="7558" y="5601"/>
                  </a:cubicBezTo>
                  <a:cubicBezTo>
                    <a:pt x="7558" y="5661"/>
                    <a:pt x="7573" y="5706"/>
                    <a:pt x="7588" y="5750"/>
                  </a:cubicBezTo>
                  <a:cubicBezTo>
                    <a:pt x="7618" y="5870"/>
                    <a:pt x="7618" y="6004"/>
                    <a:pt x="7738" y="6079"/>
                  </a:cubicBezTo>
                  <a:lnTo>
                    <a:pt x="7752" y="6079"/>
                  </a:lnTo>
                  <a:lnTo>
                    <a:pt x="7782" y="6169"/>
                  </a:lnTo>
                  <a:lnTo>
                    <a:pt x="7782" y="6184"/>
                  </a:lnTo>
                  <a:lnTo>
                    <a:pt x="7752" y="6184"/>
                  </a:lnTo>
                  <a:cubicBezTo>
                    <a:pt x="7723" y="6213"/>
                    <a:pt x="7723" y="6258"/>
                    <a:pt x="7752" y="6288"/>
                  </a:cubicBezTo>
                  <a:lnTo>
                    <a:pt x="7752" y="6303"/>
                  </a:lnTo>
                  <a:cubicBezTo>
                    <a:pt x="7738" y="6303"/>
                    <a:pt x="7723" y="6318"/>
                    <a:pt x="7708" y="6333"/>
                  </a:cubicBezTo>
                  <a:cubicBezTo>
                    <a:pt x="7693" y="6333"/>
                    <a:pt x="7723" y="6363"/>
                    <a:pt x="7738" y="6378"/>
                  </a:cubicBezTo>
                  <a:lnTo>
                    <a:pt x="7782" y="6333"/>
                  </a:lnTo>
                  <a:cubicBezTo>
                    <a:pt x="7827" y="6408"/>
                    <a:pt x="7782" y="6512"/>
                    <a:pt x="7872" y="6557"/>
                  </a:cubicBezTo>
                  <a:lnTo>
                    <a:pt x="7902" y="6557"/>
                  </a:lnTo>
                  <a:lnTo>
                    <a:pt x="7902" y="6572"/>
                  </a:lnTo>
                  <a:lnTo>
                    <a:pt x="7902" y="6632"/>
                  </a:lnTo>
                  <a:cubicBezTo>
                    <a:pt x="7902" y="6647"/>
                    <a:pt x="7887" y="6676"/>
                    <a:pt x="7887" y="6691"/>
                  </a:cubicBezTo>
                  <a:cubicBezTo>
                    <a:pt x="7902" y="6721"/>
                    <a:pt x="7902" y="6751"/>
                    <a:pt x="7932" y="6766"/>
                  </a:cubicBezTo>
                  <a:cubicBezTo>
                    <a:pt x="7827" y="6826"/>
                    <a:pt x="7917" y="6915"/>
                    <a:pt x="7917" y="7005"/>
                  </a:cubicBezTo>
                  <a:cubicBezTo>
                    <a:pt x="7947" y="7035"/>
                    <a:pt x="7991" y="7020"/>
                    <a:pt x="8021" y="7050"/>
                  </a:cubicBezTo>
                  <a:cubicBezTo>
                    <a:pt x="8036" y="7050"/>
                    <a:pt x="8051" y="7050"/>
                    <a:pt x="8066" y="7065"/>
                  </a:cubicBezTo>
                  <a:cubicBezTo>
                    <a:pt x="8066" y="7095"/>
                    <a:pt x="8066" y="7110"/>
                    <a:pt x="8066" y="7139"/>
                  </a:cubicBezTo>
                  <a:lnTo>
                    <a:pt x="8141" y="7214"/>
                  </a:lnTo>
                  <a:cubicBezTo>
                    <a:pt x="8156" y="7229"/>
                    <a:pt x="8171" y="7229"/>
                    <a:pt x="8186" y="7244"/>
                  </a:cubicBezTo>
                  <a:lnTo>
                    <a:pt x="8216" y="7274"/>
                  </a:lnTo>
                  <a:cubicBezTo>
                    <a:pt x="8216" y="7274"/>
                    <a:pt x="8216" y="7274"/>
                    <a:pt x="8216" y="7289"/>
                  </a:cubicBezTo>
                  <a:cubicBezTo>
                    <a:pt x="8216" y="7304"/>
                    <a:pt x="8230" y="7319"/>
                    <a:pt x="8245" y="7334"/>
                  </a:cubicBezTo>
                  <a:cubicBezTo>
                    <a:pt x="8245" y="7349"/>
                    <a:pt x="8260" y="7349"/>
                    <a:pt x="8260" y="7364"/>
                  </a:cubicBezTo>
                  <a:lnTo>
                    <a:pt x="8245" y="7722"/>
                  </a:lnTo>
                  <a:cubicBezTo>
                    <a:pt x="8290" y="7677"/>
                    <a:pt x="8320" y="7662"/>
                    <a:pt x="8350" y="7632"/>
                  </a:cubicBezTo>
                  <a:cubicBezTo>
                    <a:pt x="8350" y="7662"/>
                    <a:pt x="8350" y="7677"/>
                    <a:pt x="8350" y="7692"/>
                  </a:cubicBezTo>
                  <a:lnTo>
                    <a:pt x="8335" y="7692"/>
                  </a:lnTo>
                  <a:cubicBezTo>
                    <a:pt x="8260" y="7737"/>
                    <a:pt x="8260" y="7797"/>
                    <a:pt x="8320" y="7856"/>
                  </a:cubicBezTo>
                  <a:cubicBezTo>
                    <a:pt x="8380" y="7901"/>
                    <a:pt x="8410" y="7946"/>
                    <a:pt x="8425" y="8006"/>
                  </a:cubicBezTo>
                  <a:lnTo>
                    <a:pt x="8230" y="8006"/>
                  </a:lnTo>
                  <a:cubicBezTo>
                    <a:pt x="8216" y="8006"/>
                    <a:pt x="8216" y="7991"/>
                    <a:pt x="8201" y="7991"/>
                  </a:cubicBezTo>
                  <a:cubicBezTo>
                    <a:pt x="8186" y="7991"/>
                    <a:pt x="8171" y="7991"/>
                    <a:pt x="8156" y="8006"/>
                  </a:cubicBezTo>
                  <a:lnTo>
                    <a:pt x="8156" y="7991"/>
                  </a:lnTo>
                  <a:cubicBezTo>
                    <a:pt x="8126" y="7976"/>
                    <a:pt x="8096" y="7976"/>
                    <a:pt x="8066" y="7976"/>
                  </a:cubicBezTo>
                  <a:cubicBezTo>
                    <a:pt x="8066" y="7961"/>
                    <a:pt x="8066" y="7946"/>
                    <a:pt x="8051" y="7931"/>
                  </a:cubicBezTo>
                  <a:cubicBezTo>
                    <a:pt x="8051" y="7946"/>
                    <a:pt x="8021" y="7961"/>
                    <a:pt x="8021" y="7976"/>
                  </a:cubicBezTo>
                  <a:cubicBezTo>
                    <a:pt x="8021" y="7991"/>
                    <a:pt x="8021" y="7991"/>
                    <a:pt x="8006" y="7991"/>
                  </a:cubicBezTo>
                  <a:cubicBezTo>
                    <a:pt x="7991" y="7976"/>
                    <a:pt x="7973" y="7968"/>
                    <a:pt x="7952" y="7968"/>
                  </a:cubicBezTo>
                  <a:cubicBezTo>
                    <a:pt x="7932" y="7968"/>
                    <a:pt x="7909" y="7976"/>
                    <a:pt x="7887" y="7991"/>
                  </a:cubicBezTo>
                  <a:cubicBezTo>
                    <a:pt x="7872" y="7991"/>
                    <a:pt x="7872" y="7976"/>
                    <a:pt x="7857" y="7976"/>
                  </a:cubicBezTo>
                  <a:cubicBezTo>
                    <a:pt x="7857" y="7946"/>
                    <a:pt x="7842" y="7901"/>
                    <a:pt x="7842" y="7871"/>
                  </a:cubicBezTo>
                  <a:cubicBezTo>
                    <a:pt x="7812" y="7871"/>
                    <a:pt x="7782" y="7886"/>
                    <a:pt x="7738" y="7901"/>
                  </a:cubicBezTo>
                  <a:cubicBezTo>
                    <a:pt x="7738" y="7886"/>
                    <a:pt x="7738" y="7886"/>
                    <a:pt x="7738" y="7871"/>
                  </a:cubicBezTo>
                  <a:cubicBezTo>
                    <a:pt x="7618" y="7797"/>
                    <a:pt x="7484" y="7782"/>
                    <a:pt x="7334" y="7782"/>
                  </a:cubicBezTo>
                  <a:cubicBezTo>
                    <a:pt x="7327" y="7789"/>
                    <a:pt x="7319" y="7800"/>
                    <a:pt x="7312" y="7812"/>
                  </a:cubicBezTo>
                  <a:lnTo>
                    <a:pt x="7312" y="7812"/>
                  </a:lnTo>
                  <a:cubicBezTo>
                    <a:pt x="7226" y="7812"/>
                    <a:pt x="7153" y="7827"/>
                    <a:pt x="7080" y="7827"/>
                  </a:cubicBezTo>
                  <a:cubicBezTo>
                    <a:pt x="7051" y="7827"/>
                    <a:pt x="7036" y="7827"/>
                    <a:pt x="7006" y="7812"/>
                  </a:cubicBezTo>
                  <a:cubicBezTo>
                    <a:pt x="7051" y="7758"/>
                    <a:pt x="7031" y="7747"/>
                    <a:pt x="7001" y="7747"/>
                  </a:cubicBezTo>
                  <a:cubicBezTo>
                    <a:pt x="6982" y="7747"/>
                    <a:pt x="6958" y="7752"/>
                    <a:pt x="6946" y="7752"/>
                  </a:cubicBezTo>
                  <a:cubicBezTo>
                    <a:pt x="6752" y="7707"/>
                    <a:pt x="6573" y="7662"/>
                    <a:pt x="6378" y="7632"/>
                  </a:cubicBezTo>
                  <a:cubicBezTo>
                    <a:pt x="6289" y="7617"/>
                    <a:pt x="6199" y="7602"/>
                    <a:pt x="6095" y="7588"/>
                  </a:cubicBezTo>
                  <a:cubicBezTo>
                    <a:pt x="6095" y="7573"/>
                    <a:pt x="6080" y="7573"/>
                    <a:pt x="6080" y="7558"/>
                  </a:cubicBezTo>
                  <a:cubicBezTo>
                    <a:pt x="6080" y="7543"/>
                    <a:pt x="6050" y="7543"/>
                    <a:pt x="6035" y="7528"/>
                  </a:cubicBezTo>
                  <a:cubicBezTo>
                    <a:pt x="5960" y="7513"/>
                    <a:pt x="5886" y="7498"/>
                    <a:pt x="5811" y="7498"/>
                  </a:cubicBezTo>
                  <a:cubicBezTo>
                    <a:pt x="5796" y="7498"/>
                    <a:pt x="5781" y="7513"/>
                    <a:pt x="5766" y="7513"/>
                  </a:cubicBezTo>
                  <a:lnTo>
                    <a:pt x="5617" y="7483"/>
                  </a:lnTo>
                  <a:cubicBezTo>
                    <a:pt x="5599" y="7466"/>
                    <a:pt x="5582" y="7458"/>
                    <a:pt x="5564" y="7458"/>
                  </a:cubicBezTo>
                  <a:cubicBezTo>
                    <a:pt x="5552" y="7458"/>
                    <a:pt x="5539" y="7462"/>
                    <a:pt x="5527" y="7468"/>
                  </a:cubicBezTo>
                  <a:cubicBezTo>
                    <a:pt x="5512" y="7468"/>
                    <a:pt x="5512" y="7468"/>
                    <a:pt x="5512" y="7483"/>
                  </a:cubicBezTo>
                  <a:lnTo>
                    <a:pt x="5363" y="7408"/>
                  </a:lnTo>
                  <a:cubicBezTo>
                    <a:pt x="5306" y="7363"/>
                    <a:pt x="5250" y="7318"/>
                    <a:pt x="5187" y="7318"/>
                  </a:cubicBezTo>
                  <a:cubicBezTo>
                    <a:pt x="5167" y="7318"/>
                    <a:pt x="5146" y="7323"/>
                    <a:pt x="5124" y="7334"/>
                  </a:cubicBezTo>
                  <a:lnTo>
                    <a:pt x="5109" y="7334"/>
                  </a:lnTo>
                  <a:cubicBezTo>
                    <a:pt x="5099" y="7330"/>
                    <a:pt x="5089" y="7329"/>
                    <a:pt x="5081" y="7329"/>
                  </a:cubicBezTo>
                  <a:cubicBezTo>
                    <a:pt x="5065" y="7329"/>
                    <a:pt x="5051" y="7333"/>
                    <a:pt x="5038" y="7333"/>
                  </a:cubicBezTo>
                  <a:cubicBezTo>
                    <a:pt x="5026" y="7333"/>
                    <a:pt x="5015" y="7330"/>
                    <a:pt x="5004" y="7319"/>
                  </a:cubicBezTo>
                  <a:cubicBezTo>
                    <a:pt x="4989" y="7319"/>
                    <a:pt x="4974" y="7319"/>
                    <a:pt x="4960" y="7334"/>
                  </a:cubicBezTo>
                  <a:lnTo>
                    <a:pt x="4780" y="7274"/>
                  </a:lnTo>
                  <a:cubicBezTo>
                    <a:pt x="4750" y="7244"/>
                    <a:pt x="4661" y="7259"/>
                    <a:pt x="4631" y="7199"/>
                  </a:cubicBezTo>
                  <a:cubicBezTo>
                    <a:pt x="4482" y="7154"/>
                    <a:pt x="4317" y="7139"/>
                    <a:pt x="4153" y="7080"/>
                  </a:cubicBezTo>
                  <a:cubicBezTo>
                    <a:pt x="3944" y="7020"/>
                    <a:pt x="3720" y="7050"/>
                    <a:pt x="3496" y="7005"/>
                  </a:cubicBezTo>
                  <a:cubicBezTo>
                    <a:pt x="3369" y="6984"/>
                    <a:pt x="3235" y="6963"/>
                    <a:pt x="3104" y="6963"/>
                  </a:cubicBezTo>
                  <a:cubicBezTo>
                    <a:pt x="3049" y="6963"/>
                    <a:pt x="2996" y="6966"/>
                    <a:pt x="2943" y="6975"/>
                  </a:cubicBezTo>
                  <a:lnTo>
                    <a:pt x="2898" y="6975"/>
                  </a:lnTo>
                  <a:cubicBezTo>
                    <a:pt x="2868" y="6975"/>
                    <a:pt x="2854" y="6960"/>
                    <a:pt x="2824" y="6960"/>
                  </a:cubicBezTo>
                  <a:cubicBezTo>
                    <a:pt x="2510" y="6915"/>
                    <a:pt x="2211" y="6886"/>
                    <a:pt x="1898" y="6856"/>
                  </a:cubicBezTo>
                  <a:cubicBezTo>
                    <a:pt x="1778" y="6841"/>
                    <a:pt x="1674" y="6811"/>
                    <a:pt x="1554" y="6796"/>
                  </a:cubicBezTo>
                  <a:cubicBezTo>
                    <a:pt x="1345" y="6781"/>
                    <a:pt x="1121" y="6766"/>
                    <a:pt x="912" y="6736"/>
                  </a:cubicBezTo>
                  <a:lnTo>
                    <a:pt x="882" y="6647"/>
                  </a:lnTo>
                  <a:cubicBezTo>
                    <a:pt x="957" y="6602"/>
                    <a:pt x="1002" y="6557"/>
                    <a:pt x="1031" y="6482"/>
                  </a:cubicBezTo>
                  <a:cubicBezTo>
                    <a:pt x="1061" y="6423"/>
                    <a:pt x="1091" y="6363"/>
                    <a:pt x="1091" y="6303"/>
                  </a:cubicBezTo>
                  <a:cubicBezTo>
                    <a:pt x="1091" y="6273"/>
                    <a:pt x="1061" y="6243"/>
                    <a:pt x="1016" y="6213"/>
                  </a:cubicBezTo>
                  <a:lnTo>
                    <a:pt x="1016" y="6199"/>
                  </a:lnTo>
                  <a:cubicBezTo>
                    <a:pt x="1016" y="6184"/>
                    <a:pt x="1016" y="6184"/>
                    <a:pt x="1016" y="6169"/>
                  </a:cubicBezTo>
                  <a:lnTo>
                    <a:pt x="1091" y="6124"/>
                  </a:lnTo>
                  <a:lnTo>
                    <a:pt x="1151" y="6124"/>
                  </a:lnTo>
                  <a:cubicBezTo>
                    <a:pt x="1226" y="6064"/>
                    <a:pt x="1285" y="5989"/>
                    <a:pt x="1345" y="5900"/>
                  </a:cubicBezTo>
                  <a:cubicBezTo>
                    <a:pt x="1405" y="5795"/>
                    <a:pt x="1494" y="5721"/>
                    <a:pt x="1509" y="5586"/>
                  </a:cubicBezTo>
                  <a:cubicBezTo>
                    <a:pt x="1584" y="5571"/>
                    <a:pt x="1614" y="5526"/>
                    <a:pt x="1614" y="5452"/>
                  </a:cubicBezTo>
                  <a:cubicBezTo>
                    <a:pt x="1614" y="5452"/>
                    <a:pt x="1614" y="5452"/>
                    <a:pt x="1614" y="5437"/>
                  </a:cubicBezTo>
                  <a:cubicBezTo>
                    <a:pt x="1733" y="5287"/>
                    <a:pt x="1868" y="5138"/>
                    <a:pt x="1987" y="5004"/>
                  </a:cubicBezTo>
                  <a:cubicBezTo>
                    <a:pt x="2152" y="4929"/>
                    <a:pt x="2226" y="4765"/>
                    <a:pt x="2361" y="4645"/>
                  </a:cubicBezTo>
                  <a:cubicBezTo>
                    <a:pt x="2361" y="4645"/>
                    <a:pt x="2361" y="4630"/>
                    <a:pt x="2361" y="4630"/>
                  </a:cubicBezTo>
                  <a:cubicBezTo>
                    <a:pt x="2376" y="4645"/>
                    <a:pt x="2391" y="4645"/>
                    <a:pt x="2391" y="4645"/>
                  </a:cubicBezTo>
                  <a:cubicBezTo>
                    <a:pt x="2435" y="4645"/>
                    <a:pt x="2480" y="4630"/>
                    <a:pt x="2510" y="4615"/>
                  </a:cubicBezTo>
                  <a:cubicBezTo>
                    <a:pt x="2510" y="4585"/>
                    <a:pt x="2495" y="4556"/>
                    <a:pt x="2480" y="4541"/>
                  </a:cubicBezTo>
                  <a:cubicBezTo>
                    <a:pt x="2465" y="4526"/>
                    <a:pt x="2450" y="4511"/>
                    <a:pt x="2435" y="4511"/>
                  </a:cubicBezTo>
                  <a:cubicBezTo>
                    <a:pt x="2435" y="4511"/>
                    <a:pt x="2435" y="4511"/>
                    <a:pt x="2435" y="4496"/>
                  </a:cubicBezTo>
                  <a:cubicBezTo>
                    <a:pt x="2585" y="4376"/>
                    <a:pt x="2674" y="4212"/>
                    <a:pt x="2764" y="4033"/>
                  </a:cubicBezTo>
                  <a:cubicBezTo>
                    <a:pt x="2883" y="3839"/>
                    <a:pt x="2988" y="3630"/>
                    <a:pt x="3122" y="3450"/>
                  </a:cubicBezTo>
                  <a:cubicBezTo>
                    <a:pt x="3182" y="3376"/>
                    <a:pt x="3242" y="3301"/>
                    <a:pt x="3257" y="3211"/>
                  </a:cubicBezTo>
                  <a:lnTo>
                    <a:pt x="3257" y="3196"/>
                  </a:lnTo>
                  <a:lnTo>
                    <a:pt x="3331" y="3077"/>
                  </a:lnTo>
                  <a:lnTo>
                    <a:pt x="3346" y="3077"/>
                  </a:lnTo>
                  <a:cubicBezTo>
                    <a:pt x="3376" y="3062"/>
                    <a:pt x="3391" y="3062"/>
                    <a:pt x="3406" y="3047"/>
                  </a:cubicBezTo>
                  <a:cubicBezTo>
                    <a:pt x="3645" y="2748"/>
                    <a:pt x="3884" y="2435"/>
                    <a:pt x="4108" y="2136"/>
                  </a:cubicBezTo>
                  <a:cubicBezTo>
                    <a:pt x="4123" y="2106"/>
                    <a:pt x="4153" y="2091"/>
                    <a:pt x="4138" y="2061"/>
                  </a:cubicBezTo>
                  <a:cubicBezTo>
                    <a:pt x="4243" y="1987"/>
                    <a:pt x="4317" y="1897"/>
                    <a:pt x="4377" y="1807"/>
                  </a:cubicBezTo>
                  <a:cubicBezTo>
                    <a:pt x="4377" y="1792"/>
                    <a:pt x="4392" y="1778"/>
                    <a:pt x="4377" y="1763"/>
                  </a:cubicBezTo>
                  <a:lnTo>
                    <a:pt x="4467" y="1658"/>
                  </a:lnTo>
                  <a:cubicBezTo>
                    <a:pt x="4467" y="1628"/>
                    <a:pt x="4467" y="1598"/>
                    <a:pt x="4452" y="1583"/>
                  </a:cubicBezTo>
                  <a:lnTo>
                    <a:pt x="4452" y="1583"/>
                  </a:lnTo>
                  <a:cubicBezTo>
                    <a:pt x="4471" y="1590"/>
                    <a:pt x="4487" y="1592"/>
                    <a:pt x="4501" y="1592"/>
                  </a:cubicBezTo>
                  <a:cubicBezTo>
                    <a:pt x="4587" y="1592"/>
                    <a:pt x="4595" y="1490"/>
                    <a:pt x="4646" y="1464"/>
                  </a:cubicBezTo>
                  <a:cubicBezTo>
                    <a:pt x="4691" y="1404"/>
                    <a:pt x="4735" y="1359"/>
                    <a:pt x="4795" y="1315"/>
                  </a:cubicBezTo>
                  <a:cubicBezTo>
                    <a:pt x="4825" y="1270"/>
                    <a:pt x="4855" y="1240"/>
                    <a:pt x="4885" y="1210"/>
                  </a:cubicBezTo>
                  <a:lnTo>
                    <a:pt x="4930" y="1210"/>
                  </a:lnTo>
                  <a:cubicBezTo>
                    <a:pt x="4989" y="1150"/>
                    <a:pt x="5049" y="1105"/>
                    <a:pt x="5064" y="1016"/>
                  </a:cubicBezTo>
                  <a:lnTo>
                    <a:pt x="5124" y="971"/>
                  </a:lnTo>
                  <a:cubicBezTo>
                    <a:pt x="5228" y="866"/>
                    <a:pt x="5318" y="762"/>
                    <a:pt x="5423" y="642"/>
                  </a:cubicBezTo>
                  <a:cubicBezTo>
                    <a:pt x="5452" y="613"/>
                    <a:pt x="5482" y="568"/>
                    <a:pt x="5512" y="538"/>
                  </a:cubicBezTo>
                  <a:close/>
                  <a:moveTo>
                    <a:pt x="5647" y="0"/>
                  </a:moveTo>
                  <a:cubicBezTo>
                    <a:pt x="5497" y="0"/>
                    <a:pt x="5363" y="120"/>
                    <a:pt x="5363" y="209"/>
                  </a:cubicBezTo>
                  <a:cubicBezTo>
                    <a:pt x="5348" y="239"/>
                    <a:pt x="5318" y="254"/>
                    <a:pt x="5303" y="269"/>
                  </a:cubicBezTo>
                  <a:cubicBezTo>
                    <a:pt x="5258" y="299"/>
                    <a:pt x="5213" y="314"/>
                    <a:pt x="5169" y="329"/>
                  </a:cubicBezTo>
                  <a:cubicBezTo>
                    <a:pt x="5109" y="374"/>
                    <a:pt x="5049" y="403"/>
                    <a:pt x="5004" y="448"/>
                  </a:cubicBezTo>
                  <a:cubicBezTo>
                    <a:pt x="4870" y="598"/>
                    <a:pt x="4721" y="732"/>
                    <a:pt x="4586" y="881"/>
                  </a:cubicBezTo>
                  <a:cubicBezTo>
                    <a:pt x="4511" y="1016"/>
                    <a:pt x="4317" y="1046"/>
                    <a:pt x="4272" y="1225"/>
                  </a:cubicBezTo>
                  <a:cubicBezTo>
                    <a:pt x="4287" y="1210"/>
                    <a:pt x="4302" y="1195"/>
                    <a:pt x="4317" y="1180"/>
                  </a:cubicBezTo>
                  <a:lnTo>
                    <a:pt x="4317" y="1180"/>
                  </a:lnTo>
                  <a:cubicBezTo>
                    <a:pt x="4317" y="1195"/>
                    <a:pt x="4302" y="1195"/>
                    <a:pt x="4302" y="1210"/>
                  </a:cubicBezTo>
                  <a:cubicBezTo>
                    <a:pt x="4302" y="1210"/>
                    <a:pt x="4287" y="1210"/>
                    <a:pt x="4272" y="1225"/>
                  </a:cubicBezTo>
                  <a:cubicBezTo>
                    <a:pt x="4243" y="1255"/>
                    <a:pt x="4213" y="1285"/>
                    <a:pt x="4183" y="1315"/>
                  </a:cubicBezTo>
                  <a:cubicBezTo>
                    <a:pt x="4165" y="1307"/>
                    <a:pt x="4150" y="1304"/>
                    <a:pt x="4137" y="1304"/>
                  </a:cubicBezTo>
                  <a:cubicBezTo>
                    <a:pt x="4072" y="1304"/>
                    <a:pt x="4056" y="1384"/>
                    <a:pt x="4019" y="1434"/>
                  </a:cubicBezTo>
                  <a:cubicBezTo>
                    <a:pt x="3974" y="1479"/>
                    <a:pt x="3929" y="1524"/>
                    <a:pt x="3899" y="1568"/>
                  </a:cubicBezTo>
                  <a:lnTo>
                    <a:pt x="3884" y="1568"/>
                  </a:lnTo>
                  <a:lnTo>
                    <a:pt x="3660" y="1852"/>
                  </a:lnTo>
                  <a:cubicBezTo>
                    <a:pt x="3630" y="1897"/>
                    <a:pt x="3570" y="1942"/>
                    <a:pt x="3541" y="1987"/>
                  </a:cubicBezTo>
                  <a:cubicBezTo>
                    <a:pt x="3481" y="2076"/>
                    <a:pt x="3361" y="2121"/>
                    <a:pt x="3406" y="2255"/>
                  </a:cubicBezTo>
                  <a:lnTo>
                    <a:pt x="3376" y="2300"/>
                  </a:lnTo>
                  <a:lnTo>
                    <a:pt x="3376" y="2315"/>
                  </a:lnTo>
                  <a:cubicBezTo>
                    <a:pt x="3331" y="2315"/>
                    <a:pt x="3302" y="2330"/>
                    <a:pt x="3272" y="2345"/>
                  </a:cubicBezTo>
                  <a:lnTo>
                    <a:pt x="3257" y="2345"/>
                  </a:lnTo>
                  <a:cubicBezTo>
                    <a:pt x="3227" y="2420"/>
                    <a:pt x="3182" y="2479"/>
                    <a:pt x="3152" y="2539"/>
                  </a:cubicBezTo>
                  <a:cubicBezTo>
                    <a:pt x="3107" y="2599"/>
                    <a:pt x="3078" y="2644"/>
                    <a:pt x="3033" y="2689"/>
                  </a:cubicBezTo>
                  <a:cubicBezTo>
                    <a:pt x="3033" y="2689"/>
                    <a:pt x="3018" y="2704"/>
                    <a:pt x="3018" y="2704"/>
                  </a:cubicBezTo>
                  <a:cubicBezTo>
                    <a:pt x="2988" y="2733"/>
                    <a:pt x="2943" y="2763"/>
                    <a:pt x="2913" y="2808"/>
                  </a:cubicBezTo>
                  <a:cubicBezTo>
                    <a:pt x="2809" y="2957"/>
                    <a:pt x="2704" y="3107"/>
                    <a:pt x="2615" y="3256"/>
                  </a:cubicBezTo>
                  <a:cubicBezTo>
                    <a:pt x="2510" y="3406"/>
                    <a:pt x="2405" y="3555"/>
                    <a:pt x="2301" y="3704"/>
                  </a:cubicBezTo>
                  <a:cubicBezTo>
                    <a:pt x="2167" y="3913"/>
                    <a:pt x="2032" y="4108"/>
                    <a:pt x="1898" y="4302"/>
                  </a:cubicBezTo>
                  <a:cubicBezTo>
                    <a:pt x="1838" y="4332"/>
                    <a:pt x="1808" y="4361"/>
                    <a:pt x="1808" y="4421"/>
                  </a:cubicBezTo>
                  <a:cubicBezTo>
                    <a:pt x="1689" y="4571"/>
                    <a:pt x="1569" y="4735"/>
                    <a:pt x="1465" y="4884"/>
                  </a:cubicBezTo>
                  <a:cubicBezTo>
                    <a:pt x="1435" y="4944"/>
                    <a:pt x="1435" y="5019"/>
                    <a:pt x="1390" y="5063"/>
                  </a:cubicBezTo>
                  <a:cubicBezTo>
                    <a:pt x="1315" y="5153"/>
                    <a:pt x="1226" y="5213"/>
                    <a:pt x="1151" y="5287"/>
                  </a:cubicBezTo>
                  <a:cubicBezTo>
                    <a:pt x="1136" y="5302"/>
                    <a:pt x="1136" y="5347"/>
                    <a:pt x="1121" y="5362"/>
                  </a:cubicBezTo>
                  <a:cubicBezTo>
                    <a:pt x="1121" y="5392"/>
                    <a:pt x="1121" y="5407"/>
                    <a:pt x="1106" y="5422"/>
                  </a:cubicBezTo>
                  <a:cubicBezTo>
                    <a:pt x="1046" y="5497"/>
                    <a:pt x="987" y="5571"/>
                    <a:pt x="927" y="5646"/>
                  </a:cubicBezTo>
                  <a:cubicBezTo>
                    <a:pt x="912" y="5676"/>
                    <a:pt x="882" y="5706"/>
                    <a:pt x="867" y="5736"/>
                  </a:cubicBezTo>
                  <a:lnTo>
                    <a:pt x="852" y="5736"/>
                  </a:lnTo>
                  <a:cubicBezTo>
                    <a:pt x="777" y="5870"/>
                    <a:pt x="718" y="6004"/>
                    <a:pt x="643" y="6139"/>
                  </a:cubicBezTo>
                  <a:cubicBezTo>
                    <a:pt x="598" y="6184"/>
                    <a:pt x="553" y="6228"/>
                    <a:pt x="509" y="6288"/>
                  </a:cubicBezTo>
                  <a:lnTo>
                    <a:pt x="389" y="6333"/>
                  </a:lnTo>
                  <a:cubicBezTo>
                    <a:pt x="374" y="6348"/>
                    <a:pt x="374" y="6363"/>
                    <a:pt x="359" y="6363"/>
                  </a:cubicBezTo>
                  <a:cubicBezTo>
                    <a:pt x="329" y="6408"/>
                    <a:pt x="314" y="6438"/>
                    <a:pt x="285" y="6467"/>
                  </a:cubicBezTo>
                  <a:cubicBezTo>
                    <a:pt x="285" y="6467"/>
                    <a:pt x="270" y="6482"/>
                    <a:pt x="270" y="6482"/>
                  </a:cubicBezTo>
                  <a:lnTo>
                    <a:pt x="240" y="6482"/>
                  </a:lnTo>
                  <a:cubicBezTo>
                    <a:pt x="195" y="6542"/>
                    <a:pt x="150" y="6602"/>
                    <a:pt x="90" y="6647"/>
                  </a:cubicBezTo>
                  <a:cubicBezTo>
                    <a:pt x="1" y="6721"/>
                    <a:pt x="1" y="6796"/>
                    <a:pt x="105" y="6856"/>
                  </a:cubicBezTo>
                  <a:cubicBezTo>
                    <a:pt x="150" y="6886"/>
                    <a:pt x="180" y="6915"/>
                    <a:pt x="225" y="6945"/>
                  </a:cubicBezTo>
                  <a:cubicBezTo>
                    <a:pt x="225" y="6945"/>
                    <a:pt x="240" y="6960"/>
                    <a:pt x="255" y="6960"/>
                  </a:cubicBezTo>
                  <a:cubicBezTo>
                    <a:pt x="270" y="6975"/>
                    <a:pt x="285" y="6990"/>
                    <a:pt x="300" y="7005"/>
                  </a:cubicBezTo>
                  <a:cubicBezTo>
                    <a:pt x="300" y="7005"/>
                    <a:pt x="314" y="7020"/>
                    <a:pt x="314" y="7020"/>
                  </a:cubicBezTo>
                  <a:cubicBezTo>
                    <a:pt x="344" y="7035"/>
                    <a:pt x="389" y="7065"/>
                    <a:pt x="419" y="7095"/>
                  </a:cubicBezTo>
                  <a:cubicBezTo>
                    <a:pt x="434" y="7095"/>
                    <a:pt x="449" y="7110"/>
                    <a:pt x="479" y="7125"/>
                  </a:cubicBezTo>
                  <a:cubicBezTo>
                    <a:pt x="539" y="7139"/>
                    <a:pt x="583" y="7154"/>
                    <a:pt x="643" y="7184"/>
                  </a:cubicBezTo>
                  <a:cubicBezTo>
                    <a:pt x="673" y="7184"/>
                    <a:pt x="688" y="7199"/>
                    <a:pt x="703" y="7199"/>
                  </a:cubicBezTo>
                  <a:lnTo>
                    <a:pt x="972" y="7289"/>
                  </a:lnTo>
                  <a:cubicBezTo>
                    <a:pt x="1061" y="7289"/>
                    <a:pt x="1151" y="7304"/>
                    <a:pt x="1240" y="7304"/>
                  </a:cubicBezTo>
                  <a:cubicBezTo>
                    <a:pt x="1268" y="7322"/>
                    <a:pt x="1290" y="7335"/>
                    <a:pt x="1317" y="7335"/>
                  </a:cubicBezTo>
                  <a:cubicBezTo>
                    <a:pt x="1334" y="7335"/>
                    <a:pt x="1352" y="7330"/>
                    <a:pt x="1375" y="7319"/>
                  </a:cubicBezTo>
                  <a:cubicBezTo>
                    <a:pt x="1599" y="7364"/>
                    <a:pt x="1823" y="7393"/>
                    <a:pt x="2062" y="7438"/>
                  </a:cubicBezTo>
                  <a:lnTo>
                    <a:pt x="2107" y="7438"/>
                  </a:lnTo>
                  <a:cubicBezTo>
                    <a:pt x="2152" y="7438"/>
                    <a:pt x="2196" y="7453"/>
                    <a:pt x="2226" y="7453"/>
                  </a:cubicBezTo>
                  <a:cubicBezTo>
                    <a:pt x="2331" y="7468"/>
                    <a:pt x="2420" y="7468"/>
                    <a:pt x="2525" y="7483"/>
                  </a:cubicBezTo>
                  <a:cubicBezTo>
                    <a:pt x="2883" y="7528"/>
                    <a:pt x="3257" y="7573"/>
                    <a:pt x="3615" y="7617"/>
                  </a:cubicBezTo>
                  <a:cubicBezTo>
                    <a:pt x="3780" y="7632"/>
                    <a:pt x="3959" y="7647"/>
                    <a:pt x="4123" y="7662"/>
                  </a:cubicBezTo>
                  <a:cubicBezTo>
                    <a:pt x="4138" y="7677"/>
                    <a:pt x="4138" y="7677"/>
                    <a:pt x="4153" y="7677"/>
                  </a:cubicBezTo>
                  <a:cubicBezTo>
                    <a:pt x="4228" y="7692"/>
                    <a:pt x="4302" y="7692"/>
                    <a:pt x="4377" y="7707"/>
                  </a:cubicBezTo>
                  <a:cubicBezTo>
                    <a:pt x="4526" y="7737"/>
                    <a:pt x="4691" y="7767"/>
                    <a:pt x="4840" y="7812"/>
                  </a:cubicBezTo>
                  <a:cubicBezTo>
                    <a:pt x="4885" y="7812"/>
                    <a:pt x="4915" y="7827"/>
                    <a:pt x="4960" y="7841"/>
                  </a:cubicBezTo>
                  <a:lnTo>
                    <a:pt x="5079" y="7856"/>
                  </a:lnTo>
                  <a:lnTo>
                    <a:pt x="5363" y="7901"/>
                  </a:lnTo>
                  <a:cubicBezTo>
                    <a:pt x="5418" y="7920"/>
                    <a:pt x="5479" y="7955"/>
                    <a:pt x="5538" y="7955"/>
                  </a:cubicBezTo>
                  <a:cubicBezTo>
                    <a:pt x="5576" y="7955"/>
                    <a:pt x="5612" y="7941"/>
                    <a:pt x="5647" y="7901"/>
                  </a:cubicBezTo>
                  <a:lnTo>
                    <a:pt x="5676" y="7901"/>
                  </a:lnTo>
                  <a:cubicBezTo>
                    <a:pt x="5691" y="7931"/>
                    <a:pt x="5721" y="7961"/>
                    <a:pt x="5736" y="7976"/>
                  </a:cubicBezTo>
                  <a:cubicBezTo>
                    <a:pt x="5945" y="8021"/>
                    <a:pt x="6154" y="8066"/>
                    <a:pt x="6349" y="8095"/>
                  </a:cubicBezTo>
                  <a:cubicBezTo>
                    <a:pt x="6378" y="8095"/>
                    <a:pt x="6423" y="8080"/>
                    <a:pt x="6453" y="8066"/>
                  </a:cubicBezTo>
                  <a:cubicBezTo>
                    <a:pt x="6522" y="8111"/>
                    <a:pt x="6599" y="8175"/>
                    <a:pt x="6686" y="8175"/>
                  </a:cubicBezTo>
                  <a:cubicBezTo>
                    <a:pt x="6712" y="8175"/>
                    <a:pt x="6739" y="8169"/>
                    <a:pt x="6767" y="8155"/>
                  </a:cubicBezTo>
                  <a:cubicBezTo>
                    <a:pt x="6871" y="8170"/>
                    <a:pt x="6976" y="8200"/>
                    <a:pt x="7080" y="8215"/>
                  </a:cubicBezTo>
                  <a:cubicBezTo>
                    <a:pt x="7155" y="8215"/>
                    <a:pt x="7245" y="8230"/>
                    <a:pt x="7319" y="8245"/>
                  </a:cubicBezTo>
                  <a:cubicBezTo>
                    <a:pt x="7343" y="8263"/>
                    <a:pt x="7364" y="8270"/>
                    <a:pt x="7385" y="8270"/>
                  </a:cubicBezTo>
                  <a:cubicBezTo>
                    <a:pt x="7431" y="8270"/>
                    <a:pt x="7472" y="8235"/>
                    <a:pt x="7514" y="8215"/>
                  </a:cubicBezTo>
                  <a:cubicBezTo>
                    <a:pt x="7543" y="8230"/>
                    <a:pt x="7573" y="8230"/>
                    <a:pt x="7588" y="8245"/>
                  </a:cubicBezTo>
                  <a:cubicBezTo>
                    <a:pt x="7614" y="8285"/>
                    <a:pt x="7630" y="8300"/>
                    <a:pt x="7643" y="8300"/>
                  </a:cubicBezTo>
                  <a:cubicBezTo>
                    <a:pt x="7666" y="8300"/>
                    <a:pt x="7673" y="8244"/>
                    <a:pt x="7693" y="8215"/>
                  </a:cubicBezTo>
                  <a:lnTo>
                    <a:pt x="7857" y="8200"/>
                  </a:lnTo>
                  <a:cubicBezTo>
                    <a:pt x="7887" y="8230"/>
                    <a:pt x="7917" y="8245"/>
                    <a:pt x="7947" y="8260"/>
                  </a:cubicBezTo>
                  <a:cubicBezTo>
                    <a:pt x="7947" y="8290"/>
                    <a:pt x="7932" y="8334"/>
                    <a:pt x="7932" y="8334"/>
                  </a:cubicBezTo>
                  <a:cubicBezTo>
                    <a:pt x="7977" y="8334"/>
                    <a:pt x="8021" y="8334"/>
                    <a:pt x="8066" y="8349"/>
                  </a:cubicBezTo>
                  <a:cubicBezTo>
                    <a:pt x="8081" y="8349"/>
                    <a:pt x="8096" y="8379"/>
                    <a:pt x="8126" y="8394"/>
                  </a:cubicBezTo>
                  <a:cubicBezTo>
                    <a:pt x="8126" y="8364"/>
                    <a:pt x="8141" y="8319"/>
                    <a:pt x="8156" y="8290"/>
                  </a:cubicBezTo>
                  <a:lnTo>
                    <a:pt x="8201" y="8304"/>
                  </a:lnTo>
                  <a:cubicBezTo>
                    <a:pt x="8245" y="8304"/>
                    <a:pt x="8275" y="8290"/>
                    <a:pt x="8320" y="8290"/>
                  </a:cubicBezTo>
                  <a:cubicBezTo>
                    <a:pt x="8320" y="8290"/>
                    <a:pt x="8320" y="8275"/>
                    <a:pt x="8320" y="8275"/>
                  </a:cubicBezTo>
                  <a:cubicBezTo>
                    <a:pt x="8350" y="8275"/>
                    <a:pt x="8365" y="8290"/>
                    <a:pt x="8380" y="8290"/>
                  </a:cubicBezTo>
                  <a:lnTo>
                    <a:pt x="8395" y="8290"/>
                  </a:lnTo>
                  <a:cubicBezTo>
                    <a:pt x="8420" y="8302"/>
                    <a:pt x="8468" y="8337"/>
                    <a:pt x="8500" y="8337"/>
                  </a:cubicBezTo>
                  <a:cubicBezTo>
                    <a:pt x="8505" y="8337"/>
                    <a:pt x="8510" y="8336"/>
                    <a:pt x="8514" y="8334"/>
                  </a:cubicBezTo>
                  <a:cubicBezTo>
                    <a:pt x="8589" y="8319"/>
                    <a:pt x="8634" y="8260"/>
                    <a:pt x="8693" y="8215"/>
                  </a:cubicBezTo>
                  <a:cubicBezTo>
                    <a:pt x="8708" y="8200"/>
                    <a:pt x="8723" y="8185"/>
                    <a:pt x="8738" y="8185"/>
                  </a:cubicBezTo>
                  <a:lnTo>
                    <a:pt x="8693" y="8215"/>
                  </a:lnTo>
                  <a:cubicBezTo>
                    <a:pt x="8732" y="8215"/>
                    <a:pt x="8781" y="8248"/>
                    <a:pt x="8813" y="8248"/>
                  </a:cubicBezTo>
                  <a:cubicBezTo>
                    <a:pt x="8819" y="8248"/>
                    <a:pt x="8824" y="8247"/>
                    <a:pt x="8828" y="8245"/>
                  </a:cubicBezTo>
                  <a:cubicBezTo>
                    <a:pt x="8873" y="8215"/>
                    <a:pt x="8947" y="8170"/>
                    <a:pt x="8873" y="8095"/>
                  </a:cubicBezTo>
                  <a:cubicBezTo>
                    <a:pt x="8873" y="8080"/>
                    <a:pt x="8873" y="8066"/>
                    <a:pt x="8873" y="8036"/>
                  </a:cubicBezTo>
                  <a:lnTo>
                    <a:pt x="8858" y="8036"/>
                  </a:lnTo>
                  <a:cubicBezTo>
                    <a:pt x="8843" y="8006"/>
                    <a:pt x="8813" y="7976"/>
                    <a:pt x="8783" y="7961"/>
                  </a:cubicBezTo>
                  <a:lnTo>
                    <a:pt x="8783" y="7946"/>
                  </a:lnTo>
                  <a:cubicBezTo>
                    <a:pt x="8796" y="7893"/>
                    <a:pt x="8832" y="7806"/>
                    <a:pt x="8739" y="7806"/>
                  </a:cubicBezTo>
                  <a:cubicBezTo>
                    <a:pt x="8727" y="7806"/>
                    <a:pt x="8711" y="7808"/>
                    <a:pt x="8693" y="7812"/>
                  </a:cubicBezTo>
                  <a:lnTo>
                    <a:pt x="8708" y="7722"/>
                  </a:lnTo>
                  <a:lnTo>
                    <a:pt x="8708" y="7722"/>
                  </a:lnTo>
                  <a:cubicBezTo>
                    <a:pt x="8664" y="7737"/>
                    <a:pt x="8634" y="7752"/>
                    <a:pt x="8589" y="7782"/>
                  </a:cubicBezTo>
                  <a:cubicBezTo>
                    <a:pt x="8589" y="7752"/>
                    <a:pt x="8604" y="7722"/>
                    <a:pt x="8619" y="7692"/>
                  </a:cubicBezTo>
                  <a:lnTo>
                    <a:pt x="8664" y="7602"/>
                  </a:lnTo>
                  <a:cubicBezTo>
                    <a:pt x="8664" y="7573"/>
                    <a:pt x="8649" y="7543"/>
                    <a:pt x="8634" y="7513"/>
                  </a:cubicBezTo>
                  <a:lnTo>
                    <a:pt x="8574" y="7378"/>
                  </a:lnTo>
                  <a:cubicBezTo>
                    <a:pt x="8559" y="7334"/>
                    <a:pt x="8544" y="7304"/>
                    <a:pt x="8514" y="7259"/>
                  </a:cubicBezTo>
                  <a:lnTo>
                    <a:pt x="8440" y="7259"/>
                  </a:lnTo>
                  <a:cubicBezTo>
                    <a:pt x="8469" y="7229"/>
                    <a:pt x="8499" y="7199"/>
                    <a:pt x="8514" y="7169"/>
                  </a:cubicBezTo>
                  <a:cubicBezTo>
                    <a:pt x="8514" y="7169"/>
                    <a:pt x="8499" y="7154"/>
                    <a:pt x="8499" y="7139"/>
                  </a:cubicBezTo>
                  <a:lnTo>
                    <a:pt x="8440" y="7065"/>
                  </a:lnTo>
                  <a:lnTo>
                    <a:pt x="8410" y="7065"/>
                  </a:lnTo>
                  <a:cubicBezTo>
                    <a:pt x="8425" y="7035"/>
                    <a:pt x="8454" y="7005"/>
                    <a:pt x="8440" y="6990"/>
                  </a:cubicBezTo>
                  <a:cubicBezTo>
                    <a:pt x="8410" y="6886"/>
                    <a:pt x="8365" y="6766"/>
                    <a:pt x="8320" y="6662"/>
                  </a:cubicBezTo>
                  <a:cubicBezTo>
                    <a:pt x="8260" y="6632"/>
                    <a:pt x="8201" y="6617"/>
                    <a:pt x="8156" y="6602"/>
                  </a:cubicBezTo>
                  <a:lnTo>
                    <a:pt x="8126" y="6602"/>
                  </a:lnTo>
                  <a:cubicBezTo>
                    <a:pt x="8111" y="6572"/>
                    <a:pt x="8111" y="6557"/>
                    <a:pt x="8096" y="6542"/>
                  </a:cubicBezTo>
                  <a:cubicBezTo>
                    <a:pt x="8111" y="6527"/>
                    <a:pt x="8111" y="6512"/>
                    <a:pt x="8111" y="6497"/>
                  </a:cubicBezTo>
                  <a:cubicBezTo>
                    <a:pt x="8111" y="6482"/>
                    <a:pt x="8111" y="6467"/>
                    <a:pt x="8126" y="6452"/>
                  </a:cubicBezTo>
                  <a:lnTo>
                    <a:pt x="8126" y="6452"/>
                  </a:lnTo>
                  <a:lnTo>
                    <a:pt x="8126" y="6452"/>
                  </a:lnTo>
                  <a:lnTo>
                    <a:pt x="8141" y="6452"/>
                  </a:lnTo>
                  <a:cubicBezTo>
                    <a:pt x="8171" y="6452"/>
                    <a:pt x="8201" y="6438"/>
                    <a:pt x="8230" y="6438"/>
                  </a:cubicBezTo>
                  <a:cubicBezTo>
                    <a:pt x="8230" y="6423"/>
                    <a:pt x="8230" y="6408"/>
                    <a:pt x="8216" y="6393"/>
                  </a:cubicBezTo>
                  <a:cubicBezTo>
                    <a:pt x="8201" y="6408"/>
                    <a:pt x="8171" y="6423"/>
                    <a:pt x="8141" y="6438"/>
                  </a:cubicBezTo>
                  <a:cubicBezTo>
                    <a:pt x="8141" y="6423"/>
                    <a:pt x="8126" y="6408"/>
                    <a:pt x="8126" y="6393"/>
                  </a:cubicBezTo>
                  <a:cubicBezTo>
                    <a:pt x="8111" y="6363"/>
                    <a:pt x="8096" y="6348"/>
                    <a:pt x="8096" y="6318"/>
                  </a:cubicBezTo>
                  <a:cubicBezTo>
                    <a:pt x="8096" y="6288"/>
                    <a:pt x="8096" y="6273"/>
                    <a:pt x="8096" y="6258"/>
                  </a:cubicBezTo>
                  <a:cubicBezTo>
                    <a:pt x="8111" y="6199"/>
                    <a:pt x="8260" y="6154"/>
                    <a:pt x="8081" y="6094"/>
                  </a:cubicBezTo>
                  <a:cubicBezTo>
                    <a:pt x="8066" y="6094"/>
                    <a:pt x="8066" y="6034"/>
                    <a:pt x="8066" y="5989"/>
                  </a:cubicBezTo>
                  <a:cubicBezTo>
                    <a:pt x="8066" y="5989"/>
                    <a:pt x="8066" y="5974"/>
                    <a:pt x="8066" y="5974"/>
                  </a:cubicBezTo>
                  <a:cubicBezTo>
                    <a:pt x="8066" y="5930"/>
                    <a:pt x="8081" y="5900"/>
                    <a:pt x="8081" y="5855"/>
                  </a:cubicBezTo>
                  <a:lnTo>
                    <a:pt x="8081" y="5855"/>
                  </a:lnTo>
                  <a:cubicBezTo>
                    <a:pt x="8066" y="5870"/>
                    <a:pt x="8051" y="5900"/>
                    <a:pt x="8021" y="5915"/>
                  </a:cubicBezTo>
                  <a:cubicBezTo>
                    <a:pt x="8008" y="5915"/>
                    <a:pt x="7994" y="5927"/>
                    <a:pt x="7981" y="5940"/>
                  </a:cubicBezTo>
                  <a:lnTo>
                    <a:pt x="7981" y="5940"/>
                  </a:lnTo>
                  <a:cubicBezTo>
                    <a:pt x="7978" y="5938"/>
                    <a:pt x="7977" y="5935"/>
                    <a:pt x="7977" y="5930"/>
                  </a:cubicBezTo>
                  <a:cubicBezTo>
                    <a:pt x="7977" y="5915"/>
                    <a:pt x="7977" y="5900"/>
                    <a:pt x="7977" y="5885"/>
                  </a:cubicBezTo>
                  <a:cubicBezTo>
                    <a:pt x="8036" y="5706"/>
                    <a:pt x="7902" y="5706"/>
                    <a:pt x="7782" y="5661"/>
                  </a:cubicBezTo>
                  <a:cubicBezTo>
                    <a:pt x="7827" y="5646"/>
                    <a:pt x="7872" y="5646"/>
                    <a:pt x="7872" y="5646"/>
                  </a:cubicBezTo>
                  <a:cubicBezTo>
                    <a:pt x="7842" y="5601"/>
                    <a:pt x="7797" y="5571"/>
                    <a:pt x="7782" y="5526"/>
                  </a:cubicBezTo>
                  <a:cubicBezTo>
                    <a:pt x="7767" y="5437"/>
                    <a:pt x="7767" y="5362"/>
                    <a:pt x="7752" y="5287"/>
                  </a:cubicBezTo>
                  <a:cubicBezTo>
                    <a:pt x="7767" y="5273"/>
                    <a:pt x="7767" y="5258"/>
                    <a:pt x="7782" y="5243"/>
                  </a:cubicBezTo>
                  <a:cubicBezTo>
                    <a:pt x="7782" y="5168"/>
                    <a:pt x="7782" y="5078"/>
                    <a:pt x="7782" y="4989"/>
                  </a:cubicBezTo>
                  <a:cubicBezTo>
                    <a:pt x="7752" y="4959"/>
                    <a:pt x="7738" y="4914"/>
                    <a:pt x="7723" y="4884"/>
                  </a:cubicBezTo>
                  <a:lnTo>
                    <a:pt x="7723" y="4869"/>
                  </a:lnTo>
                  <a:cubicBezTo>
                    <a:pt x="7711" y="4821"/>
                    <a:pt x="7747" y="4733"/>
                    <a:pt x="7683" y="4733"/>
                  </a:cubicBezTo>
                  <a:cubicBezTo>
                    <a:pt x="7667" y="4733"/>
                    <a:pt x="7647" y="4738"/>
                    <a:pt x="7618" y="4750"/>
                  </a:cubicBezTo>
                  <a:cubicBezTo>
                    <a:pt x="7603" y="4750"/>
                    <a:pt x="7588" y="4720"/>
                    <a:pt x="7573" y="4705"/>
                  </a:cubicBezTo>
                  <a:lnTo>
                    <a:pt x="7588" y="4675"/>
                  </a:lnTo>
                  <a:cubicBezTo>
                    <a:pt x="7618" y="4660"/>
                    <a:pt x="7648" y="4630"/>
                    <a:pt x="7633" y="4585"/>
                  </a:cubicBezTo>
                  <a:cubicBezTo>
                    <a:pt x="7543" y="4571"/>
                    <a:pt x="7528" y="4511"/>
                    <a:pt x="7543" y="4436"/>
                  </a:cubicBezTo>
                  <a:cubicBezTo>
                    <a:pt x="7558" y="4406"/>
                    <a:pt x="7558" y="4361"/>
                    <a:pt x="7558" y="4361"/>
                  </a:cubicBezTo>
                  <a:cubicBezTo>
                    <a:pt x="7454" y="4346"/>
                    <a:pt x="7528" y="4287"/>
                    <a:pt x="7514" y="4242"/>
                  </a:cubicBezTo>
                  <a:cubicBezTo>
                    <a:pt x="7514" y="4197"/>
                    <a:pt x="7514" y="4167"/>
                    <a:pt x="7514" y="4122"/>
                  </a:cubicBezTo>
                  <a:cubicBezTo>
                    <a:pt x="7469" y="4033"/>
                    <a:pt x="7424" y="3928"/>
                    <a:pt x="7379" y="3824"/>
                  </a:cubicBezTo>
                  <a:cubicBezTo>
                    <a:pt x="7379" y="3824"/>
                    <a:pt x="7379" y="3824"/>
                    <a:pt x="7379" y="3809"/>
                  </a:cubicBezTo>
                  <a:cubicBezTo>
                    <a:pt x="7349" y="3659"/>
                    <a:pt x="7334" y="3644"/>
                    <a:pt x="7230" y="3615"/>
                  </a:cubicBezTo>
                  <a:cubicBezTo>
                    <a:pt x="7215" y="3615"/>
                    <a:pt x="7215" y="3600"/>
                    <a:pt x="7215" y="3585"/>
                  </a:cubicBezTo>
                  <a:cubicBezTo>
                    <a:pt x="7230" y="3525"/>
                    <a:pt x="7215" y="3510"/>
                    <a:pt x="7191" y="3510"/>
                  </a:cubicBezTo>
                  <a:cubicBezTo>
                    <a:pt x="7166" y="3510"/>
                    <a:pt x="7133" y="3525"/>
                    <a:pt x="7110" y="3525"/>
                  </a:cubicBezTo>
                  <a:cubicBezTo>
                    <a:pt x="7140" y="3450"/>
                    <a:pt x="7155" y="3391"/>
                    <a:pt x="7170" y="3316"/>
                  </a:cubicBezTo>
                  <a:cubicBezTo>
                    <a:pt x="7185" y="3301"/>
                    <a:pt x="7155" y="3271"/>
                    <a:pt x="7140" y="3241"/>
                  </a:cubicBezTo>
                  <a:cubicBezTo>
                    <a:pt x="7140" y="3271"/>
                    <a:pt x="7125" y="3286"/>
                    <a:pt x="7110" y="3316"/>
                  </a:cubicBezTo>
                  <a:cubicBezTo>
                    <a:pt x="7110" y="3331"/>
                    <a:pt x="7095" y="3361"/>
                    <a:pt x="7080" y="3420"/>
                  </a:cubicBezTo>
                  <a:cubicBezTo>
                    <a:pt x="7065" y="3361"/>
                    <a:pt x="7065" y="3331"/>
                    <a:pt x="7051" y="3286"/>
                  </a:cubicBezTo>
                  <a:cubicBezTo>
                    <a:pt x="7021" y="3271"/>
                    <a:pt x="6991" y="3241"/>
                    <a:pt x="6961" y="3211"/>
                  </a:cubicBezTo>
                  <a:cubicBezTo>
                    <a:pt x="7021" y="3167"/>
                    <a:pt x="7036" y="3122"/>
                    <a:pt x="6991" y="3077"/>
                  </a:cubicBezTo>
                  <a:cubicBezTo>
                    <a:pt x="6961" y="3047"/>
                    <a:pt x="6961" y="3002"/>
                    <a:pt x="6946" y="2972"/>
                  </a:cubicBezTo>
                  <a:cubicBezTo>
                    <a:pt x="6916" y="2913"/>
                    <a:pt x="6901" y="2853"/>
                    <a:pt x="6886" y="2778"/>
                  </a:cubicBezTo>
                  <a:cubicBezTo>
                    <a:pt x="6886" y="2704"/>
                    <a:pt x="6886" y="2644"/>
                    <a:pt x="6886" y="2569"/>
                  </a:cubicBezTo>
                  <a:cubicBezTo>
                    <a:pt x="6841" y="2479"/>
                    <a:pt x="6797" y="2390"/>
                    <a:pt x="6767" y="2330"/>
                  </a:cubicBezTo>
                  <a:cubicBezTo>
                    <a:pt x="6767" y="2330"/>
                    <a:pt x="6737" y="2375"/>
                    <a:pt x="6707" y="2405"/>
                  </a:cubicBezTo>
                  <a:cubicBezTo>
                    <a:pt x="6632" y="2315"/>
                    <a:pt x="6752" y="2270"/>
                    <a:pt x="6767" y="2211"/>
                  </a:cubicBezTo>
                  <a:lnTo>
                    <a:pt x="6767" y="2196"/>
                  </a:lnTo>
                  <a:lnTo>
                    <a:pt x="6662" y="1972"/>
                  </a:lnTo>
                  <a:cubicBezTo>
                    <a:pt x="6632" y="1942"/>
                    <a:pt x="6617" y="1927"/>
                    <a:pt x="6602" y="1912"/>
                  </a:cubicBezTo>
                  <a:cubicBezTo>
                    <a:pt x="6602" y="1867"/>
                    <a:pt x="6602" y="1807"/>
                    <a:pt x="6602" y="1763"/>
                  </a:cubicBezTo>
                  <a:cubicBezTo>
                    <a:pt x="6588" y="1733"/>
                    <a:pt x="6588" y="1703"/>
                    <a:pt x="6573" y="1688"/>
                  </a:cubicBezTo>
                  <a:cubicBezTo>
                    <a:pt x="6558" y="1658"/>
                    <a:pt x="6528" y="1643"/>
                    <a:pt x="6513" y="1628"/>
                  </a:cubicBezTo>
                  <a:lnTo>
                    <a:pt x="6423" y="1374"/>
                  </a:lnTo>
                  <a:cubicBezTo>
                    <a:pt x="6393" y="1315"/>
                    <a:pt x="6363" y="1255"/>
                    <a:pt x="6334" y="1195"/>
                  </a:cubicBezTo>
                  <a:cubicBezTo>
                    <a:pt x="6304" y="1150"/>
                    <a:pt x="6289" y="1120"/>
                    <a:pt x="6259" y="1076"/>
                  </a:cubicBezTo>
                  <a:cubicBezTo>
                    <a:pt x="6199" y="941"/>
                    <a:pt x="6154" y="792"/>
                    <a:pt x="6110" y="657"/>
                  </a:cubicBezTo>
                  <a:cubicBezTo>
                    <a:pt x="6095" y="642"/>
                    <a:pt x="6095" y="627"/>
                    <a:pt x="6080" y="627"/>
                  </a:cubicBezTo>
                  <a:lnTo>
                    <a:pt x="6080" y="613"/>
                  </a:lnTo>
                  <a:cubicBezTo>
                    <a:pt x="6065" y="583"/>
                    <a:pt x="6065" y="553"/>
                    <a:pt x="6050" y="508"/>
                  </a:cubicBezTo>
                  <a:cubicBezTo>
                    <a:pt x="6050" y="478"/>
                    <a:pt x="6035" y="463"/>
                    <a:pt x="6020" y="448"/>
                  </a:cubicBezTo>
                  <a:cubicBezTo>
                    <a:pt x="6005" y="403"/>
                    <a:pt x="5990" y="359"/>
                    <a:pt x="5960" y="314"/>
                  </a:cubicBezTo>
                  <a:lnTo>
                    <a:pt x="5960" y="299"/>
                  </a:lnTo>
                  <a:cubicBezTo>
                    <a:pt x="5960" y="284"/>
                    <a:pt x="5945" y="254"/>
                    <a:pt x="5930" y="224"/>
                  </a:cubicBezTo>
                  <a:cubicBezTo>
                    <a:pt x="5915" y="224"/>
                    <a:pt x="5900" y="224"/>
                    <a:pt x="5886" y="209"/>
                  </a:cubicBezTo>
                  <a:lnTo>
                    <a:pt x="5886" y="209"/>
                  </a:lnTo>
                  <a:lnTo>
                    <a:pt x="5930" y="224"/>
                  </a:lnTo>
                  <a:cubicBezTo>
                    <a:pt x="5871" y="194"/>
                    <a:pt x="5826" y="164"/>
                    <a:pt x="5766" y="135"/>
                  </a:cubicBezTo>
                  <a:cubicBezTo>
                    <a:pt x="5721" y="90"/>
                    <a:pt x="5676" y="0"/>
                    <a:pt x="56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5" name="Google Shape;795;p1"/>
          <p:cNvGrpSpPr/>
          <p:nvPr/>
        </p:nvGrpSpPr>
        <p:grpSpPr>
          <a:xfrm>
            <a:off x="-551577" y="2674494"/>
            <a:ext cx="2295921" cy="2669104"/>
            <a:chOff x="-551577" y="2674494"/>
            <a:chExt cx="2295921" cy="2669104"/>
          </a:xfrm>
        </p:grpSpPr>
        <p:grpSp>
          <p:nvGrpSpPr>
            <p:cNvPr id="796" name="Google Shape;796;p1"/>
            <p:cNvGrpSpPr/>
            <p:nvPr/>
          </p:nvGrpSpPr>
          <p:grpSpPr>
            <a:xfrm>
              <a:off x="-221340" y="4030810"/>
              <a:ext cx="1965684" cy="1312788"/>
              <a:chOff x="521732" y="3858675"/>
              <a:chExt cx="1280076" cy="854902"/>
            </a:xfrm>
          </p:grpSpPr>
          <p:sp>
            <p:nvSpPr>
              <p:cNvPr id="797" name="Google Shape;797;p1"/>
              <p:cNvSpPr/>
              <p:nvPr/>
            </p:nvSpPr>
            <p:spPr>
              <a:xfrm>
                <a:off x="806637" y="4225743"/>
                <a:ext cx="85226" cy="9722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32" extrusionOk="0">
                    <a:moveTo>
                      <a:pt x="246" y="0"/>
                    </a:moveTo>
                    <a:cubicBezTo>
                      <a:pt x="113" y="0"/>
                      <a:pt x="1" y="138"/>
                      <a:pt x="1" y="288"/>
                    </a:cubicBezTo>
                    <a:cubicBezTo>
                      <a:pt x="16" y="467"/>
                      <a:pt x="31" y="632"/>
                      <a:pt x="270" y="632"/>
                    </a:cubicBezTo>
                    <a:cubicBezTo>
                      <a:pt x="479" y="632"/>
                      <a:pt x="554" y="512"/>
                      <a:pt x="554" y="303"/>
                    </a:cubicBezTo>
                    <a:cubicBezTo>
                      <a:pt x="554" y="139"/>
                      <a:pt x="464" y="19"/>
                      <a:pt x="285" y="4"/>
                    </a:cubicBezTo>
                    <a:cubicBezTo>
                      <a:pt x="272" y="2"/>
                      <a:pt x="259" y="0"/>
                      <a:pt x="2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1"/>
              <p:cNvSpPr/>
              <p:nvPr/>
            </p:nvSpPr>
            <p:spPr>
              <a:xfrm>
                <a:off x="1355835" y="4224051"/>
                <a:ext cx="82918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644" extrusionOk="0">
                    <a:moveTo>
                      <a:pt x="269" y="0"/>
                    </a:moveTo>
                    <a:cubicBezTo>
                      <a:pt x="60" y="0"/>
                      <a:pt x="1" y="135"/>
                      <a:pt x="1" y="314"/>
                    </a:cubicBezTo>
                    <a:cubicBezTo>
                      <a:pt x="1" y="508"/>
                      <a:pt x="60" y="643"/>
                      <a:pt x="269" y="643"/>
                    </a:cubicBezTo>
                    <a:cubicBezTo>
                      <a:pt x="280" y="643"/>
                      <a:pt x="290" y="644"/>
                      <a:pt x="300" y="644"/>
                    </a:cubicBezTo>
                    <a:cubicBezTo>
                      <a:pt x="484" y="644"/>
                      <a:pt x="538" y="513"/>
                      <a:pt x="523" y="329"/>
                    </a:cubicBezTo>
                    <a:cubicBezTo>
                      <a:pt x="538" y="150"/>
                      <a:pt x="464" y="15"/>
                      <a:pt x="2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1"/>
              <p:cNvSpPr/>
              <p:nvPr/>
            </p:nvSpPr>
            <p:spPr>
              <a:xfrm>
                <a:off x="1172154" y="4224051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8" y="0"/>
                    </a:moveTo>
                    <a:cubicBezTo>
                      <a:pt x="134" y="15"/>
                      <a:pt x="15" y="105"/>
                      <a:pt x="15" y="284"/>
                    </a:cubicBezTo>
                    <a:cubicBezTo>
                      <a:pt x="0" y="511"/>
                      <a:pt x="94" y="644"/>
                      <a:pt x="257" y="644"/>
                    </a:cubicBezTo>
                    <a:cubicBezTo>
                      <a:pt x="266" y="644"/>
                      <a:pt x="274" y="643"/>
                      <a:pt x="283" y="643"/>
                    </a:cubicBezTo>
                    <a:cubicBezTo>
                      <a:pt x="478" y="643"/>
                      <a:pt x="537" y="508"/>
                      <a:pt x="567" y="389"/>
                    </a:cubicBezTo>
                    <a:cubicBezTo>
                      <a:pt x="567" y="165"/>
                      <a:pt x="448" y="0"/>
                      <a:pt x="2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1"/>
              <p:cNvSpPr/>
              <p:nvPr/>
            </p:nvSpPr>
            <p:spPr>
              <a:xfrm>
                <a:off x="988165" y="4223897"/>
                <a:ext cx="87380" cy="990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44" extrusionOk="0">
                    <a:moveTo>
                      <a:pt x="290" y="0"/>
                    </a:moveTo>
                    <a:cubicBezTo>
                      <a:pt x="284" y="0"/>
                      <a:pt x="277" y="1"/>
                      <a:pt x="270" y="1"/>
                    </a:cubicBezTo>
                    <a:cubicBezTo>
                      <a:pt x="90" y="16"/>
                      <a:pt x="1" y="136"/>
                      <a:pt x="16" y="315"/>
                    </a:cubicBezTo>
                    <a:cubicBezTo>
                      <a:pt x="16" y="524"/>
                      <a:pt x="105" y="644"/>
                      <a:pt x="270" y="644"/>
                    </a:cubicBezTo>
                    <a:cubicBezTo>
                      <a:pt x="464" y="644"/>
                      <a:pt x="539" y="524"/>
                      <a:pt x="553" y="375"/>
                    </a:cubicBezTo>
                    <a:cubicBezTo>
                      <a:pt x="568" y="160"/>
                      <a:pt x="445" y="0"/>
                      <a:pt x="2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1"/>
              <p:cNvSpPr/>
              <p:nvPr/>
            </p:nvSpPr>
            <p:spPr>
              <a:xfrm>
                <a:off x="1075698" y="4333740"/>
                <a:ext cx="94149" cy="85844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58" extrusionOk="0">
                    <a:moveTo>
                      <a:pt x="303" y="1"/>
                    </a:moveTo>
                    <a:cubicBezTo>
                      <a:pt x="140" y="1"/>
                      <a:pt x="1" y="165"/>
                      <a:pt x="14" y="303"/>
                    </a:cubicBezTo>
                    <a:cubicBezTo>
                      <a:pt x="29" y="467"/>
                      <a:pt x="119" y="557"/>
                      <a:pt x="283" y="557"/>
                    </a:cubicBezTo>
                    <a:cubicBezTo>
                      <a:pt x="291" y="558"/>
                      <a:pt x="300" y="558"/>
                      <a:pt x="308" y="558"/>
                    </a:cubicBezTo>
                    <a:cubicBezTo>
                      <a:pt x="476" y="558"/>
                      <a:pt x="611" y="411"/>
                      <a:pt x="597" y="169"/>
                    </a:cubicBezTo>
                    <a:cubicBezTo>
                      <a:pt x="537" y="124"/>
                      <a:pt x="447" y="19"/>
                      <a:pt x="343" y="4"/>
                    </a:cubicBezTo>
                    <a:cubicBezTo>
                      <a:pt x="330" y="2"/>
                      <a:pt x="316" y="1"/>
                      <a:pt x="3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1"/>
              <p:cNvSpPr/>
              <p:nvPr/>
            </p:nvSpPr>
            <p:spPr>
              <a:xfrm>
                <a:off x="1073698" y="3950057"/>
                <a:ext cx="100764" cy="8461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550" extrusionOk="0">
                    <a:moveTo>
                      <a:pt x="316" y="1"/>
                    </a:moveTo>
                    <a:cubicBezTo>
                      <a:pt x="151" y="1"/>
                      <a:pt x="1" y="164"/>
                      <a:pt x="42" y="303"/>
                    </a:cubicBezTo>
                    <a:cubicBezTo>
                      <a:pt x="72" y="392"/>
                      <a:pt x="177" y="512"/>
                      <a:pt x="281" y="542"/>
                    </a:cubicBezTo>
                    <a:cubicBezTo>
                      <a:pt x="301" y="547"/>
                      <a:pt x="321" y="549"/>
                      <a:pt x="341" y="549"/>
                    </a:cubicBezTo>
                    <a:cubicBezTo>
                      <a:pt x="495" y="549"/>
                      <a:pt x="628" y="397"/>
                      <a:pt x="655" y="198"/>
                    </a:cubicBezTo>
                    <a:cubicBezTo>
                      <a:pt x="565" y="138"/>
                      <a:pt x="475" y="19"/>
                      <a:pt x="356" y="4"/>
                    </a:cubicBezTo>
                    <a:cubicBezTo>
                      <a:pt x="343" y="2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1"/>
              <p:cNvSpPr/>
              <p:nvPr/>
            </p:nvSpPr>
            <p:spPr>
              <a:xfrm>
                <a:off x="1077852" y="4515736"/>
                <a:ext cx="91995" cy="8522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54" extrusionOk="0">
                    <a:moveTo>
                      <a:pt x="291" y="0"/>
                    </a:moveTo>
                    <a:cubicBezTo>
                      <a:pt x="136" y="0"/>
                      <a:pt x="0" y="143"/>
                      <a:pt x="0" y="285"/>
                    </a:cubicBezTo>
                    <a:cubicBezTo>
                      <a:pt x="0" y="449"/>
                      <a:pt x="105" y="554"/>
                      <a:pt x="239" y="554"/>
                    </a:cubicBezTo>
                    <a:cubicBezTo>
                      <a:pt x="433" y="554"/>
                      <a:pt x="598" y="404"/>
                      <a:pt x="583" y="255"/>
                    </a:cubicBezTo>
                    <a:cubicBezTo>
                      <a:pt x="568" y="91"/>
                      <a:pt x="478" y="1"/>
                      <a:pt x="314" y="1"/>
                    </a:cubicBezTo>
                    <a:cubicBezTo>
                      <a:pt x="306" y="0"/>
                      <a:pt x="299" y="0"/>
                      <a:pt x="2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1"/>
              <p:cNvSpPr/>
              <p:nvPr/>
            </p:nvSpPr>
            <p:spPr>
              <a:xfrm>
                <a:off x="1077852" y="4131438"/>
                <a:ext cx="96610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44" extrusionOk="0">
                    <a:moveTo>
                      <a:pt x="290" y="1"/>
                    </a:moveTo>
                    <a:cubicBezTo>
                      <a:pt x="123" y="1"/>
                      <a:pt x="0" y="126"/>
                      <a:pt x="0" y="289"/>
                    </a:cubicBezTo>
                    <a:cubicBezTo>
                      <a:pt x="0" y="430"/>
                      <a:pt x="107" y="544"/>
                      <a:pt x="232" y="544"/>
                    </a:cubicBezTo>
                    <a:cubicBezTo>
                      <a:pt x="239" y="544"/>
                      <a:pt x="247" y="543"/>
                      <a:pt x="254" y="543"/>
                    </a:cubicBezTo>
                    <a:cubicBezTo>
                      <a:pt x="433" y="543"/>
                      <a:pt x="628" y="393"/>
                      <a:pt x="583" y="244"/>
                    </a:cubicBezTo>
                    <a:cubicBezTo>
                      <a:pt x="553" y="154"/>
                      <a:pt x="433" y="20"/>
                      <a:pt x="344" y="5"/>
                    </a:cubicBezTo>
                    <a:cubicBezTo>
                      <a:pt x="326" y="2"/>
                      <a:pt x="308" y="1"/>
                      <a:pt x="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1"/>
              <p:cNvSpPr/>
              <p:nvPr/>
            </p:nvSpPr>
            <p:spPr>
              <a:xfrm>
                <a:off x="1532747" y="4230820"/>
                <a:ext cx="91841" cy="8984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584" extrusionOk="0">
                    <a:moveTo>
                      <a:pt x="284" y="0"/>
                    </a:moveTo>
                    <a:cubicBezTo>
                      <a:pt x="279" y="0"/>
                      <a:pt x="274" y="1"/>
                      <a:pt x="269" y="1"/>
                    </a:cubicBezTo>
                    <a:cubicBezTo>
                      <a:pt x="120" y="16"/>
                      <a:pt x="1" y="106"/>
                      <a:pt x="16" y="270"/>
                    </a:cubicBezTo>
                    <a:cubicBezTo>
                      <a:pt x="31" y="434"/>
                      <a:pt x="105" y="569"/>
                      <a:pt x="374" y="584"/>
                    </a:cubicBezTo>
                    <a:cubicBezTo>
                      <a:pt x="419" y="509"/>
                      <a:pt x="538" y="434"/>
                      <a:pt x="568" y="315"/>
                    </a:cubicBezTo>
                    <a:cubicBezTo>
                      <a:pt x="597" y="185"/>
                      <a:pt x="418" y="0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1"/>
              <p:cNvSpPr/>
              <p:nvPr/>
            </p:nvSpPr>
            <p:spPr>
              <a:xfrm>
                <a:off x="1714275" y="4230358"/>
                <a:ext cx="85226" cy="85998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9" extrusionOk="0">
                    <a:moveTo>
                      <a:pt x="276" y="1"/>
                    </a:moveTo>
                    <a:cubicBezTo>
                      <a:pt x="263" y="1"/>
                      <a:pt x="251" y="2"/>
                      <a:pt x="240" y="4"/>
                    </a:cubicBezTo>
                    <a:cubicBezTo>
                      <a:pt x="75" y="19"/>
                      <a:pt x="1" y="168"/>
                      <a:pt x="30" y="378"/>
                    </a:cubicBezTo>
                    <a:cubicBezTo>
                      <a:pt x="1" y="497"/>
                      <a:pt x="90" y="527"/>
                      <a:pt x="165" y="557"/>
                    </a:cubicBezTo>
                    <a:cubicBezTo>
                      <a:pt x="182" y="558"/>
                      <a:pt x="199" y="558"/>
                      <a:pt x="215" y="558"/>
                    </a:cubicBezTo>
                    <a:cubicBezTo>
                      <a:pt x="425" y="558"/>
                      <a:pt x="553" y="470"/>
                      <a:pt x="553" y="318"/>
                    </a:cubicBezTo>
                    <a:cubicBezTo>
                      <a:pt x="553" y="153"/>
                      <a:pt x="414" y="1"/>
                      <a:pt x="2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1"/>
              <p:cNvSpPr/>
              <p:nvPr/>
            </p:nvSpPr>
            <p:spPr>
              <a:xfrm>
                <a:off x="808945" y="3865598"/>
                <a:ext cx="82918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5" extrusionOk="0">
                    <a:moveTo>
                      <a:pt x="270" y="0"/>
                    </a:moveTo>
                    <a:cubicBezTo>
                      <a:pt x="90" y="0"/>
                      <a:pt x="1" y="105"/>
                      <a:pt x="1" y="284"/>
                    </a:cubicBezTo>
                    <a:cubicBezTo>
                      <a:pt x="15" y="424"/>
                      <a:pt x="94" y="525"/>
                      <a:pt x="239" y="525"/>
                    </a:cubicBezTo>
                    <a:cubicBezTo>
                      <a:pt x="249" y="525"/>
                      <a:pt x="259" y="524"/>
                      <a:pt x="270" y="523"/>
                    </a:cubicBezTo>
                    <a:cubicBezTo>
                      <a:pt x="449" y="523"/>
                      <a:pt x="524" y="419"/>
                      <a:pt x="539" y="254"/>
                    </a:cubicBezTo>
                    <a:cubicBezTo>
                      <a:pt x="509" y="90"/>
                      <a:pt x="434" y="0"/>
                      <a:pt x="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1"/>
              <p:cNvSpPr/>
              <p:nvPr/>
            </p:nvSpPr>
            <p:spPr>
              <a:xfrm>
                <a:off x="1176615" y="4423738"/>
                <a:ext cx="82918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1" extrusionOk="0">
                    <a:moveTo>
                      <a:pt x="254" y="0"/>
                    </a:moveTo>
                    <a:cubicBezTo>
                      <a:pt x="107" y="0"/>
                      <a:pt x="15" y="103"/>
                      <a:pt x="1" y="271"/>
                    </a:cubicBezTo>
                    <a:cubicBezTo>
                      <a:pt x="1" y="435"/>
                      <a:pt x="105" y="525"/>
                      <a:pt x="254" y="539"/>
                    </a:cubicBezTo>
                    <a:cubicBezTo>
                      <a:pt x="264" y="540"/>
                      <a:pt x="273" y="541"/>
                      <a:pt x="282" y="541"/>
                    </a:cubicBezTo>
                    <a:cubicBezTo>
                      <a:pt x="429" y="541"/>
                      <a:pt x="510" y="426"/>
                      <a:pt x="538" y="286"/>
                    </a:cubicBezTo>
                    <a:cubicBezTo>
                      <a:pt x="538" y="106"/>
                      <a:pt x="434" y="2"/>
                      <a:pt x="284" y="2"/>
                    </a:cubicBezTo>
                    <a:cubicBezTo>
                      <a:pt x="274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1"/>
              <p:cNvSpPr/>
              <p:nvPr/>
            </p:nvSpPr>
            <p:spPr>
              <a:xfrm>
                <a:off x="988165" y="3863290"/>
                <a:ext cx="87534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7" extrusionOk="0">
                    <a:moveTo>
                      <a:pt x="285" y="0"/>
                    </a:moveTo>
                    <a:cubicBezTo>
                      <a:pt x="120" y="15"/>
                      <a:pt x="1" y="120"/>
                      <a:pt x="16" y="254"/>
                    </a:cubicBezTo>
                    <a:cubicBezTo>
                      <a:pt x="46" y="359"/>
                      <a:pt x="165" y="508"/>
                      <a:pt x="255" y="538"/>
                    </a:cubicBezTo>
                    <a:cubicBezTo>
                      <a:pt x="277" y="544"/>
                      <a:pt x="297" y="546"/>
                      <a:pt x="316" y="546"/>
                    </a:cubicBezTo>
                    <a:cubicBezTo>
                      <a:pt x="452" y="546"/>
                      <a:pt x="514" y="415"/>
                      <a:pt x="553" y="284"/>
                    </a:cubicBezTo>
                    <a:cubicBezTo>
                      <a:pt x="568" y="150"/>
                      <a:pt x="419" y="0"/>
                      <a:pt x="2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1"/>
              <p:cNvSpPr/>
              <p:nvPr/>
            </p:nvSpPr>
            <p:spPr>
              <a:xfrm>
                <a:off x="1530594" y="4046978"/>
                <a:ext cx="87380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47" extrusionOk="0">
                    <a:moveTo>
                      <a:pt x="259" y="0"/>
                    </a:moveTo>
                    <a:cubicBezTo>
                      <a:pt x="107" y="0"/>
                      <a:pt x="0" y="128"/>
                      <a:pt x="15" y="270"/>
                    </a:cubicBezTo>
                    <a:cubicBezTo>
                      <a:pt x="30" y="375"/>
                      <a:pt x="164" y="509"/>
                      <a:pt x="269" y="539"/>
                    </a:cubicBezTo>
                    <a:cubicBezTo>
                      <a:pt x="287" y="544"/>
                      <a:pt x="304" y="546"/>
                      <a:pt x="321" y="546"/>
                    </a:cubicBezTo>
                    <a:cubicBezTo>
                      <a:pt x="449" y="546"/>
                      <a:pt x="514" y="396"/>
                      <a:pt x="567" y="210"/>
                    </a:cubicBezTo>
                    <a:cubicBezTo>
                      <a:pt x="493" y="151"/>
                      <a:pt x="403" y="31"/>
                      <a:pt x="283" y="1"/>
                    </a:cubicBezTo>
                    <a:cubicBezTo>
                      <a:pt x="275" y="1"/>
                      <a:pt x="267" y="0"/>
                      <a:pt x="2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1"/>
              <p:cNvSpPr/>
              <p:nvPr/>
            </p:nvSpPr>
            <p:spPr>
              <a:xfrm>
                <a:off x="811253" y="4046824"/>
                <a:ext cx="80611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5" extrusionOk="0">
                    <a:moveTo>
                      <a:pt x="286" y="1"/>
                    </a:moveTo>
                    <a:cubicBezTo>
                      <a:pt x="276" y="1"/>
                      <a:pt x="265" y="1"/>
                      <a:pt x="255" y="2"/>
                    </a:cubicBezTo>
                    <a:cubicBezTo>
                      <a:pt x="165" y="32"/>
                      <a:pt x="16" y="167"/>
                      <a:pt x="16" y="256"/>
                    </a:cubicBezTo>
                    <a:cubicBezTo>
                      <a:pt x="1" y="361"/>
                      <a:pt x="150" y="510"/>
                      <a:pt x="240" y="540"/>
                    </a:cubicBezTo>
                    <a:cubicBezTo>
                      <a:pt x="256" y="543"/>
                      <a:pt x="272" y="545"/>
                      <a:pt x="288" y="545"/>
                    </a:cubicBezTo>
                    <a:cubicBezTo>
                      <a:pt x="414" y="545"/>
                      <a:pt x="510" y="437"/>
                      <a:pt x="524" y="211"/>
                    </a:cubicBezTo>
                    <a:cubicBezTo>
                      <a:pt x="524" y="100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1"/>
              <p:cNvSpPr/>
              <p:nvPr/>
            </p:nvSpPr>
            <p:spPr>
              <a:xfrm>
                <a:off x="1445522" y="4329125"/>
                <a:ext cx="78149" cy="8369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44" extrusionOk="0">
                    <a:moveTo>
                      <a:pt x="227" y="0"/>
                    </a:moveTo>
                    <a:cubicBezTo>
                      <a:pt x="100" y="0"/>
                      <a:pt x="14" y="119"/>
                      <a:pt x="0" y="213"/>
                    </a:cubicBezTo>
                    <a:cubicBezTo>
                      <a:pt x="0" y="438"/>
                      <a:pt x="105" y="543"/>
                      <a:pt x="241" y="543"/>
                    </a:cubicBezTo>
                    <a:cubicBezTo>
                      <a:pt x="250" y="543"/>
                      <a:pt x="260" y="543"/>
                      <a:pt x="269" y="542"/>
                    </a:cubicBezTo>
                    <a:cubicBezTo>
                      <a:pt x="373" y="527"/>
                      <a:pt x="508" y="363"/>
                      <a:pt x="508" y="273"/>
                    </a:cubicBezTo>
                    <a:cubicBezTo>
                      <a:pt x="508" y="184"/>
                      <a:pt x="373" y="34"/>
                      <a:pt x="269" y="4"/>
                    </a:cubicBezTo>
                    <a:cubicBezTo>
                      <a:pt x="255" y="2"/>
                      <a:pt x="241" y="0"/>
                      <a:pt x="2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1"/>
              <p:cNvSpPr/>
              <p:nvPr/>
            </p:nvSpPr>
            <p:spPr>
              <a:xfrm>
                <a:off x="1714429" y="3865444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54" y="0"/>
                    </a:moveTo>
                    <a:cubicBezTo>
                      <a:pt x="80" y="0"/>
                      <a:pt x="0" y="128"/>
                      <a:pt x="14" y="270"/>
                    </a:cubicBezTo>
                    <a:cubicBezTo>
                      <a:pt x="14" y="375"/>
                      <a:pt x="134" y="464"/>
                      <a:pt x="194" y="539"/>
                    </a:cubicBezTo>
                    <a:cubicBezTo>
                      <a:pt x="433" y="524"/>
                      <a:pt x="537" y="420"/>
                      <a:pt x="537" y="255"/>
                    </a:cubicBezTo>
                    <a:cubicBezTo>
                      <a:pt x="537" y="91"/>
                      <a:pt x="448" y="1"/>
                      <a:pt x="283" y="1"/>
                    </a:cubicBezTo>
                    <a:cubicBezTo>
                      <a:pt x="273" y="1"/>
                      <a:pt x="264" y="0"/>
                      <a:pt x="2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1"/>
              <p:cNvSpPr/>
              <p:nvPr/>
            </p:nvSpPr>
            <p:spPr>
              <a:xfrm>
                <a:off x="985857" y="4428507"/>
                <a:ext cx="85226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0" extrusionOk="0">
                    <a:moveTo>
                      <a:pt x="255" y="1"/>
                    </a:moveTo>
                    <a:cubicBezTo>
                      <a:pt x="105" y="1"/>
                      <a:pt x="1" y="120"/>
                      <a:pt x="1" y="269"/>
                    </a:cubicBezTo>
                    <a:cubicBezTo>
                      <a:pt x="15" y="411"/>
                      <a:pt x="96" y="539"/>
                      <a:pt x="245" y="539"/>
                    </a:cubicBezTo>
                    <a:cubicBezTo>
                      <a:pt x="253" y="539"/>
                      <a:pt x="261" y="539"/>
                      <a:pt x="270" y="538"/>
                    </a:cubicBezTo>
                    <a:cubicBezTo>
                      <a:pt x="434" y="538"/>
                      <a:pt x="524" y="434"/>
                      <a:pt x="554" y="269"/>
                    </a:cubicBezTo>
                    <a:cubicBezTo>
                      <a:pt x="524" y="90"/>
                      <a:pt x="419" y="1"/>
                      <a:pt x="2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1"/>
              <p:cNvSpPr/>
              <p:nvPr/>
            </p:nvSpPr>
            <p:spPr>
              <a:xfrm>
                <a:off x="1710121" y="4046670"/>
                <a:ext cx="91687" cy="83998"/>
              </a:xfrm>
              <a:custGeom>
                <a:avLst/>
                <a:gdLst/>
                <a:ahLst/>
                <a:cxnLst/>
                <a:rect l="l" t="t" r="r" b="b"/>
                <a:pathLst>
                  <a:path w="596" h="546" extrusionOk="0">
                    <a:moveTo>
                      <a:pt x="288" y="0"/>
                    </a:moveTo>
                    <a:cubicBezTo>
                      <a:pt x="179" y="0"/>
                      <a:pt x="1" y="175"/>
                      <a:pt x="42" y="272"/>
                    </a:cubicBezTo>
                    <a:cubicBezTo>
                      <a:pt x="87" y="377"/>
                      <a:pt x="192" y="511"/>
                      <a:pt x="296" y="541"/>
                    </a:cubicBezTo>
                    <a:cubicBezTo>
                      <a:pt x="312" y="544"/>
                      <a:pt x="326" y="545"/>
                      <a:pt x="340" y="545"/>
                    </a:cubicBezTo>
                    <a:cubicBezTo>
                      <a:pt x="477" y="545"/>
                      <a:pt x="554" y="416"/>
                      <a:pt x="595" y="212"/>
                    </a:cubicBezTo>
                    <a:cubicBezTo>
                      <a:pt x="520" y="153"/>
                      <a:pt x="431" y="48"/>
                      <a:pt x="311" y="3"/>
                    </a:cubicBezTo>
                    <a:cubicBezTo>
                      <a:pt x="304" y="1"/>
                      <a:pt x="296" y="0"/>
                      <a:pt x="2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1"/>
              <p:cNvSpPr/>
              <p:nvPr/>
            </p:nvSpPr>
            <p:spPr>
              <a:xfrm>
                <a:off x="627418" y="3858675"/>
                <a:ext cx="82765" cy="881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73" extrusionOk="0">
                    <a:moveTo>
                      <a:pt x="225" y="1"/>
                    </a:moveTo>
                    <a:cubicBezTo>
                      <a:pt x="150" y="105"/>
                      <a:pt x="1" y="210"/>
                      <a:pt x="16" y="314"/>
                    </a:cubicBezTo>
                    <a:cubicBezTo>
                      <a:pt x="16" y="404"/>
                      <a:pt x="150" y="538"/>
                      <a:pt x="255" y="568"/>
                    </a:cubicBezTo>
                    <a:cubicBezTo>
                      <a:pt x="270" y="571"/>
                      <a:pt x="286" y="572"/>
                      <a:pt x="300" y="572"/>
                    </a:cubicBezTo>
                    <a:cubicBezTo>
                      <a:pt x="441" y="572"/>
                      <a:pt x="537" y="448"/>
                      <a:pt x="524" y="299"/>
                    </a:cubicBezTo>
                    <a:cubicBezTo>
                      <a:pt x="524" y="195"/>
                      <a:pt x="404" y="105"/>
                      <a:pt x="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1"/>
              <p:cNvSpPr/>
              <p:nvPr/>
            </p:nvSpPr>
            <p:spPr>
              <a:xfrm>
                <a:off x="900939" y="4513274"/>
                <a:ext cx="89687" cy="83844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5" extrusionOk="0">
                    <a:moveTo>
                      <a:pt x="244" y="1"/>
                    </a:moveTo>
                    <a:cubicBezTo>
                      <a:pt x="107" y="1"/>
                      <a:pt x="0" y="116"/>
                      <a:pt x="0" y="271"/>
                    </a:cubicBezTo>
                    <a:cubicBezTo>
                      <a:pt x="0" y="420"/>
                      <a:pt x="86" y="544"/>
                      <a:pt x="224" y="544"/>
                    </a:cubicBezTo>
                    <a:cubicBezTo>
                      <a:pt x="239" y="544"/>
                      <a:pt x="254" y="543"/>
                      <a:pt x="269" y="540"/>
                    </a:cubicBezTo>
                    <a:cubicBezTo>
                      <a:pt x="389" y="510"/>
                      <a:pt x="478" y="391"/>
                      <a:pt x="583" y="316"/>
                    </a:cubicBezTo>
                    <a:cubicBezTo>
                      <a:pt x="583" y="286"/>
                      <a:pt x="583" y="241"/>
                      <a:pt x="583" y="211"/>
                    </a:cubicBezTo>
                    <a:cubicBezTo>
                      <a:pt x="478" y="137"/>
                      <a:pt x="389" y="17"/>
                      <a:pt x="269" y="2"/>
                    </a:cubicBezTo>
                    <a:cubicBezTo>
                      <a:pt x="261" y="1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1"/>
              <p:cNvSpPr/>
              <p:nvPr/>
            </p:nvSpPr>
            <p:spPr>
              <a:xfrm>
                <a:off x="1351220" y="4049440"/>
                <a:ext cx="80611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5" extrusionOk="0">
                    <a:moveTo>
                      <a:pt x="255" y="0"/>
                    </a:moveTo>
                    <a:cubicBezTo>
                      <a:pt x="105" y="15"/>
                      <a:pt x="16" y="90"/>
                      <a:pt x="1" y="254"/>
                    </a:cubicBezTo>
                    <a:cubicBezTo>
                      <a:pt x="1" y="422"/>
                      <a:pt x="79" y="524"/>
                      <a:pt x="237" y="524"/>
                    </a:cubicBezTo>
                    <a:cubicBezTo>
                      <a:pt x="247" y="524"/>
                      <a:pt x="258" y="524"/>
                      <a:pt x="270" y="523"/>
                    </a:cubicBezTo>
                    <a:cubicBezTo>
                      <a:pt x="434" y="523"/>
                      <a:pt x="523" y="433"/>
                      <a:pt x="523" y="254"/>
                    </a:cubicBezTo>
                    <a:cubicBezTo>
                      <a:pt x="523" y="90"/>
                      <a:pt x="419" y="15"/>
                      <a:pt x="2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1"/>
              <p:cNvSpPr/>
              <p:nvPr/>
            </p:nvSpPr>
            <p:spPr>
              <a:xfrm>
                <a:off x="1622434" y="4328356"/>
                <a:ext cx="89687" cy="86152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60" extrusionOk="0">
                    <a:moveTo>
                      <a:pt x="285" y="0"/>
                    </a:moveTo>
                    <a:cubicBezTo>
                      <a:pt x="175" y="0"/>
                      <a:pt x="86" y="46"/>
                      <a:pt x="45" y="189"/>
                    </a:cubicBezTo>
                    <a:cubicBezTo>
                      <a:pt x="0" y="368"/>
                      <a:pt x="90" y="472"/>
                      <a:pt x="254" y="532"/>
                    </a:cubicBezTo>
                    <a:cubicBezTo>
                      <a:pt x="287" y="551"/>
                      <a:pt x="317" y="559"/>
                      <a:pt x="344" y="559"/>
                    </a:cubicBezTo>
                    <a:cubicBezTo>
                      <a:pt x="404" y="559"/>
                      <a:pt x="452" y="519"/>
                      <a:pt x="493" y="457"/>
                    </a:cubicBezTo>
                    <a:cubicBezTo>
                      <a:pt x="523" y="368"/>
                      <a:pt x="553" y="293"/>
                      <a:pt x="583" y="204"/>
                    </a:cubicBezTo>
                    <a:cubicBezTo>
                      <a:pt x="583" y="99"/>
                      <a:pt x="538" y="39"/>
                      <a:pt x="448" y="24"/>
                    </a:cubicBezTo>
                    <a:cubicBezTo>
                      <a:pt x="391" y="10"/>
                      <a:pt x="336" y="0"/>
                      <a:pt x="2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1"/>
              <p:cNvSpPr/>
              <p:nvPr/>
            </p:nvSpPr>
            <p:spPr>
              <a:xfrm>
                <a:off x="898632" y="4134361"/>
                <a:ext cx="80611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40" extrusionOk="0">
                    <a:moveTo>
                      <a:pt x="284" y="1"/>
                    </a:moveTo>
                    <a:cubicBezTo>
                      <a:pt x="120" y="1"/>
                      <a:pt x="0" y="90"/>
                      <a:pt x="0" y="240"/>
                    </a:cubicBezTo>
                    <a:cubicBezTo>
                      <a:pt x="0" y="449"/>
                      <a:pt x="120" y="539"/>
                      <a:pt x="254" y="539"/>
                    </a:cubicBezTo>
                    <a:cubicBezTo>
                      <a:pt x="265" y="539"/>
                      <a:pt x="275" y="540"/>
                      <a:pt x="285" y="540"/>
                    </a:cubicBezTo>
                    <a:cubicBezTo>
                      <a:pt x="431" y="540"/>
                      <a:pt x="523" y="438"/>
                      <a:pt x="523" y="270"/>
                    </a:cubicBezTo>
                    <a:cubicBezTo>
                      <a:pt x="523" y="105"/>
                      <a:pt x="433" y="1"/>
                      <a:pt x="2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1"/>
              <p:cNvSpPr/>
              <p:nvPr/>
            </p:nvSpPr>
            <p:spPr>
              <a:xfrm>
                <a:off x="1261687" y="4329740"/>
                <a:ext cx="89687" cy="83229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41" extrusionOk="0">
                    <a:moveTo>
                      <a:pt x="254" y="0"/>
                    </a:moveTo>
                    <a:cubicBezTo>
                      <a:pt x="194" y="60"/>
                      <a:pt x="75" y="135"/>
                      <a:pt x="45" y="239"/>
                    </a:cubicBezTo>
                    <a:cubicBezTo>
                      <a:pt x="0" y="404"/>
                      <a:pt x="75" y="523"/>
                      <a:pt x="254" y="538"/>
                    </a:cubicBezTo>
                    <a:cubicBezTo>
                      <a:pt x="270" y="540"/>
                      <a:pt x="286" y="540"/>
                      <a:pt x="301" y="540"/>
                    </a:cubicBezTo>
                    <a:cubicBezTo>
                      <a:pt x="441" y="540"/>
                      <a:pt x="539" y="477"/>
                      <a:pt x="553" y="329"/>
                    </a:cubicBezTo>
                    <a:cubicBezTo>
                      <a:pt x="583" y="165"/>
                      <a:pt x="508" y="45"/>
                      <a:pt x="2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1"/>
              <p:cNvSpPr/>
              <p:nvPr/>
            </p:nvSpPr>
            <p:spPr>
              <a:xfrm>
                <a:off x="724027" y="4327433"/>
                <a:ext cx="8276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40" extrusionOk="0">
                    <a:moveTo>
                      <a:pt x="224" y="0"/>
                    </a:moveTo>
                    <a:cubicBezTo>
                      <a:pt x="90" y="30"/>
                      <a:pt x="0" y="120"/>
                      <a:pt x="0" y="299"/>
                    </a:cubicBezTo>
                    <a:cubicBezTo>
                      <a:pt x="14" y="452"/>
                      <a:pt x="105" y="540"/>
                      <a:pt x="237" y="540"/>
                    </a:cubicBezTo>
                    <a:cubicBezTo>
                      <a:pt x="248" y="540"/>
                      <a:pt x="258" y="539"/>
                      <a:pt x="269" y="538"/>
                    </a:cubicBezTo>
                    <a:cubicBezTo>
                      <a:pt x="418" y="538"/>
                      <a:pt x="538" y="449"/>
                      <a:pt x="523" y="269"/>
                    </a:cubicBezTo>
                    <a:cubicBezTo>
                      <a:pt x="523" y="120"/>
                      <a:pt x="433" y="15"/>
                      <a:pt x="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1"/>
              <p:cNvSpPr/>
              <p:nvPr/>
            </p:nvSpPr>
            <p:spPr>
              <a:xfrm>
                <a:off x="1535055" y="3865598"/>
                <a:ext cx="80611" cy="82921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39" extrusionOk="0">
                    <a:moveTo>
                      <a:pt x="284" y="0"/>
                    </a:moveTo>
                    <a:cubicBezTo>
                      <a:pt x="105" y="0"/>
                      <a:pt x="16" y="90"/>
                      <a:pt x="1" y="269"/>
                    </a:cubicBezTo>
                    <a:cubicBezTo>
                      <a:pt x="1" y="433"/>
                      <a:pt x="90" y="523"/>
                      <a:pt x="240" y="538"/>
                    </a:cubicBezTo>
                    <a:cubicBezTo>
                      <a:pt x="419" y="523"/>
                      <a:pt x="523" y="448"/>
                      <a:pt x="523" y="269"/>
                    </a:cubicBezTo>
                    <a:cubicBezTo>
                      <a:pt x="523" y="105"/>
                      <a:pt x="434" y="15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1"/>
              <p:cNvSpPr/>
              <p:nvPr/>
            </p:nvSpPr>
            <p:spPr>
              <a:xfrm>
                <a:off x="1266302" y="4511275"/>
                <a:ext cx="80457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53" extrusionOk="0">
                    <a:moveTo>
                      <a:pt x="269" y="0"/>
                    </a:moveTo>
                    <a:cubicBezTo>
                      <a:pt x="105" y="15"/>
                      <a:pt x="15" y="90"/>
                      <a:pt x="0" y="269"/>
                    </a:cubicBezTo>
                    <a:cubicBezTo>
                      <a:pt x="0" y="448"/>
                      <a:pt x="105" y="553"/>
                      <a:pt x="254" y="553"/>
                    </a:cubicBezTo>
                    <a:cubicBezTo>
                      <a:pt x="388" y="553"/>
                      <a:pt x="523" y="463"/>
                      <a:pt x="523" y="284"/>
                    </a:cubicBezTo>
                    <a:cubicBezTo>
                      <a:pt x="523" y="120"/>
                      <a:pt x="433" y="30"/>
                      <a:pt x="2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1"/>
              <p:cNvSpPr/>
              <p:nvPr/>
            </p:nvSpPr>
            <p:spPr>
              <a:xfrm>
                <a:off x="1441061" y="3956365"/>
                <a:ext cx="84918" cy="84152"/>
              </a:xfrm>
              <a:custGeom>
                <a:avLst/>
                <a:gdLst/>
                <a:ahLst/>
                <a:cxnLst/>
                <a:rect l="l" t="t" r="r" b="b"/>
                <a:pathLst>
                  <a:path w="552" h="547" extrusionOk="0">
                    <a:moveTo>
                      <a:pt x="241" y="0"/>
                    </a:moveTo>
                    <a:cubicBezTo>
                      <a:pt x="128" y="0"/>
                      <a:pt x="1" y="144"/>
                      <a:pt x="14" y="277"/>
                    </a:cubicBezTo>
                    <a:cubicBezTo>
                      <a:pt x="14" y="441"/>
                      <a:pt x="104" y="531"/>
                      <a:pt x="253" y="545"/>
                    </a:cubicBezTo>
                    <a:cubicBezTo>
                      <a:pt x="264" y="546"/>
                      <a:pt x="274" y="547"/>
                      <a:pt x="284" y="547"/>
                    </a:cubicBezTo>
                    <a:cubicBezTo>
                      <a:pt x="454" y="547"/>
                      <a:pt x="510" y="428"/>
                      <a:pt x="552" y="202"/>
                    </a:cubicBezTo>
                    <a:cubicBezTo>
                      <a:pt x="477" y="157"/>
                      <a:pt x="388" y="53"/>
                      <a:pt x="283" y="8"/>
                    </a:cubicBezTo>
                    <a:cubicBezTo>
                      <a:pt x="269" y="3"/>
                      <a:pt x="255" y="0"/>
                      <a:pt x="2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1"/>
              <p:cNvSpPr/>
              <p:nvPr/>
            </p:nvSpPr>
            <p:spPr>
              <a:xfrm>
                <a:off x="813560" y="4419123"/>
                <a:ext cx="82918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40" extrusionOk="0">
                    <a:moveTo>
                      <a:pt x="238" y="0"/>
                    </a:moveTo>
                    <a:cubicBezTo>
                      <a:pt x="104" y="0"/>
                      <a:pt x="1" y="90"/>
                      <a:pt x="1" y="271"/>
                    </a:cubicBezTo>
                    <a:cubicBezTo>
                      <a:pt x="16" y="435"/>
                      <a:pt x="105" y="525"/>
                      <a:pt x="255" y="540"/>
                    </a:cubicBezTo>
                    <a:cubicBezTo>
                      <a:pt x="419" y="540"/>
                      <a:pt x="523" y="435"/>
                      <a:pt x="538" y="181"/>
                    </a:cubicBezTo>
                    <a:cubicBezTo>
                      <a:pt x="464" y="136"/>
                      <a:pt x="374" y="17"/>
                      <a:pt x="270" y="2"/>
                    </a:cubicBezTo>
                    <a:cubicBezTo>
                      <a:pt x="259" y="1"/>
                      <a:pt x="248" y="0"/>
                      <a:pt x="2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1"/>
              <p:cNvSpPr/>
              <p:nvPr/>
            </p:nvSpPr>
            <p:spPr>
              <a:xfrm>
                <a:off x="1351220" y="3860983"/>
                <a:ext cx="85226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43" extrusionOk="0">
                    <a:moveTo>
                      <a:pt x="270" y="0"/>
                    </a:moveTo>
                    <a:cubicBezTo>
                      <a:pt x="105" y="15"/>
                      <a:pt x="1" y="150"/>
                      <a:pt x="16" y="284"/>
                    </a:cubicBezTo>
                    <a:cubicBezTo>
                      <a:pt x="46" y="389"/>
                      <a:pt x="180" y="523"/>
                      <a:pt x="284" y="538"/>
                    </a:cubicBezTo>
                    <a:cubicBezTo>
                      <a:pt x="299" y="541"/>
                      <a:pt x="312" y="542"/>
                      <a:pt x="326" y="542"/>
                    </a:cubicBezTo>
                    <a:cubicBezTo>
                      <a:pt x="455" y="542"/>
                      <a:pt x="553" y="418"/>
                      <a:pt x="553" y="269"/>
                    </a:cubicBezTo>
                    <a:cubicBezTo>
                      <a:pt x="553" y="105"/>
                      <a:pt x="449" y="15"/>
                      <a:pt x="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1"/>
              <p:cNvSpPr/>
              <p:nvPr/>
            </p:nvSpPr>
            <p:spPr>
              <a:xfrm>
                <a:off x="1353527" y="4421584"/>
                <a:ext cx="85226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25" extrusionOk="0">
                    <a:moveTo>
                      <a:pt x="269" y="1"/>
                    </a:moveTo>
                    <a:cubicBezTo>
                      <a:pt x="75" y="1"/>
                      <a:pt x="1" y="135"/>
                      <a:pt x="1" y="285"/>
                    </a:cubicBezTo>
                    <a:cubicBezTo>
                      <a:pt x="1" y="411"/>
                      <a:pt x="80" y="525"/>
                      <a:pt x="265" y="525"/>
                    </a:cubicBezTo>
                    <a:cubicBezTo>
                      <a:pt x="276" y="525"/>
                      <a:pt x="287" y="524"/>
                      <a:pt x="299" y="524"/>
                    </a:cubicBezTo>
                    <a:cubicBezTo>
                      <a:pt x="434" y="509"/>
                      <a:pt x="553" y="419"/>
                      <a:pt x="538" y="255"/>
                    </a:cubicBezTo>
                    <a:cubicBezTo>
                      <a:pt x="523" y="105"/>
                      <a:pt x="449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1"/>
              <p:cNvSpPr/>
              <p:nvPr/>
            </p:nvSpPr>
            <p:spPr>
              <a:xfrm>
                <a:off x="898632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69" y="1"/>
                    </a:moveTo>
                    <a:cubicBezTo>
                      <a:pt x="90" y="1"/>
                      <a:pt x="0" y="105"/>
                      <a:pt x="15" y="270"/>
                    </a:cubicBezTo>
                    <a:cubicBezTo>
                      <a:pt x="15" y="434"/>
                      <a:pt x="90" y="524"/>
                      <a:pt x="269" y="524"/>
                    </a:cubicBezTo>
                    <a:cubicBezTo>
                      <a:pt x="448" y="524"/>
                      <a:pt x="523" y="434"/>
                      <a:pt x="523" y="240"/>
                    </a:cubicBezTo>
                    <a:cubicBezTo>
                      <a:pt x="523" y="90"/>
                      <a:pt x="433" y="1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1"/>
              <p:cNvSpPr/>
              <p:nvPr/>
            </p:nvSpPr>
            <p:spPr>
              <a:xfrm>
                <a:off x="1627049" y="3955134"/>
                <a:ext cx="78149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24" extrusionOk="0">
                    <a:moveTo>
                      <a:pt x="269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4"/>
                      <a:pt x="239" y="524"/>
                    </a:cubicBezTo>
                    <a:cubicBezTo>
                      <a:pt x="418" y="524"/>
                      <a:pt x="508" y="434"/>
                      <a:pt x="508" y="255"/>
                    </a:cubicBezTo>
                    <a:cubicBezTo>
                      <a:pt x="508" y="105"/>
                      <a:pt x="433" y="16"/>
                      <a:pt x="2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1"/>
              <p:cNvSpPr/>
              <p:nvPr/>
            </p:nvSpPr>
            <p:spPr>
              <a:xfrm>
                <a:off x="521732" y="4141130"/>
                <a:ext cx="96610" cy="8153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0" extrusionOk="0">
                    <a:moveTo>
                      <a:pt x="402" y="0"/>
                    </a:moveTo>
                    <a:cubicBezTo>
                      <a:pt x="393" y="0"/>
                      <a:pt x="384" y="1"/>
                      <a:pt x="374" y="2"/>
                    </a:cubicBezTo>
                    <a:cubicBezTo>
                      <a:pt x="270" y="17"/>
                      <a:pt x="165" y="121"/>
                      <a:pt x="1" y="241"/>
                    </a:cubicBezTo>
                    <a:cubicBezTo>
                      <a:pt x="150" y="375"/>
                      <a:pt x="240" y="509"/>
                      <a:pt x="344" y="524"/>
                    </a:cubicBezTo>
                    <a:cubicBezTo>
                      <a:pt x="361" y="528"/>
                      <a:pt x="378" y="529"/>
                      <a:pt x="394" y="529"/>
                    </a:cubicBezTo>
                    <a:cubicBezTo>
                      <a:pt x="519" y="529"/>
                      <a:pt x="613" y="429"/>
                      <a:pt x="613" y="270"/>
                    </a:cubicBezTo>
                    <a:cubicBezTo>
                      <a:pt x="627" y="103"/>
                      <a:pt x="536" y="0"/>
                      <a:pt x="4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1"/>
              <p:cNvSpPr/>
              <p:nvPr/>
            </p:nvSpPr>
            <p:spPr>
              <a:xfrm>
                <a:off x="1443214" y="4138976"/>
                <a:ext cx="80457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24" extrusionOk="0">
                    <a:moveTo>
                      <a:pt x="254" y="1"/>
                    </a:moveTo>
                    <a:cubicBezTo>
                      <a:pt x="90" y="1"/>
                      <a:pt x="0" y="90"/>
                      <a:pt x="0" y="270"/>
                    </a:cubicBezTo>
                    <a:cubicBezTo>
                      <a:pt x="0" y="434"/>
                      <a:pt x="75" y="523"/>
                      <a:pt x="224" y="523"/>
                    </a:cubicBezTo>
                    <a:cubicBezTo>
                      <a:pt x="403" y="523"/>
                      <a:pt x="508" y="449"/>
                      <a:pt x="508" y="284"/>
                    </a:cubicBezTo>
                    <a:cubicBezTo>
                      <a:pt x="523" y="105"/>
                      <a:pt x="433" y="1"/>
                      <a:pt x="2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1"/>
              <p:cNvSpPr/>
              <p:nvPr/>
            </p:nvSpPr>
            <p:spPr>
              <a:xfrm>
                <a:off x="1443214" y="4511275"/>
                <a:ext cx="82765" cy="8276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38" extrusionOk="0">
                    <a:moveTo>
                      <a:pt x="284" y="0"/>
                    </a:moveTo>
                    <a:cubicBezTo>
                      <a:pt x="105" y="0"/>
                      <a:pt x="0" y="105"/>
                      <a:pt x="0" y="269"/>
                    </a:cubicBezTo>
                    <a:cubicBezTo>
                      <a:pt x="0" y="404"/>
                      <a:pt x="90" y="523"/>
                      <a:pt x="269" y="538"/>
                    </a:cubicBezTo>
                    <a:cubicBezTo>
                      <a:pt x="433" y="523"/>
                      <a:pt x="538" y="419"/>
                      <a:pt x="538" y="269"/>
                    </a:cubicBezTo>
                    <a:cubicBezTo>
                      <a:pt x="538" y="120"/>
                      <a:pt x="463" y="15"/>
                      <a:pt x="2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1"/>
              <p:cNvSpPr/>
              <p:nvPr/>
            </p:nvSpPr>
            <p:spPr>
              <a:xfrm>
                <a:off x="537885" y="395513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4" y="1"/>
                    </a:moveTo>
                    <a:cubicBezTo>
                      <a:pt x="90" y="16"/>
                      <a:pt x="0" y="120"/>
                      <a:pt x="0" y="300"/>
                    </a:cubicBezTo>
                    <a:cubicBezTo>
                      <a:pt x="0" y="464"/>
                      <a:pt x="120" y="524"/>
                      <a:pt x="269" y="524"/>
                    </a:cubicBezTo>
                    <a:cubicBezTo>
                      <a:pt x="449" y="524"/>
                      <a:pt x="508" y="419"/>
                      <a:pt x="523" y="255"/>
                    </a:cubicBezTo>
                    <a:cubicBezTo>
                      <a:pt x="508" y="90"/>
                      <a:pt x="419" y="1"/>
                      <a:pt x="2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1"/>
              <p:cNvSpPr/>
              <p:nvPr/>
            </p:nvSpPr>
            <p:spPr>
              <a:xfrm>
                <a:off x="988165" y="4044824"/>
                <a:ext cx="80611" cy="80613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24" extrusionOk="0">
                    <a:moveTo>
                      <a:pt x="255" y="0"/>
                    </a:moveTo>
                    <a:cubicBezTo>
                      <a:pt x="90" y="15"/>
                      <a:pt x="1" y="105"/>
                      <a:pt x="16" y="284"/>
                    </a:cubicBezTo>
                    <a:cubicBezTo>
                      <a:pt x="16" y="463"/>
                      <a:pt x="120" y="523"/>
                      <a:pt x="285" y="523"/>
                    </a:cubicBezTo>
                    <a:cubicBezTo>
                      <a:pt x="449" y="523"/>
                      <a:pt x="524" y="404"/>
                      <a:pt x="524" y="254"/>
                    </a:cubicBezTo>
                    <a:cubicBezTo>
                      <a:pt x="524" y="90"/>
                      <a:pt x="419" y="0"/>
                      <a:pt x="2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1"/>
              <p:cNvSpPr/>
              <p:nvPr/>
            </p:nvSpPr>
            <p:spPr>
              <a:xfrm>
                <a:off x="714797" y="4508813"/>
                <a:ext cx="94302" cy="903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87" extrusionOk="0">
                    <a:moveTo>
                      <a:pt x="317" y="1"/>
                    </a:moveTo>
                    <a:cubicBezTo>
                      <a:pt x="214" y="1"/>
                      <a:pt x="133" y="76"/>
                      <a:pt x="60" y="181"/>
                    </a:cubicBezTo>
                    <a:cubicBezTo>
                      <a:pt x="0" y="225"/>
                      <a:pt x="0" y="285"/>
                      <a:pt x="15" y="360"/>
                    </a:cubicBezTo>
                    <a:cubicBezTo>
                      <a:pt x="133" y="511"/>
                      <a:pt x="232" y="587"/>
                      <a:pt x="322" y="587"/>
                    </a:cubicBezTo>
                    <a:cubicBezTo>
                      <a:pt x="393" y="587"/>
                      <a:pt x="458" y="541"/>
                      <a:pt x="523" y="449"/>
                    </a:cubicBezTo>
                    <a:cubicBezTo>
                      <a:pt x="613" y="300"/>
                      <a:pt x="613" y="151"/>
                      <a:pt x="463" y="46"/>
                    </a:cubicBezTo>
                    <a:cubicBezTo>
                      <a:pt x="410" y="15"/>
                      <a:pt x="361" y="1"/>
                      <a:pt x="3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1"/>
              <p:cNvSpPr/>
              <p:nvPr/>
            </p:nvSpPr>
            <p:spPr>
              <a:xfrm>
                <a:off x="1172154" y="4602965"/>
                <a:ext cx="87380" cy="8076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25" extrusionOk="0">
                    <a:moveTo>
                      <a:pt x="258" y="0"/>
                    </a:moveTo>
                    <a:cubicBezTo>
                      <a:pt x="119" y="0"/>
                      <a:pt x="1" y="116"/>
                      <a:pt x="15" y="286"/>
                    </a:cubicBezTo>
                    <a:cubicBezTo>
                      <a:pt x="30" y="375"/>
                      <a:pt x="149" y="450"/>
                      <a:pt x="224" y="525"/>
                    </a:cubicBezTo>
                    <a:cubicBezTo>
                      <a:pt x="448" y="495"/>
                      <a:pt x="567" y="405"/>
                      <a:pt x="552" y="256"/>
                    </a:cubicBezTo>
                    <a:cubicBezTo>
                      <a:pt x="522" y="151"/>
                      <a:pt x="388" y="17"/>
                      <a:pt x="283" y="2"/>
                    </a:cubicBezTo>
                    <a:cubicBezTo>
                      <a:pt x="275" y="1"/>
                      <a:pt x="267" y="0"/>
                      <a:pt x="2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1"/>
              <p:cNvSpPr/>
              <p:nvPr/>
            </p:nvSpPr>
            <p:spPr>
              <a:xfrm>
                <a:off x="988165" y="4604965"/>
                <a:ext cx="94456" cy="8107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527" extrusionOk="0">
                    <a:moveTo>
                      <a:pt x="271" y="1"/>
                    </a:moveTo>
                    <a:cubicBezTo>
                      <a:pt x="260" y="1"/>
                      <a:pt x="250" y="2"/>
                      <a:pt x="240" y="4"/>
                    </a:cubicBezTo>
                    <a:cubicBezTo>
                      <a:pt x="76" y="34"/>
                      <a:pt x="1" y="168"/>
                      <a:pt x="16" y="332"/>
                    </a:cubicBezTo>
                    <a:cubicBezTo>
                      <a:pt x="1" y="452"/>
                      <a:pt x="90" y="467"/>
                      <a:pt x="165" y="512"/>
                    </a:cubicBezTo>
                    <a:cubicBezTo>
                      <a:pt x="225" y="526"/>
                      <a:pt x="285" y="526"/>
                      <a:pt x="344" y="526"/>
                    </a:cubicBezTo>
                    <a:cubicBezTo>
                      <a:pt x="404" y="526"/>
                      <a:pt x="449" y="512"/>
                      <a:pt x="464" y="452"/>
                    </a:cubicBezTo>
                    <a:cubicBezTo>
                      <a:pt x="553" y="332"/>
                      <a:pt x="613" y="198"/>
                      <a:pt x="494" y="93"/>
                    </a:cubicBezTo>
                    <a:cubicBezTo>
                      <a:pt x="442" y="41"/>
                      <a:pt x="345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1"/>
              <p:cNvSpPr/>
              <p:nvPr/>
            </p:nvSpPr>
            <p:spPr>
              <a:xfrm>
                <a:off x="625572" y="4048363"/>
                <a:ext cx="80149" cy="81844"/>
              </a:xfrm>
              <a:custGeom>
                <a:avLst/>
                <a:gdLst/>
                <a:ahLst/>
                <a:cxnLst/>
                <a:rect l="l" t="t" r="r" b="b"/>
                <a:pathLst>
                  <a:path w="521" h="532" extrusionOk="0">
                    <a:moveTo>
                      <a:pt x="337" y="0"/>
                    </a:moveTo>
                    <a:cubicBezTo>
                      <a:pt x="320" y="0"/>
                      <a:pt x="302" y="2"/>
                      <a:pt x="282" y="7"/>
                    </a:cubicBezTo>
                    <a:cubicBezTo>
                      <a:pt x="177" y="37"/>
                      <a:pt x="73" y="157"/>
                      <a:pt x="43" y="261"/>
                    </a:cubicBezTo>
                    <a:cubicBezTo>
                      <a:pt x="1" y="416"/>
                      <a:pt x="104" y="531"/>
                      <a:pt x="254" y="531"/>
                    </a:cubicBezTo>
                    <a:cubicBezTo>
                      <a:pt x="263" y="531"/>
                      <a:pt x="272" y="531"/>
                      <a:pt x="282" y="530"/>
                    </a:cubicBezTo>
                    <a:cubicBezTo>
                      <a:pt x="371" y="515"/>
                      <a:pt x="446" y="396"/>
                      <a:pt x="521" y="321"/>
                    </a:cubicBezTo>
                    <a:cubicBezTo>
                      <a:pt x="467" y="161"/>
                      <a:pt x="474" y="0"/>
                      <a:pt x="3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1"/>
              <p:cNvSpPr/>
              <p:nvPr/>
            </p:nvSpPr>
            <p:spPr>
              <a:xfrm>
                <a:off x="1268609" y="4154822"/>
                <a:ext cx="78149" cy="60460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93" extrusionOk="0">
                    <a:moveTo>
                      <a:pt x="365" y="1"/>
                    </a:moveTo>
                    <a:cubicBezTo>
                      <a:pt x="363" y="1"/>
                      <a:pt x="360" y="1"/>
                      <a:pt x="358" y="2"/>
                    </a:cubicBezTo>
                    <a:cubicBezTo>
                      <a:pt x="239" y="62"/>
                      <a:pt x="120" y="152"/>
                      <a:pt x="0" y="226"/>
                    </a:cubicBezTo>
                    <a:cubicBezTo>
                      <a:pt x="75" y="301"/>
                      <a:pt x="134" y="361"/>
                      <a:pt x="179" y="391"/>
                    </a:cubicBezTo>
                    <a:cubicBezTo>
                      <a:pt x="194" y="392"/>
                      <a:pt x="207" y="392"/>
                      <a:pt x="221" y="392"/>
                    </a:cubicBezTo>
                    <a:cubicBezTo>
                      <a:pt x="416" y="392"/>
                      <a:pt x="508" y="291"/>
                      <a:pt x="508" y="152"/>
                    </a:cubicBezTo>
                    <a:cubicBezTo>
                      <a:pt x="508" y="96"/>
                      <a:pt x="403" y="1"/>
                      <a:pt x="3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1"/>
              <p:cNvSpPr/>
              <p:nvPr/>
            </p:nvSpPr>
            <p:spPr>
              <a:xfrm>
                <a:off x="751564" y="4148206"/>
                <a:ext cx="57535" cy="7138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464" extrusionOk="0">
                    <a:moveTo>
                      <a:pt x="224" y="0"/>
                    </a:moveTo>
                    <a:cubicBezTo>
                      <a:pt x="150" y="105"/>
                      <a:pt x="75" y="224"/>
                      <a:pt x="15" y="344"/>
                    </a:cubicBezTo>
                    <a:cubicBezTo>
                      <a:pt x="0" y="374"/>
                      <a:pt x="60" y="419"/>
                      <a:pt x="75" y="463"/>
                    </a:cubicBezTo>
                    <a:cubicBezTo>
                      <a:pt x="165" y="404"/>
                      <a:pt x="254" y="344"/>
                      <a:pt x="374" y="269"/>
                    </a:cubicBezTo>
                    <a:cubicBezTo>
                      <a:pt x="314" y="150"/>
                      <a:pt x="269" y="75"/>
                      <a:pt x="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1"/>
              <p:cNvSpPr/>
              <p:nvPr/>
            </p:nvSpPr>
            <p:spPr>
              <a:xfrm>
                <a:off x="811253" y="4600811"/>
                <a:ext cx="96764" cy="599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90" extrusionOk="0">
                    <a:moveTo>
                      <a:pt x="240" y="1"/>
                    </a:moveTo>
                    <a:cubicBezTo>
                      <a:pt x="210" y="1"/>
                      <a:pt x="165" y="16"/>
                      <a:pt x="150" y="46"/>
                    </a:cubicBezTo>
                    <a:cubicBezTo>
                      <a:pt x="135" y="61"/>
                      <a:pt x="120" y="75"/>
                      <a:pt x="105" y="75"/>
                    </a:cubicBezTo>
                    <a:cubicBezTo>
                      <a:pt x="1" y="240"/>
                      <a:pt x="165" y="240"/>
                      <a:pt x="225" y="300"/>
                    </a:cubicBezTo>
                    <a:cubicBezTo>
                      <a:pt x="270" y="374"/>
                      <a:pt x="329" y="389"/>
                      <a:pt x="404" y="389"/>
                    </a:cubicBezTo>
                    <a:cubicBezTo>
                      <a:pt x="434" y="389"/>
                      <a:pt x="449" y="389"/>
                      <a:pt x="479" y="374"/>
                    </a:cubicBezTo>
                    <a:cubicBezTo>
                      <a:pt x="628" y="180"/>
                      <a:pt x="553" y="61"/>
                      <a:pt x="2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1"/>
              <p:cNvSpPr/>
              <p:nvPr/>
            </p:nvSpPr>
            <p:spPr>
              <a:xfrm>
                <a:off x="680337" y="4433123"/>
                <a:ext cx="34613" cy="57537"/>
              </a:xfrm>
              <a:custGeom>
                <a:avLst/>
                <a:gdLst/>
                <a:ahLst/>
                <a:cxnLst/>
                <a:rect l="l" t="t" r="r" b="b"/>
                <a:pathLst>
                  <a:path w="225" h="374" extrusionOk="0">
                    <a:moveTo>
                      <a:pt x="120" y="0"/>
                    </a:moveTo>
                    <a:cubicBezTo>
                      <a:pt x="90" y="45"/>
                      <a:pt x="45" y="105"/>
                      <a:pt x="0" y="165"/>
                    </a:cubicBezTo>
                    <a:cubicBezTo>
                      <a:pt x="45" y="239"/>
                      <a:pt x="75" y="299"/>
                      <a:pt x="105" y="374"/>
                    </a:cubicBezTo>
                    <a:cubicBezTo>
                      <a:pt x="150" y="299"/>
                      <a:pt x="210" y="239"/>
                      <a:pt x="210" y="165"/>
                    </a:cubicBezTo>
                    <a:cubicBezTo>
                      <a:pt x="224" y="105"/>
                      <a:pt x="150" y="45"/>
                      <a:pt x="1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1"/>
              <p:cNvSpPr/>
              <p:nvPr/>
            </p:nvSpPr>
            <p:spPr>
              <a:xfrm>
                <a:off x="776793" y="3966672"/>
                <a:ext cx="23229" cy="484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15" extrusionOk="0">
                    <a:moveTo>
                      <a:pt x="105" y="1"/>
                    </a:moveTo>
                    <a:cubicBezTo>
                      <a:pt x="60" y="15"/>
                      <a:pt x="31" y="15"/>
                      <a:pt x="1" y="30"/>
                    </a:cubicBezTo>
                    <a:cubicBezTo>
                      <a:pt x="31" y="120"/>
                      <a:pt x="60" y="210"/>
                      <a:pt x="90" y="314"/>
                    </a:cubicBezTo>
                    <a:cubicBezTo>
                      <a:pt x="105" y="299"/>
                      <a:pt x="150" y="284"/>
                      <a:pt x="150" y="269"/>
                    </a:cubicBezTo>
                    <a:cubicBezTo>
                      <a:pt x="135" y="180"/>
                      <a:pt x="120" y="90"/>
                      <a:pt x="1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1"/>
              <p:cNvSpPr/>
              <p:nvPr/>
            </p:nvSpPr>
            <p:spPr>
              <a:xfrm>
                <a:off x="1615512" y="4139283"/>
                <a:ext cx="89687" cy="8569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557" extrusionOk="0">
                    <a:moveTo>
                      <a:pt x="348" y="0"/>
                    </a:moveTo>
                    <a:cubicBezTo>
                      <a:pt x="306" y="0"/>
                      <a:pt x="259" y="14"/>
                      <a:pt x="209" y="44"/>
                    </a:cubicBezTo>
                    <a:cubicBezTo>
                      <a:pt x="0" y="208"/>
                      <a:pt x="0" y="327"/>
                      <a:pt x="209" y="507"/>
                    </a:cubicBezTo>
                    <a:cubicBezTo>
                      <a:pt x="259" y="541"/>
                      <a:pt x="306" y="556"/>
                      <a:pt x="348" y="556"/>
                    </a:cubicBezTo>
                    <a:cubicBezTo>
                      <a:pt x="432" y="556"/>
                      <a:pt x="498" y="497"/>
                      <a:pt x="538" y="417"/>
                    </a:cubicBezTo>
                    <a:cubicBezTo>
                      <a:pt x="583" y="342"/>
                      <a:pt x="583" y="208"/>
                      <a:pt x="538" y="133"/>
                    </a:cubicBezTo>
                    <a:cubicBezTo>
                      <a:pt x="498" y="53"/>
                      <a:pt x="432" y="0"/>
                      <a:pt x="3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1"/>
              <p:cNvSpPr/>
              <p:nvPr/>
            </p:nvSpPr>
            <p:spPr>
              <a:xfrm>
                <a:off x="1525825" y="4694501"/>
                <a:ext cx="16307" cy="19076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4" extrusionOk="0">
                    <a:moveTo>
                      <a:pt x="70" y="0"/>
                    </a:moveTo>
                    <a:cubicBezTo>
                      <a:pt x="67" y="0"/>
                      <a:pt x="63" y="1"/>
                      <a:pt x="61" y="4"/>
                    </a:cubicBezTo>
                    <a:cubicBezTo>
                      <a:pt x="46" y="4"/>
                      <a:pt x="1" y="34"/>
                      <a:pt x="1" y="49"/>
                    </a:cubicBezTo>
                    <a:cubicBezTo>
                      <a:pt x="1" y="64"/>
                      <a:pt x="31" y="94"/>
                      <a:pt x="76" y="124"/>
                    </a:cubicBezTo>
                    <a:cubicBezTo>
                      <a:pt x="90" y="79"/>
                      <a:pt x="105" y="64"/>
                      <a:pt x="105" y="34"/>
                    </a:cubicBezTo>
                    <a:cubicBezTo>
                      <a:pt x="105" y="22"/>
                      <a:pt x="86" y="0"/>
                      <a:pt x="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7" name="Google Shape;847;p1"/>
            <p:cNvSpPr/>
            <p:nvPr/>
          </p:nvSpPr>
          <p:spPr>
            <a:xfrm>
              <a:off x="-551577" y="2674494"/>
              <a:ext cx="1447223" cy="1811891"/>
            </a:xfrm>
            <a:custGeom>
              <a:avLst/>
              <a:gdLst/>
              <a:ahLst/>
              <a:cxnLst/>
              <a:rect l="l" t="t" r="r" b="b"/>
              <a:pathLst>
                <a:path w="21105" h="26423" extrusionOk="0">
                  <a:moveTo>
                    <a:pt x="3242" y="1629"/>
                  </a:moveTo>
                  <a:cubicBezTo>
                    <a:pt x="3197" y="1644"/>
                    <a:pt x="3152" y="1673"/>
                    <a:pt x="3122" y="1703"/>
                  </a:cubicBezTo>
                  <a:cubicBezTo>
                    <a:pt x="3122" y="1718"/>
                    <a:pt x="3152" y="1763"/>
                    <a:pt x="3212" y="1868"/>
                  </a:cubicBezTo>
                  <a:cubicBezTo>
                    <a:pt x="3242" y="1778"/>
                    <a:pt x="3271" y="1733"/>
                    <a:pt x="3286" y="1688"/>
                  </a:cubicBezTo>
                  <a:cubicBezTo>
                    <a:pt x="3286" y="1673"/>
                    <a:pt x="3242" y="1629"/>
                    <a:pt x="3242" y="1629"/>
                  </a:cubicBezTo>
                  <a:close/>
                  <a:moveTo>
                    <a:pt x="1897" y="1673"/>
                  </a:moveTo>
                  <a:cubicBezTo>
                    <a:pt x="1853" y="1688"/>
                    <a:pt x="1793" y="1733"/>
                    <a:pt x="1793" y="1763"/>
                  </a:cubicBezTo>
                  <a:cubicBezTo>
                    <a:pt x="1793" y="1793"/>
                    <a:pt x="1838" y="1838"/>
                    <a:pt x="1897" y="1898"/>
                  </a:cubicBezTo>
                  <a:cubicBezTo>
                    <a:pt x="1927" y="1823"/>
                    <a:pt x="1957" y="1778"/>
                    <a:pt x="1957" y="1748"/>
                  </a:cubicBezTo>
                  <a:cubicBezTo>
                    <a:pt x="1957" y="1718"/>
                    <a:pt x="1897" y="1673"/>
                    <a:pt x="1897" y="1673"/>
                  </a:cubicBezTo>
                  <a:close/>
                  <a:moveTo>
                    <a:pt x="10829" y="1912"/>
                  </a:moveTo>
                  <a:cubicBezTo>
                    <a:pt x="10799" y="2062"/>
                    <a:pt x="10754" y="2211"/>
                    <a:pt x="10724" y="2361"/>
                  </a:cubicBezTo>
                  <a:cubicBezTo>
                    <a:pt x="10799" y="2226"/>
                    <a:pt x="10889" y="2092"/>
                    <a:pt x="10963" y="1972"/>
                  </a:cubicBezTo>
                  <a:cubicBezTo>
                    <a:pt x="10919" y="1957"/>
                    <a:pt x="10874" y="1927"/>
                    <a:pt x="10829" y="1912"/>
                  </a:cubicBezTo>
                  <a:close/>
                  <a:moveTo>
                    <a:pt x="1882" y="3272"/>
                  </a:moveTo>
                  <a:cubicBezTo>
                    <a:pt x="1808" y="3302"/>
                    <a:pt x="1718" y="3346"/>
                    <a:pt x="1629" y="3391"/>
                  </a:cubicBezTo>
                  <a:cubicBezTo>
                    <a:pt x="1554" y="3421"/>
                    <a:pt x="1464" y="3466"/>
                    <a:pt x="1390" y="3511"/>
                  </a:cubicBezTo>
                  <a:cubicBezTo>
                    <a:pt x="1404" y="3526"/>
                    <a:pt x="1404" y="3555"/>
                    <a:pt x="1419" y="3585"/>
                  </a:cubicBezTo>
                  <a:cubicBezTo>
                    <a:pt x="1494" y="3570"/>
                    <a:pt x="1569" y="3570"/>
                    <a:pt x="1643" y="3526"/>
                  </a:cubicBezTo>
                  <a:cubicBezTo>
                    <a:pt x="1748" y="3481"/>
                    <a:pt x="1838" y="3421"/>
                    <a:pt x="1927" y="3361"/>
                  </a:cubicBezTo>
                  <a:cubicBezTo>
                    <a:pt x="1927" y="3361"/>
                    <a:pt x="1897" y="3302"/>
                    <a:pt x="1882" y="3272"/>
                  </a:cubicBezTo>
                  <a:close/>
                  <a:moveTo>
                    <a:pt x="1285" y="3779"/>
                  </a:moveTo>
                  <a:cubicBezTo>
                    <a:pt x="1255" y="3869"/>
                    <a:pt x="1225" y="3944"/>
                    <a:pt x="1210" y="4018"/>
                  </a:cubicBezTo>
                  <a:cubicBezTo>
                    <a:pt x="1255" y="4018"/>
                    <a:pt x="1300" y="4018"/>
                    <a:pt x="1345" y="4003"/>
                  </a:cubicBezTo>
                  <a:cubicBezTo>
                    <a:pt x="1315" y="3929"/>
                    <a:pt x="1300" y="3854"/>
                    <a:pt x="1285" y="3779"/>
                  </a:cubicBezTo>
                  <a:close/>
                  <a:moveTo>
                    <a:pt x="2913" y="3959"/>
                  </a:moveTo>
                  <a:cubicBezTo>
                    <a:pt x="2868" y="3989"/>
                    <a:pt x="2823" y="4003"/>
                    <a:pt x="2793" y="4048"/>
                  </a:cubicBezTo>
                  <a:cubicBezTo>
                    <a:pt x="2793" y="4063"/>
                    <a:pt x="2808" y="4108"/>
                    <a:pt x="2838" y="4183"/>
                  </a:cubicBezTo>
                  <a:cubicBezTo>
                    <a:pt x="2883" y="4108"/>
                    <a:pt x="2913" y="4078"/>
                    <a:pt x="2928" y="4033"/>
                  </a:cubicBezTo>
                  <a:cubicBezTo>
                    <a:pt x="2943" y="4018"/>
                    <a:pt x="2913" y="3989"/>
                    <a:pt x="2913" y="3959"/>
                  </a:cubicBezTo>
                  <a:close/>
                  <a:moveTo>
                    <a:pt x="7952" y="4459"/>
                  </a:moveTo>
                  <a:cubicBezTo>
                    <a:pt x="7965" y="4459"/>
                    <a:pt x="7976" y="4466"/>
                    <a:pt x="7991" y="4481"/>
                  </a:cubicBezTo>
                  <a:cubicBezTo>
                    <a:pt x="7976" y="4481"/>
                    <a:pt x="7976" y="4511"/>
                    <a:pt x="7961" y="4511"/>
                  </a:cubicBezTo>
                  <a:cubicBezTo>
                    <a:pt x="7946" y="4511"/>
                    <a:pt x="7931" y="4496"/>
                    <a:pt x="7902" y="4481"/>
                  </a:cubicBezTo>
                  <a:cubicBezTo>
                    <a:pt x="7924" y="4466"/>
                    <a:pt x="7939" y="4459"/>
                    <a:pt x="7952" y="4459"/>
                  </a:cubicBezTo>
                  <a:close/>
                  <a:moveTo>
                    <a:pt x="1458" y="4537"/>
                  </a:moveTo>
                  <a:lnTo>
                    <a:pt x="1458" y="4537"/>
                  </a:lnTo>
                  <a:cubicBezTo>
                    <a:pt x="1448" y="4567"/>
                    <a:pt x="1452" y="4600"/>
                    <a:pt x="1459" y="4637"/>
                  </a:cubicBezTo>
                  <a:lnTo>
                    <a:pt x="1459" y="4637"/>
                  </a:lnTo>
                  <a:cubicBezTo>
                    <a:pt x="1461" y="4635"/>
                    <a:pt x="1462" y="4633"/>
                    <a:pt x="1464" y="4631"/>
                  </a:cubicBezTo>
                  <a:lnTo>
                    <a:pt x="1479" y="4556"/>
                  </a:lnTo>
                  <a:cubicBezTo>
                    <a:pt x="1468" y="4556"/>
                    <a:pt x="1465" y="4548"/>
                    <a:pt x="1458" y="4537"/>
                  </a:cubicBezTo>
                  <a:close/>
                  <a:moveTo>
                    <a:pt x="2689" y="4407"/>
                  </a:moveTo>
                  <a:cubicBezTo>
                    <a:pt x="2793" y="4481"/>
                    <a:pt x="2898" y="4556"/>
                    <a:pt x="3003" y="4631"/>
                  </a:cubicBezTo>
                  <a:cubicBezTo>
                    <a:pt x="3018" y="4646"/>
                    <a:pt x="3032" y="4646"/>
                    <a:pt x="3047" y="4646"/>
                  </a:cubicBezTo>
                  <a:lnTo>
                    <a:pt x="2689" y="4407"/>
                  </a:lnTo>
                  <a:close/>
                  <a:moveTo>
                    <a:pt x="1419" y="4780"/>
                  </a:moveTo>
                  <a:lnTo>
                    <a:pt x="1345" y="4944"/>
                  </a:lnTo>
                  <a:cubicBezTo>
                    <a:pt x="1375" y="4900"/>
                    <a:pt x="1404" y="4840"/>
                    <a:pt x="1419" y="4780"/>
                  </a:cubicBezTo>
                  <a:close/>
                  <a:moveTo>
                    <a:pt x="2958" y="4944"/>
                  </a:moveTo>
                  <a:lnTo>
                    <a:pt x="2952" y="4946"/>
                  </a:lnTo>
                  <a:lnTo>
                    <a:pt x="2952" y="4946"/>
                  </a:lnTo>
                  <a:lnTo>
                    <a:pt x="2952" y="4945"/>
                  </a:lnTo>
                  <a:lnTo>
                    <a:pt x="2952" y="4945"/>
                  </a:lnTo>
                  <a:cubicBezTo>
                    <a:pt x="2954" y="4944"/>
                    <a:pt x="2956" y="4944"/>
                    <a:pt x="2958" y="4944"/>
                  </a:cubicBezTo>
                  <a:close/>
                  <a:moveTo>
                    <a:pt x="2906" y="4950"/>
                  </a:moveTo>
                  <a:cubicBezTo>
                    <a:pt x="2906" y="4951"/>
                    <a:pt x="2906" y="4953"/>
                    <a:pt x="2905" y="4954"/>
                  </a:cubicBezTo>
                  <a:lnTo>
                    <a:pt x="2905" y="4954"/>
                  </a:lnTo>
                  <a:lnTo>
                    <a:pt x="2838" y="4967"/>
                  </a:lnTo>
                  <a:lnTo>
                    <a:pt x="2838" y="4967"/>
                  </a:lnTo>
                  <a:cubicBezTo>
                    <a:pt x="2861" y="4961"/>
                    <a:pt x="2884" y="4954"/>
                    <a:pt x="2906" y="4950"/>
                  </a:cubicBezTo>
                  <a:close/>
                  <a:moveTo>
                    <a:pt x="7678" y="5602"/>
                  </a:moveTo>
                  <a:cubicBezTo>
                    <a:pt x="7678" y="5617"/>
                    <a:pt x="7678" y="5646"/>
                    <a:pt x="7663" y="5676"/>
                  </a:cubicBezTo>
                  <a:lnTo>
                    <a:pt x="7678" y="5602"/>
                  </a:lnTo>
                  <a:close/>
                  <a:moveTo>
                    <a:pt x="2674" y="5467"/>
                  </a:moveTo>
                  <a:lnTo>
                    <a:pt x="2674" y="5467"/>
                  </a:lnTo>
                  <a:cubicBezTo>
                    <a:pt x="2655" y="5588"/>
                    <a:pt x="2637" y="5715"/>
                    <a:pt x="2607" y="5837"/>
                  </a:cubicBezTo>
                  <a:lnTo>
                    <a:pt x="2607" y="5837"/>
                  </a:lnTo>
                  <a:cubicBezTo>
                    <a:pt x="2603" y="5823"/>
                    <a:pt x="2595" y="5809"/>
                    <a:pt x="2584" y="5796"/>
                  </a:cubicBezTo>
                  <a:lnTo>
                    <a:pt x="2674" y="5467"/>
                  </a:lnTo>
                  <a:close/>
                  <a:moveTo>
                    <a:pt x="1897" y="6468"/>
                  </a:moveTo>
                  <a:lnTo>
                    <a:pt x="1897" y="6468"/>
                  </a:lnTo>
                  <a:cubicBezTo>
                    <a:pt x="1912" y="6483"/>
                    <a:pt x="1897" y="6513"/>
                    <a:pt x="1882" y="6543"/>
                  </a:cubicBezTo>
                  <a:lnTo>
                    <a:pt x="1897" y="6468"/>
                  </a:lnTo>
                  <a:close/>
                  <a:moveTo>
                    <a:pt x="2121" y="6558"/>
                  </a:moveTo>
                  <a:lnTo>
                    <a:pt x="2136" y="6572"/>
                  </a:lnTo>
                  <a:cubicBezTo>
                    <a:pt x="2121" y="6572"/>
                    <a:pt x="2121" y="6572"/>
                    <a:pt x="2106" y="6587"/>
                  </a:cubicBezTo>
                  <a:lnTo>
                    <a:pt x="2121" y="6558"/>
                  </a:lnTo>
                  <a:close/>
                  <a:moveTo>
                    <a:pt x="2779" y="6453"/>
                  </a:moveTo>
                  <a:cubicBezTo>
                    <a:pt x="2734" y="6498"/>
                    <a:pt x="2704" y="6528"/>
                    <a:pt x="2704" y="6558"/>
                  </a:cubicBezTo>
                  <a:cubicBezTo>
                    <a:pt x="2689" y="6572"/>
                    <a:pt x="2719" y="6602"/>
                    <a:pt x="2719" y="6632"/>
                  </a:cubicBezTo>
                  <a:cubicBezTo>
                    <a:pt x="2749" y="6602"/>
                    <a:pt x="2793" y="6602"/>
                    <a:pt x="2808" y="6572"/>
                  </a:cubicBezTo>
                  <a:cubicBezTo>
                    <a:pt x="2808" y="6543"/>
                    <a:pt x="2793" y="6513"/>
                    <a:pt x="2779" y="6453"/>
                  </a:cubicBezTo>
                  <a:close/>
                  <a:moveTo>
                    <a:pt x="6856" y="6528"/>
                  </a:moveTo>
                  <a:cubicBezTo>
                    <a:pt x="6826" y="6602"/>
                    <a:pt x="6796" y="6677"/>
                    <a:pt x="6751" y="6752"/>
                  </a:cubicBezTo>
                  <a:lnTo>
                    <a:pt x="6871" y="6752"/>
                  </a:lnTo>
                  <a:cubicBezTo>
                    <a:pt x="6871" y="6669"/>
                    <a:pt x="6870" y="6598"/>
                    <a:pt x="6856" y="6528"/>
                  </a:cubicBezTo>
                  <a:close/>
                  <a:moveTo>
                    <a:pt x="6871" y="6752"/>
                  </a:moveTo>
                  <a:cubicBezTo>
                    <a:pt x="6871" y="6757"/>
                    <a:pt x="6871" y="6762"/>
                    <a:pt x="6871" y="6767"/>
                  </a:cubicBezTo>
                  <a:lnTo>
                    <a:pt x="6871" y="6752"/>
                  </a:lnTo>
                  <a:close/>
                  <a:moveTo>
                    <a:pt x="10172" y="6692"/>
                  </a:moveTo>
                  <a:cubicBezTo>
                    <a:pt x="10157" y="6722"/>
                    <a:pt x="10112" y="6752"/>
                    <a:pt x="10112" y="6752"/>
                  </a:cubicBezTo>
                  <a:cubicBezTo>
                    <a:pt x="10127" y="6782"/>
                    <a:pt x="10157" y="6811"/>
                    <a:pt x="10187" y="6826"/>
                  </a:cubicBezTo>
                  <a:cubicBezTo>
                    <a:pt x="10217" y="6826"/>
                    <a:pt x="10232" y="6796"/>
                    <a:pt x="10261" y="6767"/>
                  </a:cubicBezTo>
                  <a:cubicBezTo>
                    <a:pt x="10232" y="6752"/>
                    <a:pt x="10217" y="6722"/>
                    <a:pt x="10172" y="6692"/>
                  </a:cubicBezTo>
                  <a:close/>
                  <a:moveTo>
                    <a:pt x="6438" y="7155"/>
                  </a:moveTo>
                  <a:cubicBezTo>
                    <a:pt x="6363" y="7200"/>
                    <a:pt x="6303" y="7260"/>
                    <a:pt x="6229" y="7319"/>
                  </a:cubicBezTo>
                  <a:cubicBezTo>
                    <a:pt x="6303" y="7304"/>
                    <a:pt x="6378" y="7304"/>
                    <a:pt x="6453" y="7304"/>
                  </a:cubicBezTo>
                  <a:cubicBezTo>
                    <a:pt x="6438" y="7245"/>
                    <a:pt x="6438" y="7200"/>
                    <a:pt x="6438" y="7155"/>
                  </a:cubicBezTo>
                  <a:close/>
                  <a:moveTo>
                    <a:pt x="10007" y="6916"/>
                  </a:moveTo>
                  <a:cubicBezTo>
                    <a:pt x="9963" y="7021"/>
                    <a:pt x="9918" y="7125"/>
                    <a:pt x="9888" y="7230"/>
                  </a:cubicBezTo>
                  <a:cubicBezTo>
                    <a:pt x="9873" y="7260"/>
                    <a:pt x="9933" y="7304"/>
                    <a:pt x="9948" y="7349"/>
                  </a:cubicBezTo>
                  <a:cubicBezTo>
                    <a:pt x="10007" y="7230"/>
                    <a:pt x="10067" y="7110"/>
                    <a:pt x="10127" y="7006"/>
                  </a:cubicBezTo>
                  <a:cubicBezTo>
                    <a:pt x="10097" y="6976"/>
                    <a:pt x="10052" y="6946"/>
                    <a:pt x="10007" y="6916"/>
                  </a:cubicBezTo>
                  <a:close/>
                  <a:moveTo>
                    <a:pt x="6229" y="7319"/>
                  </a:moveTo>
                  <a:cubicBezTo>
                    <a:pt x="6094" y="7319"/>
                    <a:pt x="5960" y="7334"/>
                    <a:pt x="5825" y="7334"/>
                  </a:cubicBezTo>
                  <a:cubicBezTo>
                    <a:pt x="5840" y="7379"/>
                    <a:pt x="5855" y="7424"/>
                    <a:pt x="5870" y="7469"/>
                  </a:cubicBezTo>
                  <a:cubicBezTo>
                    <a:pt x="5990" y="7409"/>
                    <a:pt x="6109" y="7364"/>
                    <a:pt x="6229" y="7319"/>
                  </a:cubicBezTo>
                  <a:close/>
                  <a:moveTo>
                    <a:pt x="6229" y="7528"/>
                  </a:moveTo>
                  <a:cubicBezTo>
                    <a:pt x="6169" y="7573"/>
                    <a:pt x="6124" y="7588"/>
                    <a:pt x="6124" y="7618"/>
                  </a:cubicBezTo>
                  <a:cubicBezTo>
                    <a:pt x="6109" y="7633"/>
                    <a:pt x="6154" y="7693"/>
                    <a:pt x="6169" y="7693"/>
                  </a:cubicBezTo>
                  <a:cubicBezTo>
                    <a:pt x="6214" y="7678"/>
                    <a:pt x="6244" y="7648"/>
                    <a:pt x="6274" y="7618"/>
                  </a:cubicBezTo>
                  <a:cubicBezTo>
                    <a:pt x="6274" y="7603"/>
                    <a:pt x="6244" y="7558"/>
                    <a:pt x="6229" y="7528"/>
                  </a:cubicBezTo>
                  <a:close/>
                  <a:moveTo>
                    <a:pt x="5766" y="8215"/>
                  </a:moveTo>
                  <a:cubicBezTo>
                    <a:pt x="5736" y="8245"/>
                    <a:pt x="5691" y="8275"/>
                    <a:pt x="5691" y="8305"/>
                  </a:cubicBezTo>
                  <a:cubicBezTo>
                    <a:pt x="5691" y="8320"/>
                    <a:pt x="5736" y="8350"/>
                    <a:pt x="5766" y="8395"/>
                  </a:cubicBezTo>
                  <a:cubicBezTo>
                    <a:pt x="5796" y="8350"/>
                    <a:pt x="5825" y="8320"/>
                    <a:pt x="5825" y="8305"/>
                  </a:cubicBezTo>
                  <a:cubicBezTo>
                    <a:pt x="5825" y="8275"/>
                    <a:pt x="5781" y="8245"/>
                    <a:pt x="5766" y="8215"/>
                  </a:cubicBezTo>
                  <a:close/>
                  <a:moveTo>
                    <a:pt x="15086" y="8230"/>
                  </a:moveTo>
                  <a:cubicBezTo>
                    <a:pt x="15056" y="8380"/>
                    <a:pt x="15041" y="8529"/>
                    <a:pt x="15011" y="8678"/>
                  </a:cubicBezTo>
                  <a:cubicBezTo>
                    <a:pt x="15041" y="8693"/>
                    <a:pt x="15071" y="8693"/>
                    <a:pt x="15101" y="8693"/>
                  </a:cubicBezTo>
                  <a:cubicBezTo>
                    <a:pt x="15145" y="8544"/>
                    <a:pt x="15175" y="8395"/>
                    <a:pt x="15205" y="8245"/>
                  </a:cubicBezTo>
                  <a:cubicBezTo>
                    <a:pt x="15160" y="8245"/>
                    <a:pt x="15130" y="8230"/>
                    <a:pt x="15086" y="8230"/>
                  </a:cubicBezTo>
                  <a:close/>
                  <a:moveTo>
                    <a:pt x="12532" y="8962"/>
                  </a:moveTo>
                  <a:cubicBezTo>
                    <a:pt x="12532" y="9007"/>
                    <a:pt x="12517" y="9037"/>
                    <a:pt x="12502" y="9067"/>
                  </a:cubicBezTo>
                  <a:cubicBezTo>
                    <a:pt x="12502" y="9037"/>
                    <a:pt x="12517" y="9007"/>
                    <a:pt x="12532" y="8962"/>
                  </a:cubicBezTo>
                  <a:close/>
                  <a:moveTo>
                    <a:pt x="12681" y="8977"/>
                  </a:moveTo>
                  <a:cubicBezTo>
                    <a:pt x="12681" y="9037"/>
                    <a:pt x="12681" y="9082"/>
                    <a:pt x="12666" y="9126"/>
                  </a:cubicBezTo>
                  <a:lnTo>
                    <a:pt x="12681" y="8977"/>
                  </a:lnTo>
                  <a:close/>
                  <a:moveTo>
                    <a:pt x="1569" y="9216"/>
                  </a:moveTo>
                  <a:lnTo>
                    <a:pt x="1584" y="9291"/>
                  </a:lnTo>
                  <a:lnTo>
                    <a:pt x="1569" y="9291"/>
                  </a:lnTo>
                  <a:cubicBezTo>
                    <a:pt x="1569" y="9261"/>
                    <a:pt x="1569" y="9246"/>
                    <a:pt x="1569" y="9216"/>
                  </a:cubicBezTo>
                  <a:close/>
                  <a:moveTo>
                    <a:pt x="13057" y="9548"/>
                  </a:moveTo>
                  <a:cubicBezTo>
                    <a:pt x="13052" y="9556"/>
                    <a:pt x="13049" y="9565"/>
                    <a:pt x="13041" y="9573"/>
                  </a:cubicBezTo>
                  <a:lnTo>
                    <a:pt x="13041" y="9573"/>
                  </a:lnTo>
                  <a:cubicBezTo>
                    <a:pt x="13045" y="9565"/>
                    <a:pt x="13051" y="9556"/>
                    <a:pt x="13057" y="9548"/>
                  </a:cubicBezTo>
                  <a:close/>
                  <a:moveTo>
                    <a:pt x="2316" y="9784"/>
                  </a:moveTo>
                  <a:cubicBezTo>
                    <a:pt x="2316" y="9888"/>
                    <a:pt x="2301" y="9978"/>
                    <a:pt x="2301" y="10067"/>
                  </a:cubicBezTo>
                  <a:cubicBezTo>
                    <a:pt x="2330" y="10082"/>
                    <a:pt x="2360" y="10082"/>
                    <a:pt x="2390" y="10082"/>
                  </a:cubicBezTo>
                  <a:cubicBezTo>
                    <a:pt x="2405" y="9993"/>
                    <a:pt x="2420" y="9888"/>
                    <a:pt x="2435" y="9799"/>
                  </a:cubicBezTo>
                  <a:cubicBezTo>
                    <a:pt x="2390" y="9784"/>
                    <a:pt x="2360" y="9784"/>
                    <a:pt x="2316" y="9784"/>
                  </a:cubicBezTo>
                  <a:close/>
                  <a:moveTo>
                    <a:pt x="9231" y="10008"/>
                  </a:moveTo>
                  <a:cubicBezTo>
                    <a:pt x="9216" y="10127"/>
                    <a:pt x="9201" y="10247"/>
                    <a:pt x="9171" y="10366"/>
                  </a:cubicBezTo>
                  <a:cubicBezTo>
                    <a:pt x="9201" y="10366"/>
                    <a:pt x="9246" y="10366"/>
                    <a:pt x="9276" y="10381"/>
                  </a:cubicBezTo>
                  <a:cubicBezTo>
                    <a:pt x="9291" y="10262"/>
                    <a:pt x="9320" y="10142"/>
                    <a:pt x="9350" y="10023"/>
                  </a:cubicBezTo>
                  <a:cubicBezTo>
                    <a:pt x="9306" y="10023"/>
                    <a:pt x="9276" y="10008"/>
                    <a:pt x="9231" y="10008"/>
                  </a:cubicBezTo>
                  <a:close/>
                  <a:moveTo>
                    <a:pt x="9634" y="10262"/>
                  </a:moveTo>
                  <a:cubicBezTo>
                    <a:pt x="9559" y="10306"/>
                    <a:pt x="9470" y="10351"/>
                    <a:pt x="9395" y="10396"/>
                  </a:cubicBezTo>
                  <a:cubicBezTo>
                    <a:pt x="9410" y="10426"/>
                    <a:pt x="9425" y="10471"/>
                    <a:pt x="9440" y="10516"/>
                  </a:cubicBezTo>
                  <a:cubicBezTo>
                    <a:pt x="9515" y="10456"/>
                    <a:pt x="9604" y="10411"/>
                    <a:pt x="9679" y="10351"/>
                  </a:cubicBezTo>
                  <a:cubicBezTo>
                    <a:pt x="9679" y="10351"/>
                    <a:pt x="9649" y="10291"/>
                    <a:pt x="9634" y="10262"/>
                  </a:cubicBezTo>
                  <a:close/>
                  <a:moveTo>
                    <a:pt x="897" y="10710"/>
                  </a:moveTo>
                  <a:lnTo>
                    <a:pt x="897" y="10710"/>
                  </a:lnTo>
                  <a:cubicBezTo>
                    <a:pt x="867" y="10784"/>
                    <a:pt x="897" y="10874"/>
                    <a:pt x="956" y="10934"/>
                  </a:cubicBezTo>
                  <a:cubicBezTo>
                    <a:pt x="897" y="10874"/>
                    <a:pt x="852" y="10799"/>
                    <a:pt x="897" y="10710"/>
                  </a:cubicBezTo>
                  <a:close/>
                  <a:moveTo>
                    <a:pt x="5616" y="10635"/>
                  </a:moveTo>
                  <a:cubicBezTo>
                    <a:pt x="5557" y="10814"/>
                    <a:pt x="5482" y="10979"/>
                    <a:pt x="5422" y="11143"/>
                  </a:cubicBezTo>
                  <a:cubicBezTo>
                    <a:pt x="5437" y="11158"/>
                    <a:pt x="5467" y="11173"/>
                    <a:pt x="5497" y="11173"/>
                  </a:cubicBezTo>
                  <a:cubicBezTo>
                    <a:pt x="5586" y="11008"/>
                    <a:pt x="5661" y="10844"/>
                    <a:pt x="5736" y="10695"/>
                  </a:cubicBezTo>
                  <a:cubicBezTo>
                    <a:pt x="5706" y="10665"/>
                    <a:pt x="5661" y="10650"/>
                    <a:pt x="5616" y="10635"/>
                  </a:cubicBezTo>
                  <a:close/>
                  <a:moveTo>
                    <a:pt x="9320" y="10934"/>
                  </a:moveTo>
                  <a:cubicBezTo>
                    <a:pt x="9291" y="11023"/>
                    <a:pt x="9261" y="11143"/>
                    <a:pt x="9231" y="11247"/>
                  </a:cubicBezTo>
                  <a:cubicBezTo>
                    <a:pt x="9261" y="11247"/>
                    <a:pt x="9291" y="11262"/>
                    <a:pt x="9320" y="11262"/>
                  </a:cubicBezTo>
                  <a:cubicBezTo>
                    <a:pt x="9350" y="11158"/>
                    <a:pt x="9380" y="11053"/>
                    <a:pt x="9395" y="10949"/>
                  </a:cubicBezTo>
                  <a:cubicBezTo>
                    <a:pt x="9365" y="10934"/>
                    <a:pt x="9350" y="10934"/>
                    <a:pt x="9320" y="10934"/>
                  </a:cubicBezTo>
                  <a:close/>
                  <a:moveTo>
                    <a:pt x="14757" y="11038"/>
                  </a:moveTo>
                  <a:lnTo>
                    <a:pt x="14757" y="11038"/>
                  </a:lnTo>
                  <a:cubicBezTo>
                    <a:pt x="14727" y="11046"/>
                    <a:pt x="14694" y="11046"/>
                    <a:pt x="14667" y="11046"/>
                  </a:cubicBezTo>
                  <a:cubicBezTo>
                    <a:pt x="14641" y="11046"/>
                    <a:pt x="14623" y="11046"/>
                    <a:pt x="14623" y="11053"/>
                  </a:cubicBezTo>
                  <a:cubicBezTo>
                    <a:pt x="14593" y="11232"/>
                    <a:pt x="14563" y="11427"/>
                    <a:pt x="14548" y="11606"/>
                  </a:cubicBezTo>
                  <a:cubicBezTo>
                    <a:pt x="14578" y="11591"/>
                    <a:pt x="14623" y="11576"/>
                    <a:pt x="14667" y="11561"/>
                  </a:cubicBezTo>
                  <a:cubicBezTo>
                    <a:pt x="14682" y="11427"/>
                    <a:pt x="14712" y="11307"/>
                    <a:pt x="14727" y="11173"/>
                  </a:cubicBezTo>
                  <a:cubicBezTo>
                    <a:pt x="14742" y="11128"/>
                    <a:pt x="14742" y="11083"/>
                    <a:pt x="14757" y="11038"/>
                  </a:cubicBezTo>
                  <a:close/>
                  <a:moveTo>
                    <a:pt x="986" y="11785"/>
                  </a:moveTo>
                  <a:lnTo>
                    <a:pt x="971" y="11830"/>
                  </a:lnTo>
                  <a:cubicBezTo>
                    <a:pt x="956" y="11815"/>
                    <a:pt x="956" y="11800"/>
                    <a:pt x="956" y="11785"/>
                  </a:cubicBezTo>
                  <a:close/>
                  <a:moveTo>
                    <a:pt x="14438" y="11734"/>
                  </a:moveTo>
                  <a:cubicBezTo>
                    <a:pt x="14425" y="11734"/>
                    <a:pt x="14412" y="11736"/>
                    <a:pt x="14399" y="11740"/>
                  </a:cubicBezTo>
                  <a:cubicBezTo>
                    <a:pt x="14369" y="11740"/>
                    <a:pt x="14354" y="11770"/>
                    <a:pt x="14324" y="11800"/>
                  </a:cubicBezTo>
                  <a:cubicBezTo>
                    <a:pt x="14369" y="11815"/>
                    <a:pt x="14414" y="11845"/>
                    <a:pt x="14443" y="11845"/>
                  </a:cubicBezTo>
                  <a:cubicBezTo>
                    <a:pt x="14447" y="11847"/>
                    <a:pt x="14451" y="11848"/>
                    <a:pt x="14455" y="11848"/>
                  </a:cubicBezTo>
                  <a:cubicBezTo>
                    <a:pt x="14481" y="11848"/>
                    <a:pt x="14509" y="11807"/>
                    <a:pt x="14548" y="11755"/>
                  </a:cubicBezTo>
                  <a:cubicBezTo>
                    <a:pt x="14506" y="11745"/>
                    <a:pt x="14471" y="11734"/>
                    <a:pt x="14438" y="11734"/>
                  </a:cubicBezTo>
                  <a:close/>
                  <a:moveTo>
                    <a:pt x="9126" y="11994"/>
                  </a:moveTo>
                  <a:cubicBezTo>
                    <a:pt x="9096" y="12039"/>
                    <a:pt x="9067" y="12084"/>
                    <a:pt x="9052" y="12129"/>
                  </a:cubicBezTo>
                  <a:cubicBezTo>
                    <a:pt x="9052" y="12144"/>
                    <a:pt x="9081" y="12173"/>
                    <a:pt x="9126" y="12218"/>
                  </a:cubicBezTo>
                  <a:cubicBezTo>
                    <a:pt x="9156" y="12158"/>
                    <a:pt x="9201" y="12129"/>
                    <a:pt x="9201" y="12084"/>
                  </a:cubicBezTo>
                  <a:cubicBezTo>
                    <a:pt x="9201" y="12054"/>
                    <a:pt x="9156" y="12024"/>
                    <a:pt x="9126" y="11994"/>
                  </a:cubicBezTo>
                  <a:close/>
                  <a:moveTo>
                    <a:pt x="9022" y="12308"/>
                  </a:moveTo>
                  <a:cubicBezTo>
                    <a:pt x="9007" y="12397"/>
                    <a:pt x="8992" y="12472"/>
                    <a:pt x="8962" y="12547"/>
                  </a:cubicBezTo>
                  <a:cubicBezTo>
                    <a:pt x="9007" y="12562"/>
                    <a:pt x="9067" y="12577"/>
                    <a:pt x="9067" y="12577"/>
                  </a:cubicBezTo>
                  <a:cubicBezTo>
                    <a:pt x="9096" y="12502"/>
                    <a:pt x="9126" y="12412"/>
                    <a:pt x="9141" y="12338"/>
                  </a:cubicBezTo>
                  <a:cubicBezTo>
                    <a:pt x="9111" y="12323"/>
                    <a:pt x="9067" y="12323"/>
                    <a:pt x="9022" y="12308"/>
                  </a:cubicBezTo>
                  <a:close/>
                  <a:moveTo>
                    <a:pt x="5004" y="12203"/>
                  </a:moveTo>
                  <a:cubicBezTo>
                    <a:pt x="4959" y="12338"/>
                    <a:pt x="4929" y="12472"/>
                    <a:pt x="4899" y="12607"/>
                  </a:cubicBezTo>
                  <a:cubicBezTo>
                    <a:pt x="4929" y="12607"/>
                    <a:pt x="4959" y="12621"/>
                    <a:pt x="5004" y="12636"/>
                  </a:cubicBezTo>
                  <a:cubicBezTo>
                    <a:pt x="5049" y="12502"/>
                    <a:pt x="5094" y="12368"/>
                    <a:pt x="5138" y="12248"/>
                  </a:cubicBezTo>
                  <a:cubicBezTo>
                    <a:pt x="5094" y="12233"/>
                    <a:pt x="5049" y="12218"/>
                    <a:pt x="5004" y="12203"/>
                  </a:cubicBezTo>
                  <a:close/>
                  <a:moveTo>
                    <a:pt x="2032" y="11531"/>
                  </a:moveTo>
                  <a:lnTo>
                    <a:pt x="2032" y="12741"/>
                  </a:lnTo>
                  <a:cubicBezTo>
                    <a:pt x="2032" y="12756"/>
                    <a:pt x="2032" y="12786"/>
                    <a:pt x="2032" y="12801"/>
                  </a:cubicBezTo>
                  <a:lnTo>
                    <a:pt x="2032" y="13249"/>
                  </a:lnTo>
                  <a:lnTo>
                    <a:pt x="2121" y="13249"/>
                  </a:lnTo>
                  <a:cubicBezTo>
                    <a:pt x="2151" y="13129"/>
                    <a:pt x="2181" y="13010"/>
                    <a:pt x="2196" y="12890"/>
                  </a:cubicBezTo>
                  <a:lnTo>
                    <a:pt x="2196" y="11531"/>
                  </a:lnTo>
                  <a:close/>
                  <a:moveTo>
                    <a:pt x="19074" y="13144"/>
                  </a:moveTo>
                  <a:cubicBezTo>
                    <a:pt x="19088" y="13234"/>
                    <a:pt x="19118" y="13323"/>
                    <a:pt x="19133" y="13413"/>
                  </a:cubicBezTo>
                  <a:cubicBezTo>
                    <a:pt x="19163" y="13413"/>
                    <a:pt x="19208" y="13398"/>
                    <a:pt x="19238" y="13398"/>
                  </a:cubicBezTo>
                  <a:cubicBezTo>
                    <a:pt x="19208" y="13309"/>
                    <a:pt x="19178" y="13219"/>
                    <a:pt x="19148" y="13144"/>
                  </a:cubicBezTo>
                  <a:close/>
                  <a:moveTo>
                    <a:pt x="16310" y="13219"/>
                  </a:moveTo>
                  <a:lnTo>
                    <a:pt x="16310" y="13219"/>
                  </a:lnTo>
                  <a:cubicBezTo>
                    <a:pt x="16266" y="13294"/>
                    <a:pt x="16206" y="13353"/>
                    <a:pt x="16161" y="13413"/>
                  </a:cubicBezTo>
                  <a:cubicBezTo>
                    <a:pt x="16191" y="13428"/>
                    <a:pt x="16221" y="13443"/>
                    <a:pt x="16251" y="13443"/>
                  </a:cubicBezTo>
                  <a:cubicBezTo>
                    <a:pt x="16266" y="13368"/>
                    <a:pt x="16295" y="13294"/>
                    <a:pt x="16310" y="13219"/>
                  </a:cubicBezTo>
                  <a:close/>
                  <a:moveTo>
                    <a:pt x="17723" y="13559"/>
                  </a:moveTo>
                  <a:cubicBezTo>
                    <a:pt x="17720" y="13559"/>
                    <a:pt x="17716" y="13560"/>
                    <a:pt x="17714" y="13562"/>
                  </a:cubicBezTo>
                  <a:cubicBezTo>
                    <a:pt x="17684" y="13577"/>
                    <a:pt x="17655" y="13607"/>
                    <a:pt x="17655" y="13637"/>
                  </a:cubicBezTo>
                  <a:cubicBezTo>
                    <a:pt x="17655" y="13667"/>
                    <a:pt x="17684" y="13697"/>
                    <a:pt x="17714" y="13757"/>
                  </a:cubicBezTo>
                  <a:cubicBezTo>
                    <a:pt x="17759" y="13682"/>
                    <a:pt x="17774" y="13637"/>
                    <a:pt x="17789" y="13592"/>
                  </a:cubicBezTo>
                  <a:cubicBezTo>
                    <a:pt x="17789" y="13592"/>
                    <a:pt x="17745" y="13559"/>
                    <a:pt x="17723" y="13559"/>
                  </a:cubicBezTo>
                  <a:close/>
                  <a:moveTo>
                    <a:pt x="16176" y="13652"/>
                  </a:moveTo>
                  <a:cubicBezTo>
                    <a:pt x="16116" y="13667"/>
                    <a:pt x="16042" y="13682"/>
                    <a:pt x="15892" y="13727"/>
                  </a:cubicBezTo>
                  <a:cubicBezTo>
                    <a:pt x="15980" y="13749"/>
                    <a:pt x="16027" y="13762"/>
                    <a:pt x="16058" y="13762"/>
                  </a:cubicBezTo>
                  <a:cubicBezTo>
                    <a:pt x="16069" y="13762"/>
                    <a:pt x="16078" y="13761"/>
                    <a:pt x="16086" y="13757"/>
                  </a:cubicBezTo>
                  <a:cubicBezTo>
                    <a:pt x="16116" y="13742"/>
                    <a:pt x="16146" y="13697"/>
                    <a:pt x="16176" y="13652"/>
                  </a:cubicBezTo>
                  <a:close/>
                  <a:moveTo>
                    <a:pt x="5034" y="13772"/>
                  </a:moveTo>
                  <a:cubicBezTo>
                    <a:pt x="5034" y="13786"/>
                    <a:pt x="5034" y="13786"/>
                    <a:pt x="5049" y="13786"/>
                  </a:cubicBezTo>
                  <a:lnTo>
                    <a:pt x="5034" y="13801"/>
                  </a:lnTo>
                  <a:lnTo>
                    <a:pt x="5034" y="13772"/>
                  </a:lnTo>
                  <a:close/>
                  <a:moveTo>
                    <a:pt x="5198" y="13712"/>
                  </a:moveTo>
                  <a:cubicBezTo>
                    <a:pt x="5243" y="13772"/>
                    <a:pt x="5243" y="13831"/>
                    <a:pt x="5213" y="13891"/>
                  </a:cubicBezTo>
                  <a:lnTo>
                    <a:pt x="5198" y="13712"/>
                  </a:lnTo>
                  <a:close/>
                  <a:moveTo>
                    <a:pt x="13936" y="13936"/>
                  </a:moveTo>
                  <a:lnTo>
                    <a:pt x="13937" y="13950"/>
                  </a:lnTo>
                  <a:lnTo>
                    <a:pt x="13937" y="13950"/>
                  </a:lnTo>
                  <a:cubicBezTo>
                    <a:pt x="13941" y="13945"/>
                    <a:pt x="13946" y="13941"/>
                    <a:pt x="13951" y="13936"/>
                  </a:cubicBezTo>
                  <a:close/>
                  <a:moveTo>
                    <a:pt x="11353" y="13936"/>
                  </a:moveTo>
                  <a:cubicBezTo>
                    <a:pt x="11358" y="13936"/>
                    <a:pt x="11363" y="13940"/>
                    <a:pt x="11367" y="13951"/>
                  </a:cubicBezTo>
                  <a:cubicBezTo>
                    <a:pt x="11367" y="13951"/>
                    <a:pt x="11367" y="13951"/>
                    <a:pt x="11352" y="13966"/>
                  </a:cubicBezTo>
                  <a:cubicBezTo>
                    <a:pt x="11348" y="13967"/>
                    <a:pt x="11344" y="13968"/>
                    <a:pt x="11341" y="13968"/>
                  </a:cubicBezTo>
                  <a:cubicBezTo>
                    <a:pt x="11322" y="13968"/>
                    <a:pt x="11338" y="13936"/>
                    <a:pt x="11353" y="13936"/>
                  </a:cubicBezTo>
                  <a:close/>
                  <a:moveTo>
                    <a:pt x="5318" y="13996"/>
                  </a:moveTo>
                  <a:cubicBezTo>
                    <a:pt x="5333" y="13996"/>
                    <a:pt x="5333" y="13996"/>
                    <a:pt x="5348" y="14011"/>
                  </a:cubicBezTo>
                  <a:lnTo>
                    <a:pt x="5318" y="13996"/>
                  </a:lnTo>
                  <a:close/>
                  <a:moveTo>
                    <a:pt x="16042" y="13816"/>
                  </a:moveTo>
                  <a:cubicBezTo>
                    <a:pt x="15997" y="13891"/>
                    <a:pt x="15967" y="13921"/>
                    <a:pt x="15937" y="13966"/>
                  </a:cubicBezTo>
                  <a:cubicBezTo>
                    <a:pt x="15977" y="14006"/>
                    <a:pt x="16017" y="14058"/>
                    <a:pt x="16057" y="14058"/>
                  </a:cubicBezTo>
                  <a:cubicBezTo>
                    <a:pt x="16062" y="14058"/>
                    <a:pt x="16067" y="14057"/>
                    <a:pt x="16071" y="14055"/>
                  </a:cubicBezTo>
                  <a:cubicBezTo>
                    <a:pt x="16116" y="14055"/>
                    <a:pt x="16161" y="13981"/>
                    <a:pt x="16206" y="13936"/>
                  </a:cubicBezTo>
                  <a:cubicBezTo>
                    <a:pt x="16161" y="13906"/>
                    <a:pt x="16116" y="13876"/>
                    <a:pt x="16042" y="13816"/>
                  </a:cubicBezTo>
                  <a:close/>
                  <a:moveTo>
                    <a:pt x="13937" y="13950"/>
                  </a:moveTo>
                  <a:cubicBezTo>
                    <a:pt x="13899" y="13990"/>
                    <a:pt x="13873" y="14030"/>
                    <a:pt x="13846" y="14070"/>
                  </a:cubicBezTo>
                  <a:cubicBezTo>
                    <a:pt x="13891" y="14085"/>
                    <a:pt x="13921" y="14115"/>
                    <a:pt x="13951" y="14145"/>
                  </a:cubicBezTo>
                  <a:lnTo>
                    <a:pt x="13937" y="13950"/>
                  </a:lnTo>
                  <a:close/>
                  <a:moveTo>
                    <a:pt x="13413" y="14160"/>
                  </a:moveTo>
                  <a:cubicBezTo>
                    <a:pt x="13405" y="14175"/>
                    <a:pt x="13402" y="14186"/>
                    <a:pt x="13398" y="14197"/>
                  </a:cubicBezTo>
                  <a:lnTo>
                    <a:pt x="13413" y="14160"/>
                  </a:lnTo>
                  <a:close/>
                  <a:moveTo>
                    <a:pt x="13398" y="14197"/>
                  </a:moveTo>
                  <a:lnTo>
                    <a:pt x="13383" y="14235"/>
                  </a:lnTo>
                  <a:lnTo>
                    <a:pt x="13383" y="14235"/>
                  </a:lnTo>
                  <a:cubicBezTo>
                    <a:pt x="13390" y="14220"/>
                    <a:pt x="13394" y="14208"/>
                    <a:pt x="13398" y="14197"/>
                  </a:cubicBezTo>
                  <a:close/>
                  <a:moveTo>
                    <a:pt x="4899" y="14235"/>
                  </a:moveTo>
                  <a:lnTo>
                    <a:pt x="4899" y="14235"/>
                  </a:lnTo>
                  <a:cubicBezTo>
                    <a:pt x="4870" y="14264"/>
                    <a:pt x="4855" y="14264"/>
                    <a:pt x="4825" y="14279"/>
                  </a:cubicBezTo>
                  <a:lnTo>
                    <a:pt x="4899" y="14235"/>
                  </a:lnTo>
                  <a:close/>
                  <a:moveTo>
                    <a:pt x="4690" y="14235"/>
                  </a:moveTo>
                  <a:lnTo>
                    <a:pt x="4705" y="14279"/>
                  </a:lnTo>
                  <a:lnTo>
                    <a:pt x="4720" y="14294"/>
                  </a:lnTo>
                  <a:lnTo>
                    <a:pt x="4720" y="14309"/>
                  </a:lnTo>
                  <a:cubicBezTo>
                    <a:pt x="4705" y="14294"/>
                    <a:pt x="4690" y="14264"/>
                    <a:pt x="4690" y="14235"/>
                  </a:cubicBezTo>
                  <a:close/>
                  <a:moveTo>
                    <a:pt x="13637" y="14205"/>
                  </a:moveTo>
                  <a:cubicBezTo>
                    <a:pt x="13667" y="14324"/>
                    <a:pt x="13697" y="14444"/>
                    <a:pt x="13712" y="14563"/>
                  </a:cubicBezTo>
                  <a:cubicBezTo>
                    <a:pt x="13741" y="14444"/>
                    <a:pt x="13771" y="14324"/>
                    <a:pt x="13801" y="14205"/>
                  </a:cubicBezTo>
                  <a:close/>
                  <a:moveTo>
                    <a:pt x="13712" y="14563"/>
                  </a:moveTo>
                  <a:lnTo>
                    <a:pt x="13712" y="14563"/>
                  </a:lnTo>
                  <a:cubicBezTo>
                    <a:pt x="13667" y="14623"/>
                    <a:pt x="13622" y="14668"/>
                    <a:pt x="13562" y="14727"/>
                  </a:cubicBezTo>
                  <a:cubicBezTo>
                    <a:pt x="13592" y="14742"/>
                    <a:pt x="13622" y="14757"/>
                    <a:pt x="13652" y="14772"/>
                  </a:cubicBezTo>
                  <a:cubicBezTo>
                    <a:pt x="13667" y="14698"/>
                    <a:pt x="13697" y="14623"/>
                    <a:pt x="13712" y="14563"/>
                  </a:cubicBezTo>
                  <a:close/>
                  <a:moveTo>
                    <a:pt x="11008" y="14742"/>
                  </a:moveTo>
                  <a:cubicBezTo>
                    <a:pt x="10993" y="14802"/>
                    <a:pt x="10963" y="14877"/>
                    <a:pt x="10919" y="15056"/>
                  </a:cubicBezTo>
                  <a:cubicBezTo>
                    <a:pt x="11023" y="14937"/>
                    <a:pt x="11083" y="14907"/>
                    <a:pt x="11068" y="14877"/>
                  </a:cubicBezTo>
                  <a:cubicBezTo>
                    <a:pt x="11068" y="14832"/>
                    <a:pt x="11038" y="14787"/>
                    <a:pt x="11008" y="14742"/>
                  </a:cubicBezTo>
                  <a:close/>
                  <a:moveTo>
                    <a:pt x="4033" y="15056"/>
                  </a:moveTo>
                  <a:cubicBezTo>
                    <a:pt x="4048" y="15071"/>
                    <a:pt x="4063" y="15101"/>
                    <a:pt x="4063" y="15116"/>
                  </a:cubicBezTo>
                  <a:lnTo>
                    <a:pt x="4033" y="15071"/>
                  </a:lnTo>
                  <a:lnTo>
                    <a:pt x="4033" y="15056"/>
                  </a:lnTo>
                  <a:close/>
                  <a:moveTo>
                    <a:pt x="6557" y="15579"/>
                  </a:moveTo>
                  <a:lnTo>
                    <a:pt x="6572" y="15594"/>
                  </a:lnTo>
                  <a:lnTo>
                    <a:pt x="6572" y="15609"/>
                  </a:lnTo>
                  <a:lnTo>
                    <a:pt x="6587" y="15624"/>
                  </a:lnTo>
                  <a:lnTo>
                    <a:pt x="6557" y="15594"/>
                  </a:lnTo>
                  <a:cubicBezTo>
                    <a:pt x="6557" y="15594"/>
                    <a:pt x="6557" y="15579"/>
                    <a:pt x="6557" y="15579"/>
                  </a:cubicBezTo>
                  <a:close/>
                  <a:moveTo>
                    <a:pt x="14906" y="15937"/>
                  </a:moveTo>
                  <a:cubicBezTo>
                    <a:pt x="14906" y="15937"/>
                    <a:pt x="14862" y="15967"/>
                    <a:pt x="14817" y="15997"/>
                  </a:cubicBezTo>
                  <a:cubicBezTo>
                    <a:pt x="14862" y="16042"/>
                    <a:pt x="14891" y="16072"/>
                    <a:pt x="14936" y="16102"/>
                  </a:cubicBezTo>
                  <a:cubicBezTo>
                    <a:pt x="14936" y="16102"/>
                    <a:pt x="14996" y="16057"/>
                    <a:pt x="14996" y="16042"/>
                  </a:cubicBezTo>
                  <a:cubicBezTo>
                    <a:pt x="14966" y="16012"/>
                    <a:pt x="14951" y="15967"/>
                    <a:pt x="14906" y="15937"/>
                  </a:cubicBezTo>
                  <a:close/>
                  <a:moveTo>
                    <a:pt x="2435" y="15952"/>
                  </a:moveTo>
                  <a:cubicBezTo>
                    <a:pt x="2360" y="16012"/>
                    <a:pt x="2286" y="16057"/>
                    <a:pt x="2211" y="16116"/>
                  </a:cubicBezTo>
                  <a:cubicBezTo>
                    <a:pt x="2226" y="16146"/>
                    <a:pt x="2241" y="16161"/>
                    <a:pt x="2271" y="16191"/>
                  </a:cubicBezTo>
                  <a:cubicBezTo>
                    <a:pt x="2345" y="16146"/>
                    <a:pt x="2420" y="16087"/>
                    <a:pt x="2495" y="16042"/>
                  </a:cubicBezTo>
                  <a:cubicBezTo>
                    <a:pt x="2465" y="16012"/>
                    <a:pt x="2450" y="15982"/>
                    <a:pt x="2435" y="15952"/>
                  </a:cubicBezTo>
                  <a:close/>
                  <a:moveTo>
                    <a:pt x="3704" y="16356"/>
                  </a:moveTo>
                  <a:lnTo>
                    <a:pt x="3704" y="16356"/>
                  </a:lnTo>
                  <a:cubicBezTo>
                    <a:pt x="3690" y="16370"/>
                    <a:pt x="3690" y="16371"/>
                    <a:pt x="3690" y="16385"/>
                  </a:cubicBezTo>
                  <a:lnTo>
                    <a:pt x="3690" y="16370"/>
                  </a:lnTo>
                  <a:lnTo>
                    <a:pt x="3704" y="16356"/>
                  </a:lnTo>
                  <a:close/>
                  <a:moveTo>
                    <a:pt x="8036" y="16759"/>
                  </a:moveTo>
                  <a:lnTo>
                    <a:pt x="8036" y="16759"/>
                  </a:lnTo>
                  <a:cubicBezTo>
                    <a:pt x="8021" y="16789"/>
                    <a:pt x="8021" y="16804"/>
                    <a:pt x="8006" y="16833"/>
                  </a:cubicBezTo>
                  <a:cubicBezTo>
                    <a:pt x="8006" y="16804"/>
                    <a:pt x="8021" y="16789"/>
                    <a:pt x="8036" y="16759"/>
                  </a:cubicBezTo>
                  <a:close/>
                  <a:moveTo>
                    <a:pt x="14862" y="16684"/>
                  </a:moveTo>
                  <a:cubicBezTo>
                    <a:pt x="14817" y="16684"/>
                    <a:pt x="14787" y="16759"/>
                    <a:pt x="14742" y="16789"/>
                  </a:cubicBezTo>
                  <a:cubicBezTo>
                    <a:pt x="14802" y="16818"/>
                    <a:pt x="14877" y="16848"/>
                    <a:pt x="14936" y="16863"/>
                  </a:cubicBezTo>
                  <a:cubicBezTo>
                    <a:pt x="14981" y="16863"/>
                    <a:pt x="15041" y="16833"/>
                    <a:pt x="15190" y="16789"/>
                  </a:cubicBezTo>
                  <a:cubicBezTo>
                    <a:pt x="15011" y="16729"/>
                    <a:pt x="14936" y="16684"/>
                    <a:pt x="14862" y="16684"/>
                  </a:cubicBezTo>
                  <a:close/>
                  <a:moveTo>
                    <a:pt x="1434" y="16893"/>
                  </a:moveTo>
                  <a:cubicBezTo>
                    <a:pt x="1404" y="16923"/>
                    <a:pt x="1375" y="16938"/>
                    <a:pt x="1330" y="16953"/>
                  </a:cubicBezTo>
                  <a:lnTo>
                    <a:pt x="1434" y="16893"/>
                  </a:lnTo>
                  <a:close/>
                  <a:moveTo>
                    <a:pt x="9948" y="17177"/>
                  </a:moveTo>
                  <a:lnTo>
                    <a:pt x="9978" y="17252"/>
                  </a:lnTo>
                  <a:cubicBezTo>
                    <a:pt x="9963" y="17237"/>
                    <a:pt x="9948" y="17207"/>
                    <a:pt x="9948" y="17177"/>
                  </a:cubicBezTo>
                  <a:close/>
                  <a:moveTo>
                    <a:pt x="6333" y="17476"/>
                  </a:moveTo>
                  <a:cubicBezTo>
                    <a:pt x="6348" y="17491"/>
                    <a:pt x="6348" y="17491"/>
                    <a:pt x="6348" y="17491"/>
                  </a:cubicBezTo>
                  <a:lnTo>
                    <a:pt x="6333" y="17505"/>
                  </a:lnTo>
                  <a:cubicBezTo>
                    <a:pt x="6333" y="17505"/>
                    <a:pt x="6333" y="17491"/>
                    <a:pt x="6333" y="17476"/>
                  </a:cubicBezTo>
                  <a:close/>
                  <a:moveTo>
                    <a:pt x="13189" y="16863"/>
                  </a:moveTo>
                  <a:lnTo>
                    <a:pt x="13189" y="17252"/>
                  </a:lnTo>
                  <a:cubicBezTo>
                    <a:pt x="13174" y="17341"/>
                    <a:pt x="13159" y="17431"/>
                    <a:pt x="13144" y="17535"/>
                  </a:cubicBezTo>
                  <a:cubicBezTo>
                    <a:pt x="13189" y="17491"/>
                    <a:pt x="13219" y="17461"/>
                    <a:pt x="13263" y="17416"/>
                  </a:cubicBezTo>
                  <a:cubicBezTo>
                    <a:pt x="13278" y="17237"/>
                    <a:pt x="13293" y="17042"/>
                    <a:pt x="13308" y="16863"/>
                  </a:cubicBezTo>
                  <a:close/>
                  <a:moveTo>
                    <a:pt x="4638" y="18051"/>
                  </a:moveTo>
                  <a:lnTo>
                    <a:pt x="4660" y="18058"/>
                  </a:lnTo>
                  <a:cubicBezTo>
                    <a:pt x="4653" y="18058"/>
                    <a:pt x="4646" y="18054"/>
                    <a:pt x="4638" y="18051"/>
                  </a:cubicBezTo>
                  <a:close/>
                  <a:moveTo>
                    <a:pt x="2211" y="18312"/>
                  </a:moveTo>
                  <a:cubicBezTo>
                    <a:pt x="2092" y="18312"/>
                    <a:pt x="1987" y="18327"/>
                    <a:pt x="1867" y="18327"/>
                  </a:cubicBezTo>
                  <a:cubicBezTo>
                    <a:pt x="1867" y="18357"/>
                    <a:pt x="1853" y="18387"/>
                    <a:pt x="1853" y="18417"/>
                  </a:cubicBezTo>
                  <a:cubicBezTo>
                    <a:pt x="1972" y="18402"/>
                    <a:pt x="2092" y="18402"/>
                    <a:pt x="2211" y="18387"/>
                  </a:cubicBezTo>
                  <a:cubicBezTo>
                    <a:pt x="2211" y="18372"/>
                    <a:pt x="2211" y="18342"/>
                    <a:pt x="2211" y="18312"/>
                  </a:cubicBezTo>
                  <a:close/>
                  <a:moveTo>
                    <a:pt x="13129" y="17670"/>
                  </a:moveTo>
                  <a:cubicBezTo>
                    <a:pt x="13114" y="17759"/>
                    <a:pt x="13099" y="17849"/>
                    <a:pt x="13069" y="17939"/>
                  </a:cubicBezTo>
                  <a:cubicBezTo>
                    <a:pt x="13054" y="18163"/>
                    <a:pt x="13054" y="18387"/>
                    <a:pt x="13039" y="18626"/>
                  </a:cubicBezTo>
                  <a:cubicBezTo>
                    <a:pt x="13084" y="18611"/>
                    <a:pt x="13129" y="18611"/>
                    <a:pt x="13159" y="18611"/>
                  </a:cubicBezTo>
                  <a:lnTo>
                    <a:pt x="13159" y="18028"/>
                  </a:lnTo>
                  <a:cubicBezTo>
                    <a:pt x="13189" y="17909"/>
                    <a:pt x="13204" y="17789"/>
                    <a:pt x="13219" y="17670"/>
                  </a:cubicBezTo>
                  <a:close/>
                  <a:moveTo>
                    <a:pt x="478" y="17401"/>
                  </a:moveTo>
                  <a:cubicBezTo>
                    <a:pt x="404" y="17446"/>
                    <a:pt x="389" y="17520"/>
                    <a:pt x="404" y="17610"/>
                  </a:cubicBezTo>
                  <a:cubicBezTo>
                    <a:pt x="568" y="17715"/>
                    <a:pt x="717" y="17819"/>
                    <a:pt x="882" y="17909"/>
                  </a:cubicBezTo>
                  <a:cubicBezTo>
                    <a:pt x="956" y="18028"/>
                    <a:pt x="1061" y="18148"/>
                    <a:pt x="1151" y="18267"/>
                  </a:cubicBezTo>
                  <a:cubicBezTo>
                    <a:pt x="1180" y="18297"/>
                    <a:pt x="1210" y="18327"/>
                    <a:pt x="1255" y="18357"/>
                  </a:cubicBezTo>
                  <a:cubicBezTo>
                    <a:pt x="1242" y="18550"/>
                    <a:pt x="1318" y="18665"/>
                    <a:pt x="1491" y="18665"/>
                  </a:cubicBezTo>
                  <a:cubicBezTo>
                    <a:pt x="1519" y="18665"/>
                    <a:pt x="1550" y="18662"/>
                    <a:pt x="1584" y="18656"/>
                  </a:cubicBezTo>
                  <a:cubicBezTo>
                    <a:pt x="1539" y="18551"/>
                    <a:pt x="1479" y="18446"/>
                    <a:pt x="1434" y="18342"/>
                  </a:cubicBezTo>
                  <a:cubicBezTo>
                    <a:pt x="1390" y="18252"/>
                    <a:pt x="1345" y="18178"/>
                    <a:pt x="1300" y="18088"/>
                  </a:cubicBezTo>
                  <a:cubicBezTo>
                    <a:pt x="1300" y="18058"/>
                    <a:pt x="1285" y="18043"/>
                    <a:pt x="1270" y="18028"/>
                  </a:cubicBezTo>
                  <a:cubicBezTo>
                    <a:pt x="1210" y="17580"/>
                    <a:pt x="717" y="17640"/>
                    <a:pt x="478" y="17401"/>
                  </a:cubicBezTo>
                  <a:close/>
                  <a:moveTo>
                    <a:pt x="7439" y="18641"/>
                  </a:moveTo>
                  <a:cubicBezTo>
                    <a:pt x="7424" y="18656"/>
                    <a:pt x="7424" y="18670"/>
                    <a:pt x="7409" y="18685"/>
                  </a:cubicBezTo>
                  <a:lnTo>
                    <a:pt x="7379" y="18700"/>
                  </a:lnTo>
                  <a:cubicBezTo>
                    <a:pt x="7394" y="18670"/>
                    <a:pt x="7409" y="18641"/>
                    <a:pt x="7439" y="18641"/>
                  </a:cubicBezTo>
                  <a:close/>
                  <a:moveTo>
                    <a:pt x="1584" y="18656"/>
                  </a:moveTo>
                  <a:cubicBezTo>
                    <a:pt x="1597" y="18851"/>
                    <a:pt x="1678" y="18978"/>
                    <a:pt x="1866" y="18978"/>
                  </a:cubicBezTo>
                  <a:cubicBezTo>
                    <a:pt x="1894" y="18978"/>
                    <a:pt x="1924" y="18975"/>
                    <a:pt x="1957" y="18969"/>
                  </a:cubicBezTo>
                  <a:cubicBezTo>
                    <a:pt x="1838" y="18865"/>
                    <a:pt x="1703" y="18760"/>
                    <a:pt x="1584" y="18656"/>
                  </a:cubicBezTo>
                  <a:close/>
                  <a:moveTo>
                    <a:pt x="13308" y="18790"/>
                  </a:moveTo>
                  <a:cubicBezTo>
                    <a:pt x="13204" y="18835"/>
                    <a:pt x="13114" y="18880"/>
                    <a:pt x="13025" y="18924"/>
                  </a:cubicBezTo>
                  <a:cubicBezTo>
                    <a:pt x="13010" y="18939"/>
                    <a:pt x="13039" y="19029"/>
                    <a:pt x="13069" y="19089"/>
                  </a:cubicBezTo>
                  <a:cubicBezTo>
                    <a:pt x="13159" y="19014"/>
                    <a:pt x="13249" y="18954"/>
                    <a:pt x="13353" y="18880"/>
                  </a:cubicBezTo>
                  <a:cubicBezTo>
                    <a:pt x="13338" y="18850"/>
                    <a:pt x="13323" y="18820"/>
                    <a:pt x="13308" y="18790"/>
                  </a:cubicBezTo>
                  <a:close/>
                  <a:moveTo>
                    <a:pt x="6423" y="18909"/>
                  </a:moveTo>
                  <a:cubicBezTo>
                    <a:pt x="6438" y="18924"/>
                    <a:pt x="6453" y="18939"/>
                    <a:pt x="6468" y="18954"/>
                  </a:cubicBezTo>
                  <a:lnTo>
                    <a:pt x="6468" y="19044"/>
                  </a:lnTo>
                  <a:cubicBezTo>
                    <a:pt x="6453" y="19074"/>
                    <a:pt x="6438" y="19089"/>
                    <a:pt x="6438" y="19104"/>
                  </a:cubicBezTo>
                  <a:cubicBezTo>
                    <a:pt x="6423" y="19044"/>
                    <a:pt x="6423" y="18984"/>
                    <a:pt x="6423" y="18909"/>
                  </a:cubicBezTo>
                  <a:close/>
                  <a:moveTo>
                    <a:pt x="8424" y="18969"/>
                  </a:moveTo>
                  <a:cubicBezTo>
                    <a:pt x="8350" y="19029"/>
                    <a:pt x="8290" y="19089"/>
                    <a:pt x="8215" y="19148"/>
                  </a:cubicBezTo>
                  <a:cubicBezTo>
                    <a:pt x="8245" y="19193"/>
                    <a:pt x="8275" y="19253"/>
                    <a:pt x="8320" y="19313"/>
                  </a:cubicBezTo>
                  <a:cubicBezTo>
                    <a:pt x="8350" y="19238"/>
                    <a:pt x="8394" y="19178"/>
                    <a:pt x="8439" y="19119"/>
                  </a:cubicBezTo>
                  <a:cubicBezTo>
                    <a:pt x="8439" y="19074"/>
                    <a:pt x="8424" y="19029"/>
                    <a:pt x="8424" y="18969"/>
                  </a:cubicBezTo>
                  <a:close/>
                  <a:moveTo>
                    <a:pt x="13054" y="19238"/>
                  </a:moveTo>
                  <a:cubicBezTo>
                    <a:pt x="13025" y="19268"/>
                    <a:pt x="12980" y="19298"/>
                    <a:pt x="12965" y="19343"/>
                  </a:cubicBezTo>
                  <a:cubicBezTo>
                    <a:pt x="12950" y="19358"/>
                    <a:pt x="12980" y="19402"/>
                    <a:pt x="13054" y="19552"/>
                  </a:cubicBezTo>
                  <a:cubicBezTo>
                    <a:pt x="13084" y="19432"/>
                    <a:pt x="13114" y="19387"/>
                    <a:pt x="13114" y="19343"/>
                  </a:cubicBezTo>
                  <a:cubicBezTo>
                    <a:pt x="13114" y="19313"/>
                    <a:pt x="13084" y="19268"/>
                    <a:pt x="13054" y="19238"/>
                  </a:cubicBezTo>
                  <a:close/>
                  <a:moveTo>
                    <a:pt x="12278" y="20000"/>
                  </a:moveTo>
                  <a:lnTo>
                    <a:pt x="12278" y="20015"/>
                  </a:lnTo>
                  <a:cubicBezTo>
                    <a:pt x="12263" y="20000"/>
                    <a:pt x="12263" y="20000"/>
                    <a:pt x="12263" y="20000"/>
                  </a:cubicBezTo>
                  <a:close/>
                  <a:moveTo>
                    <a:pt x="18984" y="20254"/>
                  </a:moveTo>
                  <a:lnTo>
                    <a:pt x="18984" y="20328"/>
                  </a:lnTo>
                  <a:cubicBezTo>
                    <a:pt x="18969" y="20343"/>
                    <a:pt x="18969" y="20358"/>
                    <a:pt x="18939" y="20373"/>
                  </a:cubicBezTo>
                  <a:cubicBezTo>
                    <a:pt x="18954" y="20328"/>
                    <a:pt x="18969" y="20299"/>
                    <a:pt x="18984" y="20254"/>
                  </a:cubicBezTo>
                  <a:close/>
                  <a:moveTo>
                    <a:pt x="12950" y="20000"/>
                  </a:moveTo>
                  <a:lnTo>
                    <a:pt x="12950" y="20000"/>
                  </a:lnTo>
                  <a:cubicBezTo>
                    <a:pt x="12993" y="20247"/>
                    <a:pt x="13037" y="20437"/>
                    <a:pt x="13081" y="20612"/>
                  </a:cubicBezTo>
                  <a:lnTo>
                    <a:pt x="13081" y="20612"/>
                  </a:lnTo>
                  <a:cubicBezTo>
                    <a:pt x="13180" y="20482"/>
                    <a:pt x="13267" y="20338"/>
                    <a:pt x="13368" y="20194"/>
                  </a:cubicBezTo>
                  <a:cubicBezTo>
                    <a:pt x="13234" y="20134"/>
                    <a:pt x="13114" y="20074"/>
                    <a:pt x="12950" y="20000"/>
                  </a:cubicBezTo>
                  <a:close/>
                  <a:moveTo>
                    <a:pt x="13081" y="20612"/>
                  </a:moveTo>
                  <a:cubicBezTo>
                    <a:pt x="13077" y="20617"/>
                    <a:pt x="13073" y="20622"/>
                    <a:pt x="13069" y="20627"/>
                  </a:cubicBezTo>
                  <a:cubicBezTo>
                    <a:pt x="13072" y="20634"/>
                    <a:pt x="13074" y="20642"/>
                    <a:pt x="13077" y="20649"/>
                  </a:cubicBezTo>
                  <a:lnTo>
                    <a:pt x="13077" y="20649"/>
                  </a:lnTo>
                  <a:cubicBezTo>
                    <a:pt x="13079" y="20642"/>
                    <a:pt x="13082" y="20635"/>
                    <a:pt x="13084" y="20627"/>
                  </a:cubicBezTo>
                  <a:cubicBezTo>
                    <a:pt x="13083" y="20622"/>
                    <a:pt x="13082" y="20617"/>
                    <a:pt x="13081" y="20612"/>
                  </a:cubicBezTo>
                  <a:close/>
                  <a:moveTo>
                    <a:pt x="20477" y="16445"/>
                  </a:moveTo>
                  <a:cubicBezTo>
                    <a:pt x="20477" y="16460"/>
                    <a:pt x="20477" y="16460"/>
                    <a:pt x="20492" y="16475"/>
                  </a:cubicBezTo>
                  <a:cubicBezTo>
                    <a:pt x="20492" y="16520"/>
                    <a:pt x="20507" y="16565"/>
                    <a:pt x="20522" y="16594"/>
                  </a:cubicBezTo>
                  <a:lnTo>
                    <a:pt x="20477" y="16774"/>
                  </a:lnTo>
                  <a:cubicBezTo>
                    <a:pt x="20463" y="16878"/>
                    <a:pt x="20448" y="16983"/>
                    <a:pt x="20418" y="17102"/>
                  </a:cubicBezTo>
                  <a:cubicBezTo>
                    <a:pt x="20388" y="17371"/>
                    <a:pt x="20358" y="17655"/>
                    <a:pt x="20313" y="17924"/>
                  </a:cubicBezTo>
                  <a:lnTo>
                    <a:pt x="20298" y="17924"/>
                  </a:lnTo>
                  <a:cubicBezTo>
                    <a:pt x="20104" y="18028"/>
                    <a:pt x="20089" y="18237"/>
                    <a:pt x="20014" y="18417"/>
                  </a:cubicBezTo>
                  <a:cubicBezTo>
                    <a:pt x="19985" y="18536"/>
                    <a:pt x="20000" y="18670"/>
                    <a:pt x="19925" y="18790"/>
                  </a:cubicBezTo>
                  <a:cubicBezTo>
                    <a:pt x="19761" y="19134"/>
                    <a:pt x="19596" y="19462"/>
                    <a:pt x="19566" y="19835"/>
                  </a:cubicBezTo>
                  <a:cubicBezTo>
                    <a:pt x="19581" y="19850"/>
                    <a:pt x="19581" y="19865"/>
                    <a:pt x="19581" y="19880"/>
                  </a:cubicBezTo>
                  <a:cubicBezTo>
                    <a:pt x="19432" y="20060"/>
                    <a:pt x="19342" y="20284"/>
                    <a:pt x="19312" y="20523"/>
                  </a:cubicBezTo>
                  <a:cubicBezTo>
                    <a:pt x="19312" y="20537"/>
                    <a:pt x="19312" y="20552"/>
                    <a:pt x="19327" y="20567"/>
                  </a:cubicBezTo>
                  <a:cubicBezTo>
                    <a:pt x="19268" y="20582"/>
                    <a:pt x="19238" y="20612"/>
                    <a:pt x="19208" y="20657"/>
                  </a:cubicBezTo>
                  <a:cubicBezTo>
                    <a:pt x="19268" y="20493"/>
                    <a:pt x="19238" y="20328"/>
                    <a:pt x="19238" y="20164"/>
                  </a:cubicBezTo>
                  <a:cubicBezTo>
                    <a:pt x="19223" y="20119"/>
                    <a:pt x="19208" y="20074"/>
                    <a:pt x="19193" y="20045"/>
                  </a:cubicBezTo>
                  <a:cubicBezTo>
                    <a:pt x="19253" y="19761"/>
                    <a:pt x="19298" y="19477"/>
                    <a:pt x="19357" y="19193"/>
                  </a:cubicBezTo>
                  <a:cubicBezTo>
                    <a:pt x="19462" y="19089"/>
                    <a:pt x="19462" y="19014"/>
                    <a:pt x="19387" y="18939"/>
                  </a:cubicBezTo>
                  <a:cubicBezTo>
                    <a:pt x="19566" y="18775"/>
                    <a:pt x="19432" y="18476"/>
                    <a:pt x="19611" y="18297"/>
                  </a:cubicBezTo>
                  <a:cubicBezTo>
                    <a:pt x="19686" y="18163"/>
                    <a:pt x="19701" y="17998"/>
                    <a:pt x="19761" y="17864"/>
                  </a:cubicBezTo>
                  <a:cubicBezTo>
                    <a:pt x="19775" y="17819"/>
                    <a:pt x="19805" y="17774"/>
                    <a:pt x="19835" y="17730"/>
                  </a:cubicBezTo>
                  <a:cubicBezTo>
                    <a:pt x="19850" y="17700"/>
                    <a:pt x="19865" y="17685"/>
                    <a:pt x="19880" y="17655"/>
                  </a:cubicBezTo>
                  <a:cubicBezTo>
                    <a:pt x="19925" y="17535"/>
                    <a:pt x="19955" y="17431"/>
                    <a:pt x="20000" y="17326"/>
                  </a:cubicBezTo>
                  <a:cubicBezTo>
                    <a:pt x="20044" y="17237"/>
                    <a:pt x="20089" y="17147"/>
                    <a:pt x="20119" y="17042"/>
                  </a:cubicBezTo>
                  <a:cubicBezTo>
                    <a:pt x="20149" y="16908"/>
                    <a:pt x="20253" y="16804"/>
                    <a:pt x="20328" y="16699"/>
                  </a:cubicBezTo>
                  <a:cubicBezTo>
                    <a:pt x="20343" y="16639"/>
                    <a:pt x="20373" y="16579"/>
                    <a:pt x="20343" y="16535"/>
                  </a:cubicBezTo>
                  <a:cubicBezTo>
                    <a:pt x="20403" y="16505"/>
                    <a:pt x="20448" y="16490"/>
                    <a:pt x="20477" y="16445"/>
                  </a:cubicBezTo>
                  <a:close/>
                  <a:moveTo>
                    <a:pt x="19189" y="20713"/>
                  </a:moveTo>
                  <a:cubicBezTo>
                    <a:pt x="19163" y="20787"/>
                    <a:pt x="19162" y="20884"/>
                    <a:pt x="19133" y="20941"/>
                  </a:cubicBezTo>
                  <a:cubicBezTo>
                    <a:pt x="19133" y="20896"/>
                    <a:pt x="19133" y="20851"/>
                    <a:pt x="19118" y="20821"/>
                  </a:cubicBezTo>
                  <a:cubicBezTo>
                    <a:pt x="19146" y="20780"/>
                    <a:pt x="19173" y="20752"/>
                    <a:pt x="19189" y="20713"/>
                  </a:cubicBezTo>
                  <a:close/>
                  <a:moveTo>
                    <a:pt x="12278" y="20926"/>
                  </a:moveTo>
                  <a:lnTo>
                    <a:pt x="12278" y="20926"/>
                  </a:lnTo>
                  <a:cubicBezTo>
                    <a:pt x="12248" y="20956"/>
                    <a:pt x="12218" y="20986"/>
                    <a:pt x="12173" y="21000"/>
                  </a:cubicBezTo>
                  <a:lnTo>
                    <a:pt x="12173" y="20971"/>
                  </a:lnTo>
                  <a:lnTo>
                    <a:pt x="12278" y="20926"/>
                  </a:lnTo>
                  <a:close/>
                  <a:moveTo>
                    <a:pt x="13077" y="20649"/>
                  </a:moveTo>
                  <a:lnTo>
                    <a:pt x="13077" y="20649"/>
                  </a:lnTo>
                  <a:cubicBezTo>
                    <a:pt x="13033" y="20776"/>
                    <a:pt x="12978" y="20903"/>
                    <a:pt x="12950" y="21030"/>
                  </a:cubicBezTo>
                  <a:cubicBezTo>
                    <a:pt x="12950" y="21060"/>
                    <a:pt x="13054" y="21120"/>
                    <a:pt x="13114" y="21150"/>
                  </a:cubicBezTo>
                  <a:cubicBezTo>
                    <a:pt x="13120" y="21153"/>
                    <a:pt x="13126" y="21154"/>
                    <a:pt x="13133" y="21154"/>
                  </a:cubicBezTo>
                  <a:cubicBezTo>
                    <a:pt x="13161" y="21154"/>
                    <a:pt x="13197" y="21132"/>
                    <a:pt x="13234" y="21120"/>
                  </a:cubicBezTo>
                  <a:cubicBezTo>
                    <a:pt x="13204" y="21045"/>
                    <a:pt x="13189" y="20986"/>
                    <a:pt x="13159" y="20911"/>
                  </a:cubicBezTo>
                  <a:cubicBezTo>
                    <a:pt x="13132" y="20829"/>
                    <a:pt x="13104" y="20734"/>
                    <a:pt x="13077" y="20649"/>
                  </a:cubicBezTo>
                  <a:close/>
                  <a:moveTo>
                    <a:pt x="18835" y="21075"/>
                  </a:moveTo>
                  <a:cubicBezTo>
                    <a:pt x="18760" y="21120"/>
                    <a:pt x="18685" y="21150"/>
                    <a:pt x="18596" y="21180"/>
                  </a:cubicBezTo>
                  <a:lnTo>
                    <a:pt x="18596" y="21180"/>
                  </a:lnTo>
                  <a:lnTo>
                    <a:pt x="18835" y="21075"/>
                  </a:lnTo>
                  <a:close/>
                  <a:moveTo>
                    <a:pt x="14443" y="21090"/>
                  </a:moveTo>
                  <a:lnTo>
                    <a:pt x="14443" y="21090"/>
                  </a:lnTo>
                  <a:cubicBezTo>
                    <a:pt x="14473" y="21150"/>
                    <a:pt x="14488" y="21195"/>
                    <a:pt x="14503" y="21239"/>
                  </a:cubicBezTo>
                  <a:cubicBezTo>
                    <a:pt x="14458" y="21180"/>
                    <a:pt x="14443" y="21135"/>
                    <a:pt x="14443" y="21090"/>
                  </a:cubicBezTo>
                  <a:close/>
                  <a:moveTo>
                    <a:pt x="11053" y="21912"/>
                  </a:moveTo>
                  <a:cubicBezTo>
                    <a:pt x="11053" y="21971"/>
                    <a:pt x="11038" y="22031"/>
                    <a:pt x="11008" y="22076"/>
                  </a:cubicBezTo>
                  <a:lnTo>
                    <a:pt x="11008" y="22061"/>
                  </a:lnTo>
                  <a:cubicBezTo>
                    <a:pt x="11038" y="22016"/>
                    <a:pt x="11053" y="21971"/>
                    <a:pt x="11038" y="21927"/>
                  </a:cubicBezTo>
                  <a:lnTo>
                    <a:pt x="11038" y="21912"/>
                  </a:lnTo>
                  <a:close/>
                  <a:moveTo>
                    <a:pt x="18252" y="21941"/>
                  </a:moveTo>
                  <a:cubicBezTo>
                    <a:pt x="18252" y="22016"/>
                    <a:pt x="18237" y="22091"/>
                    <a:pt x="18222" y="22165"/>
                  </a:cubicBezTo>
                  <a:cubicBezTo>
                    <a:pt x="18252" y="22165"/>
                    <a:pt x="18267" y="22165"/>
                    <a:pt x="18297" y="22180"/>
                  </a:cubicBezTo>
                  <a:cubicBezTo>
                    <a:pt x="18312" y="22106"/>
                    <a:pt x="18327" y="22031"/>
                    <a:pt x="18342" y="21956"/>
                  </a:cubicBezTo>
                  <a:cubicBezTo>
                    <a:pt x="18312" y="21941"/>
                    <a:pt x="18282" y="21941"/>
                    <a:pt x="18252" y="21941"/>
                  </a:cubicBezTo>
                  <a:close/>
                  <a:moveTo>
                    <a:pt x="18013" y="21852"/>
                  </a:moveTo>
                  <a:cubicBezTo>
                    <a:pt x="17998" y="21956"/>
                    <a:pt x="17983" y="22076"/>
                    <a:pt x="17983" y="22195"/>
                  </a:cubicBezTo>
                  <a:cubicBezTo>
                    <a:pt x="17998" y="22195"/>
                    <a:pt x="18028" y="22210"/>
                    <a:pt x="18058" y="22210"/>
                  </a:cubicBezTo>
                  <a:cubicBezTo>
                    <a:pt x="18088" y="22091"/>
                    <a:pt x="18103" y="21986"/>
                    <a:pt x="18133" y="21867"/>
                  </a:cubicBezTo>
                  <a:cubicBezTo>
                    <a:pt x="18088" y="21852"/>
                    <a:pt x="18058" y="21852"/>
                    <a:pt x="18013" y="21852"/>
                  </a:cubicBezTo>
                  <a:close/>
                  <a:moveTo>
                    <a:pt x="12875" y="22225"/>
                  </a:moveTo>
                  <a:lnTo>
                    <a:pt x="12860" y="22270"/>
                  </a:lnTo>
                  <a:cubicBezTo>
                    <a:pt x="12830" y="22240"/>
                    <a:pt x="12860" y="22225"/>
                    <a:pt x="12875" y="22225"/>
                  </a:cubicBezTo>
                  <a:close/>
                  <a:moveTo>
                    <a:pt x="18133" y="22390"/>
                  </a:moveTo>
                  <a:cubicBezTo>
                    <a:pt x="18088" y="22390"/>
                    <a:pt x="18058" y="22404"/>
                    <a:pt x="18028" y="22434"/>
                  </a:cubicBezTo>
                  <a:cubicBezTo>
                    <a:pt x="18028" y="22434"/>
                    <a:pt x="18043" y="22479"/>
                    <a:pt x="18058" y="22524"/>
                  </a:cubicBezTo>
                  <a:cubicBezTo>
                    <a:pt x="18103" y="22494"/>
                    <a:pt x="18147" y="22479"/>
                    <a:pt x="18177" y="22464"/>
                  </a:cubicBezTo>
                  <a:cubicBezTo>
                    <a:pt x="18162" y="22434"/>
                    <a:pt x="18147" y="22390"/>
                    <a:pt x="18133" y="22390"/>
                  </a:cubicBezTo>
                  <a:close/>
                  <a:moveTo>
                    <a:pt x="14324" y="22375"/>
                  </a:moveTo>
                  <a:cubicBezTo>
                    <a:pt x="14294" y="22404"/>
                    <a:pt x="14249" y="22434"/>
                    <a:pt x="14219" y="22479"/>
                  </a:cubicBezTo>
                  <a:cubicBezTo>
                    <a:pt x="14219" y="22479"/>
                    <a:pt x="14249" y="22524"/>
                    <a:pt x="14264" y="22539"/>
                  </a:cubicBezTo>
                  <a:cubicBezTo>
                    <a:pt x="14294" y="22509"/>
                    <a:pt x="14339" y="22479"/>
                    <a:pt x="14369" y="22449"/>
                  </a:cubicBezTo>
                  <a:cubicBezTo>
                    <a:pt x="14354" y="22419"/>
                    <a:pt x="14339" y="22404"/>
                    <a:pt x="14324" y="22375"/>
                  </a:cubicBezTo>
                  <a:close/>
                  <a:moveTo>
                    <a:pt x="18596" y="22375"/>
                  </a:moveTo>
                  <a:cubicBezTo>
                    <a:pt x="18551" y="22554"/>
                    <a:pt x="18491" y="22733"/>
                    <a:pt x="18431" y="22912"/>
                  </a:cubicBezTo>
                  <a:cubicBezTo>
                    <a:pt x="18491" y="22733"/>
                    <a:pt x="18536" y="22554"/>
                    <a:pt x="18596" y="22375"/>
                  </a:cubicBezTo>
                  <a:close/>
                  <a:moveTo>
                    <a:pt x="10351" y="23092"/>
                  </a:moveTo>
                  <a:cubicBezTo>
                    <a:pt x="10336" y="23136"/>
                    <a:pt x="10306" y="23181"/>
                    <a:pt x="10291" y="23226"/>
                  </a:cubicBezTo>
                  <a:lnTo>
                    <a:pt x="10560" y="23226"/>
                  </a:lnTo>
                  <a:cubicBezTo>
                    <a:pt x="10485" y="23181"/>
                    <a:pt x="10426" y="23136"/>
                    <a:pt x="10351" y="23092"/>
                  </a:cubicBezTo>
                  <a:close/>
                  <a:moveTo>
                    <a:pt x="14010" y="23151"/>
                  </a:moveTo>
                  <a:cubicBezTo>
                    <a:pt x="14010" y="23226"/>
                    <a:pt x="14025" y="23301"/>
                    <a:pt x="14025" y="23390"/>
                  </a:cubicBezTo>
                  <a:lnTo>
                    <a:pt x="14100" y="23390"/>
                  </a:lnTo>
                  <a:cubicBezTo>
                    <a:pt x="14100" y="23301"/>
                    <a:pt x="14100" y="23226"/>
                    <a:pt x="14100" y="23151"/>
                  </a:cubicBezTo>
                  <a:close/>
                  <a:moveTo>
                    <a:pt x="14324" y="23435"/>
                  </a:moveTo>
                  <a:cubicBezTo>
                    <a:pt x="14324" y="23525"/>
                    <a:pt x="14309" y="23584"/>
                    <a:pt x="14309" y="23614"/>
                  </a:cubicBezTo>
                  <a:cubicBezTo>
                    <a:pt x="14324" y="23644"/>
                    <a:pt x="14354" y="23644"/>
                    <a:pt x="14384" y="23659"/>
                  </a:cubicBezTo>
                  <a:cubicBezTo>
                    <a:pt x="14399" y="23629"/>
                    <a:pt x="14414" y="23599"/>
                    <a:pt x="14414" y="23555"/>
                  </a:cubicBezTo>
                  <a:cubicBezTo>
                    <a:pt x="14414" y="23540"/>
                    <a:pt x="14369" y="23510"/>
                    <a:pt x="14324" y="23435"/>
                  </a:cubicBezTo>
                  <a:close/>
                  <a:moveTo>
                    <a:pt x="11979" y="24032"/>
                  </a:moveTo>
                  <a:cubicBezTo>
                    <a:pt x="11860" y="24092"/>
                    <a:pt x="11740" y="24167"/>
                    <a:pt x="11606" y="24227"/>
                  </a:cubicBezTo>
                  <a:cubicBezTo>
                    <a:pt x="11635" y="24257"/>
                    <a:pt x="11650" y="24301"/>
                    <a:pt x="11665" y="24331"/>
                  </a:cubicBezTo>
                  <a:cubicBezTo>
                    <a:pt x="11785" y="24257"/>
                    <a:pt x="11904" y="24182"/>
                    <a:pt x="12024" y="24107"/>
                  </a:cubicBezTo>
                  <a:cubicBezTo>
                    <a:pt x="12009" y="24092"/>
                    <a:pt x="11994" y="24062"/>
                    <a:pt x="11979" y="24032"/>
                  </a:cubicBezTo>
                  <a:close/>
                  <a:moveTo>
                    <a:pt x="17266" y="24421"/>
                  </a:moveTo>
                  <a:cubicBezTo>
                    <a:pt x="17236" y="24466"/>
                    <a:pt x="17207" y="24481"/>
                    <a:pt x="17192" y="24510"/>
                  </a:cubicBezTo>
                  <a:cubicBezTo>
                    <a:pt x="17192" y="24540"/>
                    <a:pt x="17221" y="24570"/>
                    <a:pt x="17236" y="24615"/>
                  </a:cubicBezTo>
                  <a:cubicBezTo>
                    <a:pt x="17266" y="24585"/>
                    <a:pt x="17296" y="24555"/>
                    <a:pt x="17326" y="24525"/>
                  </a:cubicBezTo>
                  <a:cubicBezTo>
                    <a:pt x="17326" y="24510"/>
                    <a:pt x="17296" y="24466"/>
                    <a:pt x="17266" y="24421"/>
                  </a:cubicBezTo>
                  <a:close/>
                  <a:moveTo>
                    <a:pt x="15952" y="24675"/>
                  </a:moveTo>
                  <a:cubicBezTo>
                    <a:pt x="15937" y="24705"/>
                    <a:pt x="15907" y="24734"/>
                    <a:pt x="15892" y="24749"/>
                  </a:cubicBezTo>
                  <a:cubicBezTo>
                    <a:pt x="15947" y="24790"/>
                    <a:pt x="16001" y="24831"/>
                    <a:pt x="16066" y="24872"/>
                  </a:cubicBezTo>
                  <a:lnTo>
                    <a:pt x="16066" y="24872"/>
                  </a:lnTo>
                  <a:cubicBezTo>
                    <a:pt x="16037" y="24802"/>
                    <a:pt x="15994" y="24745"/>
                    <a:pt x="15952" y="24675"/>
                  </a:cubicBezTo>
                  <a:close/>
                  <a:moveTo>
                    <a:pt x="16086" y="24869"/>
                  </a:moveTo>
                  <a:lnTo>
                    <a:pt x="16086" y="24884"/>
                  </a:lnTo>
                  <a:cubicBezTo>
                    <a:pt x="16080" y="24880"/>
                    <a:pt x="16073" y="24876"/>
                    <a:pt x="16066" y="24872"/>
                  </a:cubicBezTo>
                  <a:lnTo>
                    <a:pt x="16066" y="24872"/>
                  </a:lnTo>
                  <a:cubicBezTo>
                    <a:pt x="16068" y="24876"/>
                    <a:pt x="16070" y="24880"/>
                    <a:pt x="16071" y="24884"/>
                  </a:cubicBezTo>
                  <a:cubicBezTo>
                    <a:pt x="16084" y="24892"/>
                    <a:pt x="16098" y="24900"/>
                    <a:pt x="16111" y="24908"/>
                  </a:cubicBezTo>
                  <a:lnTo>
                    <a:pt x="16111" y="24908"/>
                  </a:lnTo>
                  <a:cubicBezTo>
                    <a:pt x="16103" y="24895"/>
                    <a:pt x="16094" y="24882"/>
                    <a:pt x="16086" y="24869"/>
                  </a:cubicBezTo>
                  <a:close/>
                  <a:moveTo>
                    <a:pt x="16881" y="24775"/>
                  </a:moveTo>
                  <a:cubicBezTo>
                    <a:pt x="16861" y="24775"/>
                    <a:pt x="16827" y="24794"/>
                    <a:pt x="16803" y="24794"/>
                  </a:cubicBezTo>
                  <a:cubicBezTo>
                    <a:pt x="16833" y="24839"/>
                    <a:pt x="16848" y="24884"/>
                    <a:pt x="16893" y="24914"/>
                  </a:cubicBezTo>
                  <a:cubicBezTo>
                    <a:pt x="16898" y="24919"/>
                    <a:pt x="16906" y="24920"/>
                    <a:pt x="16917" y="24920"/>
                  </a:cubicBezTo>
                  <a:cubicBezTo>
                    <a:pt x="16939" y="24920"/>
                    <a:pt x="16973" y="24914"/>
                    <a:pt x="17012" y="24914"/>
                  </a:cubicBezTo>
                  <a:cubicBezTo>
                    <a:pt x="16968" y="24854"/>
                    <a:pt x="16938" y="24809"/>
                    <a:pt x="16893" y="24779"/>
                  </a:cubicBezTo>
                  <a:cubicBezTo>
                    <a:pt x="16890" y="24776"/>
                    <a:pt x="16886" y="24775"/>
                    <a:pt x="16881" y="24775"/>
                  </a:cubicBezTo>
                  <a:close/>
                  <a:moveTo>
                    <a:pt x="16111" y="24908"/>
                  </a:moveTo>
                  <a:cubicBezTo>
                    <a:pt x="16152" y="24970"/>
                    <a:pt x="16201" y="25031"/>
                    <a:pt x="16251" y="25093"/>
                  </a:cubicBezTo>
                  <a:cubicBezTo>
                    <a:pt x="16266" y="25078"/>
                    <a:pt x="16295" y="25048"/>
                    <a:pt x="16310" y="25033"/>
                  </a:cubicBezTo>
                  <a:cubicBezTo>
                    <a:pt x="16249" y="24996"/>
                    <a:pt x="16177" y="24949"/>
                    <a:pt x="16111" y="24908"/>
                  </a:cubicBezTo>
                  <a:close/>
                  <a:moveTo>
                    <a:pt x="2913" y="1"/>
                  </a:moveTo>
                  <a:lnTo>
                    <a:pt x="2913" y="1"/>
                  </a:lnTo>
                  <a:cubicBezTo>
                    <a:pt x="2808" y="464"/>
                    <a:pt x="2704" y="942"/>
                    <a:pt x="2599" y="1405"/>
                  </a:cubicBezTo>
                  <a:cubicBezTo>
                    <a:pt x="2525" y="1673"/>
                    <a:pt x="2435" y="1942"/>
                    <a:pt x="2375" y="2211"/>
                  </a:cubicBezTo>
                  <a:cubicBezTo>
                    <a:pt x="2166" y="3048"/>
                    <a:pt x="1942" y="3884"/>
                    <a:pt x="1733" y="4705"/>
                  </a:cubicBezTo>
                  <a:cubicBezTo>
                    <a:pt x="1718" y="4661"/>
                    <a:pt x="1688" y="4601"/>
                    <a:pt x="1673" y="4541"/>
                  </a:cubicBezTo>
                  <a:cubicBezTo>
                    <a:pt x="1718" y="4437"/>
                    <a:pt x="1763" y="4347"/>
                    <a:pt x="1823" y="4242"/>
                  </a:cubicBezTo>
                  <a:cubicBezTo>
                    <a:pt x="1838" y="4108"/>
                    <a:pt x="1867" y="3974"/>
                    <a:pt x="1897" y="3839"/>
                  </a:cubicBezTo>
                  <a:cubicBezTo>
                    <a:pt x="1872" y="3829"/>
                    <a:pt x="1848" y="3826"/>
                    <a:pt x="1823" y="3826"/>
                  </a:cubicBezTo>
                  <a:cubicBezTo>
                    <a:pt x="1773" y="3826"/>
                    <a:pt x="1723" y="3839"/>
                    <a:pt x="1673" y="3839"/>
                  </a:cubicBezTo>
                  <a:lnTo>
                    <a:pt x="1673" y="3839"/>
                  </a:lnTo>
                  <a:lnTo>
                    <a:pt x="1673" y="3839"/>
                  </a:lnTo>
                  <a:cubicBezTo>
                    <a:pt x="1643" y="3854"/>
                    <a:pt x="1614" y="3854"/>
                    <a:pt x="1584" y="3854"/>
                  </a:cubicBezTo>
                  <a:cubicBezTo>
                    <a:pt x="1524" y="3899"/>
                    <a:pt x="1479" y="3959"/>
                    <a:pt x="1419" y="4003"/>
                  </a:cubicBezTo>
                  <a:cubicBezTo>
                    <a:pt x="1405" y="4102"/>
                    <a:pt x="1378" y="4200"/>
                    <a:pt x="1350" y="4298"/>
                  </a:cubicBezTo>
                  <a:lnTo>
                    <a:pt x="1350" y="4298"/>
                  </a:lnTo>
                  <a:lnTo>
                    <a:pt x="1016" y="3914"/>
                  </a:lnTo>
                  <a:lnTo>
                    <a:pt x="1016" y="3914"/>
                  </a:lnTo>
                  <a:cubicBezTo>
                    <a:pt x="1065" y="4278"/>
                    <a:pt x="1089" y="4408"/>
                    <a:pt x="1167" y="4408"/>
                  </a:cubicBezTo>
                  <a:cubicBezTo>
                    <a:pt x="1208" y="4408"/>
                    <a:pt x="1263" y="4373"/>
                    <a:pt x="1345" y="4317"/>
                  </a:cubicBezTo>
                  <a:cubicBezTo>
                    <a:pt x="1347" y="4311"/>
                    <a:pt x="1348" y="4305"/>
                    <a:pt x="1350" y="4298"/>
                  </a:cubicBezTo>
                  <a:lnTo>
                    <a:pt x="1350" y="4298"/>
                  </a:lnTo>
                  <a:lnTo>
                    <a:pt x="1366" y="4317"/>
                  </a:lnTo>
                  <a:lnTo>
                    <a:pt x="1345" y="4317"/>
                  </a:lnTo>
                  <a:cubicBezTo>
                    <a:pt x="1361" y="4325"/>
                    <a:pt x="1373" y="4334"/>
                    <a:pt x="1386" y="4339"/>
                  </a:cubicBezTo>
                  <a:lnTo>
                    <a:pt x="1386" y="4339"/>
                  </a:lnTo>
                  <a:lnTo>
                    <a:pt x="1420" y="4378"/>
                  </a:lnTo>
                  <a:lnTo>
                    <a:pt x="1420" y="4378"/>
                  </a:lnTo>
                  <a:cubicBezTo>
                    <a:pt x="1420" y="4428"/>
                    <a:pt x="1425" y="4477"/>
                    <a:pt x="1449" y="4526"/>
                  </a:cubicBezTo>
                  <a:cubicBezTo>
                    <a:pt x="1453" y="4530"/>
                    <a:pt x="1456" y="4534"/>
                    <a:pt x="1458" y="4537"/>
                  </a:cubicBezTo>
                  <a:lnTo>
                    <a:pt x="1458" y="4537"/>
                  </a:lnTo>
                  <a:cubicBezTo>
                    <a:pt x="1466" y="4517"/>
                    <a:pt x="1481" y="4498"/>
                    <a:pt x="1509" y="4481"/>
                  </a:cubicBezTo>
                  <a:lnTo>
                    <a:pt x="1509" y="4481"/>
                  </a:lnTo>
                  <a:lnTo>
                    <a:pt x="1464" y="4661"/>
                  </a:lnTo>
                  <a:cubicBezTo>
                    <a:pt x="1463" y="4653"/>
                    <a:pt x="1461" y="4645"/>
                    <a:pt x="1459" y="4637"/>
                  </a:cubicBezTo>
                  <a:lnTo>
                    <a:pt x="1459" y="4637"/>
                  </a:lnTo>
                  <a:cubicBezTo>
                    <a:pt x="1449" y="4653"/>
                    <a:pt x="1449" y="4677"/>
                    <a:pt x="1449" y="4691"/>
                  </a:cubicBezTo>
                  <a:lnTo>
                    <a:pt x="1419" y="4780"/>
                  </a:lnTo>
                  <a:cubicBezTo>
                    <a:pt x="1434" y="4870"/>
                    <a:pt x="1390" y="4915"/>
                    <a:pt x="1345" y="4959"/>
                  </a:cubicBezTo>
                  <a:lnTo>
                    <a:pt x="1345" y="4944"/>
                  </a:lnTo>
                  <a:cubicBezTo>
                    <a:pt x="1315" y="4915"/>
                    <a:pt x="1300" y="4855"/>
                    <a:pt x="1285" y="4810"/>
                  </a:cubicBezTo>
                  <a:cubicBezTo>
                    <a:pt x="1246" y="4739"/>
                    <a:pt x="1202" y="4677"/>
                    <a:pt x="1146" y="4677"/>
                  </a:cubicBezTo>
                  <a:cubicBezTo>
                    <a:pt x="1096" y="4677"/>
                    <a:pt x="1034" y="4728"/>
                    <a:pt x="956" y="4870"/>
                  </a:cubicBezTo>
                  <a:cubicBezTo>
                    <a:pt x="986" y="4900"/>
                    <a:pt x="1016" y="4915"/>
                    <a:pt x="1031" y="4944"/>
                  </a:cubicBezTo>
                  <a:cubicBezTo>
                    <a:pt x="986" y="4974"/>
                    <a:pt x="927" y="5004"/>
                    <a:pt x="867" y="5034"/>
                  </a:cubicBezTo>
                  <a:cubicBezTo>
                    <a:pt x="658" y="5094"/>
                    <a:pt x="717" y="5168"/>
                    <a:pt x="852" y="5243"/>
                  </a:cubicBezTo>
                  <a:cubicBezTo>
                    <a:pt x="912" y="5258"/>
                    <a:pt x="971" y="5258"/>
                    <a:pt x="1031" y="5273"/>
                  </a:cubicBezTo>
                  <a:cubicBezTo>
                    <a:pt x="986" y="5482"/>
                    <a:pt x="956" y="5676"/>
                    <a:pt x="912" y="5885"/>
                  </a:cubicBezTo>
                  <a:cubicBezTo>
                    <a:pt x="867" y="5915"/>
                    <a:pt x="822" y="5960"/>
                    <a:pt x="792" y="6020"/>
                  </a:cubicBezTo>
                  <a:cubicBezTo>
                    <a:pt x="762" y="6095"/>
                    <a:pt x="732" y="6169"/>
                    <a:pt x="747" y="6244"/>
                  </a:cubicBezTo>
                  <a:cubicBezTo>
                    <a:pt x="777" y="6289"/>
                    <a:pt x="792" y="6333"/>
                    <a:pt x="837" y="6363"/>
                  </a:cubicBezTo>
                  <a:cubicBezTo>
                    <a:pt x="762" y="6408"/>
                    <a:pt x="688" y="6453"/>
                    <a:pt x="643" y="6528"/>
                  </a:cubicBezTo>
                  <a:cubicBezTo>
                    <a:pt x="643" y="6617"/>
                    <a:pt x="643" y="6692"/>
                    <a:pt x="643" y="6767"/>
                  </a:cubicBezTo>
                  <a:cubicBezTo>
                    <a:pt x="658" y="6841"/>
                    <a:pt x="688" y="6916"/>
                    <a:pt x="717" y="6991"/>
                  </a:cubicBezTo>
                  <a:lnTo>
                    <a:pt x="702" y="6991"/>
                  </a:lnTo>
                  <a:cubicBezTo>
                    <a:pt x="628" y="7080"/>
                    <a:pt x="628" y="7215"/>
                    <a:pt x="478" y="7245"/>
                  </a:cubicBezTo>
                  <a:cubicBezTo>
                    <a:pt x="508" y="7409"/>
                    <a:pt x="538" y="7558"/>
                    <a:pt x="553" y="7708"/>
                  </a:cubicBezTo>
                  <a:cubicBezTo>
                    <a:pt x="628" y="7723"/>
                    <a:pt x="598" y="7812"/>
                    <a:pt x="658" y="7827"/>
                  </a:cubicBezTo>
                  <a:lnTo>
                    <a:pt x="688" y="7827"/>
                  </a:lnTo>
                  <a:cubicBezTo>
                    <a:pt x="673" y="7917"/>
                    <a:pt x="658" y="8021"/>
                    <a:pt x="717" y="8111"/>
                  </a:cubicBezTo>
                  <a:cubicBezTo>
                    <a:pt x="673" y="8395"/>
                    <a:pt x="613" y="8678"/>
                    <a:pt x="568" y="8977"/>
                  </a:cubicBezTo>
                  <a:cubicBezTo>
                    <a:pt x="464" y="9126"/>
                    <a:pt x="538" y="9231"/>
                    <a:pt x="643" y="9306"/>
                  </a:cubicBezTo>
                  <a:cubicBezTo>
                    <a:pt x="568" y="9395"/>
                    <a:pt x="523" y="9485"/>
                    <a:pt x="464" y="9575"/>
                  </a:cubicBezTo>
                  <a:cubicBezTo>
                    <a:pt x="449" y="9619"/>
                    <a:pt x="449" y="9649"/>
                    <a:pt x="464" y="9679"/>
                  </a:cubicBezTo>
                  <a:cubicBezTo>
                    <a:pt x="508" y="10008"/>
                    <a:pt x="553" y="10321"/>
                    <a:pt x="419" y="10635"/>
                  </a:cubicBezTo>
                  <a:cubicBezTo>
                    <a:pt x="374" y="11053"/>
                    <a:pt x="239" y="11471"/>
                    <a:pt x="180" y="11890"/>
                  </a:cubicBezTo>
                  <a:cubicBezTo>
                    <a:pt x="165" y="11949"/>
                    <a:pt x="180" y="11994"/>
                    <a:pt x="210" y="12054"/>
                  </a:cubicBezTo>
                  <a:cubicBezTo>
                    <a:pt x="374" y="12233"/>
                    <a:pt x="195" y="12547"/>
                    <a:pt x="434" y="12711"/>
                  </a:cubicBezTo>
                  <a:cubicBezTo>
                    <a:pt x="359" y="12741"/>
                    <a:pt x="269" y="12741"/>
                    <a:pt x="225" y="12816"/>
                  </a:cubicBezTo>
                  <a:cubicBezTo>
                    <a:pt x="210" y="12846"/>
                    <a:pt x="195" y="12875"/>
                    <a:pt x="180" y="12905"/>
                  </a:cubicBezTo>
                  <a:cubicBezTo>
                    <a:pt x="180" y="13040"/>
                    <a:pt x="165" y="13159"/>
                    <a:pt x="150" y="13294"/>
                  </a:cubicBezTo>
                  <a:cubicBezTo>
                    <a:pt x="210" y="13428"/>
                    <a:pt x="239" y="13562"/>
                    <a:pt x="90" y="13667"/>
                  </a:cubicBezTo>
                  <a:cubicBezTo>
                    <a:pt x="60" y="13712"/>
                    <a:pt x="15" y="14294"/>
                    <a:pt x="30" y="14399"/>
                  </a:cubicBezTo>
                  <a:cubicBezTo>
                    <a:pt x="75" y="14474"/>
                    <a:pt x="150" y="14503"/>
                    <a:pt x="195" y="14548"/>
                  </a:cubicBezTo>
                  <a:cubicBezTo>
                    <a:pt x="1" y="14727"/>
                    <a:pt x="225" y="14951"/>
                    <a:pt x="135" y="15146"/>
                  </a:cubicBezTo>
                  <a:cubicBezTo>
                    <a:pt x="60" y="15355"/>
                    <a:pt x="30" y="15609"/>
                    <a:pt x="195" y="15818"/>
                  </a:cubicBezTo>
                  <a:cubicBezTo>
                    <a:pt x="225" y="15833"/>
                    <a:pt x="254" y="15848"/>
                    <a:pt x="284" y="15863"/>
                  </a:cubicBezTo>
                  <a:cubicBezTo>
                    <a:pt x="389" y="15848"/>
                    <a:pt x="464" y="15818"/>
                    <a:pt x="419" y="15698"/>
                  </a:cubicBezTo>
                  <a:cubicBezTo>
                    <a:pt x="409" y="15688"/>
                    <a:pt x="426" y="15664"/>
                    <a:pt x="434" y="15664"/>
                  </a:cubicBezTo>
                  <a:cubicBezTo>
                    <a:pt x="437" y="15664"/>
                    <a:pt x="438" y="15669"/>
                    <a:pt x="434" y="15683"/>
                  </a:cubicBezTo>
                  <a:cubicBezTo>
                    <a:pt x="464" y="15788"/>
                    <a:pt x="419" y="15892"/>
                    <a:pt x="419" y="15982"/>
                  </a:cubicBezTo>
                  <a:cubicBezTo>
                    <a:pt x="434" y="16087"/>
                    <a:pt x="464" y="16191"/>
                    <a:pt x="508" y="16296"/>
                  </a:cubicBezTo>
                  <a:cubicBezTo>
                    <a:pt x="553" y="16370"/>
                    <a:pt x="598" y="16445"/>
                    <a:pt x="658" y="16535"/>
                  </a:cubicBezTo>
                  <a:cubicBezTo>
                    <a:pt x="628" y="16535"/>
                    <a:pt x="598" y="16565"/>
                    <a:pt x="568" y="16594"/>
                  </a:cubicBezTo>
                  <a:lnTo>
                    <a:pt x="553" y="16624"/>
                  </a:lnTo>
                  <a:lnTo>
                    <a:pt x="673" y="16833"/>
                  </a:lnTo>
                  <a:lnTo>
                    <a:pt x="658" y="16848"/>
                  </a:lnTo>
                  <a:cubicBezTo>
                    <a:pt x="568" y="16908"/>
                    <a:pt x="464" y="16908"/>
                    <a:pt x="374" y="16983"/>
                  </a:cubicBezTo>
                  <a:cubicBezTo>
                    <a:pt x="314" y="17042"/>
                    <a:pt x="254" y="17117"/>
                    <a:pt x="284" y="17222"/>
                  </a:cubicBezTo>
                  <a:cubicBezTo>
                    <a:pt x="329" y="17296"/>
                    <a:pt x="374" y="17341"/>
                    <a:pt x="464" y="17341"/>
                  </a:cubicBezTo>
                  <a:cubicBezTo>
                    <a:pt x="568" y="17326"/>
                    <a:pt x="673" y="17326"/>
                    <a:pt x="762" y="17326"/>
                  </a:cubicBezTo>
                  <a:cubicBezTo>
                    <a:pt x="822" y="17371"/>
                    <a:pt x="882" y="17371"/>
                    <a:pt x="941" y="17371"/>
                  </a:cubicBezTo>
                  <a:lnTo>
                    <a:pt x="1031" y="17386"/>
                  </a:lnTo>
                  <a:lnTo>
                    <a:pt x="956" y="17371"/>
                  </a:lnTo>
                  <a:cubicBezTo>
                    <a:pt x="971" y="17371"/>
                    <a:pt x="1001" y="17371"/>
                    <a:pt x="1031" y="17386"/>
                  </a:cubicBezTo>
                  <a:lnTo>
                    <a:pt x="1136" y="17341"/>
                  </a:lnTo>
                  <a:lnTo>
                    <a:pt x="1136" y="17356"/>
                  </a:lnTo>
                  <a:cubicBezTo>
                    <a:pt x="1419" y="18088"/>
                    <a:pt x="2092" y="18252"/>
                    <a:pt x="2719" y="18491"/>
                  </a:cubicBezTo>
                  <a:cubicBezTo>
                    <a:pt x="2764" y="18491"/>
                    <a:pt x="2793" y="18491"/>
                    <a:pt x="2823" y="18476"/>
                  </a:cubicBezTo>
                  <a:lnTo>
                    <a:pt x="3003" y="18581"/>
                  </a:lnTo>
                  <a:cubicBezTo>
                    <a:pt x="3062" y="18685"/>
                    <a:pt x="3107" y="18790"/>
                    <a:pt x="3152" y="18895"/>
                  </a:cubicBezTo>
                  <a:cubicBezTo>
                    <a:pt x="3187" y="19051"/>
                    <a:pt x="3236" y="19100"/>
                    <a:pt x="3290" y="19100"/>
                  </a:cubicBezTo>
                  <a:cubicBezTo>
                    <a:pt x="3383" y="19100"/>
                    <a:pt x="3492" y="18958"/>
                    <a:pt x="3577" y="18958"/>
                  </a:cubicBezTo>
                  <a:cubicBezTo>
                    <a:pt x="3590" y="18958"/>
                    <a:pt x="3603" y="18961"/>
                    <a:pt x="3615" y="18969"/>
                  </a:cubicBezTo>
                  <a:lnTo>
                    <a:pt x="3630" y="18954"/>
                  </a:lnTo>
                  <a:cubicBezTo>
                    <a:pt x="3839" y="18939"/>
                    <a:pt x="4063" y="18924"/>
                    <a:pt x="4302" y="18895"/>
                  </a:cubicBezTo>
                  <a:cubicBezTo>
                    <a:pt x="4123" y="18805"/>
                    <a:pt x="3958" y="18730"/>
                    <a:pt x="3794" y="18656"/>
                  </a:cubicBezTo>
                  <a:lnTo>
                    <a:pt x="3779" y="18656"/>
                  </a:lnTo>
                  <a:cubicBezTo>
                    <a:pt x="3914" y="18521"/>
                    <a:pt x="4033" y="18387"/>
                    <a:pt x="4153" y="18252"/>
                  </a:cubicBezTo>
                  <a:cubicBezTo>
                    <a:pt x="4227" y="18222"/>
                    <a:pt x="4317" y="18207"/>
                    <a:pt x="4407" y="18193"/>
                  </a:cubicBezTo>
                  <a:cubicBezTo>
                    <a:pt x="4466" y="18297"/>
                    <a:pt x="4537" y="18334"/>
                    <a:pt x="4616" y="18334"/>
                  </a:cubicBezTo>
                  <a:cubicBezTo>
                    <a:pt x="4694" y="18334"/>
                    <a:pt x="4780" y="18297"/>
                    <a:pt x="4870" y="18252"/>
                  </a:cubicBezTo>
                  <a:cubicBezTo>
                    <a:pt x="4885" y="18222"/>
                    <a:pt x="4885" y="18207"/>
                    <a:pt x="4899" y="18193"/>
                  </a:cubicBezTo>
                  <a:lnTo>
                    <a:pt x="5034" y="18193"/>
                  </a:lnTo>
                  <a:cubicBezTo>
                    <a:pt x="5019" y="18133"/>
                    <a:pt x="5004" y="18073"/>
                    <a:pt x="4989" y="18028"/>
                  </a:cubicBezTo>
                  <a:cubicBezTo>
                    <a:pt x="4989" y="18013"/>
                    <a:pt x="5004" y="18013"/>
                    <a:pt x="5004" y="17998"/>
                  </a:cubicBezTo>
                  <a:cubicBezTo>
                    <a:pt x="5079" y="17954"/>
                    <a:pt x="5153" y="17909"/>
                    <a:pt x="5138" y="17789"/>
                  </a:cubicBezTo>
                  <a:cubicBezTo>
                    <a:pt x="5064" y="17774"/>
                    <a:pt x="4974" y="17744"/>
                    <a:pt x="4899" y="17715"/>
                  </a:cubicBezTo>
                  <a:cubicBezTo>
                    <a:pt x="4929" y="17625"/>
                    <a:pt x="4944" y="17535"/>
                    <a:pt x="4959" y="17476"/>
                  </a:cubicBezTo>
                  <a:lnTo>
                    <a:pt x="4959" y="17476"/>
                  </a:lnTo>
                  <a:cubicBezTo>
                    <a:pt x="4810" y="17550"/>
                    <a:pt x="4675" y="17610"/>
                    <a:pt x="4556" y="17670"/>
                  </a:cubicBezTo>
                  <a:cubicBezTo>
                    <a:pt x="4571" y="17371"/>
                    <a:pt x="4899" y="17341"/>
                    <a:pt x="5019" y="17147"/>
                  </a:cubicBezTo>
                  <a:cubicBezTo>
                    <a:pt x="5074" y="17044"/>
                    <a:pt x="5118" y="17010"/>
                    <a:pt x="5160" y="17010"/>
                  </a:cubicBezTo>
                  <a:cubicBezTo>
                    <a:pt x="5222" y="17010"/>
                    <a:pt x="5277" y="17082"/>
                    <a:pt x="5348" y="17117"/>
                  </a:cubicBezTo>
                  <a:cubicBezTo>
                    <a:pt x="5407" y="17147"/>
                    <a:pt x="5452" y="17147"/>
                    <a:pt x="5512" y="17147"/>
                  </a:cubicBezTo>
                  <a:cubicBezTo>
                    <a:pt x="5542" y="17132"/>
                    <a:pt x="5572" y="17117"/>
                    <a:pt x="5601" y="17102"/>
                  </a:cubicBezTo>
                  <a:lnTo>
                    <a:pt x="5616" y="17102"/>
                  </a:lnTo>
                  <a:cubicBezTo>
                    <a:pt x="5631" y="17117"/>
                    <a:pt x="5646" y="17132"/>
                    <a:pt x="5676" y="17132"/>
                  </a:cubicBezTo>
                  <a:lnTo>
                    <a:pt x="5691" y="17147"/>
                  </a:lnTo>
                  <a:lnTo>
                    <a:pt x="5721" y="17222"/>
                  </a:lnTo>
                  <a:cubicBezTo>
                    <a:pt x="5721" y="17252"/>
                    <a:pt x="5736" y="17281"/>
                    <a:pt x="5751" y="17311"/>
                  </a:cubicBezTo>
                  <a:cubicBezTo>
                    <a:pt x="5586" y="17386"/>
                    <a:pt x="5557" y="17491"/>
                    <a:pt x="5676" y="17640"/>
                  </a:cubicBezTo>
                  <a:cubicBezTo>
                    <a:pt x="5736" y="17670"/>
                    <a:pt x="5796" y="17685"/>
                    <a:pt x="5855" y="17715"/>
                  </a:cubicBezTo>
                  <a:cubicBezTo>
                    <a:pt x="5825" y="17774"/>
                    <a:pt x="5796" y="17834"/>
                    <a:pt x="5766" y="17879"/>
                  </a:cubicBezTo>
                  <a:lnTo>
                    <a:pt x="5766" y="17894"/>
                  </a:lnTo>
                  <a:cubicBezTo>
                    <a:pt x="5736" y="17983"/>
                    <a:pt x="5691" y="18073"/>
                    <a:pt x="5661" y="18163"/>
                  </a:cubicBezTo>
                  <a:cubicBezTo>
                    <a:pt x="5631" y="18193"/>
                    <a:pt x="5601" y="18222"/>
                    <a:pt x="5572" y="18252"/>
                  </a:cubicBezTo>
                  <a:cubicBezTo>
                    <a:pt x="5616" y="18372"/>
                    <a:pt x="5631" y="18521"/>
                    <a:pt x="5781" y="18566"/>
                  </a:cubicBezTo>
                  <a:cubicBezTo>
                    <a:pt x="5781" y="18566"/>
                    <a:pt x="5796" y="18566"/>
                    <a:pt x="5796" y="18581"/>
                  </a:cubicBezTo>
                  <a:cubicBezTo>
                    <a:pt x="5751" y="18626"/>
                    <a:pt x="5706" y="18670"/>
                    <a:pt x="5661" y="18730"/>
                  </a:cubicBezTo>
                  <a:lnTo>
                    <a:pt x="5766" y="18730"/>
                  </a:lnTo>
                  <a:cubicBezTo>
                    <a:pt x="5840" y="18909"/>
                    <a:pt x="5900" y="19089"/>
                    <a:pt x="5975" y="19268"/>
                  </a:cubicBezTo>
                  <a:cubicBezTo>
                    <a:pt x="5960" y="19298"/>
                    <a:pt x="5945" y="19343"/>
                    <a:pt x="5945" y="19372"/>
                  </a:cubicBezTo>
                  <a:lnTo>
                    <a:pt x="5960" y="19372"/>
                  </a:lnTo>
                  <a:cubicBezTo>
                    <a:pt x="5885" y="19402"/>
                    <a:pt x="5825" y="19432"/>
                    <a:pt x="5766" y="19447"/>
                  </a:cubicBezTo>
                  <a:cubicBezTo>
                    <a:pt x="6064" y="19626"/>
                    <a:pt x="6064" y="19806"/>
                    <a:pt x="5781" y="19985"/>
                  </a:cubicBezTo>
                  <a:cubicBezTo>
                    <a:pt x="5781" y="20000"/>
                    <a:pt x="5811" y="20045"/>
                    <a:pt x="5825" y="20074"/>
                  </a:cubicBezTo>
                  <a:cubicBezTo>
                    <a:pt x="5855" y="20209"/>
                    <a:pt x="5885" y="20343"/>
                    <a:pt x="5915" y="20463"/>
                  </a:cubicBezTo>
                  <a:cubicBezTo>
                    <a:pt x="5960" y="20597"/>
                    <a:pt x="6005" y="20732"/>
                    <a:pt x="6050" y="20866"/>
                  </a:cubicBezTo>
                  <a:cubicBezTo>
                    <a:pt x="6050" y="20896"/>
                    <a:pt x="6050" y="20911"/>
                    <a:pt x="6064" y="20941"/>
                  </a:cubicBezTo>
                  <a:cubicBezTo>
                    <a:pt x="6124" y="21015"/>
                    <a:pt x="6169" y="21105"/>
                    <a:pt x="6229" y="21195"/>
                  </a:cubicBezTo>
                  <a:cubicBezTo>
                    <a:pt x="6184" y="21105"/>
                    <a:pt x="6124" y="21030"/>
                    <a:pt x="6079" y="20956"/>
                  </a:cubicBezTo>
                  <a:lnTo>
                    <a:pt x="6079" y="20956"/>
                  </a:lnTo>
                  <a:cubicBezTo>
                    <a:pt x="6124" y="21030"/>
                    <a:pt x="6214" y="21090"/>
                    <a:pt x="6229" y="21195"/>
                  </a:cubicBezTo>
                  <a:cubicBezTo>
                    <a:pt x="6274" y="21210"/>
                    <a:pt x="6318" y="21225"/>
                    <a:pt x="6348" y="21239"/>
                  </a:cubicBezTo>
                  <a:lnTo>
                    <a:pt x="6348" y="21254"/>
                  </a:lnTo>
                  <a:cubicBezTo>
                    <a:pt x="6348" y="21404"/>
                    <a:pt x="6438" y="21523"/>
                    <a:pt x="6468" y="21658"/>
                  </a:cubicBezTo>
                  <a:cubicBezTo>
                    <a:pt x="6498" y="21837"/>
                    <a:pt x="6692" y="22031"/>
                    <a:pt x="6393" y="22151"/>
                  </a:cubicBezTo>
                  <a:cubicBezTo>
                    <a:pt x="6348" y="22151"/>
                    <a:pt x="6363" y="22210"/>
                    <a:pt x="6363" y="22255"/>
                  </a:cubicBezTo>
                  <a:cubicBezTo>
                    <a:pt x="6348" y="22614"/>
                    <a:pt x="6871" y="23151"/>
                    <a:pt x="7259" y="23166"/>
                  </a:cubicBezTo>
                  <a:cubicBezTo>
                    <a:pt x="7349" y="23480"/>
                    <a:pt x="7558" y="23704"/>
                    <a:pt x="7872" y="23808"/>
                  </a:cubicBezTo>
                  <a:cubicBezTo>
                    <a:pt x="7882" y="23811"/>
                    <a:pt x="7893" y="23811"/>
                    <a:pt x="7904" y="23811"/>
                  </a:cubicBezTo>
                  <a:cubicBezTo>
                    <a:pt x="7971" y="23811"/>
                    <a:pt x="8046" y="23776"/>
                    <a:pt x="8111" y="23764"/>
                  </a:cubicBezTo>
                  <a:lnTo>
                    <a:pt x="8126" y="23779"/>
                  </a:lnTo>
                  <a:lnTo>
                    <a:pt x="8126" y="23764"/>
                  </a:lnTo>
                  <a:cubicBezTo>
                    <a:pt x="8126" y="23749"/>
                    <a:pt x="8111" y="23734"/>
                    <a:pt x="8111" y="23734"/>
                  </a:cubicBezTo>
                  <a:lnTo>
                    <a:pt x="8111" y="23719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27" y="23716"/>
                    <a:pt x="8126" y="23717"/>
                    <a:pt x="8126" y="23719"/>
                  </a:cubicBezTo>
                  <a:lnTo>
                    <a:pt x="8141" y="23711"/>
                  </a:lnTo>
                  <a:lnTo>
                    <a:pt x="8141" y="23711"/>
                  </a:lnTo>
                  <a:lnTo>
                    <a:pt x="8127" y="23715"/>
                  </a:lnTo>
                  <a:lnTo>
                    <a:pt x="8127" y="23715"/>
                  </a:lnTo>
                  <a:cubicBezTo>
                    <a:pt x="8144" y="23674"/>
                    <a:pt x="8202" y="23674"/>
                    <a:pt x="8245" y="23659"/>
                  </a:cubicBezTo>
                  <a:lnTo>
                    <a:pt x="8245" y="23659"/>
                  </a:lnTo>
                  <a:lnTo>
                    <a:pt x="8141" y="23711"/>
                  </a:lnTo>
                  <a:lnTo>
                    <a:pt x="8141" y="23711"/>
                  </a:lnTo>
                  <a:lnTo>
                    <a:pt x="8350" y="23659"/>
                  </a:lnTo>
                  <a:lnTo>
                    <a:pt x="8365" y="23659"/>
                  </a:lnTo>
                  <a:cubicBezTo>
                    <a:pt x="8379" y="23659"/>
                    <a:pt x="8394" y="23661"/>
                    <a:pt x="8409" y="23661"/>
                  </a:cubicBezTo>
                  <a:cubicBezTo>
                    <a:pt x="8439" y="23661"/>
                    <a:pt x="8469" y="23654"/>
                    <a:pt x="8499" y="23614"/>
                  </a:cubicBezTo>
                  <a:cubicBezTo>
                    <a:pt x="8604" y="23584"/>
                    <a:pt x="8723" y="23569"/>
                    <a:pt x="8828" y="23555"/>
                  </a:cubicBezTo>
                  <a:cubicBezTo>
                    <a:pt x="8887" y="23525"/>
                    <a:pt x="8932" y="23495"/>
                    <a:pt x="8977" y="23465"/>
                  </a:cubicBezTo>
                  <a:lnTo>
                    <a:pt x="8992" y="23465"/>
                  </a:lnTo>
                  <a:cubicBezTo>
                    <a:pt x="9063" y="23471"/>
                    <a:pt x="9140" y="23495"/>
                    <a:pt x="9207" y="23495"/>
                  </a:cubicBezTo>
                  <a:cubicBezTo>
                    <a:pt x="9294" y="23495"/>
                    <a:pt x="9363" y="23455"/>
                    <a:pt x="9380" y="23286"/>
                  </a:cubicBezTo>
                  <a:cubicBezTo>
                    <a:pt x="9350" y="23151"/>
                    <a:pt x="9306" y="23017"/>
                    <a:pt x="9276" y="22897"/>
                  </a:cubicBezTo>
                  <a:lnTo>
                    <a:pt x="9276" y="22897"/>
                  </a:lnTo>
                  <a:cubicBezTo>
                    <a:pt x="9365" y="22932"/>
                    <a:pt x="9441" y="22950"/>
                    <a:pt x="9508" y="22950"/>
                  </a:cubicBezTo>
                  <a:cubicBezTo>
                    <a:pt x="9697" y="22950"/>
                    <a:pt x="9799" y="22804"/>
                    <a:pt x="9843" y="22494"/>
                  </a:cubicBezTo>
                  <a:cubicBezTo>
                    <a:pt x="10052" y="22419"/>
                    <a:pt x="10261" y="22345"/>
                    <a:pt x="10485" y="22270"/>
                  </a:cubicBezTo>
                  <a:cubicBezTo>
                    <a:pt x="10530" y="22345"/>
                    <a:pt x="10560" y="22404"/>
                    <a:pt x="10605" y="22479"/>
                  </a:cubicBezTo>
                  <a:lnTo>
                    <a:pt x="10590" y="22494"/>
                  </a:lnTo>
                  <a:cubicBezTo>
                    <a:pt x="10575" y="22614"/>
                    <a:pt x="10605" y="22703"/>
                    <a:pt x="10739" y="22703"/>
                  </a:cubicBezTo>
                  <a:cubicBezTo>
                    <a:pt x="10814" y="22718"/>
                    <a:pt x="10859" y="22733"/>
                    <a:pt x="10874" y="22793"/>
                  </a:cubicBezTo>
                  <a:cubicBezTo>
                    <a:pt x="10843" y="22783"/>
                    <a:pt x="10815" y="22779"/>
                    <a:pt x="10790" y="22779"/>
                  </a:cubicBezTo>
                  <a:cubicBezTo>
                    <a:pt x="10697" y="22779"/>
                    <a:pt x="10650" y="22848"/>
                    <a:pt x="10650" y="23002"/>
                  </a:cubicBezTo>
                  <a:cubicBezTo>
                    <a:pt x="10620" y="23077"/>
                    <a:pt x="10590" y="23151"/>
                    <a:pt x="10560" y="23226"/>
                  </a:cubicBezTo>
                  <a:cubicBezTo>
                    <a:pt x="10620" y="23241"/>
                    <a:pt x="10665" y="23256"/>
                    <a:pt x="10709" y="23286"/>
                  </a:cubicBezTo>
                  <a:cubicBezTo>
                    <a:pt x="10769" y="23286"/>
                    <a:pt x="10829" y="23301"/>
                    <a:pt x="10874" y="23301"/>
                  </a:cubicBezTo>
                  <a:lnTo>
                    <a:pt x="10889" y="23316"/>
                  </a:lnTo>
                  <a:cubicBezTo>
                    <a:pt x="10934" y="23405"/>
                    <a:pt x="10993" y="23510"/>
                    <a:pt x="11038" y="23599"/>
                  </a:cubicBezTo>
                  <a:lnTo>
                    <a:pt x="11038" y="23614"/>
                  </a:lnTo>
                  <a:cubicBezTo>
                    <a:pt x="11113" y="23659"/>
                    <a:pt x="11187" y="23719"/>
                    <a:pt x="11262" y="23779"/>
                  </a:cubicBezTo>
                  <a:cubicBezTo>
                    <a:pt x="11292" y="23808"/>
                    <a:pt x="11307" y="23838"/>
                    <a:pt x="11337" y="23868"/>
                  </a:cubicBezTo>
                  <a:cubicBezTo>
                    <a:pt x="11456" y="23898"/>
                    <a:pt x="11576" y="23913"/>
                    <a:pt x="11680" y="23928"/>
                  </a:cubicBezTo>
                  <a:cubicBezTo>
                    <a:pt x="11621" y="23853"/>
                    <a:pt x="11561" y="23779"/>
                    <a:pt x="11501" y="23704"/>
                  </a:cubicBezTo>
                  <a:lnTo>
                    <a:pt x="11501" y="23540"/>
                  </a:lnTo>
                  <a:lnTo>
                    <a:pt x="11516" y="23540"/>
                  </a:lnTo>
                  <a:lnTo>
                    <a:pt x="11591" y="23435"/>
                  </a:lnTo>
                  <a:cubicBezTo>
                    <a:pt x="11785" y="23853"/>
                    <a:pt x="12293" y="23823"/>
                    <a:pt x="12621" y="24077"/>
                  </a:cubicBezTo>
                  <a:cubicBezTo>
                    <a:pt x="12634" y="24090"/>
                    <a:pt x="12649" y="24095"/>
                    <a:pt x="12666" y="24095"/>
                  </a:cubicBezTo>
                  <a:cubicBezTo>
                    <a:pt x="12710" y="24095"/>
                    <a:pt x="12760" y="24057"/>
                    <a:pt x="12771" y="24003"/>
                  </a:cubicBezTo>
                  <a:cubicBezTo>
                    <a:pt x="12860" y="23734"/>
                    <a:pt x="13129" y="23584"/>
                    <a:pt x="13219" y="23330"/>
                  </a:cubicBezTo>
                  <a:lnTo>
                    <a:pt x="13219" y="23316"/>
                  </a:lnTo>
                  <a:cubicBezTo>
                    <a:pt x="13637" y="23316"/>
                    <a:pt x="13771" y="23032"/>
                    <a:pt x="13861" y="22688"/>
                  </a:cubicBezTo>
                  <a:cubicBezTo>
                    <a:pt x="13861" y="22658"/>
                    <a:pt x="13861" y="22614"/>
                    <a:pt x="13861" y="22584"/>
                  </a:cubicBezTo>
                  <a:cubicBezTo>
                    <a:pt x="13880" y="22586"/>
                    <a:pt x="13898" y="22586"/>
                    <a:pt x="13913" y="22586"/>
                  </a:cubicBezTo>
                  <a:cubicBezTo>
                    <a:pt x="14152" y="22586"/>
                    <a:pt x="13983" y="22383"/>
                    <a:pt x="14025" y="22285"/>
                  </a:cubicBezTo>
                  <a:cubicBezTo>
                    <a:pt x="14085" y="22225"/>
                    <a:pt x="14130" y="22151"/>
                    <a:pt x="14145" y="22061"/>
                  </a:cubicBezTo>
                  <a:lnTo>
                    <a:pt x="14160" y="22031"/>
                  </a:lnTo>
                  <a:cubicBezTo>
                    <a:pt x="14219" y="21867"/>
                    <a:pt x="14294" y="21688"/>
                    <a:pt x="14354" y="21523"/>
                  </a:cubicBezTo>
                  <a:lnTo>
                    <a:pt x="14369" y="21523"/>
                  </a:lnTo>
                  <a:cubicBezTo>
                    <a:pt x="14414" y="21434"/>
                    <a:pt x="14458" y="21344"/>
                    <a:pt x="14503" y="21254"/>
                  </a:cubicBezTo>
                  <a:cubicBezTo>
                    <a:pt x="14563" y="21105"/>
                    <a:pt x="14623" y="20956"/>
                    <a:pt x="14667" y="20806"/>
                  </a:cubicBezTo>
                  <a:cubicBezTo>
                    <a:pt x="14667" y="20717"/>
                    <a:pt x="14667" y="20642"/>
                    <a:pt x="14667" y="20552"/>
                  </a:cubicBezTo>
                  <a:cubicBezTo>
                    <a:pt x="14772" y="20463"/>
                    <a:pt x="14877" y="20373"/>
                    <a:pt x="14981" y="20299"/>
                  </a:cubicBezTo>
                  <a:cubicBezTo>
                    <a:pt x="14996" y="20627"/>
                    <a:pt x="15101" y="20986"/>
                    <a:pt x="15011" y="21269"/>
                  </a:cubicBezTo>
                  <a:cubicBezTo>
                    <a:pt x="14802" y="21956"/>
                    <a:pt x="14981" y="22628"/>
                    <a:pt x="14921" y="23301"/>
                  </a:cubicBezTo>
                  <a:cubicBezTo>
                    <a:pt x="14891" y="23510"/>
                    <a:pt x="14951" y="23719"/>
                    <a:pt x="14966" y="23928"/>
                  </a:cubicBezTo>
                  <a:cubicBezTo>
                    <a:pt x="14981" y="23958"/>
                    <a:pt x="14996" y="23988"/>
                    <a:pt x="15011" y="24018"/>
                  </a:cubicBezTo>
                  <a:cubicBezTo>
                    <a:pt x="15101" y="24391"/>
                    <a:pt x="15175" y="24764"/>
                    <a:pt x="15265" y="25123"/>
                  </a:cubicBezTo>
                  <a:lnTo>
                    <a:pt x="15265" y="25138"/>
                  </a:lnTo>
                  <a:cubicBezTo>
                    <a:pt x="15280" y="25197"/>
                    <a:pt x="15280" y="25257"/>
                    <a:pt x="15295" y="25317"/>
                  </a:cubicBezTo>
                  <a:cubicBezTo>
                    <a:pt x="15395" y="25617"/>
                    <a:pt x="15740" y="25916"/>
                    <a:pt x="15979" y="25916"/>
                  </a:cubicBezTo>
                  <a:cubicBezTo>
                    <a:pt x="15990" y="25916"/>
                    <a:pt x="16001" y="25916"/>
                    <a:pt x="16012" y="25914"/>
                  </a:cubicBezTo>
                  <a:cubicBezTo>
                    <a:pt x="16146" y="25959"/>
                    <a:pt x="16266" y="26004"/>
                    <a:pt x="16385" y="26049"/>
                  </a:cubicBezTo>
                  <a:cubicBezTo>
                    <a:pt x="16624" y="26004"/>
                    <a:pt x="16908" y="26049"/>
                    <a:pt x="17042" y="25765"/>
                  </a:cubicBezTo>
                  <a:cubicBezTo>
                    <a:pt x="17192" y="25646"/>
                    <a:pt x="17341" y="25541"/>
                    <a:pt x="17490" y="25436"/>
                  </a:cubicBezTo>
                  <a:cubicBezTo>
                    <a:pt x="17595" y="25377"/>
                    <a:pt x="17670" y="25257"/>
                    <a:pt x="17714" y="25153"/>
                  </a:cubicBezTo>
                  <a:cubicBezTo>
                    <a:pt x="17735" y="25158"/>
                    <a:pt x="17754" y="25161"/>
                    <a:pt x="17772" y="25161"/>
                  </a:cubicBezTo>
                  <a:cubicBezTo>
                    <a:pt x="17894" y="25161"/>
                    <a:pt x="17952" y="25037"/>
                    <a:pt x="18043" y="24958"/>
                  </a:cubicBezTo>
                  <a:cubicBezTo>
                    <a:pt x="17998" y="24899"/>
                    <a:pt x="17968" y="24839"/>
                    <a:pt x="17923" y="24779"/>
                  </a:cubicBezTo>
                  <a:cubicBezTo>
                    <a:pt x="17938" y="24749"/>
                    <a:pt x="17938" y="24720"/>
                    <a:pt x="17953" y="24690"/>
                  </a:cubicBezTo>
                  <a:cubicBezTo>
                    <a:pt x="17968" y="24630"/>
                    <a:pt x="17953" y="24555"/>
                    <a:pt x="17923" y="24495"/>
                  </a:cubicBezTo>
                  <a:lnTo>
                    <a:pt x="17923" y="24495"/>
                  </a:lnTo>
                  <a:cubicBezTo>
                    <a:pt x="17955" y="24503"/>
                    <a:pt x="17984" y="24507"/>
                    <a:pt x="18009" y="24507"/>
                  </a:cubicBezTo>
                  <a:cubicBezTo>
                    <a:pt x="18170" y="24507"/>
                    <a:pt x="18194" y="24352"/>
                    <a:pt x="18207" y="24197"/>
                  </a:cubicBezTo>
                  <a:lnTo>
                    <a:pt x="18192" y="24167"/>
                  </a:lnTo>
                  <a:cubicBezTo>
                    <a:pt x="18342" y="24107"/>
                    <a:pt x="18386" y="23973"/>
                    <a:pt x="18372" y="23823"/>
                  </a:cubicBezTo>
                  <a:cubicBezTo>
                    <a:pt x="18536" y="23779"/>
                    <a:pt x="18521" y="23569"/>
                    <a:pt x="18670" y="23495"/>
                  </a:cubicBezTo>
                  <a:cubicBezTo>
                    <a:pt x="18790" y="23629"/>
                    <a:pt x="18864" y="23779"/>
                    <a:pt x="18984" y="23868"/>
                  </a:cubicBezTo>
                  <a:cubicBezTo>
                    <a:pt x="18879" y="24077"/>
                    <a:pt x="19029" y="24227"/>
                    <a:pt x="19103" y="24391"/>
                  </a:cubicBezTo>
                  <a:cubicBezTo>
                    <a:pt x="19118" y="24406"/>
                    <a:pt x="19133" y="24406"/>
                    <a:pt x="19148" y="24406"/>
                  </a:cubicBezTo>
                  <a:cubicBezTo>
                    <a:pt x="19088" y="24555"/>
                    <a:pt x="19223" y="24570"/>
                    <a:pt x="19298" y="24645"/>
                  </a:cubicBezTo>
                  <a:cubicBezTo>
                    <a:pt x="19357" y="24645"/>
                    <a:pt x="19432" y="24630"/>
                    <a:pt x="19492" y="24630"/>
                  </a:cubicBezTo>
                  <a:cubicBezTo>
                    <a:pt x="19462" y="24510"/>
                    <a:pt x="19417" y="24376"/>
                    <a:pt x="19387" y="24242"/>
                  </a:cubicBezTo>
                  <a:lnTo>
                    <a:pt x="19372" y="24242"/>
                  </a:lnTo>
                  <a:cubicBezTo>
                    <a:pt x="19342" y="24047"/>
                    <a:pt x="19298" y="23853"/>
                    <a:pt x="19268" y="23644"/>
                  </a:cubicBezTo>
                  <a:cubicBezTo>
                    <a:pt x="19268" y="23584"/>
                    <a:pt x="19253" y="23525"/>
                    <a:pt x="19238" y="23450"/>
                  </a:cubicBezTo>
                  <a:cubicBezTo>
                    <a:pt x="19223" y="23196"/>
                    <a:pt x="19223" y="22942"/>
                    <a:pt x="19208" y="22688"/>
                  </a:cubicBezTo>
                  <a:cubicBezTo>
                    <a:pt x="19178" y="22628"/>
                    <a:pt x="19208" y="22569"/>
                    <a:pt x="19223" y="22509"/>
                  </a:cubicBezTo>
                  <a:lnTo>
                    <a:pt x="19223" y="22509"/>
                  </a:lnTo>
                  <a:lnTo>
                    <a:pt x="19223" y="22509"/>
                  </a:lnTo>
                  <a:cubicBezTo>
                    <a:pt x="19223" y="22494"/>
                    <a:pt x="19223" y="22464"/>
                    <a:pt x="19223" y="22434"/>
                  </a:cubicBezTo>
                  <a:cubicBezTo>
                    <a:pt x="19223" y="22151"/>
                    <a:pt x="19223" y="21867"/>
                    <a:pt x="19238" y="21583"/>
                  </a:cubicBezTo>
                  <a:cubicBezTo>
                    <a:pt x="19283" y="21523"/>
                    <a:pt x="19327" y="21463"/>
                    <a:pt x="19372" y="21404"/>
                  </a:cubicBezTo>
                  <a:cubicBezTo>
                    <a:pt x="19522" y="21015"/>
                    <a:pt x="19656" y="20642"/>
                    <a:pt x="19790" y="20254"/>
                  </a:cubicBezTo>
                  <a:cubicBezTo>
                    <a:pt x="19865" y="20134"/>
                    <a:pt x="19955" y="20030"/>
                    <a:pt x="20000" y="19895"/>
                  </a:cubicBezTo>
                  <a:cubicBezTo>
                    <a:pt x="20194" y="19358"/>
                    <a:pt x="20373" y="18820"/>
                    <a:pt x="20552" y="18267"/>
                  </a:cubicBezTo>
                  <a:cubicBezTo>
                    <a:pt x="20657" y="17744"/>
                    <a:pt x="20761" y="17222"/>
                    <a:pt x="20866" y="16684"/>
                  </a:cubicBezTo>
                  <a:cubicBezTo>
                    <a:pt x="20866" y="16400"/>
                    <a:pt x="21105" y="16057"/>
                    <a:pt x="20642" y="15907"/>
                  </a:cubicBezTo>
                  <a:cubicBezTo>
                    <a:pt x="20253" y="15907"/>
                    <a:pt x="20074" y="16161"/>
                    <a:pt x="19910" y="16445"/>
                  </a:cubicBezTo>
                  <a:cubicBezTo>
                    <a:pt x="19910" y="16460"/>
                    <a:pt x="19910" y="16460"/>
                    <a:pt x="19910" y="16475"/>
                  </a:cubicBezTo>
                  <a:lnTo>
                    <a:pt x="19895" y="16445"/>
                  </a:lnTo>
                  <a:cubicBezTo>
                    <a:pt x="19880" y="16505"/>
                    <a:pt x="19865" y="16550"/>
                    <a:pt x="19850" y="16609"/>
                  </a:cubicBezTo>
                  <a:cubicBezTo>
                    <a:pt x="19731" y="16878"/>
                    <a:pt x="19581" y="17147"/>
                    <a:pt x="19477" y="17431"/>
                  </a:cubicBezTo>
                  <a:cubicBezTo>
                    <a:pt x="19238" y="18163"/>
                    <a:pt x="18984" y="18909"/>
                    <a:pt x="18790" y="19656"/>
                  </a:cubicBezTo>
                  <a:cubicBezTo>
                    <a:pt x="18685" y="19985"/>
                    <a:pt x="18700" y="20343"/>
                    <a:pt x="18670" y="20702"/>
                  </a:cubicBezTo>
                  <a:cubicBezTo>
                    <a:pt x="18670" y="20762"/>
                    <a:pt x="18655" y="20806"/>
                    <a:pt x="18655" y="20866"/>
                  </a:cubicBezTo>
                  <a:cubicBezTo>
                    <a:pt x="18685" y="20926"/>
                    <a:pt x="18715" y="20971"/>
                    <a:pt x="18730" y="21030"/>
                  </a:cubicBezTo>
                  <a:lnTo>
                    <a:pt x="18596" y="21180"/>
                  </a:lnTo>
                  <a:cubicBezTo>
                    <a:pt x="18596" y="21568"/>
                    <a:pt x="18596" y="21971"/>
                    <a:pt x="18596" y="22360"/>
                  </a:cubicBezTo>
                  <a:cubicBezTo>
                    <a:pt x="18446" y="22733"/>
                    <a:pt x="18282" y="23092"/>
                    <a:pt x="18133" y="23465"/>
                  </a:cubicBezTo>
                  <a:cubicBezTo>
                    <a:pt x="18073" y="23540"/>
                    <a:pt x="18013" y="23614"/>
                    <a:pt x="17953" y="23689"/>
                  </a:cubicBezTo>
                  <a:cubicBezTo>
                    <a:pt x="17879" y="23883"/>
                    <a:pt x="17804" y="24062"/>
                    <a:pt x="17714" y="24242"/>
                  </a:cubicBezTo>
                  <a:cubicBezTo>
                    <a:pt x="17565" y="24495"/>
                    <a:pt x="17401" y="24764"/>
                    <a:pt x="17236" y="25018"/>
                  </a:cubicBezTo>
                  <a:cubicBezTo>
                    <a:pt x="17147" y="25078"/>
                    <a:pt x="17042" y="25138"/>
                    <a:pt x="16938" y="25197"/>
                  </a:cubicBezTo>
                  <a:cubicBezTo>
                    <a:pt x="16863" y="25123"/>
                    <a:pt x="16773" y="25048"/>
                    <a:pt x="16699" y="24973"/>
                  </a:cubicBezTo>
                  <a:cubicBezTo>
                    <a:pt x="16669" y="24988"/>
                    <a:pt x="16654" y="25003"/>
                    <a:pt x="16624" y="25033"/>
                  </a:cubicBezTo>
                  <a:cubicBezTo>
                    <a:pt x="16684" y="25138"/>
                    <a:pt x="16744" y="25257"/>
                    <a:pt x="16788" y="25362"/>
                  </a:cubicBezTo>
                  <a:lnTo>
                    <a:pt x="16803" y="25362"/>
                  </a:lnTo>
                  <a:cubicBezTo>
                    <a:pt x="16729" y="25436"/>
                    <a:pt x="16684" y="25496"/>
                    <a:pt x="16624" y="25571"/>
                  </a:cubicBezTo>
                  <a:lnTo>
                    <a:pt x="16609" y="25571"/>
                  </a:lnTo>
                  <a:cubicBezTo>
                    <a:pt x="16490" y="25601"/>
                    <a:pt x="16355" y="25646"/>
                    <a:pt x="16236" y="25675"/>
                  </a:cubicBezTo>
                  <a:cubicBezTo>
                    <a:pt x="16131" y="25616"/>
                    <a:pt x="16027" y="25556"/>
                    <a:pt x="15922" y="25511"/>
                  </a:cubicBezTo>
                  <a:cubicBezTo>
                    <a:pt x="15818" y="25392"/>
                    <a:pt x="15713" y="25287"/>
                    <a:pt x="15608" y="25183"/>
                  </a:cubicBezTo>
                  <a:cubicBezTo>
                    <a:pt x="15549" y="24630"/>
                    <a:pt x="15489" y="24092"/>
                    <a:pt x="15459" y="23525"/>
                  </a:cubicBezTo>
                  <a:cubicBezTo>
                    <a:pt x="15414" y="22927"/>
                    <a:pt x="15369" y="22330"/>
                    <a:pt x="15399" y="21717"/>
                  </a:cubicBezTo>
                  <a:cubicBezTo>
                    <a:pt x="15444" y="20717"/>
                    <a:pt x="15564" y="19731"/>
                    <a:pt x="15653" y="18730"/>
                  </a:cubicBezTo>
                  <a:cubicBezTo>
                    <a:pt x="15668" y="18715"/>
                    <a:pt x="15683" y="18715"/>
                    <a:pt x="15698" y="18700"/>
                  </a:cubicBezTo>
                  <a:cubicBezTo>
                    <a:pt x="15773" y="18670"/>
                    <a:pt x="15862" y="18641"/>
                    <a:pt x="15937" y="18596"/>
                  </a:cubicBezTo>
                  <a:cubicBezTo>
                    <a:pt x="15952" y="18581"/>
                    <a:pt x="15937" y="18521"/>
                    <a:pt x="15937" y="18491"/>
                  </a:cubicBezTo>
                  <a:cubicBezTo>
                    <a:pt x="15847" y="18521"/>
                    <a:pt x="15773" y="18551"/>
                    <a:pt x="15698" y="18566"/>
                  </a:cubicBezTo>
                  <a:cubicBezTo>
                    <a:pt x="15818" y="18222"/>
                    <a:pt x="15952" y="17879"/>
                    <a:pt x="16027" y="17520"/>
                  </a:cubicBezTo>
                  <a:cubicBezTo>
                    <a:pt x="16071" y="17281"/>
                    <a:pt x="16325" y="17117"/>
                    <a:pt x="16221" y="16848"/>
                  </a:cubicBezTo>
                  <a:cubicBezTo>
                    <a:pt x="16251" y="16833"/>
                    <a:pt x="16251" y="16818"/>
                    <a:pt x="16251" y="16789"/>
                  </a:cubicBezTo>
                  <a:cubicBezTo>
                    <a:pt x="16281" y="16774"/>
                    <a:pt x="16295" y="16744"/>
                    <a:pt x="16310" y="16714"/>
                  </a:cubicBezTo>
                  <a:cubicBezTo>
                    <a:pt x="16355" y="16430"/>
                    <a:pt x="16744" y="16251"/>
                    <a:pt x="16549" y="15907"/>
                  </a:cubicBezTo>
                  <a:lnTo>
                    <a:pt x="16549" y="15892"/>
                  </a:lnTo>
                  <a:cubicBezTo>
                    <a:pt x="16609" y="15848"/>
                    <a:pt x="16654" y="15788"/>
                    <a:pt x="16699" y="15728"/>
                  </a:cubicBezTo>
                  <a:cubicBezTo>
                    <a:pt x="16729" y="15683"/>
                    <a:pt x="16744" y="15624"/>
                    <a:pt x="16773" y="15579"/>
                  </a:cubicBezTo>
                  <a:cubicBezTo>
                    <a:pt x="16788" y="15504"/>
                    <a:pt x="16788" y="15429"/>
                    <a:pt x="16803" y="15355"/>
                  </a:cubicBezTo>
                  <a:cubicBezTo>
                    <a:pt x="16833" y="15280"/>
                    <a:pt x="16863" y="15220"/>
                    <a:pt x="16893" y="15161"/>
                  </a:cubicBezTo>
                  <a:cubicBezTo>
                    <a:pt x="16878" y="15146"/>
                    <a:pt x="16848" y="15131"/>
                    <a:pt x="16833" y="15131"/>
                  </a:cubicBezTo>
                  <a:cubicBezTo>
                    <a:pt x="16788" y="15205"/>
                    <a:pt x="16744" y="15265"/>
                    <a:pt x="16699" y="15340"/>
                  </a:cubicBezTo>
                  <a:cubicBezTo>
                    <a:pt x="16639" y="15385"/>
                    <a:pt x="16594" y="15429"/>
                    <a:pt x="16534" y="15459"/>
                  </a:cubicBezTo>
                  <a:cubicBezTo>
                    <a:pt x="16624" y="15116"/>
                    <a:pt x="16699" y="14757"/>
                    <a:pt x="16788" y="14399"/>
                  </a:cubicBezTo>
                  <a:cubicBezTo>
                    <a:pt x="16833" y="14414"/>
                    <a:pt x="16908" y="14414"/>
                    <a:pt x="16938" y="14459"/>
                  </a:cubicBezTo>
                  <a:cubicBezTo>
                    <a:pt x="16983" y="14533"/>
                    <a:pt x="17012" y="14623"/>
                    <a:pt x="17042" y="14698"/>
                  </a:cubicBezTo>
                  <a:cubicBezTo>
                    <a:pt x="17102" y="14638"/>
                    <a:pt x="17162" y="14578"/>
                    <a:pt x="17192" y="14503"/>
                  </a:cubicBezTo>
                  <a:cubicBezTo>
                    <a:pt x="17326" y="14130"/>
                    <a:pt x="17446" y="13757"/>
                    <a:pt x="17565" y="13383"/>
                  </a:cubicBezTo>
                  <a:cubicBezTo>
                    <a:pt x="17625" y="13219"/>
                    <a:pt x="17684" y="13070"/>
                    <a:pt x="17744" y="12905"/>
                  </a:cubicBezTo>
                  <a:cubicBezTo>
                    <a:pt x="17714" y="12502"/>
                    <a:pt x="17386" y="12457"/>
                    <a:pt x="17102" y="12368"/>
                  </a:cubicBezTo>
                  <a:cubicBezTo>
                    <a:pt x="17042" y="12368"/>
                    <a:pt x="16997" y="12353"/>
                    <a:pt x="16938" y="12353"/>
                  </a:cubicBezTo>
                  <a:cubicBezTo>
                    <a:pt x="16863" y="12323"/>
                    <a:pt x="16788" y="12308"/>
                    <a:pt x="16699" y="12278"/>
                  </a:cubicBezTo>
                  <a:cubicBezTo>
                    <a:pt x="16654" y="12203"/>
                    <a:pt x="16609" y="12129"/>
                    <a:pt x="16549" y="12054"/>
                  </a:cubicBezTo>
                  <a:lnTo>
                    <a:pt x="16549" y="12054"/>
                  </a:lnTo>
                  <a:cubicBezTo>
                    <a:pt x="16549" y="12099"/>
                    <a:pt x="16564" y="12144"/>
                    <a:pt x="16564" y="12188"/>
                  </a:cubicBezTo>
                  <a:cubicBezTo>
                    <a:pt x="16534" y="12323"/>
                    <a:pt x="16505" y="12472"/>
                    <a:pt x="16490" y="12607"/>
                  </a:cubicBezTo>
                  <a:lnTo>
                    <a:pt x="16475" y="12621"/>
                  </a:lnTo>
                  <a:cubicBezTo>
                    <a:pt x="16445" y="12726"/>
                    <a:pt x="16400" y="12846"/>
                    <a:pt x="16370" y="12965"/>
                  </a:cubicBezTo>
                  <a:cubicBezTo>
                    <a:pt x="16370" y="12995"/>
                    <a:pt x="16355" y="13025"/>
                    <a:pt x="16355" y="13040"/>
                  </a:cubicBezTo>
                  <a:cubicBezTo>
                    <a:pt x="16340" y="13099"/>
                    <a:pt x="16325" y="13159"/>
                    <a:pt x="16310" y="13219"/>
                  </a:cubicBezTo>
                  <a:cubicBezTo>
                    <a:pt x="16370" y="13204"/>
                    <a:pt x="16415" y="13174"/>
                    <a:pt x="16475" y="13159"/>
                  </a:cubicBezTo>
                  <a:cubicBezTo>
                    <a:pt x="16579" y="13129"/>
                    <a:pt x="16669" y="13099"/>
                    <a:pt x="16773" y="13084"/>
                  </a:cubicBezTo>
                  <a:cubicBezTo>
                    <a:pt x="16773" y="13144"/>
                    <a:pt x="16773" y="13219"/>
                    <a:pt x="16773" y="13279"/>
                  </a:cubicBezTo>
                  <a:cubicBezTo>
                    <a:pt x="16624" y="13637"/>
                    <a:pt x="16475" y="13981"/>
                    <a:pt x="16310" y="14324"/>
                  </a:cubicBezTo>
                  <a:lnTo>
                    <a:pt x="16340" y="14309"/>
                  </a:lnTo>
                  <a:lnTo>
                    <a:pt x="16340" y="14309"/>
                  </a:lnTo>
                  <a:cubicBezTo>
                    <a:pt x="16340" y="14324"/>
                    <a:pt x="16325" y="14324"/>
                    <a:pt x="16310" y="14339"/>
                  </a:cubicBezTo>
                  <a:lnTo>
                    <a:pt x="16295" y="14324"/>
                  </a:lnTo>
                  <a:lnTo>
                    <a:pt x="16295" y="14309"/>
                  </a:lnTo>
                  <a:cubicBezTo>
                    <a:pt x="16146" y="14324"/>
                    <a:pt x="15997" y="14324"/>
                    <a:pt x="15847" y="14324"/>
                  </a:cubicBezTo>
                  <a:lnTo>
                    <a:pt x="15832" y="14339"/>
                  </a:lnTo>
                  <a:cubicBezTo>
                    <a:pt x="15773" y="14444"/>
                    <a:pt x="15728" y="14548"/>
                    <a:pt x="15668" y="14653"/>
                  </a:cubicBezTo>
                  <a:cubicBezTo>
                    <a:pt x="15608" y="14787"/>
                    <a:pt x="15549" y="14937"/>
                    <a:pt x="15504" y="15086"/>
                  </a:cubicBezTo>
                  <a:cubicBezTo>
                    <a:pt x="15489" y="15101"/>
                    <a:pt x="15489" y="15101"/>
                    <a:pt x="15489" y="15116"/>
                  </a:cubicBezTo>
                  <a:lnTo>
                    <a:pt x="15489" y="15086"/>
                  </a:lnTo>
                  <a:cubicBezTo>
                    <a:pt x="15414" y="15086"/>
                    <a:pt x="15340" y="15101"/>
                    <a:pt x="15265" y="15116"/>
                  </a:cubicBezTo>
                  <a:lnTo>
                    <a:pt x="15265" y="15101"/>
                  </a:lnTo>
                  <a:cubicBezTo>
                    <a:pt x="15280" y="15086"/>
                    <a:pt x="15295" y="15071"/>
                    <a:pt x="15310" y="15041"/>
                  </a:cubicBezTo>
                  <a:cubicBezTo>
                    <a:pt x="15340" y="14922"/>
                    <a:pt x="15369" y="14802"/>
                    <a:pt x="15399" y="14683"/>
                  </a:cubicBezTo>
                  <a:cubicBezTo>
                    <a:pt x="15369" y="14683"/>
                    <a:pt x="15340" y="14668"/>
                    <a:pt x="15310" y="14668"/>
                  </a:cubicBezTo>
                  <a:cubicBezTo>
                    <a:pt x="15280" y="14757"/>
                    <a:pt x="15235" y="14862"/>
                    <a:pt x="15205" y="14951"/>
                  </a:cubicBezTo>
                  <a:cubicBezTo>
                    <a:pt x="15160" y="15026"/>
                    <a:pt x="15116" y="15101"/>
                    <a:pt x="15056" y="15176"/>
                  </a:cubicBezTo>
                  <a:cubicBezTo>
                    <a:pt x="15160" y="15325"/>
                    <a:pt x="14802" y="15609"/>
                    <a:pt x="15205" y="15668"/>
                  </a:cubicBezTo>
                  <a:cubicBezTo>
                    <a:pt x="15220" y="15713"/>
                    <a:pt x="15220" y="15758"/>
                    <a:pt x="15235" y="15818"/>
                  </a:cubicBezTo>
                  <a:lnTo>
                    <a:pt x="15220" y="15818"/>
                  </a:lnTo>
                  <a:cubicBezTo>
                    <a:pt x="15205" y="15892"/>
                    <a:pt x="15175" y="15982"/>
                    <a:pt x="15145" y="16057"/>
                  </a:cubicBezTo>
                  <a:cubicBezTo>
                    <a:pt x="15175" y="16072"/>
                    <a:pt x="15190" y="16087"/>
                    <a:pt x="15220" y="16102"/>
                  </a:cubicBezTo>
                  <a:cubicBezTo>
                    <a:pt x="15265" y="16131"/>
                    <a:pt x="15310" y="16161"/>
                    <a:pt x="15355" y="16191"/>
                  </a:cubicBezTo>
                  <a:lnTo>
                    <a:pt x="15593" y="16370"/>
                  </a:lnTo>
                  <a:lnTo>
                    <a:pt x="15593" y="16385"/>
                  </a:lnTo>
                  <a:cubicBezTo>
                    <a:pt x="15579" y="16415"/>
                    <a:pt x="15564" y="16445"/>
                    <a:pt x="15534" y="16460"/>
                  </a:cubicBezTo>
                  <a:lnTo>
                    <a:pt x="15086" y="16460"/>
                  </a:lnTo>
                  <a:lnTo>
                    <a:pt x="15086" y="16579"/>
                  </a:lnTo>
                  <a:cubicBezTo>
                    <a:pt x="15205" y="16609"/>
                    <a:pt x="15340" y="16654"/>
                    <a:pt x="15459" y="16684"/>
                  </a:cubicBezTo>
                  <a:lnTo>
                    <a:pt x="15459" y="16699"/>
                  </a:lnTo>
                  <a:cubicBezTo>
                    <a:pt x="15325" y="17057"/>
                    <a:pt x="15175" y="17416"/>
                    <a:pt x="15041" y="17774"/>
                  </a:cubicBezTo>
                  <a:cubicBezTo>
                    <a:pt x="14966" y="17969"/>
                    <a:pt x="14891" y="18148"/>
                    <a:pt x="14832" y="18342"/>
                  </a:cubicBezTo>
                  <a:cubicBezTo>
                    <a:pt x="14682" y="18626"/>
                    <a:pt x="14548" y="18924"/>
                    <a:pt x="14414" y="19208"/>
                  </a:cubicBezTo>
                  <a:cubicBezTo>
                    <a:pt x="14406" y="19201"/>
                    <a:pt x="14399" y="19197"/>
                    <a:pt x="14391" y="19197"/>
                  </a:cubicBezTo>
                  <a:cubicBezTo>
                    <a:pt x="14384" y="19197"/>
                    <a:pt x="14376" y="19201"/>
                    <a:pt x="14369" y="19208"/>
                  </a:cubicBezTo>
                  <a:lnTo>
                    <a:pt x="14204" y="18984"/>
                  </a:lnTo>
                  <a:cubicBezTo>
                    <a:pt x="14249" y="18880"/>
                    <a:pt x="14294" y="18760"/>
                    <a:pt x="14339" y="18656"/>
                  </a:cubicBezTo>
                  <a:cubicBezTo>
                    <a:pt x="14414" y="18641"/>
                    <a:pt x="14473" y="18611"/>
                    <a:pt x="14533" y="18596"/>
                  </a:cubicBezTo>
                  <a:cubicBezTo>
                    <a:pt x="14503" y="18566"/>
                    <a:pt x="14458" y="18536"/>
                    <a:pt x="14414" y="18506"/>
                  </a:cubicBezTo>
                  <a:lnTo>
                    <a:pt x="14414" y="18491"/>
                  </a:lnTo>
                  <a:cubicBezTo>
                    <a:pt x="14488" y="18282"/>
                    <a:pt x="14563" y="18073"/>
                    <a:pt x="14638" y="17864"/>
                  </a:cubicBezTo>
                  <a:lnTo>
                    <a:pt x="14653" y="17864"/>
                  </a:lnTo>
                  <a:cubicBezTo>
                    <a:pt x="14667" y="17685"/>
                    <a:pt x="14682" y="17505"/>
                    <a:pt x="14697" y="17326"/>
                  </a:cubicBezTo>
                  <a:cubicBezTo>
                    <a:pt x="14667" y="17326"/>
                    <a:pt x="14653" y="17311"/>
                    <a:pt x="14623" y="17296"/>
                  </a:cubicBezTo>
                  <a:cubicBezTo>
                    <a:pt x="14578" y="17386"/>
                    <a:pt x="14533" y="17476"/>
                    <a:pt x="14488" y="17550"/>
                  </a:cubicBezTo>
                  <a:lnTo>
                    <a:pt x="14473" y="17550"/>
                  </a:lnTo>
                  <a:cubicBezTo>
                    <a:pt x="14443" y="17580"/>
                    <a:pt x="14384" y="17610"/>
                    <a:pt x="14339" y="17625"/>
                  </a:cubicBezTo>
                  <a:cubicBezTo>
                    <a:pt x="14369" y="17461"/>
                    <a:pt x="14384" y="17296"/>
                    <a:pt x="14399" y="17132"/>
                  </a:cubicBezTo>
                  <a:cubicBezTo>
                    <a:pt x="14384" y="17117"/>
                    <a:pt x="14354" y="17117"/>
                    <a:pt x="14339" y="17117"/>
                  </a:cubicBezTo>
                  <a:cubicBezTo>
                    <a:pt x="14234" y="17311"/>
                    <a:pt x="14130" y="17520"/>
                    <a:pt x="14040" y="17730"/>
                  </a:cubicBezTo>
                  <a:cubicBezTo>
                    <a:pt x="14025" y="17730"/>
                    <a:pt x="14025" y="17744"/>
                    <a:pt x="14025" y="17744"/>
                  </a:cubicBezTo>
                  <a:cubicBezTo>
                    <a:pt x="13891" y="17774"/>
                    <a:pt x="13756" y="17789"/>
                    <a:pt x="13592" y="17819"/>
                  </a:cubicBezTo>
                  <a:cubicBezTo>
                    <a:pt x="13726" y="17864"/>
                    <a:pt x="13831" y="17909"/>
                    <a:pt x="13936" y="17954"/>
                  </a:cubicBezTo>
                  <a:cubicBezTo>
                    <a:pt x="13921" y="18028"/>
                    <a:pt x="13891" y="18103"/>
                    <a:pt x="13861" y="18178"/>
                  </a:cubicBezTo>
                  <a:lnTo>
                    <a:pt x="13861" y="18193"/>
                  </a:lnTo>
                  <a:cubicBezTo>
                    <a:pt x="13921" y="18237"/>
                    <a:pt x="13965" y="18282"/>
                    <a:pt x="14010" y="18342"/>
                  </a:cubicBezTo>
                  <a:cubicBezTo>
                    <a:pt x="14130" y="18446"/>
                    <a:pt x="13816" y="18745"/>
                    <a:pt x="14175" y="18745"/>
                  </a:cubicBezTo>
                  <a:cubicBezTo>
                    <a:pt x="14160" y="18790"/>
                    <a:pt x="14130" y="18835"/>
                    <a:pt x="14100" y="18880"/>
                  </a:cubicBezTo>
                  <a:cubicBezTo>
                    <a:pt x="14010" y="18939"/>
                    <a:pt x="13906" y="18999"/>
                    <a:pt x="13801" y="19044"/>
                  </a:cubicBezTo>
                  <a:cubicBezTo>
                    <a:pt x="13846" y="19104"/>
                    <a:pt x="13906" y="19163"/>
                    <a:pt x="13951" y="19208"/>
                  </a:cubicBezTo>
                  <a:cubicBezTo>
                    <a:pt x="13951" y="19238"/>
                    <a:pt x="13936" y="19253"/>
                    <a:pt x="13921" y="19283"/>
                  </a:cubicBezTo>
                  <a:cubicBezTo>
                    <a:pt x="13801" y="19358"/>
                    <a:pt x="13622" y="19417"/>
                    <a:pt x="13592" y="19522"/>
                  </a:cubicBezTo>
                  <a:cubicBezTo>
                    <a:pt x="13547" y="19626"/>
                    <a:pt x="13652" y="19791"/>
                    <a:pt x="13697" y="19925"/>
                  </a:cubicBezTo>
                  <a:cubicBezTo>
                    <a:pt x="13846" y="19880"/>
                    <a:pt x="13980" y="19835"/>
                    <a:pt x="14130" y="19791"/>
                  </a:cubicBezTo>
                  <a:cubicBezTo>
                    <a:pt x="14160" y="19776"/>
                    <a:pt x="14190" y="19776"/>
                    <a:pt x="14204" y="19761"/>
                  </a:cubicBezTo>
                  <a:lnTo>
                    <a:pt x="14204" y="19761"/>
                  </a:lnTo>
                  <a:cubicBezTo>
                    <a:pt x="14204" y="19850"/>
                    <a:pt x="14190" y="19925"/>
                    <a:pt x="14190" y="20000"/>
                  </a:cubicBezTo>
                  <a:cubicBezTo>
                    <a:pt x="14130" y="20089"/>
                    <a:pt x="14085" y="20164"/>
                    <a:pt x="14025" y="20239"/>
                  </a:cubicBezTo>
                  <a:cubicBezTo>
                    <a:pt x="14025" y="20284"/>
                    <a:pt x="14025" y="20328"/>
                    <a:pt x="14010" y="20373"/>
                  </a:cubicBezTo>
                  <a:lnTo>
                    <a:pt x="13876" y="20881"/>
                  </a:lnTo>
                  <a:cubicBezTo>
                    <a:pt x="13861" y="20911"/>
                    <a:pt x="13846" y="20941"/>
                    <a:pt x="13831" y="20971"/>
                  </a:cubicBezTo>
                  <a:cubicBezTo>
                    <a:pt x="13831" y="20971"/>
                    <a:pt x="13816" y="20986"/>
                    <a:pt x="13816" y="21000"/>
                  </a:cubicBezTo>
                  <a:cubicBezTo>
                    <a:pt x="13786" y="21015"/>
                    <a:pt x="13741" y="21015"/>
                    <a:pt x="13712" y="21015"/>
                  </a:cubicBezTo>
                  <a:cubicBezTo>
                    <a:pt x="13607" y="21239"/>
                    <a:pt x="13517" y="21449"/>
                    <a:pt x="13413" y="21673"/>
                  </a:cubicBezTo>
                  <a:lnTo>
                    <a:pt x="13398" y="21673"/>
                  </a:lnTo>
                  <a:cubicBezTo>
                    <a:pt x="13368" y="21673"/>
                    <a:pt x="13323" y="21688"/>
                    <a:pt x="13293" y="21702"/>
                  </a:cubicBezTo>
                  <a:lnTo>
                    <a:pt x="13234" y="21658"/>
                  </a:lnTo>
                  <a:cubicBezTo>
                    <a:pt x="13263" y="21628"/>
                    <a:pt x="13293" y="21598"/>
                    <a:pt x="13323" y="21568"/>
                  </a:cubicBezTo>
                  <a:cubicBezTo>
                    <a:pt x="13353" y="21463"/>
                    <a:pt x="13383" y="21374"/>
                    <a:pt x="13413" y="21284"/>
                  </a:cubicBezTo>
                  <a:lnTo>
                    <a:pt x="13413" y="21284"/>
                  </a:lnTo>
                  <a:cubicBezTo>
                    <a:pt x="13353" y="21299"/>
                    <a:pt x="13293" y="21329"/>
                    <a:pt x="13234" y="21344"/>
                  </a:cubicBezTo>
                  <a:cubicBezTo>
                    <a:pt x="13184" y="21338"/>
                    <a:pt x="13138" y="21334"/>
                    <a:pt x="13095" y="21334"/>
                  </a:cubicBezTo>
                  <a:cubicBezTo>
                    <a:pt x="12933" y="21334"/>
                    <a:pt x="12837" y="21397"/>
                    <a:pt x="12920" y="21658"/>
                  </a:cubicBezTo>
                  <a:cubicBezTo>
                    <a:pt x="12920" y="21673"/>
                    <a:pt x="12920" y="21688"/>
                    <a:pt x="12920" y="21717"/>
                  </a:cubicBezTo>
                  <a:lnTo>
                    <a:pt x="12756" y="21717"/>
                  </a:lnTo>
                  <a:cubicBezTo>
                    <a:pt x="12756" y="21702"/>
                    <a:pt x="12756" y="21688"/>
                    <a:pt x="12741" y="21673"/>
                  </a:cubicBezTo>
                  <a:cubicBezTo>
                    <a:pt x="12726" y="21628"/>
                    <a:pt x="12711" y="21598"/>
                    <a:pt x="12681" y="21583"/>
                  </a:cubicBezTo>
                  <a:cubicBezTo>
                    <a:pt x="12696" y="21523"/>
                    <a:pt x="12696" y="21478"/>
                    <a:pt x="12696" y="21434"/>
                  </a:cubicBezTo>
                  <a:lnTo>
                    <a:pt x="12711" y="21419"/>
                  </a:lnTo>
                  <a:cubicBezTo>
                    <a:pt x="12741" y="20986"/>
                    <a:pt x="12651" y="20582"/>
                    <a:pt x="12382" y="20224"/>
                  </a:cubicBezTo>
                  <a:lnTo>
                    <a:pt x="12457" y="20000"/>
                  </a:lnTo>
                  <a:cubicBezTo>
                    <a:pt x="12472" y="19955"/>
                    <a:pt x="12502" y="19925"/>
                    <a:pt x="12517" y="19895"/>
                  </a:cubicBezTo>
                  <a:cubicBezTo>
                    <a:pt x="12591" y="19821"/>
                    <a:pt x="12576" y="19776"/>
                    <a:pt x="12502" y="19761"/>
                  </a:cubicBezTo>
                  <a:cubicBezTo>
                    <a:pt x="12487" y="19597"/>
                    <a:pt x="12472" y="19447"/>
                    <a:pt x="12442" y="19283"/>
                  </a:cubicBezTo>
                  <a:cubicBezTo>
                    <a:pt x="12457" y="19148"/>
                    <a:pt x="12457" y="19029"/>
                    <a:pt x="12457" y="18895"/>
                  </a:cubicBezTo>
                  <a:cubicBezTo>
                    <a:pt x="12457" y="18865"/>
                    <a:pt x="12457" y="18835"/>
                    <a:pt x="12457" y="18820"/>
                  </a:cubicBezTo>
                  <a:lnTo>
                    <a:pt x="12382" y="18865"/>
                  </a:lnTo>
                  <a:lnTo>
                    <a:pt x="12352" y="18865"/>
                  </a:lnTo>
                  <a:cubicBezTo>
                    <a:pt x="12382" y="18835"/>
                    <a:pt x="12412" y="18820"/>
                    <a:pt x="12457" y="18820"/>
                  </a:cubicBezTo>
                  <a:cubicBezTo>
                    <a:pt x="12591" y="18820"/>
                    <a:pt x="12591" y="18820"/>
                    <a:pt x="12472" y="18551"/>
                  </a:cubicBezTo>
                  <a:cubicBezTo>
                    <a:pt x="12606" y="18267"/>
                    <a:pt x="12875" y="18013"/>
                    <a:pt x="12771" y="17655"/>
                  </a:cubicBezTo>
                  <a:cubicBezTo>
                    <a:pt x="12845" y="17595"/>
                    <a:pt x="12860" y="17535"/>
                    <a:pt x="12845" y="17476"/>
                  </a:cubicBezTo>
                  <a:cubicBezTo>
                    <a:pt x="12890" y="17356"/>
                    <a:pt x="12935" y="17237"/>
                    <a:pt x="12980" y="17117"/>
                  </a:cubicBezTo>
                  <a:cubicBezTo>
                    <a:pt x="12995" y="17117"/>
                    <a:pt x="12995" y="17117"/>
                    <a:pt x="13010" y="17102"/>
                  </a:cubicBezTo>
                  <a:cubicBezTo>
                    <a:pt x="13039" y="17072"/>
                    <a:pt x="13054" y="17042"/>
                    <a:pt x="13069" y="17013"/>
                  </a:cubicBezTo>
                  <a:cubicBezTo>
                    <a:pt x="13069" y="16968"/>
                    <a:pt x="13054" y="16923"/>
                    <a:pt x="13039" y="16878"/>
                  </a:cubicBezTo>
                  <a:cubicBezTo>
                    <a:pt x="13054" y="16744"/>
                    <a:pt x="13084" y="16594"/>
                    <a:pt x="13099" y="16460"/>
                  </a:cubicBezTo>
                  <a:cubicBezTo>
                    <a:pt x="13205" y="16519"/>
                    <a:pt x="13269" y="16554"/>
                    <a:pt x="13310" y="16554"/>
                  </a:cubicBezTo>
                  <a:cubicBezTo>
                    <a:pt x="13373" y="16554"/>
                    <a:pt x="13380" y="16469"/>
                    <a:pt x="13398" y="16251"/>
                  </a:cubicBezTo>
                  <a:cubicBezTo>
                    <a:pt x="13428" y="16087"/>
                    <a:pt x="13443" y="15937"/>
                    <a:pt x="13458" y="15773"/>
                  </a:cubicBezTo>
                  <a:cubicBezTo>
                    <a:pt x="13473" y="15743"/>
                    <a:pt x="13473" y="15713"/>
                    <a:pt x="13473" y="15683"/>
                  </a:cubicBezTo>
                  <a:lnTo>
                    <a:pt x="13547" y="15280"/>
                  </a:lnTo>
                  <a:cubicBezTo>
                    <a:pt x="13592" y="15176"/>
                    <a:pt x="13637" y="15086"/>
                    <a:pt x="13682" y="14996"/>
                  </a:cubicBezTo>
                  <a:lnTo>
                    <a:pt x="13682" y="14996"/>
                  </a:lnTo>
                  <a:cubicBezTo>
                    <a:pt x="13577" y="15056"/>
                    <a:pt x="13488" y="15131"/>
                    <a:pt x="13398" y="15190"/>
                  </a:cubicBezTo>
                  <a:cubicBezTo>
                    <a:pt x="13368" y="15220"/>
                    <a:pt x="13338" y="15250"/>
                    <a:pt x="13308" y="15265"/>
                  </a:cubicBezTo>
                  <a:lnTo>
                    <a:pt x="13263" y="15026"/>
                  </a:lnTo>
                  <a:cubicBezTo>
                    <a:pt x="13278" y="14996"/>
                    <a:pt x="13293" y="14966"/>
                    <a:pt x="13308" y="14951"/>
                  </a:cubicBezTo>
                  <a:cubicBezTo>
                    <a:pt x="13353" y="14787"/>
                    <a:pt x="13502" y="14623"/>
                    <a:pt x="13353" y="14444"/>
                  </a:cubicBezTo>
                  <a:lnTo>
                    <a:pt x="13338" y="14444"/>
                  </a:lnTo>
                  <a:cubicBezTo>
                    <a:pt x="13368" y="14369"/>
                    <a:pt x="13368" y="14309"/>
                    <a:pt x="13383" y="14235"/>
                  </a:cubicBezTo>
                  <a:lnTo>
                    <a:pt x="13398" y="14160"/>
                  </a:lnTo>
                  <a:cubicBezTo>
                    <a:pt x="13428" y="14130"/>
                    <a:pt x="13443" y="14115"/>
                    <a:pt x="13473" y="14085"/>
                  </a:cubicBezTo>
                  <a:cubicBezTo>
                    <a:pt x="13577" y="13996"/>
                    <a:pt x="13682" y="13906"/>
                    <a:pt x="13786" y="13831"/>
                  </a:cubicBezTo>
                  <a:cubicBezTo>
                    <a:pt x="13789" y="13830"/>
                    <a:pt x="13791" y="13830"/>
                    <a:pt x="13794" y="13830"/>
                  </a:cubicBezTo>
                  <a:cubicBezTo>
                    <a:pt x="13827" y="13830"/>
                    <a:pt x="13894" y="13908"/>
                    <a:pt x="13936" y="13936"/>
                  </a:cubicBezTo>
                  <a:cubicBezTo>
                    <a:pt x="13965" y="13801"/>
                    <a:pt x="13995" y="13667"/>
                    <a:pt x="14025" y="13533"/>
                  </a:cubicBezTo>
                  <a:cubicBezTo>
                    <a:pt x="13965" y="13503"/>
                    <a:pt x="13906" y="13458"/>
                    <a:pt x="13861" y="13428"/>
                  </a:cubicBezTo>
                  <a:cubicBezTo>
                    <a:pt x="13951" y="13249"/>
                    <a:pt x="13906" y="13099"/>
                    <a:pt x="13756" y="12965"/>
                  </a:cubicBezTo>
                  <a:lnTo>
                    <a:pt x="13756" y="12950"/>
                  </a:lnTo>
                  <a:cubicBezTo>
                    <a:pt x="13891" y="12846"/>
                    <a:pt x="14100" y="12771"/>
                    <a:pt x="13965" y="12532"/>
                  </a:cubicBezTo>
                  <a:cubicBezTo>
                    <a:pt x="13980" y="12502"/>
                    <a:pt x="13980" y="12472"/>
                    <a:pt x="13980" y="12442"/>
                  </a:cubicBezTo>
                  <a:cubicBezTo>
                    <a:pt x="13980" y="12412"/>
                    <a:pt x="13980" y="12383"/>
                    <a:pt x="13980" y="12353"/>
                  </a:cubicBezTo>
                  <a:cubicBezTo>
                    <a:pt x="14010" y="12218"/>
                    <a:pt x="14055" y="12099"/>
                    <a:pt x="14100" y="11964"/>
                  </a:cubicBezTo>
                  <a:cubicBezTo>
                    <a:pt x="14130" y="11875"/>
                    <a:pt x="14160" y="11800"/>
                    <a:pt x="14175" y="11725"/>
                  </a:cubicBezTo>
                  <a:cubicBezTo>
                    <a:pt x="14234" y="11546"/>
                    <a:pt x="14294" y="11367"/>
                    <a:pt x="14354" y="11188"/>
                  </a:cubicBezTo>
                  <a:lnTo>
                    <a:pt x="14249" y="11188"/>
                  </a:lnTo>
                  <a:cubicBezTo>
                    <a:pt x="14279" y="11180"/>
                    <a:pt x="14305" y="11176"/>
                    <a:pt x="14331" y="11176"/>
                  </a:cubicBezTo>
                  <a:cubicBezTo>
                    <a:pt x="14358" y="11176"/>
                    <a:pt x="14384" y="11180"/>
                    <a:pt x="14414" y="11188"/>
                  </a:cubicBezTo>
                  <a:cubicBezTo>
                    <a:pt x="14533" y="11083"/>
                    <a:pt x="14593" y="10964"/>
                    <a:pt x="14518" y="10799"/>
                  </a:cubicBezTo>
                  <a:lnTo>
                    <a:pt x="14518" y="10799"/>
                  </a:lnTo>
                  <a:cubicBezTo>
                    <a:pt x="14595" y="10876"/>
                    <a:pt x="14655" y="10984"/>
                    <a:pt x="14758" y="10984"/>
                  </a:cubicBezTo>
                  <a:cubicBezTo>
                    <a:pt x="14796" y="10984"/>
                    <a:pt x="14839" y="10970"/>
                    <a:pt x="14891" y="10934"/>
                  </a:cubicBezTo>
                  <a:cubicBezTo>
                    <a:pt x="14891" y="10889"/>
                    <a:pt x="14891" y="10829"/>
                    <a:pt x="14906" y="10784"/>
                  </a:cubicBezTo>
                  <a:cubicBezTo>
                    <a:pt x="14936" y="10680"/>
                    <a:pt x="14966" y="10575"/>
                    <a:pt x="14891" y="10471"/>
                  </a:cubicBezTo>
                  <a:cubicBezTo>
                    <a:pt x="14787" y="10441"/>
                    <a:pt x="14697" y="10411"/>
                    <a:pt x="14593" y="10381"/>
                  </a:cubicBezTo>
                  <a:cubicBezTo>
                    <a:pt x="14697" y="10008"/>
                    <a:pt x="14787" y="9634"/>
                    <a:pt x="14877" y="9261"/>
                  </a:cubicBezTo>
                  <a:cubicBezTo>
                    <a:pt x="14832" y="9246"/>
                    <a:pt x="14787" y="9246"/>
                    <a:pt x="14742" y="9231"/>
                  </a:cubicBezTo>
                  <a:cubicBezTo>
                    <a:pt x="14712" y="9351"/>
                    <a:pt x="14682" y="9470"/>
                    <a:pt x="14653" y="9589"/>
                  </a:cubicBezTo>
                  <a:cubicBezTo>
                    <a:pt x="14593" y="9515"/>
                    <a:pt x="14548" y="9440"/>
                    <a:pt x="14488" y="9351"/>
                  </a:cubicBezTo>
                  <a:cubicBezTo>
                    <a:pt x="14473" y="9306"/>
                    <a:pt x="14458" y="9246"/>
                    <a:pt x="14443" y="9201"/>
                  </a:cubicBezTo>
                  <a:cubicBezTo>
                    <a:pt x="14503" y="8992"/>
                    <a:pt x="14563" y="8783"/>
                    <a:pt x="14623" y="8574"/>
                  </a:cubicBezTo>
                  <a:cubicBezTo>
                    <a:pt x="14623" y="8529"/>
                    <a:pt x="14578" y="8469"/>
                    <a:pt x="14533" y="8424"/>
                  </a:cubicBezTo>
                  <a:cubicBezTo>
                    <a:pt x="14529" y="8420"/>
                    <a:pt x="14519" y="8418"/>
                    <a:pt x="14508" y="8418"/>
                  </a:cubicBezTo>
                  <a:cubicBezTo>
                    <a:pt x="14479" y="8418"/>
                    <a:pt x="14439" y="8429"/>
                    <a:pt x="14428" y="8439"/>
                  </a:cubicBezTo>
                  <a:cubicBezTo>
                    <a:pt x="14339" y="8619"/>
                    <a:pt x="14264" y="8783"/>
                    <a:pt x="14175" y="8962"/>
                  </a:cubicBezTo>
                  <a:lnTo>
                    <a:pt x="14115" y="8962"/>
                  </a:lnTo>
                  <a:lnTo>
                    <a:pt x="14115" y="8947"/>
                  </a:lnTo>
                  <a:cubicBezTo>
                    <a:pt x="14087" y="8669"/>
                    <a:pt x="14137" y="8314"/>
                    <a:pt x="13735" y="8314"/>
                  </a:cubicBezTo>
                  <a:cubicBezTo>
                    <a:pt x="13705" y="8314"/>
                    <a:pt x="13672" y="8316"/>
                    <a:pt x="13637" y="8320"/>
                  </a:cubicBezTo>
                  <a:cubicBezTo>
                    <a:pt x="13652" y="8215"/>
                    <a:pt x="13667" y="8111"/>
                    <a:pt x="13682" y="7976"/>
                  </a:cubicBezTo>
                  <a:lnTo>
                    <a:pt x="13682" y="7976"/>
                  </a:lnTo>
                  <a:cubicBezTo>
                    <a:pt x="13607" y="8021"/>
                    <a:pt x="13547" y="8066"/>
                    <a:pt x="13473" y="8096"/>
                  </a:cubicBezTo>
                  <a:lnTo>
                    <a:pt x="13473" y="8111"/>
                  </a:lnTo>
                  <a:cubicBezTo>
                    <a:pt x="13458" y="8036"/>
                    <a:pt x="13428" y="7976"/>
                    <a:pt x="13413" y="7902"/>
                  </a:cubicBezTo>
                  <a:cubicBezTo>
                    <a:pt x="13383" y="7947"/>
                    <a:pt x="13338" y="7991"/>
                    <a:pt x="13323" y="8036"/>
                  </a:cubicBezTo>
                  <a:cubicBezTo>
                    <a:pt x="13293" y="8141"/>
                    <a:pt x="13278" y="8230"/>
                    <a:pt x="13263" y="8335"/>
                  </a:cubicBezTo>
                  <a:lnTo>
                    <a:pt x="13323" y="8335"/>
                  </a:lnTo>
                  <a:lnTo>
                    <a:pt x="13308" y="8350"/>
                  </a:lnTo>
                  <a:cubicBezTo>
                    <a:pt x="13293" y="8350"/>
                    <a:pt x="13278" y="8335"/>
                    <a:pt x="13263" y="8335"/>
                  </a:cubicBezTo>
                  <a:cubicBezTo>
                    <a:pt x="13219" y="8305"/>
                    <a:pt x="13189" y="8290"/>
                    <a:pt x="13159" y="8260"/>
                  </a:cubicBezTo>
                  <a:cubicBezTo>
                    <a:pt x="13114" y="8215"/>
                    <a:pt x="13084" y="8171"/>
                    <a:pt x="13039" y="8141"/>
                  </a:cubicBezTo>
                  <a:lnTo>
                    <a:pt x="12995" y="8410"/>
                  </a:lnTo>
                  <a:cubicBezTo>
                    <a:pt x="12890" y="8589"/>
                    <a:pt x="12786" y="8783"/>
                    <a:pt x="12681" y="8962"/>
                  </a:cubicBezTo>
                  <a:lnTo>
                    <a:pt x="12681" y="8977"/>
                  </a:lnTo>
                  <a:cubicBezTo>
                    <a:pt x="12636" y="9022"/>
                    <a:pt x="12606" y="9082"/>
                    <a:pt x="12562" y="9141"/>
                  </a:cubicBezTo>
                  <a:cubicBezTo>
                    <a:pt x="12547" y="9082"/>
                    <a:pt x="12547" y="9022"/>
                    <a:pt x="12532" y="8962"/>
                  </a:cubicBezTo>
                  <a:cubicBezTo>
                    <a:pt x="12532" y="8947"/>
                    <a:pt x="12532" y="8917"/>
                    <a:pt x="12532" y="8888"/>
                  </a:cubicBezTo>
                  <a:cubicBezTo>
                    <a:pt x="12562" y="8723"/>
                    <a:pt x="12591" y="8559"/>
                    <a:pt x="12621" y="8395"/>
                  </a:cubicBezTo>
                  <a:cubicBezTo>
                    <a:pt x="12576" y="8380"/>
                    <a:pt x="12547" y="8365"/>
                    <a:pt x="12502" y="8365"/>
                  </a:cubicBezTo>
                  <a:cubicBezTo>
                    <a:pt x="12457" y="8544"/>
                    <a:pt x="12412" y="8708"/>
                    <a:pt x="12367" y="8888"/>
                  </a:cubicBezTo>
                  <a:cubicBezTo>
                    <a:pt x="12308" y="9007"/>
                    <a:pt x="12248" y="9141"/>
                    <a:pt x="12188" y="9261"/>
                  </a:cubicBezTo>
                  <a:cubicBezTo>
                    <a:pt x="12024" y="9380"/>
                    <a:pt x="12039" y="9589"/>
                    <a:pt x="11964" y="9754"/>
                  </a:cubicBezTo>
                  <a:cubicBezTo>
                    <a:pt x="11815" y="10351"/>
                    <a:pt x="11650" y="10964"/>
                    <a:pt x="11501" y="11561"/>
                  </a:cubicBezTo>
                  <a:cubicBezTo>
                    <a:pt x="11456" y="11621"/>
                    <a:pt x="11456" y="11666"/>
                    <a:pt x="11471" y="11725"/>
                  </a:cubicBezTo>
                  <a:cubicBezTo>
                    <a:pt x="11292" y="11740"/>
                    <a:pt x="11292" y="11905"/>
                    <a:pt x="11292" y="12024"/>
                  </a:cubicBezTo>
                  <a:cubicBezTo>
                    <a:pt x="11307" y="12158"/>
                    <a:pt x="11322" y="12263"/>
                    <a:pt x="11277" y="12368"/>
                  </a:cubicBezTo>
                  <a:cubicBezTo>
                    <a:pt x="11247" y="12502"/>
                    <a:pt x="11232" y="12636"/>
                    <a:pt x="11217" y="12786"/>
                  </a:cubicBezTo>
                  <a:cubicBezTo>
                    <a:pt x="11202" y="12950"/>
                    <a:pt x="11187" y="13129"/>
                    <a:pt x="11187" y="13309"/>
                  </a:cubicBezTo>
                  <a:cubicBezTo>
                    <a:pt x="11172" y="13323"/>
                    <a:pt x="11172" y="13323"/>
                    <a:pt x="11187" y="13353"/>
                  </a:cubicBezTo>
                  <a:cubicBezTo>
                    <a:pt x="11113" y="13398"/>
                    <a:pt x="10978" y="13458"/>
                    <a:pt x="10993" y="13488"/>
                  </a:cubicBezTo>
                  <a:cubicBezTo>
                    <a:pt x="11023" y="13622"/>
                    <a:pt x="10844" y="13831"/>
                    <a:pt x="11053" y="13921"/>
                  </a:cubicBezTo>
                  <a:cubicBezTo>
                    <a:pt x="11053" y="13936"/>
                    <a:pt x="11053" y="13951"/>
                    <a:pt x="11053" y="13951"/>
                  </a:cubicBezTo>
                  <a:cubicBezTo>
                    <a:pt x="11023" y="14040"/>
                    <a:pt x="11023" y="14115"/>
                    <a:pt x="11023" y="14190"/>
                  </a:cubicBezTo>
                  <a:cubicBezTo>
                    <a:pt x="11038" y="14279"/>
                    <a:pt x="11038" y="14384"/>
                    <a:pt x="11158" y="14414"/>
                  </a:cubicBezTo>
                  <a:cubicBezTo>
                    <a:pt x="11175" y="14419"/>
                    <a:pt x="11190" y="14421"/>
                    <a:pt x="11203" y="14421"/>
                  </a:cubicBezTo>
                  <a:cubicBezTo>
                    <a:pt x="11298" y="14421"/>
                    <a:pt x="11287" y="14297"/>
                    <a:pt x="11345" y="14240"/>
                  </a:cubicBezTo>
                  <a:lnTo>
                    <a:pt x="11345" y="14240"/>
                  </a:lnTo>
                  <a:cubicBezTo>
                    <a:pt x="11341" y="14248"/>
                    <a:pt x="11337" y="14256"/>
                    <a:pt x="11337" y="14264"/>
                  </a:cubicBezTo>
                  <a:cubicBezTo>
                    <a:pt x="11322" y="14384"/>
                    <a:pt x="11172" y="14474"/>
                    <a:pt x="11232" y="14623"/>
                  </a:cubicBezTo>
                  <a:cubicBezTo>
                    <a:pt x="11247" y="14623"/>
                    <a:pt x="11277" y="14638"/>
                    <a:pt x="11292" y="14638"/>
                  </a:cubicBezTo>
                  <a:cubicBezTo>
                    <a:pt x="11367" y="14802"/>
                    <a:pt x="11456" y="14966"/>
                    <a:pt x="11546" y="15116"/>
                  </a:cubicBezTo>
                  <a:cubicBezTo>
                    <a:pt x="11531" y="15146"/>
                    <a:pt x="11531" y="15161"/>
                    <a:pt x="11516" y="15176"/>
                  </a:cubicBezTo>
                  <a:cubicBezTo>
                    <a:pt x="11501" y="15175"/>
                    <a:pt x="11486" y="15174"/>
                    <a:pt x="11472" y="15174"/>
                  </a:cubicBezTo>
                  <a:cubicBezTo>
                    <a:pt x="11174" y="15174"/>
                    <a:pt x="11045" y="15320"/>
                    <a:pt x="11187" y="15519"/>
                  </a:cubicBezTo>
                  <a:cubicBezTo>
                    <a:pt x="11322" y="15713"/>
                    <a:pt x="11068" y="15683"/>
                    <a:pt x="11128" y="15773"/>
                  </a:cubicBezTo>
                  <a:cubicBezTo>
                    <a:pt x="11116" y="15936"/>
                    <a:pt x="11095" y="16080"/>
                    <a:pt x="10953" y="16080"/>
                  </a:cubicBezTo>
                  <a:cubicBezTo>
                    <a:pt x="10913" y="16080"/>
                    <a:pt x="10862" y="16068"/>
                    <a:pt x="10799" y="16042"/>
                  </a:cubicBezTo>
                  <a:cubicBezTo>
                    <a:pt x="10769" y="15967"/>
                    <a:pt x="10754" y="15892"/>
                    <a:pt x="10724" y="15818"/>
                  </a:cubicBezTo>
                  <a:lnTo>
                    <a:pt x="10635" y="15818"/>
                  </a:lnTo>
                  <a:lnTo>
                    <a:pt x="10635" y="16206"/>
                  </a:lnTo>
                  <a:cubicBezTo>
                    <a:pt x="10620" y="16236"/>
                    <a:pt x="10620" y="16266"/>
                    <a:pt x="10635" y="16296"/>
                  </a:cubicBezTo>
                  <a:cubicBezTo>
                    <a:pt x="10470" y="16490"/>
                    <a:pt x="10321" y="16654"/>
                    <a:pt x="10157" y="16833"/>
                  </a:cubicBezTo>
                  <a:lnTo>
                    <a:pt x="10157" y="16848"/>
                  </a:lnTo>
                  <a:cubicBezTo>
                    <a:pt x="10127" y="16789"/>
                    <a:pt x="10112" y="16729"/>
                    <a:pt x="10082" y="16684"/>
                  </a:cubicBezTo>
                  <a:cubicBezTo>
                    <a:pt x="10052" y="16624"/>
                    <a:pt x="10037" y="16565"/>
                    <a:pt x="10007" y="16505"/>
                  </a:cubicBezTo>
                  <a:cubicBezTo>
                    <a:pt x="9993" y="16594"/>
                    <a:pt x="9963" y="16684"/>
                    <a:pt x="9933" y="16759"/>
                  </a:cubicBezTo>
                  <a:cubicBezTo>
                    <a:pt x="9843" y="16863"/>
                    <a:pt x="9769" y="16968"/>
                    <a:pt x="9694" y="17072"/>
                  </a:cubicBezTo>
                  <a:lnTo>
                    <a:pt x="9679" y="17072"/>
                  </a:lnTo>
                  <a:cubicBezTo>
                    <a:pt x="9634" y="17177"/>
                    <a:pt x="9559" y="17267"/>
                    <a:pt x="9515" y="17371"/>
                  </a:cubicBezTo>
                  <a:cubicBezTo>
                    <a:pt x="9470" y="17505"/>
                    <a:pt x="9425" y="17655"/>
                    <a:pt x="9380" y="17789"/>
                  </a:cubicBezTo>
                  <a:cubicBezTo>
                    <a:pt x="9246" y="17924"/>
                    <a:pt x="9261" y="18103"/>
                    <a:pt x="9231" y="18267"/>
                  </a:cubicBezTo>
                  <a:cubicBezTo>
                    <a:pt x="9231" y="18312"/>
                    <a:pt x="9231" y="18372"/>
                    <a:pt x="9246" y="18417"/>
                  </a:cubicBezTo>
                  <a:cubicBezTo>
                    <a:pt x="9261" y="18446"/>
                    <a:pt x="9276" y="18461"/>
                    <a:pt x="9291" y="18491"/>
                  </a:cubicBezTo>
                  <a:cubicBezTo>
                    <a:pt x="9246" y="18641"/>
                    <a:pt x="9201" y="18805"/>
                    <a:pt x="9156" y="18954"/>
                  </a:cubicBezTo>
                  <a:cubicBezTo>
                    <a:pt x="9201" y="18954"/>
                    <a:pt x="9246" y="18969"/>
                    <a:pt x="9306" y="18969"/>
                  </a:cubicBezTo>
                  <a:cubicBezTo>
                    <a:pt x="9306" y="18969"/>
                    <a:pt x="9306" y="18984"/>
                    <a:pt x="9306" y="18984"/>
                  </a:cubicBezTo>
                  <a:cubicBezTo>
                    <a:pt x="9276" y="19387"/>
                    <a:pt x="9156" y="19791"/>
                    <a:pt x="9067" y="20179"/>
                  </a:cubicBezTo>
                  <a:cubicBezTo>
                    <a:pt x="9067" y="20186"/>
                    <a:pt x="9067" y="20190"/>
                    <a:pt x="9067" y="20194"/>
                  </a:cubicBezTo>
                  <a:cubicBezTo>
                    <a:pt x="9007" y="20142"/>
                    <a:pt x="8947" y="20119"/>
                    <a:pt x="8887" y="20119"/>
                  </a:cubicBezTo>
                  <a:cubicBezTo>
                    <a:pt x="8828" y="20119"/>
                    <a:pt x="8768" y="20142"/>
                    <a:pt x="8708" y="20179"/>
                  </a:cubicBezTo>
                  <a:cubicBezTo>
                    <a:pt x="8630" y="20234"/>
                    <a:pt x="8543" y="20301"/>
                    <a:pt x="8479" y="20301"/>
                  </a:cubicBezTo>
                  <a:cubicBezTo>
                    <a:pt x="8420" y="20301"/>
                    <a:pt x="8379" y="20245"/>
                    <a:pt x="8379" y="20074"/>
                  </a:cubicBezTo>
                  <a:cubicBezTo>
                    <a:pt x="8365" y="20030"/>
                    <a:pt x="8350" y="20000"/>
                    <a:pt x="8335" y="19970"/>
                  </a:cubicBezTo>
                  <a:cubicBezTo>
                    <a:pt x="8305" y="19940"/>
                    <a:pt x="8290" y="19910"/>
                    <a:pt x="8275" y="19865"/>
                  </a:cubicBezTo>
                  <a:cubicBezTo>
                    <a:pt x="8245" y="19791"/>
                    <a:pt x="8230" y="19701"/>
                    <a:pt x="8215" y="19626"/>
                  </a:cubicBezTo>
                  <a:cubicBezTo>
                    <a:pt x="8215" y="19582"/>
                    <a:pt x="8230" y="19537"/>
                    <a:pt x="8245" y="19477"/>
                  </a:cubicBezTo>
                  <a:cubicBezTo>
                    <a:pt x="7991" y="19298"/>
                    <a:pt x="7946" y="18999"/>
                    <a:pt x="7857" y="18745"/>
                  </a:cubicBezTo>
                  <a:lnTo>
                    <a:pt x="7857" y="18745"/>
                  </a:lnTo>
                  <a:lnTo>
                    <a:pt x="8021" y="18775"/>
                  </a:lnTo>
                  <a:cubicBezTo>
                    <a:pt x="8036" y="18790"/>
                    <a:pt x="8036" y="18805"/>
                    <a:pt x="8051" y="18820"/>
                  </a:cubicBezTo>
                  <a:lnTo>
                    <a:pt x="8111" y="17491"/>
                  </a:lnTo>
                  <a:lnTo>
                    <a:pt x="8111" y="17476"/>
                  </a:lnTo>
                  <a:cubicBezTo>
                    <a:pt x="8081" y="17237"/>
                    <a:pt x="8066" y="16998"/>
                    <a:pt x="8036" y="16759"/>
                  </a:cubicBezTo>
                  <a:cubicBezTo>
                    <a:pt x="8021" y="16654"/>
                    <a:pt x="7991" y="16550"/>
                    <a:pt x="8006" y="16445"/>
                  </a:cubicBezTo>
                  <a:cubicBezTo>
                    <a:pt x="8036" y="16281"/>
                    <a:pt x="8096" y="16116"/>
                    <a:pt x="8141" y="15967"/>
                  </a:cubicBezTo>
                  <a:cubicBezTo>
                    <a:pt x="8096" y="15952"/>
                    <a:pt x="8081" y="15922"/>
                    <a:pt x="8081" y="15892"/>
                  </a:cubicBezTo>
                  <a:lnTo>
                    <a:pt x="8081" y="15892"/>
                  </a:lnTo>
                  <a:cubicBezTo>
                    <a:pt x="8096" y="15907"/>
                    <a:pt x="8126" y="15937"/>
                    <a:pt x="8141" y="15967"/>
                  </a:cubicBezTo>
                  <a:cubicBezTo>
                    <a:pt x="8185" y="15877"/>
                    <a:pt x="8230" y="15788"/>
                    <a:pt x="8260" y="15698"/>
                  </a:cubicBezTo>
                  <a:cubicBezTo>
                    <a:pt x="8260" y="15683"/>
                    <a:pt x="8170" y="15624"/>
                    <a:pt x="8111" y="15594"/>
                  </a:cubicBezTo>
                  <a:cubicBezTo>
                    <a:pt x="8066" y="15459"/>
                    <a:pt x="8066" y="15459"/>
                    <a:pt x="8200" y="15355"/>
                  </a:cubicBezTo>
                  <a:cubicBezTo>
                    <a:pt x="8230" y="15340"/>
                    <a:pt x="8245" y="15295"/>
                    <a:pt x="8230" y="15280"/>
                  </a:cubicBezTo>
                  <a:cubicBezTo>
                    <a:pt x="8126" y="15071"/>
                    <a:pt x="8141" y="14892"/>
                    <a:pt x="8245" y="14653"/>
                  </a:cubicBezTo>
                  <a:cubicBezTo>
                    <a:pt x="8365" y="14384"/>
                    <a:pt x="8290" y="14025"/>
                    <a:pt x="8305" y="13712"/>
                  </a:cubicBezTo>
                  <a:cubicBezTo>
                    <a:pt x="8350" y="13697"/>
                    <a:pt x="8379" y="13697"/>
                    <a:pt x="8424" y="13682"/>
                  </a:cubicBezTo>
                  <a:cubicBezTo>
                    <a:pt x="8469" y="13637"/>
                    <a:pt x="8439" y="13562"/>
                    <a:pt x="8409" y="13547"/>
                  </a:cubicBezTo>
                  <a:cubicBezTo>
                    <a:pt x="8230" y="13547"/>
                    <a:pt x="8379" y="13443"/>
                    <a:pt x="8365" y="13398"/>
                  </a:cubicBezTo>
                  <a:lnTo>
                    <a:pt x="8379" y="13383"/>
                  </a:lnTo>
                  <a:cubicBezTo>
                    <a:pt x="8394" y="13353"/>
                    <a:pt x="8424" y="13323"/>
                    <a:pt x="8424" y="13294"/>
                  </a:cubicBezTo>
                  <a:cubicBezTo>
                    <a:pt x="8439" y="13234"/>
                    <a:pt x="8424" y="13174"/>
                    <a:pt x="8394" y="13129"/>
                  </a:cubicBezTo>
                  <a:cubicBezTo>
                    <a:pt x="8394" y="13114"/>
                    <a:pt x="8394" y="13114"/>
                    <a:pt x="8379" y="13114"/>
                  </a:cubicBezTo>
                  <a:cubicBezTo>
                    <a:pt x="8424" y="12965"/>
                    <a:pt x="8469" y="12816"/>
                    <a:pt x="8529" y="12681"/>
                  </a:cubicBezTo>
                  <a:cubicBezTo>
                    <a:pt x="8693" y="12323"/>
                    <a:pt x="8663" y="11949"/>
                    <a:pt x="8604" y="11576"/>
                  </a:cubicBezTo>
                  <a:cubicBezTo>
                    <a:pt x="8618" y="11561"/>
                    <a:pt x="8618" y="11546"/>
                    <a:pt x="8633" y="11531"/>
                  </a:cubicBezTo>
                  <a:cubicBezTo>
                    <a:pt x="8992" y="11382"/>
                    <a:pt x="9022" y="11292"/>
                    <a:pt x="8857" y="10829"/>
                  </a:cubicBezTo>
                  <a:lnTo>
                    <a:pt x="8842" y="10829"/>
                  </a:lnTo>
                  <a:lnTo>
                    <a:pt x="8887" y="10695"/>
                  </a:lnTo>
                  <a:cubicBezTo>
                    <a:pt x="8917" y="10680"/>
                    <a:pt x="8947" y="10665"/>
                    <a:pt x="8977" y="10635"/>
                  </a:cubicBezTo>
                  <a:cubicBezTo>
                    <a:pt x="9052" y="10560"/>
                    <a:pt x="9126" y="10471"/>
                    <a:pt x="9126" y="10381"/>
                  </a:cubicBezTo>
                  <a:cubicBezTo>
                    <a:pt x="9126" y="9873"/>
                    <a:pt x="9335" y="9425"/>
                    <a:pt x="9395" y="8947"/>
                  </a:cubicBezTo>
                  <a:cubicBezTo>
                    <a:pt x="9320" y="8738"/>
                    <a:pt x="9365" y="8529"/>
                    <a:pt x="9485" y="8350"/>
                  </a:cubicBezTo>
                  <a:cubicBezTo>
                    <a:pt x="9515" y="8230"/>
                    <a:pt x="9559" y="8126"/>
                    <a:pt x="9530" y="7991"/>
                  </a:cubicBezTo>
                  <a:cubicBezTo>
                    <a:pt x="9530" y="7991"/>
                    <a:pt x="9515" y="7991"/>
                    <a:pt x="9515" y="7976"/>
                  </a:cubicBezTo>
                  <a:lnTo>
                    <a:pt x="9530" y="7932"/>
                  </a:lnTo>
                  <a:cubicBezTo>
                    <a:pt x="9530" y="7917"/>
                    <a:pt x="9530" y="7902"/>
                    <a:pt x="9530" y="7872"/>
                  </a:cubicBezTo>
                  <a:lnTo>
                    <a:pt x="9544" y="7857"/>
                  </a:lnTo>
                  <a:cubicBezTo>
                    <a:pt x="9530" y="7633"/>
                    <a:pt x="9335" y="7394"/>
                    <a:pt x="9589" y="7185"/>
                  </a:cubicBezTo>
                  <a:cubicBezTo>
                    <a:pt x="9530" y="7140"/>
                    <a:pt x="9455" y="7110"/>
                    <a:pt x="9395" y="7065"/>
                  </a:cubicBezTo>
                  <a:cubicBezTo>
                    <a:pt x="9440" y="6976"/>
                    <a:pt x="9515" y="6886"/>
                    <a:pt x="9530" y="6796"/>
                  </a:cubicBezTo>
                  <a:cubicBezTo>
                    <a:pt x="9574" y="6662"/>
                    <a:pt x="9589" y="6513"/>
                    <a:pt x="9604" y="6363"/>
                  </a:cubicBezTo>
                  <a:cubicBezTo>
                    <a:pt x="9685" y="6401"/>
                    <a:pt x="9745" y="6416"/>
                    <a:pt x="9789" y="6416"/>
                  </a:cubicBezTo>
                  <a:cubicBezTo>
                    <a:pt x="9939" y="6416"/>
                    <a:pt x="9906" y="6233"/>
                    <a:pt x="9918" y="6095"/>
                  </a:cubicBezTo>
                  <a:cubicBezTo>
                    <a:pt x="9933" y="6080"/>
                    <a:pt x="9933" y="6065"/>
                    <a:pt x="9933" y="6050"/>
                  </a:cubicBezTo>
                  <a:cubicBezTo>
                    <a:pt x="9993" y="6109"/>
                    <a:pt x="10037" y="6169"/>
                    <a:pt x="10097" y="6229"/>
                  </a:cubicBezTo>
                  <a:cubicBezTo>
                    <a:pt x="10112" y="6348"/>
                    <a:pt x="10127" y="6468"/>
                    <a:pt x="10142" y="6662"/>
                  </a:cubicBezTo>
                  <a:cubicBezTo>
                    <a:pt x="10232" y="6528"/>
                    <a:pt x="10276" y="6453"/>
                    <a:pt x="10336" y="6378"/>
                  </a:cubicBezTo>
                  <a:lnTo>
                    <a:pt x="10336" y="6363"/>
                  </a:lnTo>
                  <a:cubicBezTo>
                    <a:pt x="10366" y="6333"/>
                    <a:pt x="10381" y="6304"/>
                    <a:pt x="10411" y="6274"/>
                  </a:cubicBezTo>
                  <a:lnTo>
                    <a:pt x="10635" y="6274"/>
                  </a:lnTo>
                  <a:cubicBezTo>
                    <a:pt x="10934" y="6020"/>
                    <a:pt x="10829" y="5826"/>
                    <a:pt x="10545" y="5661"/>
                  </a:cubicBezTo>
                  <a:cubicBezTo>
                    <a:pt x="10530" y="5602"/>
                    <a:pt x="10515" y="5542"/>
                    <a:pt x="10485" y="5482"/>
                  </a:cubicBezTo>
                  <a:lnTo>
                    <a:pt x="10485" y="5467"/>
                  </a:lnTo>
                  <a:cubicBezTo>
                    <a:pt x="10515" y="5452"/>
                    <a:pt x="10545" y="5452"/>
                    <a:pt x="10560" y="5437"/>
                  </a:cubicBezTo>
                  <a:cubicBezTo>
                    <a:pt x="10651" y="5481"/>
                    <a:pt x="10724" y="5502"/>
                    <a:pt x="10781" y="5502"/>
                  </a:cubicBezTo>
                  <a:cubicBezTo>
                    <a:pt x="10900" y="5502"/>
                    <a:pt x="10948" y="5406"/>
                    <a:pt x="10948" y="5213"/>
                  </a:cubicBezTo>
                  <a:cubicBezTo>
                    <a:pt x="10963" y="4974"/>
                    <a:pt x="11008" y="4735"/>
                    <a:pt x="11038" y="4496"/>
                  </a:cubicBezTo>
                  <a:lnTo>
                    <a:pt x="11038" y="4481"/>
                  </a:lnTo>
                  <a:cubicBezTo>
                    <a:pt x="11068" y="4257"/>
                    <a:pt x="11397" y="4018"/>
                    <a:pt x="11023" y="3794"/>
                  </a:cubicBezTo>
                  <a:cubicBezTo>
                    <a:pt x="11397" y="3615"/>
                    <a:pt x="10993" y="3406"/>
                    <a:pt x="11053" y="3227"/>
                  </a:cubicBezTo>
                  <a:lnTo>
                    <a:pt x="11053" y="3212"/>
                  </a:lnTo>
                  <a:cubicBezTo>
                    <a:pt x="11053" y="3137"/>
                    <a:pt x="11068" y="2973"/>
                    <a:pt x="11053" y="2973"/>
                  </a:cubicBezTo>
                  <a:cubicBezTo>
                    <a:pt x="10650" y="2928"/>
                    <a:pt x="10814" y="2570"/>
                    <a:pt x="10724" y="2361"/>
                  </a:cubicBezTo>
                  <a:cubicBezTo>
                    <a:pt x="10232" y="2256"/>
                    <a:pt x="9963" y="1868"/>
                    <a:pt x="9634" y="1539"/>
                  </a:cubicBezTo>
                  <a:cubicBezTo>
                    <a:pt x="9589" y="1673"/>
                    <a:pt x="9574" y="1778"/>
                    <a:pt x="9544" y="1883"/>
                  </a:cubicBezTo>
                  <a:cubicBezTo>
                    <a:pt x="9276" y="1912"/>
                    <a:pt x="9022" y="1927"/>
                    <a:pt x="8768" y="1957"/>
                  </a:cubicBezTo>
                  <a:cubicBezTo>
                    <a:pt x="8753" y="1957"/>
                    <a:pt x="8738" y="1987"/>
                    <a:pt x="8723" y="2017"/>
                  </a:cubicBezTo>
                  <a:cubicBezTo>
                    <a:pt x="8663" y="2211"/>
                    <a:pt x="8589" y="2405"/>
                    <a:pt x="8529" y="2600"/>
                  </a:cubicBezTo>
                  <a:cubicBezTo>
                    <a:pt x="8514" y="2614"/>
                    <a:pt x="8499" y="2629"/>
                    <a:pt x="8499" y="2659"/>
                  </a:cubicBezTo>
                  <a:cubicBezTo>
                    <a:pt x="8491" y="2676"/>
                    <a:pt x="8482" y="2692"/>
                    <a:pt x="8474" y="2709"/>
                  </a:cubicBezTo>
                  <a:lnTo>
                    <a:pt x="8474" y="2709"/>
                  </a:lnTo>
                  <a:cubicBezTo>
                    <a:pt x="8389" y="2747"/>
                    <a:pt x="8165" y="2700"/>
                    <a:pt x="8350" y="2898"/>
                  </a:cubicBezTo>
                  <a:lnTo>
                    <a:pt x="8350" y="2913"/>
                  </a:lnTo>
                  <a:cubicBezTo>
                    <a:pt x="8290" y="3077"/>
                    <a:pt x="8215" y="3242"/>
                    <a:pt x="8155" y="3406"/>
                  </a:cubicBezTo>
                  <a:cubicBezTo>
                    <a:pt x="8036" y="3765"/>
                    <a:pt x="7931" y="4123"/>
                    <a:pt x="7812" y="4481"/>
                  </a:cubicBezTo>
                  <a:cubicBezTo>
                    <a:pt x="7722" y="4691"/>
                    <a:pt x="7648" y="4900"/>
                    <a:pt x="7558" y="5094"/>
                  </a:cubicBezTo>
                  <a:cubicBezTo>
                    <a:pt x="7543" y="5139"/>
                    <a:pt x="7528" y="5168"/>
                    <a:pt x="7528" y="5213"/>
                  </a:cubicBezTo>
                  <a:cubicBezTo>
                    <a:pt x="7483" y="5407"/>
                    <a:pt x="7424" y="5602"/>
                    <a:pt x="7379" y="5796"/>
                  </a:cubicBezTo>
                  <a:cubicBezTo>
                    <a:pt x="7394" y="5796"/>
                    <a:pt x="7424" y="5811"/>
                    <a:pt x="7439" y="5811"/>
                  </a:cubicBezTo>
                  <a:cubicBezTo>
                    <a:pt x="7483" y="5706"/>
                    <a:pt x="7528" y="5617"/>
                    <a:pt x="7588" y="5512"/>
                  </a:cubicBezTo>
                  <a:cubicBezTo>
                    <a:pt x="7603" y="5557"/>
                    <a:pt x="7633" y="5617"/>
                    <a:pt x="7648" y="5676"/>
                  </a:cubicBezTo>
                  <a:cubicBezTo>
                    <a:pt x="7603" y="5856"/>
                    <a:pt x="7543" y="6035"/>
                    <a:pt x="7483" y="6199"/>
                  </a:cubicBezTo>
                  <a:cubicBezTo>
                    <a:pt x="7453" y="6199"/>
                    <a:pt x="7439" y="6214"/>
                    <a:pt x="7424" y="6214"/>
                  </a:cubicBezTo>
                  <a:cubicBezTo>
                    <a:pt x="7394" y="6154"/>
                    <a:pt x="7349" y="6095"/>
                    <a:pt x="7319" y="6050"/>
                  </a:cubicBezTo>
                  <a:cubicBezTo>
                    <a:pt x="7274" y="6124"/>
                    <a:pt x="7229" y="6214"/>
                    <a:pt x="7170" y="6289"/>
                  </a:cubicBezTo>
                  <a:cubicBezTo>
                    <a:pt x="7125" y="6378"/>
                    <a:pt x="7080" y="6453"/>
                    <a:pt x="7020" y="6528"/>
                  </a:cubicBezTo>
                  <a:cubicBezTo>
                    <a:pt x="7065" y="6587"/>
                    <a:pt x="7110" y="6647"/>
                    <a:pt x="7155" y="6692"/>
                  </a:cubicBezTo>
                  <a:lnTo>
                    <a:pt x="7140" y="6692"/>
                  </a:lnTo>
                  <a:cubicBezTo>
                    <a:pt x="7050" y="6811"/>
                    <a:pt x="6961" y="6946"/>
                    <a:pt x="6871" y="7065"/>
                  </a:cubicBezTo>
                  <a:cubicBezTo>
                    <a:pt x="7035" y="7394"/>
                    <a:pt x="6677" y="7349"/>
                    <a:pt x="6557" y="7498"/>
                  </a:cubicBezTo>
                  <a:cubicBezTo>
                    <a:pt x="6647" y="7543"/>
                    <a:pt x="6707" y="7588"/>
                    <a:pt x="6781" y="7633"/>
                  </a:cubicBezTo>
                  <a:cubicBezTo>
                    <a:pt x="6781" y="7663"/>
                    <a:pt x="6781" y="7678"/>
                    <a:pt x="6796" y="7708"/>
                  </a:cubicBezTo>
                  <a:cubicBezTo>
                    <a:pt x="6707" y="7752"/>
                    <a:pt x="6632" y="7812"/>
                    <a:pt x="6542" y="7872"/>
                  </a:cubicBezTo>
                  <a:cubicBezTo>
                    <a:pt x="6542" y="7947"/>
                    <a:pt x="6542" y="8036"/>
                    <a:pt x="6542" y="8111"/>
                  </a:cubicBezTo>
                  <a:cubicBezTo>
                    <a:pt x="6542" y="8126"/>
                    <a:pt x="6542" y="8141"/>
                    <a:pt x="6542" y="8156"/>
                  </a:cubicBezTo>
                  <a:cubicBezTo>
                    <a:pt x="6498" y="8245"/>
                    <a:pt x="6438" y="8320"/>
                    <a:pt x="6393" y="8410"/>
                  </a:cubicBezTo>
                  <a:cubicBezTo>
                    <a:pt x="6468" y="8410"/>
                    <a:pt x="6542" y="8424"/>
                    <a:pt x="6617" y="8424"/>
                  </a:cubicBezTo>
                  <a:cubicBezTo>
                    <a:pt x="6617" y="8559"/>
                    <a:pt x="6617" y="8678"/>
                    <a:pt x="6617" y="8813"/>
                  </a:cubicBezTo>
                  <a:cubicBezTo>
                    <a:pt x="6643" y="8803"/>
                    <a:pt x="6663" y="8799"/>
                    <a:pt x="6678" y="8799"/>
                  </a:cubicBezTo>
                  <a:cubicBezTo>
                    <a:pt x="6737" y="8799"/>
                    <a:pt x="6740" y="8855"/>
                    <a:pt x="6751" y="8902"/>
                  </a:cubicBezTo>
                  <a:lnTo>
                    <a:pt x="6737" y="8917"/>
                  </a:lnTo>
                  <a:cubicBezTo>
                    <a:pt x="6692" y="8888"/>
                    <a:pt x="6662" y="8843"/>
                    <a:pt x="6617" y="8813"/>
                  </a:cubicBezTo>
                  <a:cubicBezTo>
                    <a:pt x="6587" y="8858"/>
                    <a:pt x="6572" y="8902"/>
                    <a:pt x="6542" y="8962"/>
                  </a:cubicBezTo>
                  <a:lnTo>
                    <a:pt x="6483" y="9276"/>
                  </a:lnTo>
                  <a:cubicBezTo>
                    <a:pt x="6468" y="9276"/>
                    <a:pt x="6453" y="9276"/>
                    <a:pt x="6453" y="9291"/>
                  </a:cubicBezTo>
                  <a:cubicBezTo>
                    <a:pt x="6423" y="9306"/>
                    <a:pt x="6393" y="9321"/>
                    <a:pt x="6363" y="9351"/>
                  </a:cubicBezTo>
                  <a:cubicBezTo>
                    <a:pt x="6348" y="9321"/>
                    <a:pt x="6318" y="9306"/>
                    <a:pt x="6303" y="9276"/>
                  </a:cubicBezTo>
                  <a:cubicBezTo>
                    <a:pt x="6288" y="9186"/>
                    <a:pt x="6274" y="9082"/>
                    <a:pt x="6259" y="8977"/>
                  </a:cubicBezTo>
                  <a:lnTo>
                    <a:pt x="6184" y="8977"/>
                  </a:lnTo>
                  <a:cubicBezTo>
                    <a:pt x="6139" y="9126"/>
                    <a:pt x="6109" y="9291"/>
                    <a:pt x="6064" y="9440"/>
                  </a:cubicBezTo>
                  <a:lnTo>
                    <a:pt x="6079" y="9440"/>
                  </a:lnTo>
                  <a:cubicBezTo>
                    <a:pt x="5975" y="9694"/>
                    <a:pt x="5870" y="9933"/>
                    <a:pt x="5781" y="10187"/>
                  </a:cubicBezTo>
                  <a:cubicBezTo>
                    <a:pt x="5766" y="10202"/>
                    <a:pt x="5855" y="10262"/>
                    <a:pt x="5915" y="10306"/>
                  </a:cubicBezTo>
                  <a:cubicBezTo>
                    <a:pt x="5915" y="10366"/>
                    <a:pt x="5915" y="10426"/>
                    <a:pt x="5930" y="10471"/>
                  </a:cubicBezTo>
                  <a:cubicBezTo>
                    <a:pt x="5900" y="10680"/>
                    <a:pt x="5885" y="10889"/>
                    <a:pt x="5855" y="11098"/>
                  </a:cubicBezTo>
                  <a:cubicBezTo>
                    <a:pt x="5825" y="11262"/>
                    <a:pt x="5781" y="11412"/>
                    <a:pt x="5751" y="11561"/>
                  </a:cubicBezTo>
                  <a:cubicBezTo>
                    <a:pt x="5736" y="11621"/>
                    <a:pt x="5706" y="11681"/>
                    <a:pt x="5706" y="11740"/>
                  </a:cubicBezTo>
                  <a:cubicBezTo>
                    <a:pt x="5646" y="11875"/>
                    <a:pt x="5601" y="12024"/>
                    <a:pt x="5557" y="12158"/>
                  </a:cubicBezTo>
                  <a:cubicBezTo>
                    <a:pt x="5557" y="12158"/>
                    <a:pt x="5557" y="12173"/>
                    <a:pt x="5557" y="12173"/>
                  </a:cubicBezTo>
                  <a:cubicBezTo>
                    <a:pt x="5542" y="12203"/>
                    <a:pt x="5527" y="12248"/>
                    <a:pt x="5527" y="12278"/>
                  </a:cubicBezTo>
                  <a:cubicBezTo>
                    <a:pt x="5273" y="12577"/>
                    <a:pt x="5019" y="12875"/>
                    <a:pt x="5049" y="13294"/>
                  </a:cubicBezTo>
                  <a:cubicBezTo>
                    <a:pt x="5034" y="13323"/>
                    <a:pt x="5034" y="13338"/>
                    <a:pt x="5049" y="13353"/>
                  </a:cubicBezTo>
                  <a:cubicBezTo>
                    <a:pt x="5064" y="13428"/>
                    <a:pt x="5004" y="13473"/>
                    <a:pt x="4959" y="13518"/>
                  </a:cubicBezTo>
                  <a:cubicBezTo>
                    <a:pt x="4989" y="13473"/>
                    <a:pt x="5019" y="13413"/>
                    <a:pt x="5034" y="13353"/>
                  </a:cubicBezTo>
                  <a:lnTo>
                    <a:pt x="5034" y="13353"/>
                  </a:lnTo>
                  <a:cubicBezTo>
                    <a:pt x="4989" y="13413"/>
                    <a:pt x="4929" y="13473"/>
                    <a:pt x="4885" y="13533"/>
                  </a:cubicBezTo>
                  <a:cubicBezTo>
                    <a:pt x="4855" y="13562"/>
                    <a:pt x="4825" y="13577"/>
                    <a:pt x="4795" y="13607"/>
                  </a:cubicBezTo>
                  <a:cubicBezTo>
                    <a:pt x="4765" y="13533"/>
                    <a:pt x="4750" y="13458"/>
                    <a:pt x="4720" y="13368"/>
                  </a:cubicBezTo>
                  <a:cubicBezTo>
                    <a:pt x="4690" y="13383"/>
                    <a:pt x="4675" y="13383"/>
                    <a:pt x="4646" y="13398"/>
                  </a:cubicBezTo>
                  <a:cubicBezTo>
                    <a:pt x="4601" y="13428"/>
                    <a:pt x="4541" y="13443"/>
                    <a:pt x="4511" y="13488"/>
                  </a:cubicBezTo>
                  <a:cubicBezTo>
                    <a:pt x="4466" y="13577"/>
                    <a:pt x="4451" y="13682"/>
                    <a:pt x="4421" y="13772"/>
                  </a:cubicBezTo>
                  <a:lnTo>
                    <a:pt x="4242" y="14235"/>
                  </a:lnTo>
                  <a:cubicBezTo>
                    <a:pt x="4227" y="14369"/>
                    <a:pt x="3854" y="14369"/>
                    <a:pt x="4078" y="14623"/>
                  </a:cubicBezTo>
                  <a:cubicBezTo>
                    <a:pt x="4063" y="14653"/>
                    <a:pt x="4033" y="14668"/>
                    <a:pt x="4003" y="14698"/>
                  </a:cubicBezTo>
                  <a:lnTo>
                    <a:pt x="4003" y="14712"/>
                  </a:lnTo>
                  <a:cubicBezTo>
                    <a:pt x="3988" y="14772"/>
                    <a:pt x="3958" y="14847"/>
                    <a:pt x="3929" y="14922"/>
                  </a:cubicBezTo>
                  <a:cubicBezTo>
                    <a:pt x="3839" y="15026"/>
                    <a:pt x="3734" y="15131"/>
                    <a:pt x="3645" y="15250"/>
                  </a:cubicBezTo>
                  <a:cubicBezTo>
                    <a:pt x="3585" y="15310"/>
                    <a:pt x="3540" y="15385"/>
                    <a:pt x="3495" y="15444"/>
                  </a:cubicBezTo>
                  <a:cubicBezTo>
                    <a:pt x="3585" y="15444"/>
                    <a:pt x="3675" y="15429"/>
                    <a:pt x="3764" y="15429"/>
                  </a:cubicBezTo>
                  <a:cubicBezTo>
                    <a:pt x="3734" y="15534"/>
                    <a:pt x="3720" y="15639"/>
                    <a:pt x="3690" y="15728"/>
                  </a:cubicBezTo>
                  <a:cubicBezTo>
                    <a:pt x="3675" y="15758"/>
                    <a:pt x="3645" y="15788"/>
                    <a:pt x="3630" y="15803"/>
                  </a:cubicBezTo>
                  <a:lnTo>
                    <a:pt x="3615" y="15818"/>
                  </a:lnTo>
                  <a:lnTo>
                    <a:pt x="3540" y="15892"/>
                  </a:lnTo>
                  <a:cubicBezTo>
                    <a:pt x="3466" y="15818"/>
                    <a:pt x="3391" y="15743"/>
                    <a:pt x="3316" y="15668"/>
                  </a:cubicBezTo>
                  <a:cubicBezTo>
                    <a:pt x="3301" y="15624"/>
                    <a:pt x="3271" y="15579"/>
                    <a:pt x="3257" y="15534"/>
                  </a:cubicBezTo>
                  <a:cubicBezTo>
                    <a:pt x="3227" y="15579"/>
                    <a:pt x="3182" y="15624"/>
                    <a:pt x="3152" y="15653"/>
                  </a:cubicBezTo>
                  <a:cubicBezTo>
                    <a:pt x="3047" y="15892"/>
                    <a:pt x="2943" y="16131"/>
                    <a:pt x="3152" y="16370"/>
                  </a:cubicBezTo>
                  <a:cubicBezTo>
                    <a:pt x="3107" y="16460"/>
                    <a:pt x="3077" y="16565"/>
                    <a:pt x="3032" y="16654"/>
                  </a:cubicBezTo>
                  <a:cubicBezTo>
                    <a:pt x="2943" y="16565"/>
                    <a:pt x="2853" y="16460"/>
                    <a:pt x="2793" y="16400"/>
                  </a:cubicBezTo>
                  <a:cubicBezTo>
                    <a:pt x="2734" y="16513"/>
                    <a:pt x="2644" y="16543"/>
                    <a:pt x="2544" y="16543"/>
                  </a:cubicBezTo>
                  <a:cubicBezTo>
                    <a:pt x="2428" y="16543"/>
                    <a:pt x="2299" y="16504"/>
                    <a:pt x="2182" y="16504"/>
                  </a:cubicBezTo>
                  <a:cubicBezTo>
                    <a:pt x="2172" y="16504"/>
                    <a:pt x="2161" y="16504"/>
                    <a:pt x="2151" y="16505"/>
                  </a:cubicBezTo>
                  <a:cubicBezTo>
                    <a:pt x="2121" y="16460"/>
                    <a:pt x="2092" y="16415"/>
                    <a:pt x="2077" y="16370"/>
                  </a:cubicBezTo>
                  <a:lnTo>
                    <a:pt x="2062" y="16370"/>
                  </a:lnTo>
                  <a:cubicBezTo>
                    <a:pt x="2181" y="16116"/>
                    <a:pt x="1838" y="15952"/>
                    <a:pt x="1957" y="15624"/>
                  </a:cubicBezTo>
                  <a:cubicBezTo>
                    <a:pt x="2062" y="15370"/>
                    <a:pt x="1823" y="14981"/>
                    <a:pt x="1733" y="14653"/>
                  </a:cubicBezTo>
                  <a:lnTo>
                    <a:pt x="1643" y="14235"/>
                  </a:lnTo>
                  <a:cubicBezTo>
                    <a:pt x="1614" y="14190"/>
                    <a:pt x="1584" y="14145"/>
                    <a:pt x="1569" y="14100"/>
                  </a:cubicBezTo>
                  <a:cubicBezTo>
                    <a:pt x="1569" y="13996"/>
                    <a:pt x="1569" y="13876"/>
                    <a:pt x="1584" y="13772"/>
                  </a:cubicBezTo>
                  <a:cubicBezTo>
                    <a:pt x="1912" y="13667"/>
                    <a:pt x="1599" y="13458"/>
                    <a:pt x="1658" y="13309"/>
                  </a:cubicBezTo>
                  <a:lnTo>
                    <a:pt x="1658" y="13294"/>
                  </a:lnTo>
                  <a:cubicBezTo>
                    <a:pt x="1673" y="13099"/>
                    <a:pt x="1703" y="12920"/>
                    <a:pt x="1718" y="12726"/>
                  </a:cubicBezTo>
                  <a:cubicBezTo>
                    <a:pt x="1738" y="12600"/>
                    <a:pt x="1713" y="12530"/>
                    <a:pt x="1648" y="12530"/>
                  </a:cubicBezTo>
                  <a:cubicBezTo>
                    <a:pt x="1613" y="12530"/>
                    <a:pt x="1566" y="12550"/>
                    <a:pt x="1509" y="12592"/>
                  </a:cubicBezTo>
                  <a:cubicBezTo>
                    <a:pt x="1554" y="12532"/>
                    <a:pt x="1599" y="12472"/>
                    <a:pt x="1643" y="12427"/>
                  </a:cubicBezTo>
                  <a:cubicBezTo>
                    <a:pt x="1718" y="12293"/>
                    <a:pt x="1778" y="12173"/>
                    <a:pt x="1853" y="12054"/>
                  </a:cubicBezTo>
                  <a:cubicBezTo>
                    <a:pt x="1793" y="12024"/>
                    <a:pt x="1718" y="11994"/>
                    <a:pt x="1658" y="11964"/>
                  </a:cubicBezTo>
                  <a:cubicBezTo>
                    <a:pt x="1614" y="11695"/>
                    <a:pt x="1569" y="11427"/>
                    <a:pt x="1539" y="11158"/>
                  </a:cubicBezTo>
                  <a:cubicBezTo>
                    <a:pt x="1539" y="11128"/>
                    <a:pt x="1584" y="11098"/>
                    <a:pt x="1584" y="11053"/>
                  </a:cubicBezTo>
                  <a:cubicBezTo>
                    <a:pt x="1584" y="10889"/>
                    <a:pt x="1584" y="10725"/>
                    <a:pt x="1584" y="10560"/>
                  </a:cubicBezTo>
                  <a:lnTo>
                    <a:pt x="1599" y="10545"/>
                  </a:lnTo>
                  <a:lnTo>
                    <a:pt x="1599" y="10530"/>
                  </a:lnTo>
                  <a:cubicBezTo>
                    <a:pt x="1703" y="10172"/>
                    <a:pt x="1808" y="9799"/>
                    <a:pt x="1897" y="9440"/>
                  </a:cubicBezTo>
                  <a:cubicBezTo>
                    <a:pt x="1942" y="9231"/>
                    <a:pt x="1987" y="9022"/>
                    <a:pt x="2032" y="8813"/>
                  </a:cubicBezTo>
                  <a:lnTo>
                    <a:pt x="2047" y="8798"/>
                  </a:lnTo>
                  <a:cubicBezTo>
                    <a:pt x="2092" y="8723"/>
                    <a:pt x="2062" y="8649"/>
                    <a:pt x="2047" y="8574"/>
                  </a:cubicBezTo>
                  <a:lnTo>
                    <a:pt x="2047" y="8395"/>
                  </a:lnTo>
                  <a:lnTo>
                    <a:pt x="2032" y="8410"/>
                  </a:lnTo>
                  <a:cubicBezTo>
                    <a:pt x="2032" y="8410"/>
                    <a:pt x="2032" y="8395"/>
                    <a:pt x="2032" y="8395"/>
                  </a:cubicBezTo>
                  <a:cubicBezTo>
                    <a:pt x="2017" y="8290"/>
                    <a:pt x="1987" y="8200"/>
                    <a:pt x="1972" y="8096"/>
                  </a:cubicBezTo>
                  <a:lnTo>
                    <a:pt x="1972" y="8096"/>
                  </a:lnTo>
                  <a:cubicBezTo>
                    <a:pt x="1996" y="8097"/>
                    <a:pt x="2018" y="8098"/>
                    <a:pt x="2038" y="8098"/>
                  </a:cubicBezTo>
                  <a:cubicBezTo>
                    <a:pt x="2405" y="8098"/>
                    <a:pt x="2136" y="7849"/>
                    <a:pt x="2121" y="7708"/>
                  </a:cubicBezTo>
                  <a:lnTo>
                    <a:pt x="2121" y="7708"/>
                  </a:lnTo>
                  <a:lnTo>
                    <a:pt x="2106" y="7752"/>
                  </a:lnTo>
                  <a:cubicBezTo>
                    <a:pt x="2106" y="7737"/>
                    <a:pt x="2106" y="7723"/>
                    <a:pt x="2121" y="7708"/>
                  </a:cubicBezTo>
                  <a:lnTo>
                    <a:pt x="2121" y="7708"/>
                  </a:lnTo>
                  <a:cubicBezTo>
                    <a:pt x="2121" y="7708"/>
                    <a:pt x="2121" y="7708"/>
                    <a:pt x="2121" y="7708"/>
                  </a:cubicBezTo>
                  <a:cubicBezTo>
                    <a:pt x="2136" y="7678"/>
                    <a:pt x="2136" y="7648"/>
                    <a:pt x="2121" y="7633"/>
                  </a:cubicBezTo>
                  <a:cubicBezTo>
                    <a:pt x="2106" y="7573"/>
                    <a:pt x="2121" y="7513"/>
                    <a:pt x="2136" y="7454"/>
                  </a:cubicBezTo>
                  <a:lnTo>
                    <a:pt x="2136" y="7633"/>
                  </a:lnTo>
                  <a:cubicBezTo>
                    <a:pt x="2181" y="7513"/>
                    <a:pt x="2226" y="7379"/>
                    <a:pt x="2271" y="7260"/>
                  </a:cubicBezTo>
                  <a:cubicBezTo>
                    <a:pt x="2286" y="7245"/>
                    <a:pt x="2301" y="7215"/>
                    <a:pt x="2301" y="7155"/>
                  </a:cubicBezTo>
                  <a:cubicBezTo>
                    <a:pt x="2375" y="6886"/>
                    <a:pt x="2435" y="6617"/>
                    <a:pt x="2510" y="6348"/>
                  </a:cubicBezTo>
                  <a:cubicBezTo>
                    <a:pt x="2510" y="6348"/>
                    <a:pt x="2511" y="6348"/>
                    <a:pt x="2512" y="6348"/>
                  </a:cubicBezTo>
                  <a:lnTo>
                    <a:pt x="2512" y="6348"/>
                  </a:lnTo>
                  <a:cubicBezTo>
                    <a:pt x="2511" y="6353"/>
                    <a:pt x="2510" y="6358"/>
                    <a:pt x="2510" y="6363"/>
                  </a:cubicBezTo>
                  <a:cubicBezTo>
                    <a:pt x="2514" y="6356"/>
                    <a:pt x="2519" y="6350"/>
                    <a:pt x="2524" y="6343"/>
                  </a:cubicBezTo>
                  <a:lnTo>
                    <a:pt x="2524" y="6343"/>
                  </a:lnTo>
                  <a:cubicBezTo>
                    <a:pt x="2571" y="6320"/>
                    <a:pt x="2584" y="6287"/>
                    <a:pt x="2586" y="6249"/>
                  </a:cubicBezTo>
                  <a:lnTo>
                    <a:pt x="2586" y="6249"/>
                  </a:lnTo>
                  <a:cubicBezTo>
                    <a:pt x="2649" y="6153"/>
                    <a:pt x="2710" y="6060"/>
                    <a:pt x="2764" y="5975"/>
                  </a:cubicBezTo>
                  <a:lnTo>
                    <a:pt x="2674" y="5467"/>
                  </a:lnTo>
                  <a:cubicBezTo>
                    <a:pt x="2704" y="5333"/>
                    <a:pt x="2734" y="5183"/>
                    <a:pt x="2764" y="5049"/>
                  </a:cubicBezTo>
                  <a:cubicBezTo>
                    <a:pt x="2764" y="5049"/>
                    <a:pt x="2746" y="5049"/>
                    <a:pt x="2731" y="5042"/>
                  </a:cubicBezTo>
                  <a:lnTo>
                    <a:pt x="2731" y="5042"/>
                  </a:lnTo>
                  <a:lnTo>
                    <a:pt x="2942" y="5082"/>
                  </a:lnTo>
                  <a:lnTo>
                    <a:pt x="2942" y="5082"/>
                  </a:lnTo>
                  <a:cubicBezTo>
                    <a:pt x="2951" y="5096"/>
                    <a:pt x="2962" y="5110"/>
                    <a:pt x="2973" y="5124"/>
                  </a:cubicBezTo>
                  <a:lnTo>
                    <a:pt x="2968" y="5087"/>
                  </a:lnTo>
                  <a:lnTo>
                    <a:pt x="2968" y="5087"/>
                  </a:lnTo>
                  <a:lnTo>
                    <a:pt x="3003" y="5094"/>
                  </a:lnTo>
                  <a:cubicBezTo>
                    <a:pt x="2988" y="5019"/>
                    <a:pt x="2958" y="4944"/>
                    <a:pt x="2943" y="4870"/>
                  </a:cubicBezTo>
                  <a:lnTo>
                    <a:pt x="2943" y="4870"/>
                  </a:lnTo>
                  <a:lnTo>
                    <a:pt x="2943" y="4870"/>
                  </a:lnTo>
                  <a:lnTo>
                    <a:pt x="2943" y="4870"/>
                  </a:lnTo>
                  <a:cubicBezTo>
                    <a:pt x="2943" y="4870"/>
                    <a:pt x="2943" y="4870"/>
                    <a:pt x="2943" y="4870"/>
                  </a:cubicBezTo>
                  <a:cubicBezTo>
                    <a:pt x="2853" y="4900"/>
                    <a:pt x="2779" y="4930"/>
                    <a:pt x="2704" y="4959"/>
                  </a:cubicBezTo>
                  <a:lnTo>
                    <a:pt x="2629" y="4571"/>
                  </a:lnTo>
                  <a:lnTo>
                    <a:pt x="2614" y="4481"/>
                  </a:lnTo>
                  <a:cubicBezTo>
                    <a:pt x="2644" y="4452"/>
                    <a:pt x="2674" y="4437"/>
                    <a:pt x="2689" y="4407"/>
                  </a:cubicBezTo>
                  <a:cubicBezTo>
                    <a:pt x="2689" y="4332"/>
                    <a:pt x="2689" y="4257"/>
                    <a:pt x="2674" y="4183"/>
                  </a:cubicBezTo>
                  <a:lnTo>
                    <a:pt x="2689" y="4183"/>
                  </a:lnTo>
                  <a:cubicBezTo>
                    <a:pt x="2689" y="4138"/>
                    <a:pt x="2689" y="4108"/>
                    <a:pt x="2689" y="4078"/>
                  </a:cubicBezTo>
                  <a:cubicBezTo>
                    <a:pt x="2734" y="3750"/>
                    <a:pt x="3107" y="3526"/>
                    <a:pt x="2928" y="3137"/>
                  </a:cubicBezTo>
                  <a:cubicBezTo>
                    <a:pt x="3018" y="3003"/>
                    <a:pt x="3137" y="2868"/>
                    <a:pt x="3197" y="2734"/>
                  </a:cubicBezTo>
                  <a:cubicBezTo>
                    <a:pt x="3227" y="2689"/>
                    <a:pt x="3122" y="2585"/>
                    <a:pt x="3092" y="2510"/>
                  </a:cubicBezTo>
                  <a:cubicBezTo>
                    <a:pt x="3047" y="2465"/>
                    <a:pt x="3018" y="2420"/>
                    <a:pt x="2988" y="2375"/>
                  </a:cubicBezTo>
                  <a:cubicBezTo>
                    <a:pt x="2973" y="2450"/>
                    <a:pt x="2958" y="2510"/>
                    <a:pt x="2928" y="2585"/>
                  </a:cubicBezTo>
                  <a:cubicBezTo>
                    <a:pt x="2868" y="2629"/>
                    <a:pt x="2808" y="2689"/>
                    <a:pt x="2749" y="2749"/>
                  </a:cubicBezTo>
                  <a:cubicBezTo>
                    <a:pt x="2749" y="2614"/>
                    <a:pt x="2749" y="2480"/>
                    <a:pt x="2749" y="2361"/>
                  </a:cubicBezTo>
                  <a:lnTo>
                    <a:pt x="3077" y="942"/>
                  </a:lnTo>
                  <a:cubicBezTo>
                    <a:pt x="3062" y="942"/>
                    <a:pt x="3062" y="957"/>
                    <a:pt x="3047" y="957"/>
                  </a:cubicBezTo>
                  <a:cubicBezTo>
                    <a:pt x="3062" y="942"/>
                    <a:pt x="3062" y="942"/>
                    <a:pt x="3077" y="927"/>
                  </a:cubicBezTo>
                  <a:cubicBezTo>
                    <a:pt x="3167" y="747"/>
                    <a:pt x="3242" y="568"/>
                    <a:pt x="3316" y="389"/>
                  </a:cubicBezTo>
                  <a:lnTo>
                    <a:pt x="3316" y="389"/>
                  </a:lnTo>
                  <a:cubicBezTo>
                    <a:pt x="3259" y="404"/>
                    <a:pt x="3209" y="411"/>
                    <a:pt x="3165" y="411"/>
                  </a:cubicBezTo>
                  <a:cubicBezTo>
                    <a:pt x="2950" y="411"/>
                    <a:pt x="2901" y="237"/>
                    <a:pt x="2913" y="1"/>
                  </a:cubicBezTo>
                  <a:close/>
                  <a:moveTo>
                    <a:pt x="16669" y="26228"/>
                  </a:moveTo>
                  <a:cubicBezTo>
                    <a:pt x="16624" y="26243"/>
                    <a:pt x="16579" y="26273"/>
                    <a:pt x="16505" y="26333"/>
                  </a:cubicBezTo>
                  <a:cubicBezTo>
                    <a:pt x="16579" y="26377"/>
                    <a:pt x="16609" y="26407"/>
                    <a:pt x="16639" y="26422"/>
                  </a:cubicBezTo>
                  <a:cubicBezTo>
                    <a:pt x="16684" y="26377"/>
                    <a:pt x="16714" y="26333"/>
                    <a:pt x="16744" y="26273"/>
                  </a:cubicBezTo>
                  <a:cubicBezTo>
                    <a:pt x="16744" y="26273"/>
                    <a:pt x="16684" y="26228"/>
                    <a:pt x="16669" y="262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8" name="Google Shape;848;p1"/>
          <p:cNvSpPr txBox="1">
            <a:spLocks noGrp="1"/>
          </p:cNvSpPr>
          <p:nvPr>
            <p:ph type="ctrTitle"/>
          </p:nvPr>
        </p:nvSpPr>
        <p:spPr>
          <a:xfrm>
            <a:off x="895650" y="1432275"/>
            <a:ext cx="7352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dirty="0"/>
              <a:t>Realistic Image Generation</a:t>
            </a:r>
            <a:endParaRPr dirty="0"/>
          </a:p>
        </p:txBody>
      </p:sp>
      <p:sp>
        <p:nvSpPr>
          <p:cNvPr id="849" name="Google Shape;849;p1"/>
          <p:cNvSpPr txBox="1">
            <a:spLocks noGrp="1"/>
          </p:cNvSpPr>
          <p:nvPr>
            <p:ph type="subTitle" idx="1"/>
          </p:nvPr>
        </p:nvSpPr>
        <p:spPr>
          <a:xfrm>
            <a:off x="2303950" y="3092974"/>
            <a:ext cx="4519775" cy="94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dirty="0"/>
              <a:t>Scientific Computing Department</a:t>
            </a:r>
            <a:br>
              <a:rPr lang="en" sz="1400" dirty="0"/>
            </a:br>
            <a:r>
              <a:rPr lang="en" sz="1400" dirty="0"/>
              <a:t>Faculty Of Computer &amp; Information Science</a:t>
            </a:r>
            <a:endParaRPr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dirty="0"/>
              <a:t>Ain Shams University</a:t>
            </a:r>
            <a:endParaRPr sz="14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850" name="Google Shape;850;p1"/>
          <p:cNvSpPr/>
          <p:nvPr/>
        </p:nvSpPr>
        <p:spPr>
          <a:xfrm>
            <a:off x="2011970" y="-1400440"/>
            <a:ext cx="291980" cy="431776"/>
          </a:xfrm>
          <a:custGeom>
            <a:avLst/>
            <a:gdLst/>
            <a:ahLst/>
            <a:cxnLst/>
            <a:rect l="l" t="t" r="r" b="b"/>
            <a:pathLst>
              <a:path w="6976" h="10316" extrusionOk="0">
                <a:moveTo>
                  <a:pt x="5460" y="7674"/>
                </a:moveTo>
                <a:lnTo>
                  <a:pt x="5460" y="7674"/>
                </a:lnTo>
                <a:cubicBezTo>
                  <a:pt x="5412" y="7732"/>
                  <a:pt x="5360" y="7786"/>
                  <a:pt x="5318" y="7845"/>
                </a:cubicBezTo>
                <a:cubicBezTo>
                  <a:pt x="5339" y="7770"/>
                  <a:pt x="5407" y="7726"/>
                  <a:pt x="5460" y="7674"/>
                </a:cubicBezTo>
                <a:close/>
                <a:moveTo>
                  <a:pt x="2846" y="0"/>
                </a:moveTo>
                <a:cubicBezTo>
                  <a:pt x="2439" y="0"/>
                  <a:pt x="2132" y="154"/>
                  <a:pt x="1912" y="497"/>
                </a:cubicBezTo>
                <a:cubicBezTo>
                  <a:pt x="1509" y="1169"/>
                  <a:pt x="1091" y="1841"/>
                  <a:pt x="747" y="2543"/>
                </a:cubicBezTo>
                <a:cubicBezTo>
                  <a:pt x="613" y="2812"/>
                  <a:pt x="673" y="3185"/>
                  <a:pt x="628" y="3499"/>
                </a:cubicBezTo>
                <a:cubicBezTo>
                  <a:pt x="523" y="4156"/>
                  <a:pt x="404" y="4813"/>
                  <a:pt x="270" y="5456"/>
                </a:cubicBezTo>
                <a:cubicBezTo>
                  <a:pt x="210" y="5725"/>
                  <a:pt x="90" y="5978"/>
                  <a:pt x="1" y="6247"/>
                </a:cubicBezTo>
                <a:cubicBezTo>
                  <a:pt x="31" y="6919"/>
                  <a:pt x="90" y="7577"/>
                  <a:pt x="75" y="8249"/>
                </a:cubicBezTo>
                <a:cubicBezTo>
                  <a:pt x="60" y="8667"/>
                  <a:pt x="270" y="9175"/>
                  <a:pt x="344" y="9653"/>
                </a:cubicBezTo>
                <a:cubicBezTo>
                  <a:pt x="374" y="9951"/>
                  <a:pt x="733" y="9907"/>
                  <a:pt x="852" y="10116"/>
                </a:cubicBezTo>
                <a:cubicBezTo>
                  <a:pt x="942" y="10131"/>
                  <a:pt x="1016" y="10161"/>
                  <a:pt x="1106" y="10175"/>
                </a:cubicBezTo>
                <a:cubicBezTo>
                  <a:pt x="1255" y="10265"/>
                  <a:pt x="1435" y="10250"/>
                  <a:pt x="1599" y="10295"/>
                </a:cubicBezTo>
                <a:cubicBezTo>
                  <a:pt x="1656" y="10310"/>
                  <a:pt x="1714" y="10316"/>
                  <a:pt x="1772" y="10316"/>
                </a:cubicBezTo>
                <a:cubicBezTo>
                  <a:pt x="1965" y="10316"/>
                  <a:pt x="2158" y="10251"/>
                  <a:pt x="2351" y="10251"/>
                </a:cubicBezTo>
                <a:cubicBezTo>
                  <a:pt x="2444" y="10251"/>
                  <a:pt x="2537" y="10266"/>
                  <a:pt x="2629" y="10310"/>
                </a:cubicBezTo>
                <a:cubicBezTo>
                  <a:pt x="3540" y="10265"/>
                  <a:pt x="4168" y="9817"/>
                  <a:pt x="4556" y="9010"/>
                </a:cubicBezTo>
                <a:cubicBezTo>
                  <a:pt x="4691" y="8727"/>
                  <a:pt x="4885" y="8562"/>
                  <a:pt x="5243" y="8533"/>
                </a:cubicBezTo>
                <a:cubicBezTo>
                  <a:pt x="5631" y="8503"/>
                  <a:pt x="5990" y="8323"/>
                  <a:pt x="6065" y="7845"/>
                </a:cubicBezTo>
                <a:cubicBezTo>
                  <a:pt x="6080" y="7756"/>
                  <a:pt x="6169" y="7711"/>
                  <a:pt x="6244" y="7636"/>
                </a:cubicBezTo>
                <a:cubicBezTo>
                  <a:pt x="6333" y="7562"/>
                  <a:pt x="6513" y="7517"/>
                  <a:pt x="6363" y="7353"/>
                </a:cubicBezTo>
                <a:cubicBezTo>
                  <a:pt x="6313" y="7295"/>
                  <a:pt x="6255" y="7268"/>
                  <a:pt x="6198" y="7268"/>
                </a:cubicBezTo>
                <a:cubicBezTo>
                  <a:pt x="6136" y="7268"/>
                  <a:pt x="6074" y="7299"/>
                  <a:pt x="6020" y="7353"/>
                </a:cubicBezTo>
                <a:cubicBezTo>
                  <a:pt x="5933" y="7440"/>
                  <a:pt x="5827" y="7464"/>
                  <a:pt x="5723" y="7487"/>
                </a:cubicBezTo>
                <a:lnTo>
                  <a:pt x="5723" y="7487"/>
                </a:lnTo>
                <a:cubicBezTo>
                  <a:pt x="5879" y="7366"/>
                  <a:pt x="5973" y="7196"/>
                  <a:pt x="6005" y="6949"/>
                </a:cubicBezTo>
                <a:cubicBezTo>
                  <a:pt x="6065" y="6591"/>
                  <a:pt x="6169" y="6247"/>
                  <a:pt x="6572" y="6053"/>
                </a:cubicBezTo>
                <a:cubicBezTo>
                  <a:pt x="6752" y="5964"/>
                  <a:pt x="6782" y="5754"/>
                  <a:pt x="6587" y="5605"/>
                </a:cubicBezTo>
                <a:cubicBezTo>
                  <a:pt x="6617" y="5530"/>
                  <a:pt x="6289" y="5590"/>
                  <a:pt x="6543" y="5456"/>
                </a:cubicBezTo>
                <a:cubicBezTo>
                  <a:pt x="6647" y="5396"/>
                  <a:pt x="6782" y="5411"/>
                  <a:pt x="6871" y="5306"/>
                </a:cubicBezTo>
                <a:cubicBezTo>
                  <a:pt x="6826" y="5277"/>
                  <a:pt x="6782" y="5247"/>
                  <a:pt x="6737" y="5217"/>
                </a:cubicBezTo>
                <a:cubicBezTo>
                  <a:pt x="6651" y="5174"/>
                  <a:pt x="6647" y="5022"/>
                  <a:pt x="6569" y="5022"/>
                </a:cubicBezTo>
                <a:cubicBezTo>
                  <a:pt x="6565" y="5022"/>
                  <a:pt x="6561" y="5022"/>
                  <a:pt x="6557" y="5023"/>
                </a:cubicBezTo>
                <a:cubicBezTo>
                  <a:pt x="6546" y="5023"/>
                  <a:pt x="6536" y="5023"/>
                  <a:pt x="6525" y="5023"/>
                </a:cubicBezTo>
                <a:cubicBezTo>
                  <a:pt x="6006" y="5023"/>
                  <a:pt x="6409" y="4664"/>
                  <a:pt x="6453" y="4634"/>
                </a:cubicBezTo>
                <a:cubicBezTo>
                  <a:pt x="6886" y="4336"/>
                  <a:pt x="6856" y="3873"/>
                  <a:pt x="6916" y="3439"/>
                </a:cubicBezTo>
                <a:cubicBezTo>
                  <a:pt x="6931" y="3320"/>
                  <a:pt x="6946" y="3200"/>
                  <a:pt x="6961" y="3081"/>
                </a:cubicBezTo>
                <a:cubicBezTo>
                  <a:pt x="6901" y="2663"/>
                  <a:pt x="6826" y="2245"/>
                  <a:pt x="6901" y="1811"/>
                </a:cubicBezTo>
                <a:cubicBezTo>
                  <a:pt x="6976" y="1333"/>
                  <a:pt x="6647" y="1080"/>
                  <a:pt x="6244" y="915"/>
                </a:cubicBezTo>
                <a:cubicBezTo>
                  <a:pt x="5900" y="736"/>
                  <a:pt x="5437" y="900"/>
                  <a:pt x="5139" y="587"/>
                </a:cubicBezTo>
                <a:cubicBezTo>
                  <a:pt x="4407" y="378"/>
                  <a:pt x="3735" y="49"/>
                  <a:pt x="2958" y="4"/>
                </a:cubicBezTo>
                <a:cubicBezTo>
                  <a:pt x="2920" y="2"/>
                  <a:pt x="2882" y="0"/>
                  <a:pt x="28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"/>
          <p:cNvSpPr/>
          <p:nvPr/>
        </p:nvSpPr>
        <p:spPr>
          <a:xfrm>
            <a:off x="-1001234" y="2155668"/>
            <a:ext cx="22560" cy="21262"/>
          </a:xfrm>
          <a:custGeom>
            <a:avLst/>
            <a:gdLst/>
            <a:ahLst/>
            <a:cxnLst/>
            <a:rect l="l" t="t" r="r" b="b"/>
            <a:pathLst>
              <a:path w="539" h="508" extrusionOk="0">
                <a:moveTo>
                  <a:pt x="240" y="0"/>
                </a:moveTo>
                <a:cubicBezTo>
                  <a:pt x="90" y="0"/>
                  <a:pt x="1" y="60"/>
                  <a:pt x="1" y="209"/>
                </a:cubicBezTo>
                <a:cubicBezTo>
                  <a:pt x="1" y="373"/>
                  <a:pt x="90" y="463"/>
                  <a:pt x="314" y="508"/>
                </a:cubicBezTo>
                <a:cubicBezTo>
                  <a:pt x="374" y="418"/>
                  <a:pt x="494" y="344"/>
                  <a:pt x="509" y="239"/>
                </a:cubicBezTo>
                <a:cubicBezTo>
                  <a:pt x="538" y="60"/>
                  <a:pt x="389" y="15"/>
                  <a:pt x="240" y="0"/>
                </a:cubicBezTo>
                <a:close/>
              </a:path>
            </a:pathLst>
          </a:custGeom>
          <a:solidFill>
            <a:srgbClr val="C57C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"/>
          <p:cNvSpPr/>
          <p:nvPr/>
        </p:nvSpPr>
        <p:spPr>
          <a:xfrm>
            <a:off x="-1039991" y="2165044"/>
            <a:ext cx="10673" cy="11887"/>
          </a:xfrm>
          <a:custGeom>
            <a:avLst/>
            <a:gdLst/>
            <a:ahLst/>
            <a:cxnLst/>
            <a:rect l="l" t="t" r="r" b="b"/>
            <a:pathLst>
              <a:path w="255" h="284" extrusionOk="0">
                <a:moveTo>
                  <a:pt x="180" y="0"/>
                </a:moveTo>
                <a:cubicBezTo>
                  <a:pt x="120" y="60"/>
                  <a:pt x="61" y="134"/>
                  <a:pt x="1" y="194"/>
                </a:cubicBezTo>
                <a:cubicBezTo>
                  <a:pt x="31" y="209"/>
                  <a:pt x="46" y="239"/>
                  <a:pt x="105" y="284"/>
                </a:cubicBezTo>
                <a:cubicBezTo>
                  <a:pt x="165" y="194"/>
                  <a:pt x="210" y="120"/>
                  <a:pt x="255" y="60"/>
                </a:cubicBezTo>
                <a:cubicBezTo>
                  <a:pt x="240" y="45"/>
                  <a:pt x="180" y="0"/>
                  <a:pt x="180" y="0"/>
                </a:cubicBezTo>
                <a:close/>
              </a:path>
            </a:pathLst>
          </a:custGeom>
          <a:solidFill>
            <a:srgbClr val="C57CB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82C489D7-51D9-3F28-ADF6-67F99039D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408" y="0"/>
            <a:ext cx="1258952" cy="125546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"/>
          <p:cNvSpPr txBox="1">
            <a:spLocks noGrp="1"/>
          </p:cNvSpPr>
          <p:nvPr>
            <p:ph type="body" idx="1"/>
          </p:nvPr>
        </p:nvSpPr>
        <p:spPr>
          <a:xfrm>
            <a:off x="3556785" y="1119168"/>
            <a:ext cx="22485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Dr.Manal Mohsen Tantawy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TA. Radwa Reda Hoseny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858" name="Google Shape;858;p2"/>
          <p:cNvSpPr txBox="1">
            <a:spLocks noGrp="1"/>
          </p:cNvSpPr>
          <p:nvPr>
            <p:ph type="title"/>
          </p:nvPr>
        </p:nvSpPr>
        <p:spPr>
          <a:xfrm>
            <a:off x="1773539" y="472668"/>
            <a:ext cx="5455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Under Supervision</a:t>
            </a:r>
            <a:endParaRPr dirty="0"/>
          </a:p>
        </p:txBody>
      </p:sp>
      <p:sp>
        <p:nvSpPr>
          <p:cNvPr id="859" name="Google Shape;859;p2"/>
          <p:cNvSpPr txBox="1"/>
          <p:nvPr/>
        </p:nvSpPr>
        <p:spPr>
          <a:xfrm>
            <a:off x="350789" y="1832140"/>
            <a:ext cx="2845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Team members</a:t>
            </a:r>
            <a:endParaRPr sz="2200" i="0" u="none" strike="noStrike" cap="non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0" name="Google Shape;860;p2"/>
          <p:cNvSpPr txBox="1"/>
          <p:nvPr/>
        </p:nvSpPr>
        <p:spPr>
          <a:xfrm>
            <a:off x="681305" y="2264320"/>
            <a:ext cx="67941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Ahmed Shaaban Abdo Hassan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Ammar Yasser Mahmoud Saad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Ehab Mohamed Abd Elmonem  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MennatAllah Wael Saed 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Mohamed Hesham Eldesouky 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Nada Mohamed Taalab Abdullah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5090BF7-8C73-463C-F98E-BE7FF5F47619}"/>
              </a:ext>
            </a:extLst>
          </p:cNvPr>
          <p:cNvSpPr txBox="1"/>
          <p:nvPr/>
        </p:nvSpPr>
        <p:spPr>
          <a:xfrm>
            <a:off x="-3884" y="1333499"/>
            <a:ext cx="596054" cy="20975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0E876-C8F5-C84D-893A-0A842883A3E9}"/>
              </a:ext>
            </a:extLst>
          </p:cNvPr>
          <p:cNvSpPr txBox="1"/>
          <p:nvPr/>
        </p:nvSpPr>
        <p:spPr>
          <a:xfrm>
            <a:off x="8778289" y="1861851"/>
            <a:ext cx="365711" cy="20975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65" name="Google Shape;865;p3"/>
          <p:cNvSpPr/>
          <p:nvPr/>
        </p:nvSpPr>
        <p:spPr>
          <a:xfrm>
            <a:off x="2647837" y="3312937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"/>
          <p:cNvSpPr/>
          <p:nvPr/>
        </p:nvSpPr>
        <p:spPr>
          <a:xfrm>
            <a:off x="4577399" y="1582136"/>
            <a:ext cx="7047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"/>
          <p:cNvSpPr/>
          <p:nvPr/>
        </p:nvSpPr>
        <p:spPr>
          <a:xfrm>
            <a:off x="888550" y="3266350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"/>
          <p:cNvSpPr/>
          <p:nvPr/>
        </p:nvSpPr>
        <p:spPr>
          <a:xfrm>
            <a:off x="2691905" y="1611050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"/>
          <p:cNvSpPr/>
          <p:nvPr/>
        </p:nvSpPr>
        <p:spPr>
          <a:xfrm>
            <a:off x="6896294" y="1611050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"/>
          <p:cNvSpPr/>
          <p:nvPr/>
        </p:nvSpPr>
        <p:spPr>
          <a:xfrm>
            <a:off x="888550" y="1612925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872" name="Google Shape;872;p3"/>
          <p:cNvSpPr txBox="1">
            <a:spLocks noGrp="1"/>
          </p:cNvSpPr>
          <p:nvPr>
            <p:ph type="title" idx="2"/>
          </p:nvPr>
        </p:nvSpPr>
        <p:spPr>
          <a:xfrm>
            <a:off x="928150" y="171643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73" name="Google Shape;873;p3"/>
          <p:cNvSpPr txBox="1">
            <a:spLocks noGrp="1"/>
          </p:cNvSpPr>
          <p:nvPr>
            <p:ph type="title" idx="3"/>
          </p:nvPr>
        </p:nvSpPr>
        <p:spPr>
          <a:xfrm>
            <a:off x="6935894" y="17104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74" name="Google Shape;874;p3"/>
          <p:cNvSpPr txBox="1">
            <a:spLocks noGrp="1"/>
          </p:cNvSpPr>
          <p:nvPr>
            <p:ph type="title" idx="4"/>
          </p:nvPr>
        </p:nvSpPr>
        <p:spPr>
          <a:xfrm>
            <a:off x="2731505" y="171455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75" name="Google Shape;875;p3"/>
          <p:cNvSpPr txBox="1">
            <a:spLocks noGrp="1"/>
          </p:cNvSpPr>
          <p:nvPr>
            <p:ph type="title" idx="5"/>
          </p:nvPr>
        </p:nvSpPr>
        <p:spPr>
          <a:xfrm>
            <a:off x="928150" y="33657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76" name="Google Shape;876;p3"/>
          <p:cNvSpPr txBox="1">
            <a:spLocks noGrp="1"/>
          </p:cNvSpPr>
          <p:nvPr>
            <p:ph type="title" idx="6"/>
          </p:nvPr>
        </p:nvSpPr>
        <p:spPr>
          <a:xfrm>
            <a:off x="4611681" y="1685644"/>
            <a:ext cx="6363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77" name="Google Shape;877;p3"/>
          <p:cNvSpPr txBox="1">
            <a:spLocks noGrp="1"/>
          </p:cNvSpPr>
          <p:nvPr>
            <p:ph type="title" idx="7"/>
          </p:nvPr>
        </p:nvSpPr>
        <p:spPr>
          <a:xfrm>
            <a:off x="2687437" y="341237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878" name="Google Shape;878;p3"/>
          <p:cNvSpPr txBox="1">
            <a:spLocks noGrp="1"/>
          </p:cNvSpPr>
          <p:nvPr>
            <p:ph type="subTitle" idx="1"/>
          </p:nvPr>
        </p:nvSpPr>
        <p:spPr>
          <a:xfrm>
            <a:off x="125988" y="2320650"/>
            <a:ext cx="23055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800" dirty="0"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dirty="0"/>
          </a:p>
        </p:txBody>
      </p:sp>
      <p:sp>
        <p:nvSpPr>
          <p:cNvPr id="879" name="Google Shape;879;p3"/>
          <p:cNvSpPr txBox="1">
            <a:spLocks noGrp="1"/>
          </p:cNvSpPr>
          <p:nvPr>
            <p:ph type="subTitle" idx="8"/>
          </p:nvPr>
        </p:nvSpPr>
        <p:spPr>
          <a:xfrm>
            <a:off x="5769280" y="2183147"/>
            <a:ext cx="3248732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 dirty="0">
                <a:latin typeface="Montserrat"/>
                <a:ea typeface="Montserrat"/>
                <a:cs typeface="Montserrat"/>
                <a:sym typeface="Montserrat"/>
              </a:rPr>
              <a:t>Datasets &amp;Implemented Techniques </a:t>
            </a:r>
            <a:endParaRPr dirty="0"/>
          </a:p>
        </p:txBody>
      </p:sp>
      <p:sp>
        <p:nvSpPr>
          <p:cNvPr id="880" name="Google Shape;880;p3"/>
          <p:cNvSpPr txBox="1">
            <a:spLocks noGrp="1"/>
          </p:cNvSpPr>
          <p:nvPr>
            <p:ph type="subTitle" idx="9"/>
          </p:nvPr>
        </p:nvSpPr>
        <p:spPr>
          <a:xfrm>
            <a:off x="280788" y="3934482"/>
            <a:ext cx="1995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 dirty="0">
                <a:latin typeface="Montserrat"/>
                <a:ea typeface="Montserrat"/>
                <a:cs typeface="Montserrat"/>
                <a:sym typeface="Montserrat"/>
              </a:rPr>
              <a:t>Experimental Results</a:t>
            </a:r>
            <a:endParaRPr sz="18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881" name="Google Shape;881;p3"/>
          <p:cNvSpPr txBox="1">
            <a:spLocks noGrp="1"/>
          </p:cNvSpPr>
          <p:nvPr>
            <p:ph type="subTitle" idx="13"/>
          </p:nvPr>
        </p:nvSpPr>
        <p:spPr>
          <a:xfrm>
            <a:off x="2559637" y="3959419"/>
            <a:ext cx="990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 dirty="0"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 sz="18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882" name="Google Shape;882;p3"/>
          <p:cNvSpPr txBox="1">
            <a:spLocks noGrp="1"/>
          </p:cNvSpPr>
          <p:nvPr>
            <p:ph type="subTitle" idx="14"/>
          </p:nvPr>
        </p:nvSpPr>
        <p:spPr>
          <a:xfrm>
            <a:off x="5229426" y="4012273"/>
            <a:ext cx="1607638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 dirty="0">
                <a:latin typeface="Archivo"/>
                <a:ea typeface="Archivo"/>
                <a:cs typeface="Archivo"/>
                <a:sym typeface="Archivo"/>
              </a:rPr>
              <a:t>Conclusions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3" name="Google Shape;883;p3"/>
          <p:cNvSpPr txBox="1">
            <a:spLocks noGrp="1"/>
          </p:cNvSpPr>
          <p:nvPr>
            <p:ph type="subTitle" idx="15"/>
          </p:nvPr>
        </p:nvSpPr>
        <p:spPr>
          <a:xfrm>
            <a:off x="6472789" y="4012273"/>
            <a:ext cx="2305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dirty="0">
                <a:latin typeface="Archivo"/>
                <a:ea typeface="Archivo"/>
                <a:cs typeface="Archivo"/>
                <a:sym typeface="Archivo"/>
              </a:rPr>
              <a:t>Future Work</a:t>
            </a:r>
            <a:endParaRPr sz="1800" dirty="0"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4" name="Google Shape;884;p3"/>
          <p:cNvSpPr/>
          <p:nvPr/>
        </p:nvSpPr>
        <p:spPr>
          <a:xfrm rot="10800000">
            <a:off x="6016296" y="4843717"/>
            <a:ext cx="16949" cy="12922"/>
          </a:xfrm>
          <a:custGeom>
            <a:avLst/>
            <a:gdLst/>
            <a:ahLst/>
            <a:cxnLst/>
            <a:rect l="l" t="t" r="r" b="b"/>
            <a:pathLst>
              <a:path w="106" h="124" extrusionOk="0">
                <a:moveTo>
                  <a:pt x="70" y="0"/>
                </a:moveTo>
                <a:cubicBezTo>
                  <a:pt x="67" y="0"/>
                  <a:pt x="63" y="1"/>
                  <a:pt x="61" y="4"/>
                </a:cubicBezTo>
                <a:cubicBezTo>
                  <a:pt x="46" y="4"/>
                  <a:pt x="1" y="34"/>
                  <a:pt x="1" y="49"/>
                </a:cubicBezTo>
                <a:cubicBezTo>
                  <a:pt x="1" y="64"/>
                  <a:pt x="31" y="94"/>
                  <a:pt x="76" y="124"/>
                </a:cubicBezTo>
                <a:cubicBezTo>
                  <a:pt x="90" y="79"/>
                  <a:pt x="105" y="64"/>
                  <a:pt x="105" y="34"/>
                </a:cubicBezTo>
                <a:cubicBezTo>
                  <a:pt x="105" y="22"/>
                  <a:pt x="86" y="0"/>
                  <a:pt x="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"/>
          <p:cNvSpPr/>
          <p:nvPr/>
        </p:nvSpPr>
        <p:spPr>
          <a:xfrm>
            <a:off x="5642425" y="3365791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"/>
          <p:cNvSpPr txBox="1">
            <a:spLocks noGrp="1"/>
          </p:cNvSpPr>
          <p:nvPr>
            <p:ph type="title" idx="7"/>
          </p:nvPr>
        </p:nvSpPr>
        <p:spPr>
          <a:xfrm>
            <a:off x="5682025" y="3465232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888" name="Google Shape;888;p3"/>
          <p:cNvSpPr/>
          <p:nvPr/>
        </p:nvSpPr>
        <p:spPr>
          <a:xfrm>
            <a:off x="7279590" y="3365791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"/>
          <p:cNvSpPr txBox="1">
            <a:spLocks noGrp="1"/>
          </p:cNvSpPr>
          <p:nvPr>
            <p:ph type="title" idx="7"/>
          </p:nvPr>
        </p:nvSpPr>
        <p:spPr>
          <a:xfrm>
            <a:off x="7319190" y="3465232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6" name="Google Shape;878;p3">
            <a:extLst>
              <a:ext uri="{FF2B5EF4-FFF2-40B4-BE49-F238E27FC236}">
                <a16:creationId xmlns:a16="http://schemas.microsoft.com/office/drawing/2014/main" id="{4B867C7D-1B02-8057-4D73-12CE3E6F0959}"/>
              </a:ext>
            </a:extLst>
          </p:cNvPr>
          <p:cNvSpPr txBox="1">
            <a:spLocks/>
          </p:cNvSpPr>
          <p:nvPr/>
        </p:nvSpPr>
        <p:spPr>
          <a:xfrm>
            <a:off x="1946105" y="2334768"/>
            <a:ext cx="23055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pPr marL="0" indent="0"/>
            <a:r>
              <a:rPr lang="en-US" sz="1800" dirty="0">
                <a:latin typeface="Montserrat"/>
                <a:sym typeface="Montserrat"/>
              </a:rPr>
              <a:t>Related Work</a:t>
            </a:r>
            <a:endParaRPr lang="en-US" dirty="0"/>
          </a:p>
        </p:txBody>
      </p:sp>
      <p:sp>
        <p:nvSpPr>
          <p:cNvPr id="7" name="Google Shape;878;p3">
            <a:extLst>
              <a:ext uri="{FF2B5EF4-FFF2-40B4-BE49-F238E27FC236}">
                <a16:creationId xmlns:a16="http://schemas.microsoft.com/office/drawing/2014/main" id="{8283EC91-6756-E235-03B2-1515D3B31806}"/>
              </a:ext>
            </a:extLst>
          </p:cNvPr>
          <p:cNvSpPr txBox="1">
            <a:spLocks/>
          </p:cNvSpPr>
          <p:nvPr/>
        </p:nvSpPr>
        <p:spPr>
          <a:xfrm>
            <a:off x="3776999" y="2141858"/>
            <a:ext cx="23055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pPr marL="0" indent="0"/>
            <a:r>
              <a:rPr lang="en-US" dirty="0"/>
              <a:t>System Architecture</a:t>
            </a:r>
          </a:p>
        </p:txBody>
      </p:sp>
      <p:sp>
        <p:nvSpPr>
          <p:cNvPr id="2" name="Google Shape;885;p3">
            <a:extLst>
              <a:ext uri="{FF2B5EF4-FFF2-40B4-BE49-F238E27FC236}">
                <a16:creationId xmlns:a16="http://schemas.microsoft.com/office/drawing/2014/main" id="{D46E923E-37C5-709F-E70B-757C425AABA0}"/>
              </a:ext>
            </a:extLst>
          </p:cNvPr>
          <p:cNvSpPr/>
          <p:nvPr/>
        </p:nvSpPr>
        <p:spPr>
          <a:xfrm>
            <a:off x="4151590" y="3365773"/>
            <a:ext cx="813900" cy="6465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886;p3">
            <a:extLst>
              <a:ext uri="{FF2B5EF4-FFF2-40B4-BE49-F238E27FC236}">
                <a16:creationId xmlns:a16="http://schemas.microsoft.com/office/drawing/2014/main" id="{EA09846C-E215-7C07-AF3D-88AACF9D6EC6}"/>
              </a:ext>
            </a:extLst>
          </p:cNvPr>
          <p:cNvSpPr txBox="1">
            <a:spLocks/>
          </p:cNvSpPr>
          <p:nvPr/>
        </p:nvSpPr>
        <p:spPr>
          <a:xfrm>
            <a:off x="4191190" y="3465214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ata"/>
              <a:buNone/>
              <a:defRPr sz="26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/>
              <a:t>07</a:t>
            </a:r>
            <a:endParaRPr lang="en" dirty="0"/>
          </a:p>
        </p:txBody>
      </p:sp>
      <p:sp>
        <p:nvSpPr>
          <p:cNvPr id="4" name="Google Shape;882;p3">
            <a:extLst>
              <a:ext uri="{FF2B5EF4-FFF2-40B4-BE49-F238E27FC236}">
                <a16:creationId xmlns:a16="http://schemas.microsoft.com/office/drawing/2014/main" id="{25FF29C0-3036-9918-4331-2E5212948E61}"/>
              </a:ext>
            </a:extLst>
          </p:cNvPr>
          <p:cNvSpPr txBox="1">
            <a:spLocks/>
          </p:cNvSpPr>
          <p:nvPr/>
        </p:nvSpPr>
        <p:spPr>
          <a:xfrm>
            <a:off x="3654762" y="4012255"/>
            <a:ext cx="1607638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lata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pPr marL="0" indent="0"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dirty="0">
                <a:latin typeface="Archivo"/>
                <a:ea typeface="Archivo"/>
                <a:cs typeface="Archivo"/>
                <a:sym typeface="Archivo"/>
              </a:rPr>
              <a:t>Tools</a:t>
            </a:r>
            <a:endParaRPr lang="en-US" dirty="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e906823ad7_0_9"/>
          <p:cNvSpPr txBox="1">
            <a:spLocks noGrp="1"/>
          </p:cNvSpPr>
          <p:nvPr>
            <p:ph type="title"/>
          </p:nvPr>
        </p:nvSpPr>
        <p:spPr>
          <a:xfrm>
            <a:off x="1604400" y="2247150"/>
            <a:ext cx="5935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000" dirty="0"/>
              <a:t>Problem Definition</a:t>
            </a:r>
            <a:endParaRPr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4"/>
          <p:cNvSpPr txBox="1">
            <a:spLocks noGrp="1"/>
          </p:cNvSpPr>
          <p:nvPr>
            <p:ph type="title"/>
          </p:nvPr>
        </p:nvSpPr>
        <p:spPr>
          <a:xfrm>
            <a:off x="713225" y="784363"/>
            <a:ext cx="429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Problem Definition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01" name="Google Shape;901;p4"/>
          <p:cNvSpPr txBox="1">
            <a:spLocks noGrp="1"/>
          </p:cNvSpPr>
          <p:nvPr>
            <p:ph type="subTitle" idx="1"/>
          </p:nvPr>
        </p:nvSpPr>
        <p:spPr>
          <a:xfrm>
            <a:off x="713225" y="1496838"/>
            <a:ext cx="4294800" cy="27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600"/>
              <a:t>Designing an object or a product has always been a time and resources consuming task, it can take from weeks to months to design a concept which is too challenging in our rapidly growing world</a:t>
            </a:r>
            <a:endParaRPr sz="1600"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600"/>
              <a:t>Getting rid of the concept designing process will not help as this will lead to developing a product that won’t satisfy the requirements which is the main focus in developing  product</a:t>
            </a:r>
            <a:endParaRPr sz="1600"/>
          </a:p>
        </p:txBody>
      </p:sp>
      <p:grpSp>
        <p:nvGrpSpPr>
          <p:cNvPr id="902" name="Google Shape;902;p4"/>
          <p:cNvGrpSpPr/>
          <p:nvPr/>
        </p:nvGrpSpPr>
        <p:grpSpPr>
          <a:xfrm>
            <a:off x="4966481" y="-190132"/>
            <a:ext cx="4177522" cy="5710391"/>
            <a:chOff x="4966481" y="-190132"/>
            <a:chExt cx="4177522" cy="5710391"/>
          </a:xfrm>
        </p:grpSpPr>
        <p:sp>
          <p:nvSpPr>
            <p:cNvPr id="903" name="Google Shape;903;p4"/>
            <p:cNvSpPr/>
            <p:nvPr/>
          </p:nvSpPr>
          <p:spPr>
            <a:xfrm rot="-5729123">
              <a:off x="8036780" y="3340437"/>
              <a:ext cx="904122" cy="1229510"/>
            </a:xfrm>
            <a:custGeom>
              <a:avLst/>
              <a:gdLst/>
              <a:ahLst/>
              <a:cxnLst/>
              <a:rect l="l" t="t" r="r" b="b"/>
              <a:pathLst>
                <a:path w="9187" h="7146" extrusionOk="0">
                  <a:moveTo>
                    <a:pt x="1688" y="275"/>
                  </a:moveTo>
                  <a:cubicBezTo>
                    <a:pt x="1703" y="275"/>
                    <a:pt x="1703" y="290"/>
                    <a:pt x="1703" y="290"/>
                  </a:cubicBezTo>
                  <a:cubicBezTo>
                    <a:pt x="1688" y="290"/>
                    <a:pt x="1688" y="290"/>
                    <a:pt x="1673" y="275"/>
                  </a:cubicBezTo>
                  <a:close/>
                  <a:moveTo>
                    <a:pt x="4705" y="604"/>
                  </a:moveTo>
                  <a:lnTo>
                    <a:pt x="4690" y="619"/>
                  </a:lnTo>
                  <a:cubicBezTo>
                    <a:pt x="4690" y="619"/>
                    <a:pt x="4690" y="604"/>
                    <a:pt x="4690" y="604"/>
                  </a:cubicBezTo>
                  <a:close/>
                  <a:moveTo>
                    <a:pt x="6841" y="709"/>
                  </a:moveTo>
                  <a:cubicBezTo>
                    <a:pt x="6826" y="724"/>
                    <a:pt x="6826" y="724"/>
                    <a:pt x="6826" y="724"/>
                  </a:cubicBezTo>
                  <a:lnTo>
                    <a:pt x="6826" y="709"/>
                  </a:lnTo>
                  <a:close/>
                  <a:moveTo>
                    <a:pt x="6856" y="963"/>
                  </a:moveTo>
                  <a:cubicBezTo>
                    <a:pt x="6811" y="977"/>
                    <a:pt x="6752" y="992"/>
                    <a:pt x="6707" y="992"/>
                  </a:cubicBezTo>
                  <a:cubicBezTo>
                    <a:pt x="6707" y="1007"/>
                    <a:pt x="6707" y="1007"/>
                    <a:pt x="6707" y="1007"/>
                  </a:cubicBezTo>
                  <a:lnTo>
                    <a:pt x="6871" y="1007"/>
                  </a:lnTo>
                  <a:cubicBezTo>
                    <a:pt x="6856" y="992"/>
                    <a:pt x="6856" y="977"/>
                    <a:pt x="6856" y="963"/>
                  </a:cubicBezTo>
                  <a:close/>
                  <a:moveTo>
                    <a:pt x="837" y="1037"/>
                  </a:moveTo>
                  <a:lnTo>
                    <a:pt x="852" y="1067"/>
                  </a:lnTo>
                  <a:cubicBezTo>
                    <a:pt x="852" y="1067"/>
                    <a:pt x="852" y="1067"/>
                    <a:pt x="852" y="1082"/>
                  </a:cubicBezTo>
                  <a:cubicBezTo>
                    <a:pt x="837" y="1067"/>
                    <a:pt x="822" y="1067"/>
                    <a:pt x="822" y="1052"/>
                  </a:cubicBezTo>
                  <a:cubicBezTo>
                    <a:pt x="822" y="1052"/>
                    <a:pt x="822" y="1052"/>
                    <a:pt x="837" y="1037"/>
                  </a:cubicBezTo>
                  <a:close/>
                  <a:moveTo>
                    <a:pt x="882" y="1112"/>
                  </a:moveTo>
                  <a:lnTo>
                    <a:pt x="882" y="1142"/>
                  </a:lnTo>
                  <a:cubicBezTo>
                    <a:pt x="882" y="1127"/>
                    <a:pt x="867" y="1127"/>
                    <a:pt x="867" y="1112"/>
                  </a:cubicBezTo>
                  <a:close/>
                  <a:moveTo>
                    <a:pt x="927" y="1306"/>
                  </a:moveTo>
                  <a:cubicBezTo>
                    <a:pt x="942" y="1306"/>
                    <a:pt x="942" y="1306"/>
                    <a:pt x="927" y="1321"/>
                  </a:cubicBezTo>
                  <a:lnTo>
                    <a:pt x="927" y="1306"/>
                  </a:lnTo>
                  <a:close/>
                  <a:moveTo>
                    <a:pt x="1449" y="1724"/>
                  </a:moveTo>
                  <a:cubicBezTo>
                    <a:pt x="1449" y="1739"/>
                    <a:pt x="1449" y="1739"/>
                    <a:pt x="1434" y="1739"/>
                  </a:cubicBezTo>
                  <a:lnTo>
                    <a:pt x="1449" y="1724"/>
                  </a:lnTo>
                  <a:close/>
                  <a:moveTo>
                    <a:pt x="7737" y="1694"/>
                  </a:moveTo>
                  <a:cubicBezTo>
                    <a:pt x="7737" y="1694"/>
                    <a:pt x="7722" y="1709"/>
                    <a:pt x="7722" y="1709"/>
                  </a:cubicBezTo>
                  <a:cubicBezTo>
                    <a:pt x="7722" y="1724"/>
                    <a:pt x="7737" y="1724"/>
                    <a:pt x="7737" y="1739"/>
                  </a:cubicBezTo>
                  <a:cubicBezTo>
                    <a:pt x="7752" y="1739"/>
                    <a:pt x="7767" y="1724"/>
                    <a:pt x="7752" y="1724"/>
                  </a:cubicBezTo>
                  <a:cubicBezTo>
                    <a:pt x="7752" y="1709"/>
                    <a:pt x="7737" y="1709"/>
                    <a:pt x="7737" y="1694"/>
                  </a:cubicBezTo>
                  <a:close/>
                  <a:moveTo>
                    <a:pt x="8111" y="1993"/>
                  </a:moveTo>
                  <a:cubicBezTo>
                    <a:pt x="8096" y="1993"/>
                    <a:pt x="8096" y="2008"/>
                    <a:pt x="8096" y="2023"/>
                  </a:cubicBezTo>
                  <a:cubicBezTo>
                    <a:pt x="8111" y="2023"/>
                    <a:pt x="8141" y="2038"/>
                    <a:pt x="8156" y="2038"/>
                  </a:cubicBezTo>
                  <a:cubicBezTo>
                    <a:pt x="8170" y="2038"/>
                    <a:pt x="8170" y="2023"/>
                    <a:pt x="8170" y="2023"/>
                  </a:cubicBezTo>
                  <a:cubicBezTo>
                    <a:pt x="8156" y="2008"/>
                    <a:pt x="8126" y="1993"/>
                    <a:pt x="8111" y="1993"/>
                  </a:cubicBezTo>
                  <a:close/>
                  <a:moveTo>
                    <a:pt x="1898" y="2143"/>
                  </a:moveTo>
                  <a:cubicBezTo>
                    <a:pt x="1906" y="2144"/>
                    <a:pt x="1912" y="2148"/>
                    <a:pt x="1912" y="2157"/>
                  </a:cubicBezTo>
                  <a:lnTo>
                    <a:pt x="1898" y="2143"/>
                  </a:lnTo>
                  <a:close/>
                  <a:moveTo>
                    <a:pt x="2136" y="2785"/>
                  </a:moveTo>
                  <a:lnTo>
                    <a:pt x="2136" y="2785"/>
                  </a:lnTo>
                  <a:cubicBezTo>
                    <a:pt x="2144" y="2800"/>
                    <a:pt x="2155" y="2811"/>
                    <a:pt x="2166" y="2822"/>
                  </a:cubicBezTo>
                  <a:lnTo>
                    <a:pt x="2166" y="2822"/>
                  </a:lnTo>
                  <a:lnTo>
                    <a:pt x="2136" y="2785"/>
                  </a:lnTo>
                  <a:close/>
                  <a:moveTo>
                    <a:pt x="2178" y="2834"/>
                  </a:moveTo>
                  <a:lnTo>
                    <a:pt x="2178" y="2834"/>
                  </a:lnTo>
                  <a:cubicBezTo>
                    <a:pt x="2181" y="2837"/>
                    <a:pt x="2184" y="2841"/>
                    <a:pt x="2187" y="2845"/>
                  </a:cubicBezTo>
                  <a:lnTo>
                    <a:pt x="2187" y="2845"/>
                  </a:lnTo>
                  <a:lnTo>
                    <a:pt x="2178" y="2834"/>
                  </a:lnTo>
                  <a:close/>
                  <a:moveTo>
                    <a:pt x="2228" y="2893"/>
                  </a:moveTo>
                  <a:lnTo>
                    <a:pt x="2228" y="2893"/>
                  </a:lnTo>
                  <a:cubicBezTo>
                    <a:pt x="2238" y="2904"/>
                    <a:pt x="2247" y="2916"/>
                    <a:pt x="2257" y="2928"/>
                  </a:cubicBezTo>
                  <a:lnTo>
                    <a:pt x="2257" y="2928"/>
                  </a:lnTo>
                  <a:lnTo>
                    <a:pt x="2228" y="2893"/>
                  </a:lnTo>
                  <a:close/>
                  <a:moveTo>
                    <a:pt x="2297" y="2979"/>
                  </a:moveTo>
                  <a:cubicBezTo>
                    <a:pt x="2308" y="2994"/>
                    <a:pt x="2319" y="3009"/>
                    <a:pt x="2331" y="3024"/>
                  </a:cubicBezTo>
                  <a:cubicBezTo>
                    <a:pt x="2340" y="3033"/>
                    <a:pt x="2350" y="3043"/>
                    <a:pt x="2360" y="3054"/>
                  </a:cubicBezTo>
                  <a:lnTo>
                    <a:pt x="2360" y="3054"/>
                  </a:lnTo>
                  <a:lnTo>
                    <a:pt x="2297" y="2979"/>
                  </a:lnTo>
                  <a:close/>
                  <a:moveTo>
                    <a:pt x="2390" y="3086"/>
                  </a:moveTo>
                  <a:cubicBezTo>
                    <a:pt x="2470" y="3174"/>
                    <a:pt x="2545" y="3268"/>
                    <a:pt x="2629" y="3352"/>
                  </a:cubicBezTo>
                  <a:cubicBezTo>
                    <a:pt x="2671" y="3408"/>
                    <a:pt x="2713" y="3464"/>
                    <a:pt x="2755" y="3520"/>
                  </a:cubicBezTo>
                  <a:lnTo>
                    <a:pt x="2390" y="3086"/>
                  </a:lnTo>
                  <a:close/>
                  <a:moveTo>
                    <a:pt x="2755" y="3520"/>
                  </a:moveTo>
                  <a:lnTo>
                    <a:pt x="2771" y="3538"/>
                  </a:lnTo>
                  <a:lnTo>
                    <a:pt x="2771" y="3538"/>
                  </a:lnTo>
                  <a:cubicBezTo>
                    <a:pt x="2768" y="3536"/>
                    <a:pt x="2766" y="3534"/>
                    <a:pt x="2764" y="3531"/>
                  </a:cubicBezTo>
                  <a:cubicBezTo>
                    <a:pt x="2761" y="3527"/>
                    <a:pt x="2758" y="3524"/>
                    <a:pt x="2755" y="3520"/>
                  </a:cubicBezTo>
                  <a:close/>
                  <a:moveTo>
                    <a:pt x="5593" y="3632"/>
                  </a:moveTo>
                  <a:cubicBezTo>
                    <a:pt x="5589" y="3638"/>
                    <a:pt x="5587" y="3644"/>
                    <a:pt x="5587" y="3651"/>
                  </a:cubicBezTo>
                  <a:lnTo>
                    <a:pt x="5593" y="3632"/>
                  </a:lnTo>
                  <a:close/>
                  <a:moveTo>
                    <a:pt x="3869" y="1948"/>
                  </a:moveTo>
                  <a:cubicBezTo>
                    <a:pt x="3899" y="1948"/>
                    <a:pt x="3929" y="1978"/>
                    <a:pt x="3959" y="1978"/>
                  </a:cubicBezTo>
                  <a:cubicBezTo>
                    <a:pt x="3992" y="1971"/>
                    <a:pt x="4025" y="1967"/>
                    <a:pt x="4056" y="1967"/>
                  </a:cubicBezTo>
                  <a:cubicBezTo>
                    <a:pt x="4151" y="1967"/>
                    <a:pt x="4235" y="2001"/>
                    <a:pt x="4302" y="2068"/>
                  </a:cubicBezTo>
                  <a:cubicBezTo>
                    <a:pt x="4332" y="2098"/>
                    <a:pt x="4377" y="2098"/>
                    <a:pt x="4422" y="2098"/>
                  </a:cubicBezTo>
                  <a:cubicBezTo>
                    <a:pt x="4511" y="2106"/>
                    <a:pt x="4606" y="2118"/>
                    <a:pt x="4700" y="2118"/>
                  </a:cubicBezTo>
                  <a:cubicBezTo>
                    <a:pt x="4777" y="2118"/>
                    <a:pt x="4855" y="2110"/>
                    <a:pt x="4929" y="2083"/>
                  </a:cubicBezTo>
                  <a:lnTo>
                    <a:pt x="4929" y="2083"/>
                  </a:lnTo>
                  <a:lnTo>
                    <a:pt x="4900" y="2113"/>
                  </a:lnTo>
                  <a:cubicBezTo>
                    <a:pt x="4900" y="2113"/>
                    <a:pt x="4900" y="2128"/>
                    <a:pt x="4900" y="2128"/>
                  </a:cubicBezTo>
                  <a:lnTo>
                    <a:pt x="5049" y="2098"/>
                  </a:lnTo>
                  <a:lnTo>
                    <a:pt x="5064" y="2098"/>
                  </a:lnTo>
                  <a:cubicBezTo>
                    <a:pt x="5064" y="2113"/>
                    <a:pt x="5079" y="2113"/>
                    <a:pt x="5094" y="2113"/>
                  </a:cubicBezTo>
                  <a:lnTo>
                    <a:pt x="5109" y="2113"/>
                  </a:lnTo>
                  <a:lnTo>
                    <a:pt x="5168" y="2098"/>
                  </a:lnTo>
                  <a:lnTo>
                    <a:pt x="5213" y="2098"/>
                  </a:lnTo>
                  <a:lnTo>
                    <a:pt x="5243" y="2113"/>
                  </a:lnTo>
                  <a:cubicBezTo>
                    <a:pt x="5258" y="2128"/>
                    <a:pt x="5288" y="2142"/>
                    <a:pt x="5303" y="2157"/>
                  </a:cubicBezTo>
                  <a:lnTo>
                    <a:pt x="5318" y="2113"/>
                  </a:lnTo>
                  <a:cubicBezTo>
                    <a:pt x="5378" y="2139"/>
                    <a:pt x="5439" y="2155"/>
                    <a:pt x="5500" y="2155"/>
                  </a:cubicBezTo>
                  <a:cubicBezTo>
                    <a:pt x="5544" y="2155"/>
                    <a:pt x="5588" y="2146"/>
                    <a:pt x="5631" y="2128"/>
                  </a:cubicBezTo>
                  <a:cubicBezTo>
                    <a:pt x="5654" y="2120"/>
                    <a:pt x="5672" y="2116"/>
                    <a:pt x="5691" y="2116"/>
                  </a:cubicBezTo>
                  <a:cubicBezTo>
                    <a:pt x="5710" y="2116"/>
                    <a:pt x="5728" y="2120"/>
                    <a:pt x="5751" y="2128"/>
                  </a:cubicBezTo>
                  <a:cubicBezTo>
                    <a:pt x="5783" y="2149"/>
                    <a:pt x="5812" y="2159"/>
                    <a:pt x="5840" y="2159"/>
                  </a:cubicBezTo>
                  <a:cubicBezTo>
                    <a:pt x="5891" y="2159"/>
                    <a:pt x="5936" y="2126"/>
                    <a:pt x="5975" y="2068"/>
                  </a:cubicBezTo>
                  <a:cubicBezTo>
                    <a:pt x="5975" y="2068"/>
                    <a:pt x="5975" y="2053"/>
                    <a:pt x="5990" y="2053"/>
                  </a:cubicBezTo>
                  <a:lnTo>
                    <a:pt x="6005" y="2068"/>
                  </a:lnTo>
                  <a:cubicBezTo>
                    <a:pt x="6005" y="2068"/>
                    <a:pt x="5990" y="2083"/>
                    <a:pt x="5990" y="2083"/>
                  </a:cubicBezTo>
                  <a:cubicBezTo>
                    <a:pt x="6019" y="2140"/>
                    <a:pt x="6041" y="2167"/>
                    <a:pt x="6081" y="2167"/>
                  </a:cubicBezTo>
                  <a:cubicBezTo>
                    <a:pt x="6104" y="2167"/>
                    <a:pt x="6132" y="2159"/>
                    <a:pt x="6169" y="2142"/>
                  </a:cubicBezTo>
                  <a:cubicBezTo>
                    <a:pt x="6169" y="2128"/>
                    <a:pt x="6169" y="2128"/>
                    <a:pt x="6169" y="2128"/>
                  </a:cubicBezTo>
                  <a:lnTo>
                    <a:pt x="6184" y="2128"/>
                  </a:lnTo>
                  <a:cubicBezTo>
                    <a:pt x="6184" y="2142"/>
                    <a:pt x="6184" y="2142"/>
                    <a:pt x="6184" y="2142"/>
                  </a:cubicBezTo>
                  <a:cubicBezTo>
                    <a:pt x="6219" y="2200"/>
                    <a:pt x="6262" y="2222"/>
                    <a:pt x="6315" y="2222"/>
                  </a:cubicBezTo>
                  <a:cubicBezTo>
                    <a:pt x="6330" y="2222"/>
                    <a:pt x="6346" y="2220"/>
                    <a:pt x="6363" y="2217"/>
                  </a:cubicBezTo>
                  <a:cubicBezTo>
                    <a:pt x="6383" y="2212"/>
                    <a:pt x="6403" y="2209"/>
                    <a:pt x="6422" y="2209"/>
                  </a:cubicBezTo>
                  <a:cubicBezTo>
                    <a:pt x="6459" y="2209"/>
                    <a:pt x="6493" y="2222"/>
                    <a:pt x="6513" y="2262"/>
                  </a:cubicBezTo>
                  <a:cubicBezTo>
                    <a:pt x="6528" y="2292"/>
                    <a:pt x="6557" y="2292"/>
                    <a:pt x="6587" y="2307"/>
                  </a:cubicBezTo>
                  <a:cubicBezTo>
                    <a:pt x="6572" y="2337"/>
                    <a:pt x="6557" y="2352"/>
                    <a:pt x="6557" y="2366"/>
                  </a:cubicBezTo>
                  <a:cubicBezTo>
                    <a:pt x="6617" y="2396"/>
                    <a:pt x="6572" y="2426"/>
                    <a:pt x="6557" y="2456"/>
                  </a:cubicBezTo>
                  <a:lnTo>
                    <a:pt x="6528" y="2456"/>
                  </a:lnTo>
                  <a:cubicBezTo>
                    <a:pt x="6498" y="2486"/>
                    <a:pt x="6468" y="2501"/>
                    <a:pt x="6438" y="2516"/>
                  </a:cubicBezTo>
                  <a:lnTo>
                    <a:pt x="6378" y="2546"/>
                  </a:lnTo>
                  <a:cubicBezTo>
                    <a:pt x="6378" y="2546"/>
                    <a:pt x="6363" y="2531"/>
                    <a:pt x="6363" y="2531"/>
                  </a:cubicBezTo>
                  <a:cubicBezTo>
                    <a:pt x="6363" y="2531"/>
                    <a:pt x="6363" y="2546"/>
                    <a:pt x="6363" y="2546"/>
                  </a:cubicBezTo>
                  <a:cubicBezTo>
                    <a:pt x="6333" y="2591"/>
                    <a:pt x="6303" y="2635"/>
                    <a:pt x="6289" y="2680"/>
                  </a:cubicBezTo>
                  <a:cubicBezTo>
                    <a:pt x="6274" y="2710"/>
                    <a:pt x="6259" y="2740"/>
                    <a:pt x="6259" y="2770"/>
                  </a:cubicBezTo>
                  <a:lnTo>
                    <a:pt x="6259" y="2800"/>
                  </a:lnTo>
                  <a:cubicBezTo>
                    <a:pt x="6244" y="2800"/>
                    <a:pt x="6244" y="2800"/>
                    <a:pt x="6229" y="2815"/>
                  </a:cubicBezTo>
                  <a:cubicBezTo>
                    <a:pt x="6229" y="2815"/>
                    <a:pt x="6214" y="2815"/>
                    <a:pt x="6214" y="2829"/>
                  </a:cubicBezTo>
                  <a:cubicBezTo>
                    <a:pt x="6206" y="2822"/>
                    <a:pt x="6203" y="2818"/>
                    <a:pt x="6201" y="2818"/>
                  </a:cubicBezTo>
                  <a:cubicBezTo>
                    <a:pt x="6199" y="2818"/>
                    <a:pt x="6199" y="2822"/>
                    <a:pt x="6199" y="2829"/>
                  </a:cubicBezTo>
                  <a:cubicBezTo>
                    <a:pt x="6154" y="2859"/>
                    <a:pt x="6109" y="2904"/>
                    <a:pt x="6064" y="2949"/>
                  </a:cubicBezTo>
                  <a:lnTo>
                    <a:pt x="6020" y="3009"/>
                  </a:lnTo>
                  <a:lnTo>
                    <a:pt x="6005" y="3009"/>
                  </a:lnTo>
                  <a:cubicBezTo>
                    <a:pt x="5960" y="3024"/>
                    <a:pt x="5915" y="3054"/>
                    <a:pt x="5930" y="3098"/>
                  </a:cubicBezTo>
                  <a:cubicBezTo>
                    <a:pt x="5960" y="3188"/>
                    <a:pt x="5885" y="3203"/>
                    <a:pt x="5840" y="3248"/>
                  </a:cubicBezTo>
                  <a:cubicBezTo>
                    <a:pt x="5826" y="3263"/>
                    <a:pt x="5826" y="3263"/>
                    <a:pt x="5811" y="3278"/>
                  </a:cubicBezTo>
                  <a:cubicBezTo>
                    <a:pt x="5796" y="3278"/>
                    <a:pt x="5766" y="3278"/>
                    <a:pt x="5751" y="3293"/>
                  </a:cubicBezTo>
                  <a:cubicBezTo>
                    <a:pt x="5706" y="3352"/>
                    <a:pt x="5676" y="3427"/>
                    <a:pt x="5631" y="3487"/>
                  </a:cubicBezTo>
                  <a:lnTo>
                    <a:pt x="5616" y="3531"/>
                  </a:lnTo>
                  <a:cubicBezTo>
                    <a:pt x="5601" y="3546"/>
                    <a:pt x="5601" y="3576"/>
                    <a:pt x="5601" y="3606"/>
                  </a:cubicBezTo>
                  <a:lnTo>
                    <a:pt x="5593" y="3632"/>
                  </a:lnTo>
                  <a:lnTo>
                    <a:pt x="5593" y="3632"/>
                  </a:lnTo>
                  <a:cubicBezTo>
                    <a:pt x="5597" y="3626"/>
                    <a:pt x="5601" y="3621"/>
                    <a:pt x="5601" y="3621"/>
                  </a:cubicBezTo>
                  <a:lnTo>
                    <a:pt x="5601" y="3621"/>
                  </a:lnTo>
                  <a:cubicBezTo>
                    <a:pt x="5601" y="3636"/>
                    <a:pt x="5601" y="3636"/>
                    <a:pt x="5587" y="3651"/>
                  </a:cubicBezTo>
                  <a:cubicBezTo>
                    <a:pt x="5587" y="3651"/>
                    <a:pt x="5587" y="3651"/>
                    <a:pt x="5587" y="3666"/>
                  </a:cubicBezTo>
                  <a:cubicBezTo>
                    <a:pt x="5572" y="3666"/>
                    <a:pt x="5572" y="3666"/>
                    <a:pt x="5572" y="3681"/>
                  </a:cubicBezTo>
                  <a:cubicBezTo>
                    <a:pt x="5557" y="3681"/>
                    <a:pt x="5557" y="3696"/>
                    <a:pt x="5542" y="3711"/>
                  </a:cubicBezTo>
                  <a:cubicBezTo>
                    <a:pt x="5527" y="3706"/>
                    <a:pt x="5515" y="3702"/>
                    <a:pt x="5506" y="3702"/>
                  </a:cubicBezTo>
                  <a:cubicBezTo>
                    <a:pt x="5487" y="3702"/>
                    <a:pt x="5477" y="3716"/>
                    <a:pt x="5467" y="3756"/>
                  </a:cubicBezTo>
                  <a:cubicBezTo>
                    <a:pt x="5467" y="3741"/>
                    <a:pt x="5452" y="3741"/>
                    <a:pt x="5437" y="3741"/>
                  </a:cubicBezTo>
                  <a:cubicBezTo>
                    <a:pt x="5422" y="3726"/>
                    <a:pt x="5228" y="3576"/>
                    <a:pt x="5213" y="3561"/>
                  </a:cubicBezTo>
                  <a:cubicBezTo>
                    <a:pt x="5198" y="3546"/>
                    <a:pt x="5183" y="3531"/>
                    <a:pt x="5168" y="3517"/>
                  </a:cubicBezTo>
                  <a:cubicBezTo>
                    <a:pt x="5034" y="3382"/>
                    <a:pt x="4855" y="3278"/>
                    <a:pt x="4735" y="3113"/>
                  </a:cubicBezTo>
                  <a:cubicBezTo>
                    <a:pt x="4586" y="2919"/>
                    <a:pt x="4407" y="2755"/>
                    <a:pt x="4183" y="2665"/>
                  </a:cubicBezTo>
                  <a:cubicBezTo>
                    <a:pt x="4138" y="2635"/>
                    <a:pt x="4153" y="2591"/>
                    <a:pt x="4138" y="2561"/>
                  </a:cubicBezTo>
                  <a:cubicBezTo>
                    <a:pt x="4093" y="2501"/>
                    <a:pt x="4048" y="2441"/>
                    <a:pt x="3988" y="2411"/>
                  </a:cubicBezTo>
                  <a:cubicBezTo>
                    <a:pt x="3944" y="2411"/>
                    <a:pt x="3944" y="2366"/>
                    <a:pt x="3929" y="2337"/>
                  </a:cubicBezTo>
                  <a:cubicBezTo>
                    <a:pt x="3854" y="2232"/>
                    <a:pt x="3764" y="2142"/>
                    <a:pt x="3630" y="2113"/>
                  </a:cubicBezTo>
                  <a:lnTo>
                    <a:pt x="3630" y="2098"/>
                  </a:lnTo>
                  <a:cubicBezTo>
                    <a:pt x="3660" y="1993"/>
                    <a:pt x="3749" y="2008"/>
                    <a:pt x="3809" y="1978"/>
                  </a:cubicBezTo>
                  <a:lnTo>
                    <a:pt x="3824" y="1978"/>
                  </a:lnTo>
                  <a:lnTo>
                    <a:pt x="3854" y="1993"/>
                  </a:lnTo>
                  <a:lnTo>
                    <a:pt x="3854" y="1963"/>
                  </a:lnTo>
                  <a:cubicBezTo>
                    <a:pt x="3854" y="1963"/>
                    <a:pt x="3854" y="1963"/>
                    <a:pt x="3869" y="1948"/>
                  </a:cubicBezTo>
                  <a:close/>
                  <a:moveTo>
                    <a:pt x="6871" y="4084"/>
                  </a:moveTo>
                  <a:cubicBezTo>
                    <a:pt x="6856" y="4099"/>
                    <a:pt x="6856" y="4129"/>
                    <a:pt x="6856" y="4144"/>
                  </a:cubicBezTo>
                  <a:cubicBezTo>
                    <a:pt x="6856" y="4129"/>
                    <a:pt x="6871" y="4114"/>
                    <a:pt x="6886" y="4099"/>
                  </a:cubicBezTo>
                  <a:cubicBezTo>
                    <a:pt x="6886" y="4099"/>
                    <a:pt x="6871" y="4084"/>
                    <a:pt x="6871" y="4084"/>
                  </a:cubicBezTo>
                  <a:close/>
                  <a:moveTo>
                    <a:pt x="3370" y="1546"/>
                  </a:moveTo>
                  <a:cubicBezTo>
                    <a:pt x="3311" y="1546"/>
                    <a:pt x="3265" y="1594"/>
                    <a:pt x="3212" y="1605"/>
                  </a:cubicBezTo>
                  <a:lnTo>
                    <a:pt x="3167" y="1605"/>
                  </a:lnTo>
                  <a:cubicBezTo>
                    <a:pt x="3146" y="1596"/>
                    <a:pt x="3125" y="1592"/>
                    <a:pt x="3103" y="1592"/>
                  </a:cubicBezTo>
                  <a:cubicBezTo>
                    <a:pt x="3019" y="1592"/>
                    <a:pt x="2940" y="1659"/>
                    <a:pt x="2928" y="1754"/>
                  </a:cubicBezTo>
                  <a:lnTo>
                    <a:pt x="2928" y="1784"/>
                  </a:lnTo>
                  <a:cubicBezTo>
                    <a:pt x="2928" y="1799"/>
                    <a:pt x="2928" y="1814"/>
                    <a:pt x="2943" y="1829"/>
                  </a:cubicBezTo>
                  <a:lnTo>
                    <a:pt x="2943" y="1844"/>
                  </a:lnTo>
                  <a:cubicBezTo>
                    <a:pt x="2988" y="1889"/>
                    <a:pt x="3047" y="1903"/>
                    <a:pt x="3077" y="1978"/>
                  </a:cubicBezTo>
                  <a:cubicBezTo>
                    <a:pt x="3122" y="2083"/>
                    <a:pt x="3227" y="2172"/>
                    <a:pt x="3301" y="2247"/>
                  </a:cubicBezTo>
                  <a:cubicBezTo>
                    <a:pt x="3376" y="2337"/>
                    <a:pt x="3436" y="2441"/>
                    <a:pt x="3555" y="2471"/>
                  </a:cubicBezTo>
                  <a:cubicBezTo>
                    <a:pt x="3555" y="2471"/>
                    <a:pt x="3555" y="2471"/>
                    <a:pt x="3555" y="2471"/>
                  </a:cubicBezTo>
                  <a:lnTo>
                    <a:pt x="3555" y="2471"/>
                  </a:lnTo>
                  <a:cubicBezTo>
                    <a:pt x="3585" y="2486"/>
                    <a:pt x="3615" y="2501"/>
                    <a:pt x="3630" y="2531"/>
                  </a:cubicBezTo>
                  <a:cubicBezTo>
                    <a:pt x="3645" y="2576"/>
                    <a:pt x="3675" y="2620"/>
                    <a:pt x="3705" y="2665"/>
                  </a:cubicBezTo>
                  <a:cubicBezTo>
                    <a:pt x="3869" y="2844"/>
                    <a:pt x="4048" y="3024"/>
                    <a:pt x="4227" y="3188"/>
                  </a:cubicBezTo>
                  <a:cubicBezTo>
                    <a:pt x="4362" y="3322"/>
                    <a:pt x="4511" y="3457"/>
                    <a:pt x="4646" y="3591"/>
                  </a:cubicBezTo>
                  <a:cubicBezTo>
                    <a:pt x="4705" y="3666"/>
                    <a:pt x="4780" y="3726"/>
                    <a:pt x="4840" y="3800"/>
                  </a:cubicBezTo>
                  <a:cubicBezTo>
                    <a:pt x="4914" y="3920"/>
                    <a:pt x="5004" y="4039"/>
                    <a:pt x="5124" y="4114"/>
                  </a:cubicBezTo>
                  <a:cubicBezTo>
                    <a:pt x="5183" y="4159"/>
                    <a:pt x="5258" y="4219"/>
                    <a:pt x="5318" y="4248"/>
                  </a:cubicBezTo>
                  <a:cubicBezTo>
                    <a:pt x="5337" y="4257"/>
                    <a:pt x="5356" y="4261"/>
                    <a:pt x="5374" y="4261"/>
                  </a:cubicBezTo>
                  <a:cubicBezTo>
                    <a:pt x="5450" y="4261"/>
                    <a:pt x="5511" y="4192"/>
                    <a:pt x="5572" y="4144"/>
                  </a:cubicBezTo>
                  <a:lnTo>
                    <a:pt x="5646" y="4144"/>
                  </a:lnTo>
                  <a:cubicBezTo>
                    <a:pt x="5631" y="4114"/>
                    <a:pt x="5616" y="4099"/>
                    <a:pt x="5616" y="4069"/>
                  </a:cubicBezTo>
                  <a:cubicBezTo>
                    <a:pt x="5616" y="4054"/>
                    <a:pt x="5616" y="4054"/>
                    <a:pt x="5616" y="4054"/>
                  </a:cubicBezTo>
                  <a:cubicBezTo>
                    <a:pt x="5631" y="3994"/>
                    <a:pt x="5676" y="3980"/>
                    <a:pt x="5736" y="3965"/>
                  </a:cubicBezTo>
                  <a:cubicBezTo>
                    <a:pt x="5840" y="3935"/>
                    <a:pt x="5855" y="3815"/>
                    <a:pt x="5885" y="3711"/>
                  </a:cubicBezTo>
                  <a:cubicBezTo>
                    <a:pt x="5885" y="3696"/>
                    <a:pt x="5885" y="3681"/>
                    <a:pt x="5885" y="3666"/>
                  </a:cubicBezTo>
                  <a:lnTo>
                    <a:pt x="5900" y="3606"/>
                  </a:lnTo>
                  <a:cubicBezTo>
                    <a:pt x="5960" y="3591"/>
                    <a:pt x="5975" y="3561"/>
                    <a:pt x="5945" y="3502"/>
                  </a:cubicBezTo>
                  <a:cubicBezTo>
                    <a:pt x="6035" y="3487"/>
                    <a:pt x="6109" y="3457"/>
                    <a:pt x="6124" y="3352"/>
                  </a:cubicBezTo>
                  <a:cubicBezTo>
                    <a:pt x="6124" y="3367"/>
                    <a:pt x="6139" y="3367"/>
                    <a:pt x="6154" y="3367"/>
                  </a:cubicBezTo>
                  <a:cubicBezTo>
                    <a:pt x="6154" y="3352"/>
                    <a:pt x="6169" y="3337"/>
                    <a:pt x="6169" y="3307"/>
                  </a:cubicBezTo>
                  <a:cubicBezTo>
                    <a:pt x="6184" y="3307"/>
                    <a:pt x="6184" y="3293"/>
                    <a:pt x="6199" y="3278"/>
                  </a:cubicBezTo>
                  <a:lnTo>
                    <a:pt x="6244" y="3173"/>
                  </a:lnTo>
                  <a:cubicBezTo>
                    <a:pt x="6303" y="3128"/>
                    <a:pt x="6363" y="3068"/>
                    <a:pt x="6423" y="3024"/>
                  </a:cubicBezTo>
                  <a:cubicBezTo>
                    <a:pt x="6438" y="2994"/>
                    <a:pt x="6438" y="2964"/>
                    <a:pt x="6453" y="2949"/>
                  </a:cubicBezTo>
                  <a:cubicBezTo>
                    <a:pt x="6453" y="2919"/>
                    <a:pt x="6453" y="2904"/>
                    <a:pt x="6468" y="2874"/>
                  </a:cubicBezTo>
                  <a:cubicBezTo>
                    <a:pt x="6483" y="2874"/>
                    <a:pt x="6468" y="2859"/>
                    <a:pt x="6468" y="2859"/>
                  </a:cubicBezTo>
                  <a:cubicBezTo>
                    <a:pt x="6483" y="2829"/>
                    <a:pt x="6483" y="2815"/>
                    <a:pt x="6483" y="2785"/>
                  </a:cubicBezTo>
                  <a:cubicBezTo>
                    <a:pt x="6497" y="2790"/>
                    <a:pt x="6508" y="2792"/>
                    <a:pt x="6517" y="2792"/>
                  </a:cubicBezTo>
                  <a:cubicBezTo>
                    <a:pt x="6559" y="2792"/>
                    <a:pt x="6530" y="2737"/>
                    <a:pt x="6542" y="2725"/>
                  </a:cubicBezTo>
                  <a:lnTo>
                    <a:pt x="6602" y="2635"/>
                  </a:lnTo>
                  <a:cubicBezTo>
                    <a:pt x="6632" y="2635"/>
                    <a:pt x="6662" y="2635"/>
                    <a:pt x="6692" y="2620"/>
                  </a:cubicBezTo>
                  <a:cubicBezTo>
                    <a:pt x="6692" y="2620"/>
                    <a:pt x="6707" y="2605"/>
                    <a:pt x="6722" y="2605"/>
                  </a:cubicBezTo>
                  <a:cubicBezTo>
                    <a:pt x="6707" y="2591"/>
                    <a:pt x="6692" y="2591"/>
                    <a:pt x="6677" y="2591"/>
                  </a:cubicBezTo>
                  <a:cubicBezTo>
                    <a:pt x="6677" y="2576"/>
                    <a:pt x="6692" y="2561"/>
                    <a:pt x="6692" y="2546"/>
                  </a:cubicBezTo>
                  <a:cubicBezTo>
                    <a:pt x="6722" y="2501"/>
                    <a:pt x="6737" y="2471"/>
                    <a:pt x="6752" y="2426"/>
                  </a:cubicBezTo>
                  <a:cubicBezTo>
                    <a:pt x="6766" y="2411"/>
                    <a:pt x="6796" y="2381"/>
                    <a:pt x="6811" y="2366"/>
                  </a:cubicBezTo>
                  <a:cubicBezTo>
                    <a:pt x="6811" y="2337"/>
                    <a:pt x="6826" y="2307"/>
                    <a:pt x="6841" y="2307"/>
                  </a:cubicBezTo>
                  <a:cubicBezTo>
                    <a:pt x="6849" y="2308"/>
                    <a:pt x="6856" y="2308"/>
                    <a:pt x="6863" y="2308"/>
                  </a:cubicBezTo>
                  <a:cubicBezTo>
                    <a:pt x="6969" y="2308"/>
                    <a:pt x="6917" y="2200"/>
                    <a:pt x="6931" y="2157"/>
                  </a:cubicBezTo>
                  <a:cubicBezTo>
                    <a:pt x="6946" y="2142"/>
                    <a:pt x="6916" y="2113"/>
                    <a:pt x="6901" y="2083"/>
                  </a:cubicBezTo>
                  <a:cubicBezTo>
                    <a:pt x="6901" y="2073"/>
                    <a:pt x="6901" y="2063"/>
                    <a:pt x="6901" y="2053"/>
                  </a:cubicBezTo>
                  <a:lnTo>
                    <a:pt x="6946" y="2053"/>
                  </a:lnTo>
                  <a:cubicBezTo>
                    <a:pt x="6976" y="2038"/>
                    <a:pt x="7005" y="2008"/>
                    <a:pt x="7035" y="1993"/>
                  </a:cubicBezTo>
                  <a:cubicBezTo>
                    <a:pt x="7035" y="1978"/>
                    <a:pt x="7050" y="1963"/>
                    <a:pt x="7065" y="1948"/>
                  </a:cubicBezTo>
                  <a:cubicBezTo>
                    <a:pt x="7035" y="1933"/>
                    <a:pt x="7020" y="1918"/>
                    <a:pt x="6991" y="1903"/>
                  </a:cubicBezTo>
                  <a:cubicBezTo>
                    <a:pt x="6981" y="1859"/>
                    <a:pt x="6957" y="1847"/>
                    <a:pt x="6930" y="1847"/>
                  </a:cubicBezTo>
                  <a:cubicBezTo>
                    <a:pt x="6900" y="1847"/>
                    <a:pt x="6865" y="1861"/>
                    <a:pt x="6836" y="1861"/>
                  </a:cubicBezTo>
                  <a:cubicBezTo>
                    <a:pt x="6811" y="1861"/>
                    <a:pt x="6791" y="1851"/>
                    <a:pt x="6781" y="1814"/>
                  </a:cubicBezTo>
                  <a:cubicBezTo>
                    <a:pt x="6766" y="1829"/>
                    <a:pt x="6752" y="1829"/>
                    <a:pt x="6737" y="1844"/>
                  </a:cubicBezTo>
                  <a:lnTo>
                    <a:pt x="6647" y="1844"/>
                  </a:lnTo>
                  <a:cubicBezTo>
                    <a:pt x="6632" y="1844"/>
                    <a:pt x="6602" y="1814"/>
                    <a:pt x="6587" y="1814"/>
                  </a:cubicBezTo>
                  <a:cubicBezTo>
                    <a:pt x="6522" y="1830"/>
                    <a:pt x="6461" y="1855"/>
                    <a:pt x="6402" y="1855"/>
                  </a:cubicBezTo>
                  <a:cubicBezTo>
                    <a:pt x="6353" y="1855"/>
                    <a:pt x="6306" y="1838"/>
                    <a:pt x="6259" y="1784"/>
                  </a:cubicBezTo>
                  <a:cubicBezTo>
                    <a:pt x="6248" y="1773"/>
                    <a:pt x="6200" y="1763"/>
                    <a:pt x="6152" y="1763"/>
                  </a:cubicBezTo>
                  <a:cubicBezTo>
                    <a:pt x="6132" y="1763"/>
                    <a:pt x="6112" y="1765"/>
                    <a:pt x="6094" y="1769"/>
                  </a:cubicBezTo>
                  <a:cubicBezTo>
                    <a:pt x="6060" y="1774"/>
                    <a:pt x="6023" y="1776"/>
                    <a:pt x="5985" y="1776"/>
                  </a:cubicBezTo>
                  <a:cubicBezTo>
                    <a:pt x="5910" y="1776"/>
                    <a:pt x="5831" y="1769"/>
                    <a:pt x="5751" y="1769"/>
                  </a:cubicBezTo>
                  <a:lnTo>
                    <a:pt x="5601" y="1769"/>
                  </a:lnTo>
                  <a:cubicBezTo>
                    <a:pt x="5562" y="1769"/>
                    <a:pt x="5515" y="1756"/>
                    <a:pt x="5480" y="1756"/>
                  </a:cubicBezTo>
                  <a:cubicBezTo>
                    <a:pt x="5462" y="1756"/>
                    <a:pt x="5447" y="1759"/>
                    <a:pt x="5437" y="1769"/>
                  </a:cubicBezTo>
                  <a:cubicBezTo>
                    <a:pt x="5404" y="1788"/>
                    <a:pt x="5372" y="1795"/>
                    <a:pt x="5341" y="1795"/>
                  </a:cubicBezTo>
                  <a:cubicBezTo>
                    <a:pt x="5275" y="1795"/>
                    <a:pt x="5214" y="1764"/>
                    <a:pt x="5153" y="1754"/>
                  </a:cubicBezTo>
                  <a:cubicBezTo>
                    <a:pt x="5064" y="1754"/>
                    <a:pt x="4974" y="1724"/>
                    <a:pt x="4885" y="1724"/>
                  </a:cubicBezTo>
                  <a:cubicBezTo>
                    <a:pt x="4856" y="1724"/>
                    <a:pt x="4821" y="1767"/>
                    <a:pt x="4792" y="1767"/>
                  </a:cubicBezTo>
                  <a:cubicBezTo>
                    <a:pt x="4776" y="1767"/>
                    <a:pt x="4761" y="1753"/>
                    <a:pt x="4750" y="1709"/>
                  </a:cubicBezTo>
                  <a:cubicBezTo>
                    <a:pt x="4750" y="1694"/>
                    <a:pt x="4735" y="1694"/>
                    <a:pt x="4720" y="1694"/>
                  </a:cubicBezTo>
                  <a:cubicBezTo>
                    <a:pt x="4631" y="1694"/>
                    <a:pt x="4526" y="1709"/>
                    <a:pt x="4436" y="1709"/>
                  </a:cubicBezTo>
                  <a:lnTo>
                    <a:pt x="4422" y="1650"/>
                  </a:lnTo>
                  <a:lnTo>
                    <a:pt x="4377" y="1679"/>
                  </a:lnTo>
                  <a:lnTo>
                    <a:pt x="4362" y="1679"/>
                  </a:lnTo>
                  <a:cubicBezTo>
                    <a:pt x="4351" y="1690"/>
                    <a:pt x="4326" y="1701"/>
                    <a:pt x="4312" y="1701"/>
                  </a:cubicBezTo>
                  <a:cubicBezTo>
                    <a:pt x="4306" y="1701"/>
                    <a:pt x="4302" y="1699"/>
                    <a:pt x="4302" y="1694"/>
                  </a:cubicBezTo>
                  <a:cubicBezTo>
                    <a:pt x="4252" y="1655"/>
                    <a:pt x="4203" y="1648"/>
                    <a:pt x="4153" y="1648"/>
                  </a:cubicBezTo>
                  <a:cubicBezTo>
                    <a:pt x="4128" y="1648"/>
                    <a:pt x="4103" y="1650"/>
                    <a:pt x="4078" y="1650"/>
                  </a:cubicBezTo>
                  <a:cubicBezTo>
                    <a:pt x="4063" y="1635"/>
                    <a:pt x="4048" y="1635"/>
                    <a:pt x="4033" y="1620"/>
                  </a:cubicBezTo>
                  <a:cubicBezTo>
                    <a:pt x="3924" y="1596"/>
                    <a:pt x="3826" y="1552"/>
                    <a:pt x="3713" y="1552"/>
                  </a:cubicBezTo>
                  <a:cubicBezTo>
                    <a:pt x="3686" y="1552"/>
                    <a:pt x="3658" y="1554"/>
                    <a:pt x="3630" y="1560"/>
                  </a:cubicBezTo>
                  <a:cubicBezTo>
                    <a:pt x="3593" y="1578"/>
                    <a:pt x="3545" y="1591"/>
                    <a:pt x="3506" y="1591"/>
                  </a:cubicBezTo>
                  <a:cubicBezTo>
                    <a:pt x="3482" y="1591"/>
                    <a:pt x="3462" y="1586"/>
                    <a:pt x="3451" y="1575"/>
                  </a:cubicBezTo>
                  <a:cubicBezTo>
                    <a:pt x="3421" y="1553"/>
                    <a:pt x="3394" y="1546"/>
                    <a:pt x="3370" y="1546"/>
                  </a:cubicBezTo>
                  <a:close/>
                  <a:moveTo>
                    <a:pt x="6535" y="4337"/>
                  </a:moveTo>
                  <a:cubicBezTo>
                    <a:pt x="6533" y="4337"/>
                    <a:pt x="6530" y="4337"/>
                    <a:pt x="6528" y="4338"/>
                  </a:cubicBezTo>
                  <a:cubicBezTo>
                    <a:pt x="6542" y="4368"/>
                    <a:pt x="6542" y="4413"/>
                    <a:pt x="6542" y="4443"/>
                  </a:cubicBezTo>
                  <a:cubicBezTo>
                    <a:pt x="6549" y="4487"/>
                    <a:pt x="6558" y="4502"/>
                    <a:pt x="6570" y="4502"/>
                  </a:cubicBezTo>
                  <a:cubicBezTo>
                    <a:pt x="6585" y="4502"/>
                    <a:pt x="6606" y="4475"/>
                    <a:pt x="6632" y="4457"/>
                  </a:cubicBezTo>
                  <a:cubicBezTo>
                    <a:pt x="6632" y="4443"/>
                    <a:pt x="6632" y="4413"/>
                    <a:pt x="6632" y="4383"/>
                  </a:cubicBezTo>
                  <a:cubicBezTo>
                    <a:pt x="6608" y="4404"/>
                    <a:pt x="6592" y="4412"/>
                    <a:pt x="6582" y="4412"/>
                  </a:cubicBezTo>
                  <a:cubicBezTo>
                    <a:pt x="6551" y="4412"/>
                    <a:pt x="6570" y="4337"/>
                    <a:pt x="6535" y="4337"/>
                  </a:cubicBezTo>
                  <a:close/>
                  <a:moveTo>
                    <a:pt x="6468" y="4428"/>
                  </a:moveTo>
                  <a:cubicBezTo>
                    <a:pt x="6453" y="4428"/>
                    <a:pt x="6438" y="4443"/>
                    <a:pt x="6438" y="4443"/>
                  </a:cubicBezTo>
                  <a:cubicBezTo>
                    <a:pt x="6468" y="4472"/>
                    <a:pt x="6483" y="4502"/>
                    <a:pt x="6513" y="4532"/>
                  </a:cubicBezTo>
                  <a:cubicBezTo>
                    <a:pt x="6498" y="4487"/>
                    <a:pt x="6483" y="4457"/>
                    <a:pt x="6468" y="4428"/>
                  </a:cubicBezTo>
                  <a:close/>
                  <a:moveTo>
                    <a:pt x="2771" y="3538"/>
                  </a:moveTo>
                  <a:cubicBezTo>
                    <a:pt x="2812" y="3579"/>
                    <a:pt x="2840" y="3608"/>
                    <a:pt x="2868" y="3651"/>
                  </a:cubicBezTo>
                  <a:cubicBezTo>
                    <a:pt x="2898" y="3681"/>
                    <a:pt x="2928" y="3711"/>
                    <a:pt x="2958" y="3741"/>
                  </a:cubicBezTo>
                  <a:cubicBezTo>
                    <a:pt x="2988" y="3756"/>
                    <a:pt x="3003" y="3785"/>
                    <a:pt x="3018" y="3800"/>
                  </a:cubicBezTo>
                  <a:cubicBezTo>
                    <a:pt x="3033" y="3815"/>
                    <a:pt x="3047" y="3845"/>
                    <a:pt x="3047" y="3845"/>
                  </a:cubicBezTo>
                  <a:lnTo>
                    <a:pt x="3062" y="3845"/>
                  </a:lnTo>
                  <a:cubicBezTo>
                    <a:pt x="3257" y="4099"/>
                    <a:pt x="3451" y="4338"/>
                    <a:pt x="3645" y="4577"/>
                  </a:cubicBezTo>
                  <a:cubicBezTo>
                    <a:pt x="3645" y="4577"/>
                    <a:pt x="3645" y="4578"/>
                    <a:pt x="3645" y="4578"/>
                  </a:cubicBezTo>
                  <a:lnTo>
                    <a:pt x="3645" y="4578"/>
                  </a:lnTo>
                  <a:lnTo>
                    <a:pt x="2771" y="3538"/>
                  </a:lnTo>
                  <a:close/>
                  <a:moveTo>
                    <a:pt x="5975" y="4562"/>
                  </a:moveTo>
                  <a:cubicBezTo>
                    <a:pt x="5960" y="4577"/>
                    <a:pt x="5945" y="4577"/>
                    <a:pt x="5945" y="4592"/>
                  </a:cubicBezTo>
                  <a:cubicBezTo>
                    <a:pt x="5945" y="4592"/>
                    <a:pt x="5960" y="4607"/>
                    <a:pt x="5960" y="4622"/>
                  </a:cubicBezTo>
                  <a:cubicBezTo>
                    <a:pt x="5960" y="4622"/>
                    <a:pt x="5960" y="4637"/>
                    <a:pt x="5975" y="4637"/>
                  </a:cubicBezTo>
                  <a:cubicBezTo>
                    <a:pt x="5975" y="4622"/>
                    <a:pt x="5990" y="4622"/>
                    <a:pt x="5990" y="4607"/>
                  </a:cubicBezTo>
                  <a:cubicBezTo>
                    <a:pt x="5975" y="4592"/>
                    <a:pt x="5975" y="4577"/>
                    <a:pt x="5975" y="4562"/>
                  </a:cubicBezTo>
                  <a:close/>
                  <a:moveTo>
                    <a:pt x="7112" y="4827"/>
                  </a:moveTo>
                  <a:cubicBezTo>
                    <a:pt x="7111" y="4827"/>
                    <a:pt x="7110" y="4828"/>
                    <a:pt x="7110" y="4831"/>
                  </a:cubicBezTo>
                  <a:cubicBezTo>
                    <a:pt x="7095" y="4831"/>
                    <a:pt x="7080" y="4831"/>
                    <a:pt x="7080" y="4846"/>
                  </a:cubicBezTo>
                  <a:cubicBezTo>
                    <a:pt x="7080" y="4861"/>
                    <a:pt x="7080" y="4861"/>
                    <a:pt x="7095" y="4876"/>
                  </a:cubicBezTo>
                  <a:cubicBezTo>
                    <a:pt x="7110" y="4861"/>
                    <a:pt x="7110" y="4861"/>
                    <a:pt x="7125" y="4846"/>
                  </a:cubicBezTo>
                  <a:cubicBezTo>
                    <a:pt x="7125" y="4846"/>
                    <a:pt x="7115" y="4827"/>
                    <a:pt x="7112" y="4827"/>
                  </a:cubicBezTo>
                  <a:close/>
                  <a:moveTo>
                    <a:pt x="6333" y="4786"/>
                  </a:moveTo>
                  <a:cubicBezTo>
                    <a:pt x="6289" y="4801"/>
                    <a:pt x="6259" y="4831"/>
                    <a:pt x="6214" y="4861"/>
                  </a:cubicBezTo>
                  <a:cubicBezTo>
                    <a:pt x="6214" y="4861"/>
                    <a:pt x="6229" y="4876"/>
                    <a:pt x="6229" y="4891"/>
                  </a:cubicBezTo>
                  <a:cubicBezTo>
                    <a:pt x="6274" y="4861"/>
                    <a:pt x="6318" y="4846"/>
                    <a:pt x="6348" y="4816"/>
                  </a:cubicBezTo>
                  <a:cubicBezTo>
                    <a:pt x="6348" y="4801"/>
                    <a:pt x="6333" y="4786"/>
                    <a:pt x="6333" y="4786"/>
                  </a:cubicBezTo>
                  <a:close/>
                  <a:moveTo>
                    <a:pt x="5467" y="5264"/>
                  </a:moveTo>
                  <a:cubicBezTo>
                    <a:pt x="5467" y="5279"/>
                    <a:pt x="5482" y="5294"/>
                    <a:pt x="5482" y="5309"/>
                  </a:cubicBezTo>
                  <a:cubicBezTo>
                    <a:pt x="5497" y="5309"/>
                    <a:pt x="5497" y="5309"/>
                    <a:pt x="5527" y="5294"/>
                  </a:cubicBezTo>
                  <a:cubicBezTo>
                    <a:pt x="5512" y="5279"/>
                    <a:pt x="5497" y="5264"/>
                    <a:pt x="5497" y="5264"/>
                  </a:cubicBezTo>
                  <a:close/>
                  <a:moveTo>
                    <a:pt x="5168" y="5667"/>
                  </a:moveTo>
                  <a:cubicBezTo>
                    <a:pt x="5168" y="5682"/>
                    <a:pt x="5168" y="5682"/>
                    <a:pt x="5153" y="5682"/>
                  </a:cubicBezTo>
                  <a:cubicBezTo>
                    <a:pt x="5168" y="5697"/>
                    <a:pt x="5153" y="5712"/>
                    <a:pt x="5168" y="5712"/>
                  </a:cubicBezTo>
                  <a:cubicBezTo>
                    <a:pt x="5183" y="5727"/>
                    <a:pt x="5198" y="5727"/>
                    <a:pt x="5213" y="5727"/>
                  </a:cubicBezTo>
                  <a:cubicBezTo>
                    <a:pt x="5198" y="5712"/>
                    <a:pt x="5183" y="5697"/>
                    <a:pt x="5168" y="5667"/>
                  </a:cubicBezTo>
                  <a:close/>
                  <a:moveTo>
                    <a:pt x="6348" y="5159"/>
                  </a:moveTo>
                  <a:lnTo>
                    <a:pt x="6438" y="5204"/>
                  </a:lnTo>
                  <a:cubicBezTo>
                    <a:pt x="6430" y="5202"/>
                    <a:pt x="6423" y="5201"/>
                    <a:pt x="6417" y="5201"/>
                  </a:cubicBezTo>
                  <a:cubicBezTo>
                    <a:pt x="6378" y="5201"/>
                    <a:pt x="6378" y="5240"/>
                    <a:pt x="6378" y="5279"/>
                  </a:cubicBezTo>
                  <a:cubicBezTo>
                    <a:pt x="6378" y="5316"/>
                    <a:pt x="6388" y="5343"/>
                    <a:pt x="6359" y="5343"/>
                  </a:cubicBezTo>
                  <a:cubicBezTo>
                    <a:pt x="6352" y="5343"/>
                    <a:pt x="6344" y="5341"/>
                    <a:pt x="6333" y="5339"/>
                  </a:cubicBezTo>
                  <a:cubicBezTo>
                    <a:pt x="6327" y="5336"/>
                    <a:pt x="6322" y="5335"/>
                    <a:pt x="6317" y="5335"/>
                  </a:cubicBezTo>
                  <a:cubicBezTo>
                    <a:pt x="6297" y="5335"/>
                    <a:pt x="6283" y="5354"/>
                    <a:pt x="6259" y="5354"/>
                  </a:cubicBezTo>
                  <a:lnTo>
                    <a:pt x="6333" y="5398"/>
                  </a:lnTo>
                  <a:cubicBezTo>
                    <a:pt x="6333" y="5398"/>
                    <a:pt x="6318" y="5413"/>
                    <a:pt x="6318" y="5428"/>
                  </a:cubicBezTo>
                  <a:cubicBezTo>
                    <a:pt x="6303" y="5443"/>
                    <a:pt x="6289" y="5458"/>
                    <a:pt x="6274" y="5458"/>
                  </a:cubicBezTo>
                  <a:cubicBezTo>
                    <a:pt x="6259" y="5458"/>
                    <a:pt x="6244" y="5458"/>
                    <a:pt x="6229" y="5473"/>
                  </a:cubicBezTo>
                  <a:cubicBezTo>
                    <a:pt x="6229" y="5488"/>
                    <a:pt x="6214" y="5503"/>
                    <a:pt x="6214" y="5518"/>
                  </a:cubicBezTo>
                  <a:lnTo>
                    <a:pt x="6199" y="5533"/>
                  </a:lnTo>
                  <a:cubicBezTo>
                    <a:pt x="6124" y="5593"/>
                    <a:pt x="6109" y="5682"/>
                    <a:pt x="6079" y="5772"/>
                  </a:cubicBezTo>
                  <a:cubicBezTo>
                    <a:pt x="6035" y="5772"/>
                    <a:pt x="5975" y="5787"/>
                    <a:pt x="5930" y="5787"/>
                  </a:cubicBezTo>
                  <a:cubicBezTo>
                    <a:pt x="5900" y="5742"/>
                    <a:pt x="6035" y="5727"/>
                    <a:pt x="5945" y="5682"/>
                  </a:cubicBezTo>
                  <a:cubicBezTo>
                    <a:pt x="5945" y="5667"/>
                    <a:pt x="5945" y="5667"/>
                    <a:pt x="5945" y="5652"/>
                  </a:cubicBezTo>
                  <a:cubicBezTo>
                    <a:pt x="5960" y="5637"/>
                    <a:pt x="5960" y="5637"/>
                    <a:pt x="5960" y="5622"/>
                  </a:cubicBezTo>
                  <a:lnTo>
                    <a:pt x="5990" y="5563"/>
                  </a:lnTo>
                  <a:cubicBezTo>
                    <a:pt x="6020" y="5548"/>
                    <a:pt x="6035" y="5518"/>
                    <a:pt x="6064" y="5503"/>
                  </a:cubicBezTo>
                  <a:cubicBezTo>
                    <a:pt x="6124" y="5413"/>
                    <a:pt x="6184" y="5339"/>
                    <a:pt x="6244" y="5249"/>
                  </a:cubicBezTo>
                  <a:cubicBezTo>
                    <a:pt x="6274" y="5219"/>
                    <a:pt x="6318" y="5189"/>
                    <a:pt x="6348" y="5159"/>
                  </a:cubicBezTo>
                  <a:close/>
                  <a:moveTo>
                    <a:pt x="5512" y="5787"/>
                  </a:moveTo>
                  <a:cubicBezTo>
                    <a:pt x="5497" y="5787"/>
                    <a:pt x="5497" y="5802"/>
                    <a:pt x="5497" y="5817"/>
                  </a:cubicBezTo>
                  <a:cubicBezTo>
                    <a:pt x="5497" y="5817"/>
                    <a:pt x="5497" y="5832"/>
                    <a:pt x="5512" y="5847"/>
                  </a:cubicBezTo>
                  <a:cubicBezTo>
                    <a:pt x="5527" y="5832"/>
                    <a:pt x="5542" y="5817"/>
                    <a:pt x="5542" y="5802"/>
                  </a:cubicBezTo>
                  <a:cubicBezTo>
                    <a:pt x="5542" y="5802"/>
                    <a:pt x="5527" y="5787"/>
                    <a:pt x="5512" y="5787"/>
                  </a:cubicBezTo>
                  <a:close/>
                  <a:moveTo>
                    <a:pt x="5572" y="5876"/>
                  </a:moveTo>
                  <a:cubicBezTo>
                    <a:pt x="5557" y="5891"/>
                    <a:pt x="5542" y="5906"/>
                    <a:pt x="5527" y="5936"/>
                  </a:cubicBezTo>
                  <a:cubicBezTo>
                    <a:pt x="5497" y="5951"/>
                    <a:pt x="5482" y="5966"/>
                    <a:pt x="5467" y="5996"/>
                  </a:cubicBezTo>
                  <a:lnTo>
                    <a:pt x="5587" y="5996"/>
                  </a:lnTo>
                  <a:cubicBezTo>
                    <a:pt x="5587" y="5981"/>
                    <a:pt x="5587" y="5981"/>
                    <a:pt x="5587" y="5981"/>
                  </a:cubicBezTo>
                  <a:lnTo>
                    <a:pt x="5587" y="5966"/>
                  </a:lnTo>
                  <a:cubicBezTo>
                    <a:pt x="5587" y="5936"/>
                    <a:pt x="5572" y="5906"/>
                    <a:pt x="5572" y="5876"/>
                  </a:cubicBezTo>
                  <a:close/>
                  <a:moveTo>
                    <a:pt x="523" y="290"/>
                  </a:moveTo>
                  <a:cubicBezTo>
                    <a:pt x="534" y="301"/>
                    <a:pt x="544" y="312"/>
                    <a:pt x="555" y="312"/>
                  </a:cubicBezTo>
                  <a:cubicBezTo>
                    <a:pt x="559" y="312"/>
                    <a:pt x="564" y="310"/>
                    <a:pt x="568" y="305"/>
                  </a:cubicBezTo>
                  <a:cubicBezTo>
                    <a:pt x="568" y="320"/>
                    <a:pt x="568" y="320"/>
                    <a:pt x="583" y="335"/>
                  </a:cubicBezTo>
                  <a:cubicBezTo>
                    <a:pt x="618" y="356"/>
                    <a:pt x="649" y="367"/>
                    <a:pt x="680" y="367"/>
                  </a:cubicBezTo>
                  <a:cubicBezTo>
                    <a:pt x="716" y="367"/>
                    <a:pt x="752" y="352"/>
                    <a:pt x="792" y="320"/>
                  </a:cubicBezTo>
                  <a:lnTo>
                    <a:pt x="792" y="305"/>
                  </a:lnTo>
                  <a:cubicBezTo>
                    <a:pt x="807" y="320"/>
                    <a:pt x="822" y="328"/>
                    <a:pt x="835" y="328"/>
                  </a:cubicBezTo>
                  <a:cubicBezTo>
                    <a:pt x="848" y="328"/>
                    <a:pt x="859" y="320"/>
                    <a:pt x="867" y="305"/>
                  </a:cubicBezTo>
                  <a:cubicBezTo>
                    <a:pt x="873" y="323"/>
                    <a:pt x="883" y="329"/>
                    <a:pt x="896" y="329"/>
                  </a:cubicBezTo>
                  <a:cubicBezTo>
                    <a:pt x="915" y="329"/>
                    <a:pt x="938" y="314"/>
                    <a:pt x="956" y="305"/>
                  </a:cubicBezTo>
                  <a:cubicBezTo>
                    <a:pt x="956" y="320"/>
                    <a:pt x="956" y="320"/>
                    <a:pt x="956" y="335"/>
                  </a:cubicBezTo>
                  <a:cubicBezTo>
                    <a:pt x="971" y="350"/>
                    <a:pt x="986" y="365"/>
                    <a:pt x="1001" y="380"/>
                  </a:cubicBezTo>
                  <a:cubicBezTo>
                    <a:pt x="1076" y="380"/>
                    <a:pt x="1136" y="395"/>
                    <a:pt x="1210" y="395"/>
                  </a:cubicBezTo>
                  <a:lnTo>
                    <a:pt x="1255" y="395"/>
                  </a:lnTo>
                  <a:lnTo>
                    <a:pt x="1330" y="350"/>
                  </a:lnTo>
                  <a:lnTo>
                    <a:pt x="1345" y="350"/>
                  </a:lnTo>
                  <a:cubicBezTo>
                    <a:pt x="1345" y="365"/>
                    <a:pt x="1345" y="365"/>
                    <a:pt x="1345" y="365"/>
                  </a:cubicBezTo>
                  <a:cubicBezTo>
                    <a:pt x="1360" y="395"/>
                    <a:pt x="1360" y="410"/>
                    <a:pt x="1375" y="425"/>
                  </a:cubicBezTo>
                  <a:cubicBezTo>
                    <a:pt x="1405" y="425"/>
                    <a:pt x="1449" y="440"/>
                    <a:pt x="1479" y="440"/>
                  </a:cubicBezTo>
                  <a:cubicBezTo>
                    <a:pt x="1509" y="455"/>
                    <a:pt x="1539" y="455"/>
                    <a:pt x="1569" y="470"/>
                  </a:cubicBezTo>
                  <a:lnTo>
                    <a:pt x="1599" y="470"/>
                  </a:lnTo>
                  <a:cubicBezTo>
                    <a:pt x="1629" y="470"/>
                    <a:pt x="1658" y="485"/>
                    <a:pt x="1688" y="485"/>
                  </a:cubicBezTo>
                  <a:cubicBezTo>
                    <a:pt x="1688" y="499"/>
                    <a:pt x="1703" y="499"/>
                    <a:pt x="1703" y="499"/>
                  </a:cubicBezTo>
                  <a:cubicBezTo>
                    <a:pt x="1741" y="514"/>
                    <a:pt x="1774" y="518"/>
                    <a:pt x="1808" y="518"/>
                  </a:cubicBezTo>
                  <a:cubicBezTo>
                    <a:pt x="1841" y="518"/>
                    <a:pt x="1875" y="514"/>
                    <a:pt x="1912" y="514"/>
                  </a:cubicBezTo>
                  <a:lnTo>
                    <a:pt x="1927" y="529"/>
                  </a:lnTo>
                  <a:lnTo>
                    <a:pt x="2062" y="544"/>
                  </a:lnTo>
                  <a:cubicBezTo>
                    <a:pt x="2077" y="559"/>
                    <a:pt x="2077" y="559"/>
                    <a:pt x="2092" y="574"/>
                  </a:cubicBezTo>
                  <a:cubicBezTo>
                    <a:pt x="2121" y="574"/>
                    <a:pt x="2151" y="559"/>
                    <a:pt x="2181" y="544"/>
                  </a:cubicBezTo>
                  <a:cubicBezTo>
                    <a:pt x="2181" y="544"/>
                    <a:pt x="2181" y="544"/>
                    <a:pt x="2181" y="529"/>
                  </a:cubicBezTo>
                  <a:cubicBezTo>
                    <a:pt x="2241" y="544"/>
                    <a:pt x="2286" y="544"/>
                    <a:pt x="2331" y="559"/>
                  </a:cubicBezTo>
                  <a:lnTo>
                    <a:pt x="2375" y="559"/>
                  </a:lnTo>
                  <a:cubicBezTo>
                    <a:pt x="2405" y="559"/>
                    <a:pt x="2420" y="574"/>
                    <a:pt x="2450" y="574"/>
                  </a:cubicBezTo>
                  <a:cubicBezTo>
                    <a:pt x="2450" y="574"/>
                    <a:pt x="2465" y="589"/>
                    <a:pt x="2465" y="589"/>
                  </a:cubicBezTo>
                  <a:cubicBezTo>
                    <a:pt x="2569" y="610"/>
                    <a:pt x="2666" y="638"/>
                    <a:pt x="2760" y="638"/>
                  </a:cubicBezTo>
                  <a:cubicBezTo>
                    <a:pt x="2801" y="638"/>
                    <a:pt x="2842" y="633"/>
                    <a:pt x="2883" y="619"/>
                  </a:cubicBezTo>
                  <a:cubicBezTo>
                    <a:pt x="2898" y="619"/>
                    <a:pt x="2898" y="619"/>
                    <a:pt x="2898" y="604"/>
                  </a:cubicBezTo>
                  <a:lnTo>
                    <a:pt x="3212" y="649"/>
                  </a:lnTo>
                  <a:lnTo>
                    <a:pt x="3227" y="649"/>
                  </a:lnTo>
                  <a:cubicBezTo>
                    <a:pt x="3257" y="664"/>
                    <a:pt x="3301" y="664"/>
                    <a:pt x="3331" y="664"/>
                  </a:cubicBezTo>
                  <a:cubicBezTo>
                    <a:pt x="3361" y="664"/>
                    <a:pt x="3376" y="664"/>
                    <a:pt x="3391" y="649"/>
                  </a:cubicBezTo>
                  <a:lnTo>
                    <a:pt x="3615" y="664"/>
                  </a:lnTo>
                  <a:cubicBezTo>
                    <a:pt x="3615" y="679"/>
                    <a:pt x="3615" y="679"/>
                    <a:pt x="3630" y="694"/>
                  </a:cubicBezTo>
                  <a:cubicBezTo>
                    <a:pt x="3658" y="705"/>
                    <a:pt x="3685" y="710"/>
                    <a:pt x="3711" y="710"/>
                  </a:cubicBezTo>
                  <a:cubicBezTo>
                    <a:pt x="3752" y="710"/>
                    <a:pt x="3793" y="697"/>
                    <a:pt x="3839" y="679"/>
                  </a:cubicBezTo>
                  <a:lnTo>
                    <a:pt x="3854" y="679"/>
                  </a:lnTo>
                  <a:cubicBezTo>
                    <a:pt x="3854" y="679"/>
                    <a:pt x="3869" y="679"/>
                    <a:pt x="3869" y="664"/>
                  </a:cubicBezTo>
                  <a:cubicBezTo>
                    <a:pt x="3944" y="679"/>
                    <a:pt x="4018" y="679"/>
                    <a:pt x="4093" y="694"/>
                  </a:cubicBezTo>
                  <a:lnTo>
                    <a:pt x="4123" y="694"/>
                  </a:lnTo>
                  <a:lnTo>
                    <a:pt x="4093" y="679"/>
                  </a:lnTo>
                  <a:cubicBezTo>
                    <a:pt x="4093" y="664"/>
                    <a:pt x="4093" y="664"/>
                    <a:pt x="4108" y="664"/>
                  </a:cubicBezTo>
                  <a:cubicBezTo>
                    <a:pt x="4108" y="664"/>
                    <a:pt x="4108" y="679"/>
                    <a:pt x="4123" y="694"/>
                  </a:cubicBezTo>
                  <a:lnTo>
                    <a:pt x="4168" y="694"/>
                  </a:lnTo>
                  <a:cubicBezTo>
                    <a:pt x="4183" y="694"/>
                    <a:pt x="4198" y="709"/>
                    <a:pt x="4212" y="709"/>
                  </a:cubicBezTo>
                  <a:lnTo>
                    <a:pt x="4765" y="709"/>
                  </a:lnTo>
                  <a:cubicBezTo>
                    <a:pt x="4765" y="724"/>
                    <a:pt x="4765" y="724"/>
                    <a:pt x="4780" y="738"/>
                  </a:cubicBezTo>
                  <a:cubicBezTo>
                    <a:pt x="4813" y="755"/>
                    <a:pt x="4841" y="767"/>
                    <a:pt x="4867" y="767"/>
                  </a:cubicBezTo>
                  <a:cubicBezTo>
                    <a:pt x="4889" y="767"/>
                    <a:pt x="4909" y="759"/>
                    <a:pt x="4929" y="738"/>
                  </a:cubicBezTo>
                  <a:lnTo>
                    <a:pt x="4944" y="753"/>
                  </a:lnTo>
                  <a:cubicBezTo>
                    <a:pt x="5005" y="778"/>
                    <a:pt x="5065" y="821"/>
                    <a:pt x="5133" y="821"/>
                  </a:cubicBezTo>
                  <a:cubicBezTo>
                    <a:pt x="5150" y="821"/>
                    <a:pt x="5166" y="819"/>
                    <a:pt x="5183" y="813"/>
                  </a:cubicBezTo>
                  <a:lnTo>
                    <a:pt x="5198" y="798"/>
                  </a:lnTo>
                  <a:cubicBezTo>
                    <a:pt x="5213" y="783"/>
                    <a:pt x="5243" y="783"/>
                    <a:pt x="5258" y="783"/>
                  </a:cubicBezTo>
                  <a:cubicBezTo>
                    <a:pt x="5288" y="768"/>
                    <a:pt x="5303" y="753"/>
                    <a:pt x="5318" y="738"/>
                  </a:cubicBezTo>
                  <a:cubicBezTo>
                    <a:pt x="5318" y="768"/>
                    <a:pt x="5318" y="783"/>
                    <a:pt x="5333" y="813"/>
                  </a:cubicBezTo>
                  <a:cubicBezTo>
                    <a:pt x="5348" y="828"/>
                    <a:pt x="5363" y="828"/>
                    <a:pt x="5377" y="828"/>
                  </a:cubicBezTo>
                  <a:lnTo>
                    <a:pt x="5392" y="843"/>
                  </a:lnTo>
                  <a:cubicBezTo>
                    <a:pt x="5422" y="843"/>
                    <a:pt x="5452" y="843"/>
                    <a:pt x="5497" y="828"/>
                  </a:cubicBezTo>
                  <a:lnTo>
                    <a:pt x="5497" y="828"/>
                  </a:lnTo>
                  <a:cubicBezTo>
                    <a:pt x="5482" y="843"/>
                    <a:pt x="5482" y="843"/>
                    <a:pt x="5497" y="858"/>
                  </a:cubicBezTo>
                  <a:cubicBezTo>
                    <a:pt x="5497" y="888"/>
                    <a:pt x="5527" y="888"/>
                    <a:pt x="5542" y="888"/>
                  </a:cubicBezTo>
                  <a:cubicBezTo>
                    <a:pt x="5550" y="885"/>
                    <a:pt x="5559" y="884"/>
                    <a:pt x="5567" y="884"/>
                  </a:cubicBezTo>
                  <a:cubicBezTo>
                    <a:pt x="5604" y="884"/>
                    <a:pt x="5640" y="906"/>
                    <a:pt x="5676" y="918"/>
                  </a:cubicBezTo>
                  <a:cubicBezTo>
                    <a:pt x="5712" y="927"/>
                    <a:pt x="5749" y="941"/>
                    <a:pt x="5785" y="941"/>
                  </a:cubicBezTo>
                  <a:cubicBezTo>
                    <a:pt x="5809" y="941"/>
                    <a:pt x="5832" y="935"/>
                    <a:pt x="5855" y="918"/>
                  </a:cubicBezTo>
                  <a:cubicBezTo>
                    <a:pt x="5870" y="963"/>
                    <a:pt x="5915" y="963"/>
                    <a:pt x="5960" y="963"/>
                  </a:cubicBezTo>
                  <a:cubicBezTo>
                    <a:pt x="6020" y="977"/>
                    <a:pt x="6079" y="977"/>
                    <a:pt x="6139" y="977"/>
                  </a:cubicBezTo>
                  <a:cubicBezTo>
                    <a:pt x="6259" y="977"/>
                    <a:pt x="6274" y="977"/>
                    <a:pt x="6244" y="873"/>
                  </a:cubicBezTo>
                  <a:lnTo>
                    <a:pt x="6244" y="873"/>
                  </a:lnTo>
                  <a:cubicBezTo>
                    <a:pt x="6274" y="888"/>
                    <a:pt x="6318" y="888"/>
                    <a:pt x="6348" y="903"/>
                  </a:cubicBezTo>
                  <a:lnTo>
                    <a:pt x="6289" y="948"/>
                  </a:lnTo>
                  <a:cubicBezTo>
                    <a:pt x="6303" y="948"/>
                    <a:pt x="6318" y="948"/>
                    <a:pt x="6333" y="933"/>
                  </a:cubicBezTo>
                  <a:cubicBezTo>
                    <a:pt x="6378" y="948"/>
                    <a:pt x="6408" y="963"/>
                    <a:pt x="6453" y="977"/>
                  </a:cubicBezTo>
                  <a:cubicBezTo>
                    <a:pt x="6483" y="963"/>
                    <a:pt x="6513" y="948"/>
                    <a:pt x="6528" y="933"/>
                  </a:cubicBezTo>
                  <a:cubicBezTo>
                    <a:pt x="6556" y="968"/>
                    <a:pt x="6585" y="987"/>
                    <a:pt x="6611" y="987"/>
                  </a:cubicBezTo>
                  <a:cubicBezTo>
                    <a:pt x="6641" y="987"/>
                    <a:pt x="6668" y="965"/>
                    <a:pt x="6692" y="918"/>
                  </a:cubicBezTo>
                  <a:cubicBezTo>
                    <a:pt x="6722" y="903"/>
                    <a:pt x="6737" y="903"/>
                    <a:pt x="6766" y="903"/>
                  </a:cubicBezTo>
                  <a:lnTo>
                    <a:pt x="6781" y="903"/>
                  </a:lnTo>
                  <a:cubicBezTo>
                    <a:pt x="6817" y="915"/>
                    <a:pt x="6854" y="956"/>
                    <a:pt x="6890" y="956"/>
                  </a:cubicBezTo>
                  <a:cubicBezTo>
                    <a:pt x="6898" y="956"/>
                    <a:pt x="6907" y="953"/>
                    <a:pt x="6916" y="948"/>
                  </a:cubicBezTo>
                  <a:cubicBezTo>
                    <a:pt x="6946" y="948"/>
                    <a:pt x="6976" y="933"/>
                    <a:pt x="7005" y="933"/>
                  </a:cubicBezTo>
                  <a:cubicBezTo>
                    <a:pt x="7005" y="933"/>
                    <a:pt x="6991" y="933"/>
                    <a:pt x="6991" y="948"/>
                  </a:cubicBezTo>
                  <a:cubicBezTo>
                    <a:pt x="7005" y="948"/>
                    <a:pt x="7005" y="963"/>
                    <a:pt x="7020" y="963"/>
                  </a:cubicBezTo>
                  <a:cubicBezTo>
                    <a:pt x="7020" y="963"/>
                    <a:pt x="7035" y="948"/>
                    <a:pt x="7050" y="948"/>
                  </a:cubicBezTo>
                  <a:cubicBezTo>
                    <a:pt x="7035" y="933"/>
                    <a:pt x="7035" y="933"/>
                    <a:pt x="7020" y="933"/>
                  </a:cubicBezTo>
                  <a:lnTo>
                    <a:pt x="7215" y="933"/>
                  </a:lnTo>
                  <a:lnTo>
                    <a:pt x="7229" y="918"/>
                  </a:lnTo>
                  <a:lnTo>
                    <a:pt x="7229" y="933"/>
                  </a:lnTo>
                  <a:cubicBezTo>
                    <a:pt x="7215" y="963"/>
                    <a:pt x="7215" y="992"/>
                    <a:pt x="7259" y="1007"/>
                  </a:cubicBezTo>
                  <a:cubicBezTo>
                    <a:pt x="7304" y="1037"/>
                    <a:pt x="7334" y="1067"/>
                    <a:pt x="7394" y="1067"/>
                  </a:cubicBezTo>
                  <a:cubicBezTo>
                    <a:pt x="7513" y="1172"/>
                    <a:pt x="7633" y="1261"/>
                    <a:pt x="7752" y="1366"/>
                  </a:cubicBezTo>
                  <a:cubicBezTo>
                    <a:pt x="7767" y="1396"/>
                    <a:pt x="7782" y="1426"/>
                    <a:pt x="7797" y="1455"/>
                  </a:cubicBezTo>
                  <a:cubicBezTo>
                    <a:pt x="7812" y="1485"/>
                    <a:pt x="7827" y="1515"/>
                    <a:pt x="7827" y="1515"/>
                  </a:cubicBezTo>
                  <a:cubicBezTo>
                    <a:pt x="7812" y="1545"/>
                    <a:pt x="7782" y="1545"/>
                    <a:pt x="7767" y="1560"/>
                  </a:cubicBezTo>
                  <a:cubicBezTo>
                    <a:pt x="7752" y="1545"/>
                    <a:pt x="7752" y="1515"/>
                    <a:pt x="7737" y="1500"/>
                  </a:cubicBezTo>
                  <a:lnTo>
                    <a:pt x="7722" y="1500"/>
                  </a:lnTo>
                  <a:cubicBezTo>
                    <a:pt x="7707" y="1545"/>
                    <a:pt x="7707" y="1575"/>
                    <a:pt x="7693" y="1620"/>
                  </a:cubicBezTo>
                  <a:lnTo>
                    <a:pt x="7812" y="1620"/>
                  </a:lnTo>
                  <a:cubicBezTo>
                    <a:pt x="7827" y="1635"/>
                    <a:pt x="7842" y="1650"/>
                    <a:pt x="7842" y="1664"/>
                  </a:cubicBezTo>
                  <a:cubicBezTo>
                    <a:pt x="7842" y="1694"/>
                    <a:pt x="7842" y="1724"/>
                    <a:pt x="7827" y="1754"/>
                  </a:cubicBezTo>
                  <a:lnTo>
                    <a:pt x="7887" y="1754"/>
                  </a:lnTo>
                  <a:cubicBezTo>
                    <a:pt x="7887" y="1799"/>
                    <a:pt x="7887" y="1844"/>
                    <a:pt x="7887" y="1889"/>
                  </a:cubicBezTo>
                  <a:cubicBezTo>
                    <a:pt x="7902" y="1918"/>
                    <a:pt x="7917" y="1948"/>
                    <a:pt x="7931" y="1978"/>
                  </a:cubicBezTo>
                  <a:cubicBezTo>
                    <a:pt x="8006" y="1874"/>
                    <a:pt x="7946" y="1799"/>
                    <a:pt x="7917" y="1709"/>
                  </a:cubicBezTo>
                  <a:cubicBezTo>
                    <a:pt x="7872" y="1590"/>
                    <a:pt x="7917" y="1440"/>
                    <a:pt x="7782" y="1366"/>
                  </a:cubicBezTo>
                  <a:cubicBezTo>
                    <a:pt x="7693" y="1276"/>
                    <a:pt x="7603" y="1172"/>
                    <a:pt x="7513" y="1082"/>
                  </a:cubicBezTo>
                  <a:cubicBezTo>
                    <a:pt x="7618" y="1082"/>
                    <a:pt x="7722" y="1112"/>
                    <a:pt x="7827" y="1127"/>
                  </a:cubicBezTo>
                  <a:cubicBezTo>
                    <a:pt x="7846" y="1127"/>
                    <a:pt x="7860" y="1128"/>
                    <a:pt x="7870" y="1128"/>
                  </a:cubicBezTo>
                  <a:cubicBezTo>
                    <a:pt x="7901" y="1128"/>
                    <a:pt x="7898" y="1119"/>
                    <a:pt x="7887" y="1052"/>
                  </a:cubicBezTo>
                  <a:cubicBezTo>
                    <a:pt x="7887" y="1037"/>
                    <a:pt x="7872" y="992"/>
                    <a:pt x="7917" y="977"/>
                  </a:cubicBezTo>
                  <a:cubicBezTo>
                    <a:pt x="7946" y="977"/>
                    <a:pt x="7976" y="963"/>
                    <a:pt x="7991" y="933"/>
                  </a:cubicBezTo>
                  <a:lnTo>
                    <a:pt x="7991" y="933"/>
                  </a:lnTo>
                  <a:cubicBezTo>
                    <a:pt x="7976" y="1052"/>
                    <a:pt x="8021" y="1127"/>
                    <a:pt x="8111" y="1157"/>
                  </a:cubicBezTo>
                  <a:cubicBezTo>
                    <a:pt x="8111" y="1157"/>
                    <a:pt x="8126" y="1142"/>
                    <a:pt x="8126" y="1142"/>
                  </a:cubicBezTo>
                  <a:lnTo>
                    <a:pt x="8170" y="1142"/>
                  </a:lnTo>
                  <a:cubicBezTo>
                    <a:pt x="8170" y="1142"/>
                    <a:pt x="8170" y="1157"/>
                    <a:pt x="8185" y="1157"/>
                  </a:cubicBezTo>
                  <a:cubicBezTo>
                    <a:pt x="8290" y="1216"/>
                    <a:pt x="8409" y="1231"/>
                    <a:pt x="8529" y="1246"/>
                  </a:cubicBezTo>
                  <a:lnTo>
                    <a:pt x="8544" y="1246"/>
                  </a:lnTo>
                  <a:cubicBezTo>
                    <a:pt x="8514" y="1276"/>
                    <a:pt x="8499" y="1306"/>
                    <a:pt x="8484" y="1351"/>
                  </a:cubicBezTo>
                  <a:cubicBezTo>
                    <a:pt x="8469" y="1411"/>
                    <a:pt x="8454" y="1470"/>
                    <a:pt x="8439" y="1530"/>
                  </a:cubicBezTo>
                  <a:cubicBezTo>
                    <a:pt x="8424" y="1530"/>
                    <a:pt x="8424" y="1545"/>
                    <a:pt x="8409" y="1560"/>
                  </a:cubicBezTo>
                  <a:cubicBezTo>
                    <a:pt x="8380" y="1635"/>
                    <a:pt x="8335" y="1694"/>
                    <a:pt x="8275" y="1739"/>
                  </a:cubicBezTo>
                  <a:lnTo>
                    <a:pt x="8275" y="1754"/>
                  </a:lnTo>
                  <a:cubicBezTo>
                    <a:pt x="8268" y="1747"/>
                    <a:pt x="8256" y="1743"/>
                    <a:pt x="8247" y="1743"/>
                  </a:cubicBezTo>
                  <a:cubicBezTo>
                    <a:pt x="8238" y="1743"/>
                    <a:pt x="8230" y="1747"/>
                    <a:pt x="8230" y="1754"/>
                  </a:cubicBezTo>
                  <a:cubicBezTo>
                    <a:pt x="8200" y="1784"/>
                    <a:pt x="8170" y="1829"/>
                    <a:pt x="8230" y="1874"/>
                  </a:cubicBezTo>
                  <a:cubicBezTo>
                    <a:pt x="8215" y="1889"/>
                    <a:pt x="8215" y="1903"/>
                    <a:pt x="8200" y="1933"/>
                  </a:cubicBezTo>
                  <a:cubicBezTo>
                    <a:pt x="8156" y="1978"/>
                    <a:pt x="8200" y="1993"/>
                    <a:pt x="8230" y="2008"/>
                  </a:cubicBezTo>
                  <a:lnTo>
                    <a:pt x="8215" y="2008"/>
                  </a:lnTo>
                  <a:cubicBezTo>
                    <a:pt x="8185" y="2053"/>
                    <a:pt x="8126" y="2053"/>
                    <a:pt x="8081" y="2083"/>
                  </a:cubicBezTo>
                  <a:cubicBezTo>
                    <a:pt x="8081" y="2098"/>
                    <a:pt x="8081" y="2098"/>
                    <a:pt x="8081" y="2098"/>
                  </a:cubicBezTo>
                  <a:cubicBezTo>
                    <a:pt x="8051" y="2113"/>
                    <a:pt x="8036" y="2128"/>
                    <a:pt x="8006" y="2142"/>
                  </a:cubicBezTo>
                  <a:cubicBezTo>
                    <a:pt x="8006" y="2172"/>
                    <a:pt x="8021" y="2202"/>
                    <a:pt x="8021" y="2232"/>
                  </a:cubicBezTo>
                  <a:lnTo>
                    <a:pt x="8021" y="2247"/>
                  </a:lnTo>
                  <a:cubicBezTo>
                    <a:pt x="7946" y="2277"/>
                    <a:pt x="7976" y="2322"/>
                    <a:pt x="7976" y="2366"/>
                  </a:cubicBezTo>
                  <a:cubicBezTo>
                    <a:pt x="7959" y="2350"/>
                    <a:pt x="7949" y="2341"/>
                    <a:pt x="7939" y="2341"/>
                  </a:cubicBezTo>
                  <a:cubicBezTo>
                    <a:pt x="7923" y="2341"/>
                    <a:pt x="7909" y="2365"/>
                    <a:pt x="7872" y="2411"/>
                  </a:cubicBezTo>
                  <a:cubicBezTo>
                    <a:pt x="7857" y="2441"/>
                    <a:pt x="7812" y="2456"/>
                    <a:pt x="7797" y="2486"/>
                  </a:cubicBezTo>
                  <a:cubicBezTo>
                    <a:pt x="7797" y="2501"/>
                    <a:pt x="7782" y="2516"/>
                    <a:pt x="7797" y="2516"/>
                  </a:cubicBezTo>
                  <a:lnTo>
                    <a:pt x="7797" y="2531"/>
                  </a:lnTo>
                  <a:lnTo>
                    <a:pt x="7767" y="2531"/>
                  </a:lnTo>
                  <a:cubicBezTo>
                    <a:pt x="7722" y="2561"/>
                    <a:pt x="7722" y="2605"/>
                    <a:pt x="7707" y="2650"/>
                  </a:cubicBezTo>
                  <a:cubicBezTo>
                    <a:pt x="7707" y="2665"/>
                    <a:pt x="7707" y="2680"/>
                    <a:pt x="7707" y="2680"/>
                  </a:cubicBezTo>
                  <a:cubicBezTo>
                    <a:pt x="7707" y="2695"/>
                    <a:pt x="7707" y="2710"/>
                    <a:pt x="7707" y="2710"/>
                  </a:cubicBezTo>
                  <a:lnTo>
                    <a:pt x="7603" y="2844"/>
                  </a:lnTo>
                  <a:cubicBezTo>
                    <a:pt x="7603" y="2844"/>
                    <a:pt x="7588" y="2859"/>
                    <a:pt x="7588" y="2859"/>
                  </a:cubicBezTo>
                  <a:cubicBezTo>
                    <a:pt x="7588" y="2859"/>
                    <a:pt x="7588" y="2874"/>
                    <a:pt x="7573" y="2874"/>
                  </a:cubicBezTo>
                  <a:cubicBezTo>
                    <a:pt x="7573" y="2889"/>
                    <a:pt x="7558" y="2904"/>
                    <a:pt x="7543" y="2904"/>
                  </a:cubicBezTo>
                  <a:lnTo>
                    <a:pt x="7588" y="2919"/>
                  </a:lnTo>
                  <a:cubicBezTo>
                    <a:pt x="7588" y="2934"/>
                    <a:pt x="7588" y="2934"/>
                    <a:pt x="7603" y="2934"/>
                  </a:cubicBezTo>
                  <a:cubicBezTo>
                    <a:pt x="7603" y="2934"/>
                    <a:pt x="7603" y="2949"/>
                    <a:pt x="7603" y="2949"/>
                  </a:cubicBezTo>
                  <a:lnTo>
                    <a:pt x="7588" y="2964"/>
                  </a:lnTo>
                  <a:cubicBezTo>
                    <a:pt x="7483" y="3009"/>
                    <a:pt x="7468" y="3128"/>
                    <a:pt x="7424" y="3218"/>
                  </a:cubicBezTo>
                  <a:cubicBezTo>
                    <a:pt x="7409" y="3218"/>
                    <a:pt x="7409" y="3218"/>
                    <a:pt x="7409" y="3233"/>
                  </a:cubicBezTo>
                  <a:lnTo>
                    <a:pt x="7349" y="3307"/>
                  </a:lnTo>
                  <a:cubicBezTo>
                    <a:pt x="7349" y="3337"/>
                    <a:pt x="7364" y="3382"/>
                    <a:pt x="7364" y="3412"/>
                  </a:cubicBezTo>
                  <a:cubicBezTo>
                    <a:pt x="7349" y="3412"/>
                    <a:pt x="7334" y="3427"/>
                    <a:pt x="7334" y="3442"/>
                  </a:cubicBezTo>
                  <a:cubicBezTo>
                    <a:pt x="7322" y="3434"/>
                    <a:pt x="7310" y="3430"/>
                    <a:pt x="7300" y="3430"/>
                  </a:cubicBezTo>
                  <a:cubicBezTo>
                    <a:pt x="7275" y="3430"/>
                    <a:pt x="7259" y="3454"/>
                    <a:pt x="7259" y="3487"/>
                  </a:cubicBezTo>
                  <a:lnTo>
                    <a:pt x="7229" y="3531"/>
                  </a:lnTo>
                  <a:cubicBezTo>
                    <a:pt x="7200" y="3591"/>
                    <a:pt x="7170" y="3636"/>
                    <a:pt x="7140" y="3696"/>
                  </a:cubicBezTo>
                  <a:cubicBezTo>
                    <a:pt x="7110" y="3696"/>
                    <a:pt x="7065" y="3696"/>
                    <a:pt x="7065" y="3711"/>
                  </a:cubicBezTo>
                  <a:cubicBezTo>
                    <a:pt x="7050" y="3741"/>
                    <a:pt x="7065" y="3770"/>
                    <a:pt x="7080" y="3800"/>
                  </a:cubicBezTo>
                  <a:cubicBezTo>
                    <a:pt x="7020" y="3920"/>
                    <a:pt x="6976" y="4024"/>
                    <a:pt x="6916" y="4144"/>
                  </a:cubicBezTo>
                  <a:cubicBezTo>
                    <a:pt x="6901" y="4189"/>
                    <a:pt x="6856" y="4233"/>
                    <a:pt x="6826" y="4263"/>
                  </a:cubicBezTo>
                  <a:cubicBezTo>
                    <a:pt x="6796" y="4338"/>
                    <a:pt x="6722" y="4398"/>
                    <a:pt x="6752" y="4502"/>
                  </a:cubicBezTo>
                  <a:cubicBezTo>
                    <a:pt x="6752" y="4517"/>
                    <a:pt x="6737" y="4517"/>
                    <a:pt x="6737" y="4532"/>
                  </a:cubicBezTo>
                  <a:cubicBezTo>
                    <a:pt x="6737" y="4547"/>
                    <a:pt x="6737" y="4577"/>
                    <a:pt x="6737" y="4592"/>
                  </a:cubicBezTo>
                  <a:lnTo>
                    <a:pt x="6707" y="4682"/>
                  </a:lnTo>
                  <a:cubicBezTo>
                    <a:pt x="6692" y="4711"/>
                    <a:pt x="6677" y="4726"/>
                    <a:pt x="6662" y="4756"/>
                  </a:cubicBezTo>
                  <a:cubicBezTo>
                    <a:pt x="6647" y="4786"/>
                    <a:pt x="6617" y="4801"/>
                    <a:pt x="6602" y="4831"/>
                  </a:cubicBezTo>
                  <a:cubicBezTo>
                    <a:pt x="6589" y="4865"/>
                    <a:pt x="6594" y="4874"/>
                    <a:pt x="6604" y="4874"/>
                  </a:cubicBezTo>
                  <a:cubicBezTo>
                    <a:pt x="6617" y="4874"/>
                    <a:pt x="6639" y="4861"/>
                    <a:pt x="6647" y="4861"/>
                  </a:cubicBezTo>
                  <a:cubicBezTo>
                    <a:pt x="6632" y="4891"/>
                    <a:pt x="6617" y="4906"/>
                    <a:pt x="6602" y="4935"/>
                  </a:cubicBezTo>
                  <a:cubicBezTo>
                    <a:pt x="6542" y="4965"/>
                    <a:pt x="6468" y="5010"/>
                    <a:pt x="6408" y="5040"/>
                  </a:cubicBezTo>
                  <a:lnTo>
                    <a:pt x="6393" y="5040"/>
                  </a:lnTo>
                  <a:cubicBezTo>
                    <a:pt x="6393" y="5040"/>
                    <a:pt x="6393" y="5025"/>
                    <a:pt x="6393" y="5025"/>
                  </a:cubicBezTo>
                  <a:cubicBezTo>
                    <a:pt x="6393" y="5010"/>
                    <a:pt x="6378" y="4995"/>
                    <a:pt x="6348" y="4995"/>
                  </a:cubicBezTo>
                  <a:lnTo>
                    <a:pt x="6348" y="4891"/>
                  </a:lnTo>
                  <a:cubicBezTo>
                    <a:pt x="6289" y="4921"/>
                    <a:pt x="6289" y="4950"/>
                    <a:pt x="6333" y="4995"/>
                  </a:cubicBezTo>
                  <a:cubicBezTo>
                    <a:pt x="6303" y="5010"/>
                    <a:pt x="6289" y="5025"/>
                    <a:pt x="6259" y="5040"/>
                  </a:cubicBezTo>
                  <a:cubicBezTo>
                    <a:pt x="6214" y="5055"/>
                    <a:pt x="6154" y="5055"/>
                    <a:pt x="6109" y="5070"/>
                  </a:cubicBezTo>
                  <a:cubicBezTo>
                    <a:pt x="6079" y="5070"/>
                    <a:pt x="6064" y="5085"/>
                    <a:pt x="6050" y="5085"/>
                  </a:cubicBezTo>
                  <a:lnTo>
                    <a:pt x="6035" y="5085"/>
                  </a:lnTo>
                  <a:cubicBezTo>
                    <a:pt x="5781" y="5204"/>
                    <a:pt x="5676" y="5428"/>
                    <a:pt x="5766" y="5652"/>
                  </a:cubicBezTo>
                  <a:cubicBezTo>
                    <a:pt x="5766" y="5697"/>
                    <a:pt x="5751" y="5742"/>
                    <a:pt x="5796" y="5772"/>
                  </a:cubicBezTo>
                  <a:cubicBezTo>
                    <a:pt x="5796" y="5772"/>
                    <a:pt x="5811" y="5787"/>
                    <a:pt x="5811" y="5787"/>
                  </a:cubicBezTo>
                  <a:cubicBezTo>
                    <a:pt x="5870" y="5832"/>
                    <a:pt x="5915" y="5876"/>
                    <a:pt x="5960" y="5906"/>
                  </a:cubicBezTo>
                  <a:cubicBezTo>
                    <a:pt x="5975" y="5921"/>
                    <a:pt x="5975" y="5921"/>
                    <a:pt x="5975" y="5921"/>
                  </a:cubicBezTo>
                  <a:cubicBezTo>
                    <a:pt x="5960" y="5966"/>
                    <a:pt x="5945" y="5996"/>
                    <a:pt x="5930" y="6041"/>
                  </a:cubicBezTo>
                  <a:lnTo>
                    <a:pt x="5915" y="6041"/>
                  </a:lnTo>
                  <a:cubicBezTo>
                    <a:pt x="5855" y="6056"/>
                    <a:pt x="5900" y="6130"/>
                    <a:pt x="5840" y="6160"/>
                  </a:cubicBezTo>
                  <a:cubicBezTo>
                    <a:pt x="5781" y="6190"/>
                    <a:pt x="5751" y="6250"/>
                    <a:pt x="5706" y="6295"/>
                  </a:cubicBezTo>
                  <a:cubicBezTo>
                    <a:pt x="5661" y="6339"/>
                    <a:pt x="5661" y="6384"/>
                    <a:pt x="5706" y="6429"/>
                  </a:cubicBezTo>
                  <a:lnTo>
                    <a:pt x="5676" y="6429"/>
                  </a:lnTo>
                  <a:lnTo>
                    <a:pt x="5676" y="6414"/>
                  </a:lnTo>
                  <a:cubicBezTo>
                    <a:pt x="5616" y="6339"/>
                    <a:pt x="5542" y="6265"/>
                    <a:pt x="5497" y="6190"/>
                  </a:cubicBezTo>
                  <a:cubicBezTo>
                    <a:pt x="5482" y="6160"/>
                    <a:pt x="5452" y="6145"/>
                    <a:pt x="5437" y="6115"/>
                  </a:cubicBezTo>
                  <a:cubicBezTo>
                    <a:pt x="5407" y="6086"/>
                    <a:pt x="5377" y="6056"/>
                    <a:pt x="5348" y="6026"/>
                  </a:cubicBezTo>
                  <a:lnTo>
                    <a:pt x="5392" y="5891"/>
                  </a:lnTo>
                  <a:cubicBezTo>
                    <a:pt x="5392" y="5891"/>
                    <a:pt x="5392" y="5891"/>
                    <a:pt x="5377" y="5876"/>
                  </a:cubicBezTo>
                  <a:lnTo>
                    <a:pt x="5303" y="5966"/>
                  </a:lnTo>
                  <a:lnTo>
                    <a:pt x="5303" y="5951"/>
                  </a:lnTo>
                  <a:cubicBezTo>
                    <a:pt x="5094" y="5697"/>
                    <a:pt x="4870" y="5443"/>
                    <a:pt x="4661" y="5159"/>
                  </a:cubicBezTo>
                  <a:cubicBezTo>
                    <a:pt x="4302" y="4682"/>
                    <a:pt x="3929" y="4189"/>
                    <a:pt x="3540" y="3726"/>
                  </a:cubicBezTo>
                  <a:cubicBezTo>
                    <a:pt x="3316" y="3442"/>
                    <a:pt x="3077" y="3173"/>
                    <a:pt x="2838" y="2904"/>
                  </a:cubicBezTo>
                  <a:cubicBezTo>
                    <a:pt x="2734" y="2785"/>
                    <a:pt x="2614" y="2650"/>
                    <a:pt x="2480" y="2561"/>
                  </a:cubicBezTo>
                  <a:lnTo>
                    <a:pt x="2465" y="2561"/>
                  </a:lnTo>
                  <a:lnTo>
                    <a:pt x="2047" y="2113"/>
                  </a:lnTo>
                  <a:cubicBezTo>
                    <a:pt x="1838" y="1889"/>
                    <a:pt x="1644" y="1679"/>
                    <a:pt x="1434" y="1455"/>
                  </a:cubicBezTo>
                  <a:lnTo>
                    <a:pt x="1390" y="1411"/>
                  </a:lnTo>
                  <a:cubicBezTo>
                    <a:pt x="1330" y="1366"/>
                    <a:pt x="1285" y="1321"/>
                    <a:pt x="1225" y="1276"/>
                  </a:cubicBezTo>
                  <a:lnTo>
                    <a:pt x="1180" y="1187"/>
                  </a:lnTo>
                  <a:cubicBezTo>
                    <a:pt x="1180" y="1172"/>
                    <a:pt x="1180" y="1172"/>
                    <a:pt x="1180" y="1157"/>
                  </a:cubicBezTo>
                  <a:cubicBezTo>
                    <a:pt x="1168" y="1120"/>
                    <a:pt x="1146" y="1093"/>
                    <a:pt x="1105" y="1093"/>
                  </a:cubicBezTo>
                  <a:cubicBezTo>
                    <a:pt x="1096" y="1093"/>
                    <a:pt x="1087" y="1094"/>
                    <a:pt x="1076" y="1097"/>
                  </a:cubicBezTo>
                  <a:lnTo>
                    <a:pt x="1016" y="1007"/>
                  </a:lnTo>
                  <a:cubicBezTo>
                    <a:pt x="1001" y="1022"/>
                    <a:pt x="1001" y="1022"/>
                    <a:pt x="986" y="1022"/>
                  </a:cubicBezTo>
                  <a:cubicBezTo>
                    <a:pt x="1001" y="1022"/>
                    <a:pt x="1001" y="1007"/>
                    <a:pt x="1016" y="992"/>
                  </a:cubicBezTo>
                  <a:cubicBezTo>
                    <a:pt x="1001" y="918"/>
                    <a:pt x="986" y="858"/>
                    <a:pt x="897" y="828"/>
                  </a:cubicBezTo>
                  <a:cubicBezTo>
                    <a:pt x="897" y="828"/>
                    <a:pt x="897" y="843"/>
                    <a:pt x="882" y="843"/>
                  </a:cubicBezTo>
                  <a:lnTo>
                    <a:pt x="882" y="798"/>
                  </a:lnTo>
                  <a:cubicBezTo>
                    <a:pt x="867" y="709"/>
                    <a:pt x="792" y="664"/>
                    <a:pt x="717" y="649"/>
                  </a:cubicBezTo>
                  <a:cubicBezTo>
                    <a:pt x="717" y="619"/>
                    <a:pt x="717" y="589"/>
                    <a:pt x="717" y="559"/>
                  </a:cubicBezTo>
                  <a:cubicBezTo>
                    <a:pt x="688" y="529"/>
                    <a:pt x="643" y="499"/>
                    <a:pt x="613" y="470"/>
                  </a:cubicBezTo>
                  <a:cubicBezTo>
                    <a:pt x="598" y="455"/>
                    <a:pt x="598" y="440"/>
                    <a:pt x="583" y="410"/>
                  </a:cubicBezTo>
                  <a:lnTo>
                    <a:pt x="553" y="350"/>
                  </a:lnTo>
                  <a:cubicBezTo>
                    <a:pt x="553" y="335"/>
                    <a:pt x="538" y="335"/>
                    <a:pt x="538" y="320"/>
                  </a:cubicBezTo>
                  <a:cubicBezTo>
                    <a:pt x="538" y="320"/>
                    <a:pt x="538" y="305"/>
                    <a:pt x="523" y="305"/>
                  </a:cubicBezTo>
                  <a:lnTo>
                    <a:pt x="523" y="290"/>
                  </a:lnTo>
                  <a:close/>
                  <a:moveTo>
                    <a:pt x="196" y="0"/>
                  </a:moveTo>
                  <a:cubicBezTo>
                    <a:pt x="181" y="0"/>
                    <a:pt x="165" y="2"/>
                    <a:pt x="150" y="7"/>
                  </a:cubicBezTo>
                  <a:cubicBezTo>
                    <a:pt x="45" y="36"/>
                    <a:pt x="1" y="111"/>
                    <a:pt x="45" y="201"/>
                  </a:cubicBezTo>
                  <a:cubicBezTo>
                    <a:pt x="75" y="261"/>
                    <a:pt x="120" y="350"/>
                    <a:pt x="180" y="365"/>
                  </a:cubicBezTo>
                  <a:cubicBezTo>
                    <a:pt x="284" y="395"/>
                    <a:pt x="284" y="485"/>
                    <a:pt x="299" y="559"/>
                  </a:cubicBezTo>
                  <a:cubicBezTo>
                    <a:pt x="314" y="589"/>
                    <a:pt x="329" y="604"/>
                    <a:pt x="359" y="634"/>
                  </a:cubicBezTo>
                  <a:lnTo>
                    <a:pt x="419" y="709"/>
                  </a:lnTo>
                  <a:cubicBezTo>
                    <a:pt x="419" y="724"/>
                    <a:pt x="419" y="724"/>
                    <a:pt x="434" y="724"/>
                  </a:cubicBezTo>
                  <a:cubicBezTo>
                    <a:pt x="449" y="753"/>
                    <a:pt x="479" y="768"/>
                    <a:pt x="508" y="783"/>
                  </a:cubicBezTo>
                  <a:lnTo>
                    <a:pt x="523" y="783"/>
                  </a:lnTo>
                  <a:lnTo>
                    <a:pt x="538" y="798"/>
                  </a:lnTo>
                  <a:lnTo>
                    <a:pt x="538" y="813"/>
                  </a:lnTo>
                  <a:cubicBezTo>
                    <a:pt x="538" y="798"/>
                    <a:pt x="523" y="798"/>
                    <a:pt x="508" y="783"/>
                  </a:cubicBezTo>
                  <a:lnTo>
                    <a:pt x="479" y="828"/>
                  </a:lnTo>
                  <a:lnTo>
                    <a:pt x="568" y="843"/>
                  </a:lnTo>
                  <a:cubicBezTo>
                    <a:pt x="598" y="888"/>
                    <a:pt x="613" y="933"/>
                    <a:pt x="643" y="977"/>
                  </a:cubicBezTo>
                  <a:cubicBezTo>
                    <a:pt x="673" y="1007"/>
                    <a:pt x="703" y="1022"/>
                    <a:pt x="732" y="1052"/>
                  </a:cubicBezTo>
                  <a:cubicBezTo>
                    <a:pt x="732" y="1127"/>
                    <a:pt x="777" y="1157"/>
                    <a:pt x="822" y="1187"/>
                  </a:cubicBezTo>
                  <a:cubicBezTo>
                    <a:pt x="762" y="1291"/>
                    <a:pt x="867" y="1306"/>
                    <a:pt x="912" y="1351"/>
                  </a:cubicBezTo>
                  <a:cubicBezTo>
                    <a:pt x="927" y="1351"/>
                    <a:pt x="927" y="1366"/>
                    <a:pt x="942" y="1366"/>
                  </a:cubicBezTo>
                  <a:cubicBezTo>
                    <a:pt x="971" y="1411"/>
                    <a:pt x="1016" y="1440"/>
                    <a:pt x="1046" y="1485"/>
                  </a:cubicBezTo>
                  <a:lnTo>
                    <a:pt x="1046" y="1470"/>
                  </a:lnTo>
                  <a:cubicBezTo>
                    <a:pt x="1061" y="1485"/>
                    <a:pt x="1061" y="1500"/>
                    <a:pt x="1076" y="1500"/>
                  </a:cubicBezTo>
                  <a:cubicBezTo>
                    <a:pt x="1061" y="1515"/>
                    <a:pt x="1046" y="1545"/>
                    <a:pt x="1061" y="1560"/>
                  </a:cubicBezTo>
                  <a:cubicBezTo>
                    <a:pt x="1121" y="1635"/>
                    <a:pt x="1180" y="1709"/>
                    <a:pt x="1255" y="1769"/>
                  </a:cubicBezTo>
                  <a:cubicBezTo>
                    <a:pt x="1255" y="1784"/>
                    <a:pt x="1255" y="1784"/>
                    <a:pt x="1255" y="1784"/>
                  </a:cubicBezTo>
                  <a:cubicBezTo>
                    <a:pt x="1315" y="1859"/>
                    <a:pt x="1375" y="1918"/>
                    <a:pt x="1434" y="1978"/>
                  </a:cubicBezTo>
                  <a:cubicBezTo>
                    <a:pt x="1479" y="2008"/>
                    <a:pt x="1524" y="2053"/>
                    <a:pt x="1569" y="2083"/>
                  </a:cubicBezTo>
                  <a:cubicBezTo>
                    <a:pt x="1599" y="2128"/>
                    <a:pt x="1629" y="2172"/>
                    <a:pt x="1644" y="2217"/>
                  </a:cubicBezTo>
                  <a:cubicBezTo>
                    <a:pt x="1652" y="2252"/>
                    <a:pt x="1671" y="2267"/>
                    <a:pt x="1694" y="2267"/>
                  </a:cubicBezTo>
                  <a:cubicBezTo>
                    <a:pt x="1711" y="2267"/>
                    <a:pt x="1729" y="2259"/>
                    <a:pt x="1748" y="2247"/>
                  </a:cubicBezTo>
                  <a:lnTo>
                    <a:pt x="1748" y="2247"/>
                  </a:lnTo>
                  <a:cubicBezTo>
                    <a:pt x="1718" y="2366"/>
                    <a:pt x="1808" y="2411"/>
                    <a:pt x="1868" y="2471"/>
                  </a:cubicBezTo>
                  <a:cubicBezTo>
                    <a:pt x="1957" y="2576"/>
                    <a:pt x="2047" y="2680"/>
                    <a:pt x="2136" y="2785"/>
                  </a:cubicBezTo>
                  <a:lnTo>
                    <a:pt x="2178" y="2834"/>
                  </a:lnTo>
                  <a:lnTo>
                    <a:pt x="2178" y="2834"/>
                  </a:lnTo>
                  <a:cubicBezTo>
                    <a:pt x="2174" y="2830"/>
                    <a:pt x="2170" y="2826"/>
                    <a:pt x="2166" y="2822"/>
                  </a:cubicBezTo>
                  <a:lnTo>
                    <a:pt x="2166" y="2822"/>
                  </a:lnTo>
                  <a:lnTo>
                    <a:pt x="2196" y="2859"/>
                  </a:lnTo>
                  <a:cubicBezTo>
                    <a:pt x="2194" y="2854"/>
                    <a:pt x="2191" y="2850"/>
                    <a:pt x="2187" y="2845"/>
                  </a:cubicBezTo>
                  <a:lnTo>
                    <a:pt x="2187" y="2845"/>
                  </a:lnTo>
                  <a:lnTo>
                    <a:pt x="2228" y="2893"/>
                  </a:lnTo>
                  <a:lnTo>
                    <a:pt x="2228" y="2893"/>
                  </a:lnTo>
                  <a:cubicBezTo>
                    <a:pt x="2217" y="2881"/>
                    <a:pt x="2207" y="2870"/>
                    <a:pt x="2196" y="2859"/>
                  </a:cubicBezTo>
                  <a:lnTo>
                    <a:pt x="2196" y="2859"/>
                  </a:lnTo>
                  <a:lnTo>
                    <a:pt x="2297" y="2979"/>
                  </a:lnTo>
                  <a:lnTo>
                    <a:pt x="2297" y="2979"/>
                  </a:lnTo>
                  <a:cubicBezTo>
                    <a:pt x="2283" y="2961"/>
                    <a:pt x="2270" y="2944"/>
                    <a:pt x="2257" y="2928"/>
                  </a:cubicBezTo>
                  <a:lnTo>
                    <a:pt x="2257" y="2928"/>
                  </a:lnTo>
                  <a:lnTo>
                    <a:pt x="2390" y="3086"/>
                  </a:lnTo>
                  <a:lnTo>
                    <a:pt x="2390" y="3086"/>
                  </a:lnTo>
                  <a:cubicBezTo>
                    <a:pt x="2380" y="3075"/>
                    <a:pt x="2370" y="3064"/>
                    <a:pt x="2360" y="3054"/>
                  </a:cubicBezTo>
                  <a:lnTo>
                    <a:pt x="2360" y="3054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47" y="4582"/>
                    <a:pt x="3646" y="4580"/>
                    <a:pt x="3645" y="4578"/>
                  </a:cubicBezTo>
                  <a:lnTo>
                    <a:pt x="3645" y="4578"/>
                  </a:lnTo>
                  <a:lnTo>
                    <a:pt x="5228" y="6459"/>
                  </a:lnTo>
                  <a:lnTo>
                    <a:pt x="3648" y="4583"/>
                  </a:lnTo>
                  <a:lnTo>
                    <a:pt x="3648" y="4583"/>
                  </a:lnTo>
                  <a:cubicBezTo>
                    <a:pt x="3664" y="4611"/>
                    <a:pt x="3691" y="4639"/>
                    <a:pt x="3705" y="4667"/>
                  </a:cubicBezTo>
                  <a:cubicBezTo>
                    <a:pt x="3809" y="4801"/>
                    <a:pt x="3929" y="4935"/>
                    <a:pt x="4033" y="5070"/>
                  </a:cubicBezTo>
                  <a:cubicBezTo>
                    <a:pt x="4227" y="5309"/>
                    <a:pt x="4422" y="5563"/>
                    <a:pt x="4616" y="5802"/>
                  </a:cubicBezTo>
                  <a:cubicBezTo>
                    <a:pt x="4750" y="5981"/>
                    <a:pt x="4885" y="6145"/>
                    <a:pt x="5019" y="6310"/>
                  </a:cubicBezTo>
                  <a:cubicBezTo>
                    <a:pt x="5034" y="6354"/>
                    <a:pt x="5079" y="6354"/>
                    <a:pt x="5124" y="6384"/>
                  </a:cubicBezTo>
                  <a:cubicBezTo>
                    <a:pt x="5138" y="6384"/>
                    <a:pt x="5138" y="6399"/>
                    <a:pt x="5138" y="6399"/>
                  </a:cubicBezTo>
                  <a:lnTo>
                    <a:pt x="5124" y="6384"/>
                  </a:lnTo>
                  <a:lnTo>
                    <a:pt x="5109" y="6474"/>
                  </a:lnTo>
                  <a:lnTo>
                    <a:pt x="5138" y="6474"/>
                  </a:lnTo>
                  <a:lnTo>
                    <a:pt x="5138" y="6444"/>
                  </a:lnTo>
                  <a:cubicBezTo>
                    <a:pt x="5153" y="6459"/>
                    <a:pt x="5168" y="6474"/>
                    <a:pt x="5183" y="6474"/>
                  </a:cubicBezTo>
                  <a:cubicBezTo>
                    <a:pt x="5183" y="6489"/>
                    <a:pt x="5183" y="6489"/>
                    <a:pt x="5183" y="6489"/>
                  </a:cubicBezTo>
                  <a:cubicBezTo>
                    <a:pt x="5228" y="6534"/>
                    <a:pt x="5273" y="6593"/>
                    <a:pt x="5318" y="6638"/>
                  </a:cubicBezTo>
                  <a:cubicBezTo>
                    <a:pt x="5333" y="6638"/>
                    <a:pt x="5348" y="6623"/>
                    <a:pt x="5363" y="6623"/>
                  </a:cubicBezTo>
                  <a:lnTo>
                    <a:pt x="5363" y="6623"/>
                  </a:lnTo>
                  <a:lnTo>
                    <a:pt x="5363" y="6623"/>
                  </a:lnTo>
                  <a:cubicBezTo>
                    <a:pt x="5377" y="6638"/>
                    <a:pt x="5407" y="6653"/>
                    <a:pt x="5422" y="6683"/>
                  </a:cubicBezTo>
                  <a:cubicBezTo>
                    <a:pt x="5452" y="6728"/>
                    <a:pt x="5482" y="6773"/>
                    <a:pt x="5512" y="6802"/>
                  </a:cubicBezTo>
                  <a:cubicBezTo>
                    <a:pt x="5542" y="6847"/>
                    <a:pt x="5572" y="6877"/>
                    <a:pt x="5601" y="6922"/>
                  </a:cubicBezTo>
                  <a:lnTo>
                    <a:pt x="5616" y="6922"/>
                  </a:lnTo>
                  <a:cubicBezTo>
                    <a:pt x="5631" y="6967"/>
                    <a:pt x="5661" y="7012"/>
                    <a:pt x="5676" y="7056"/>
                  </a:cubicBezTo>
                  <a:cubicBezTo>
                    <a:pt x="5691" y="7086"/>
                    <a:pt x="5691" y="7101"/>
                    <a:pt x="5706" y="7131"/>
                  </a:cubicBezTo>
                  <a:cubicBezTo>
                    <a:pt x="5721" y="7131"/>
                    <a:pt x="5721" y="7116"/>
                    <a:pt x="5736" y="7101"/>
                  </a:cubicBezTo>
                  <a:lnTo>
                    <a:pt x="5751" y="7101"/>
                  </a:lnTo>
                  <a:cubicBezTo>
                    <a:pt x="5796" y="7116"/>
                    <a:pt x="5855" y="7146"/>
                    <a:pt x="5915" y="7146"/>
                  </a:cubicBezTo>
                  <a:cubicBezTo>
                    <a:pt x="5945" y="7146"/>
                    <a:pt x="5990" y="7116"/>
                    <a:pt x="6020" y="7101"/>
                  </a:cubicBezTo>
                  <a:cubicBezTo>
                    <a:pt x="6005" y="7086"/>
                    <a:pt x="5975" y="7071"/>
                    <a:pt x="5975" y="7071"/>
                  </a:cubicBezTo>
                  <a:cubicBezTo>
                    <a:pt x="6020" y="6982"/>
                    <a:pt x="6050" y="6892"/>
                    <a:pt x="6094" y="6817"/>
                  </a:cubicBezTo>
                  <a:lnTo>
                    <a:pt x="6094" y="6802"/>
                  </a:lnTo>
                  <a:cubicBezTo>
                    <a:pt x="6124" y="6758"/>
                    <a:pt x="6154" y="6698"/>
                    <a:pt x="6184" y="6638"/>
                  </a:cubicBezTo>
                  <a:cubicBezTo>
                    <a:pt x="6184" y="6623"/>
                    <a:pt x="6169" y="6578"/>
                    <a:pt x="6154" y="6549"/>
                  </a:cubicBezTo>
                  <a:lnTo>
                    <a:pt x="6154" y="6534"/>
                  </a:lnTo>
                  <a:cubicBezTo>
                    <a:pt x="6214" y="6489"/>
                    <a:pt x="6303" y="6489"/>
                    <a:pt x="6318" y="6384"/>
                  </a:cubicBezTo>
                  <a:cubicBezTo>
                    <a:pt x="6318" y="6384"/>
                    <a:pt x="6318" y="6369"/>
                    <a:pt x="6318" y="6369"/>
                  </a:cubicBezTo>
                  <a:cubicBezTo>
                    <a:pt x="6348" y="6310"/>
                    <a:pt x="6378" y="6265"/>
                    <a:pt x="6408" y="6205"/>
                  </a:cubicBezTo>
                  <a:cubicBezTo>
                    <a:pt x="6423" y="6160"/>
                    <a:pt x="6423" y="6115"/>
                    <a:pt x="6453" y="6071"/>
                  </a:cubicBezTo>
                  <a:cubicBezTo>
                    <a:pt x="6587" y="5891"/>
                    <a:pt x="6752" y="5712"/>
                    <a:pt x="6796" y="5473"/>
                  </a:cubicBezTo>
                  <a:lnTo>
                    <a:pt x="6811" y="5473"/>
                  </a:lnTo>
                  <a:cubicBezTo>
                    <a:pt x="6886" y="5369"/>
                    <a:pt x="6946" y="5249"/>
                    <a:pt x="6946" y="5115"/>
                  </a:cubicBezTo>
                  <a:cubicBezTo>
                    <a:pt x="6946" y="5055"/>
                    <a:pt x="7065" y="5040"/>
                    <a:pt x="6991" y="4965"/>
                  </a:cubicBezTo>
                  <a:lnTo>
                    <a:pt x="6991" y="4950"/>
                  </a:lnTo>
                  <a:cubicBezTo>
                    <a:pt x="7020" y="4876"/>
                    <a:pt x="7065" y="4786"/>
                    <a:pt x="7095" y="4711"/>
                  </a:cubicBezTo>
                  <a:cubicBezTo>
                    <a:pt x="7110" y="4726"/>
                    <a:pt x="7125" y="4756"/>
                    <a:pt x="7140" y="4771"/>
                  </a:cubicBezTo>
                  <a:cubicBezTo>
                    <a:pt x="7155" y="4756"/>
                    <a:pt x="7170" y="4741"/>
                    <a:pt x="7185" y="4711"/>
                  </a:cubicBezTo>
                  <a:cubicBezTo>
                    <a:pt x="7200" y="4652"/>
                    <a:pt x="7215" y="4577"/>
                    <a:pt x="7244" y="4502"/>
                  </a:cubicBezTo>
                  <a:lnTo>
                    <a:pt x="7259" y="4502"/>
                  </a:lnTo>
                  <a:cubicBezTo>
                    <a:pt x="7379" y="4487"/>
                    <a:pt x="7289" y="4383"/>
                    <a:pt x="7319" y="4323"/>
                  </a:cubicBezTo>
                  <a:cubicBezTo>
                    <a:pt x="7334" y="4293"/>
                    <a:pt x="7349" y="4263"/>
                    <a:pt x="7364" y="4233"/>
                  </a:cubicBezTo>
                  <a:cubicBezTo>
                    <a:pt x="7394" y="4159"/>
                    <a:pt x="7468" y="4084"/>
                    <a:pt x="7409" y="3994"/>
                  </a:cubicBezTo>
                  <a:cubicBezTo>
                    <a:pt x="7409" y="3994"/>
                    <a:pt x="7439" y="3980"/>
                    <a:pt x="7439" y="3965"/>
                  </a:cubicBezTo>
                  <a:cubicBezTo>
                    <a:pt x="7483" y="3950"/>
                    <a:pt x="7528" y="3875"/>
                    <a:pt x="7528" y="3830"/>
                  </a:cubicBezTo>
                  <a:cubicBezTo>
                    <a:pt x="7543" y="3815"/>
                    <a:pt x="7543" y="3800"/>
                    <a:pt x="7528" y="3785"/>
                  </a:cubicBezTo>
                  <a:cubicBezTo>
                    <a:pt x="7558" y="3741"/>
                    <a:pt x="7588" y="3696"/>
                    <a:pt x="7618" y="3651"/>
                  </a:cubicBezTo>
                  <a:lnTo>
                    <a:pt x="7618" y="3636"/>
                  </a:lnTo>
                  <a:cubicBezTo>
                    <a:pt x="7663" y="3561"/>
                    <a:pt x="7693" y="3487"/>
                    <a:pt x="7722" y="3427"/>
                  </a:cubicBezTo>
                  <a:cubicBezTo>
                    <a:pt x="7782" y="3337"/>
                    <a:pt x="7842" y="3263"/>
                    <a:pt x="7887" y="3173"/>
                  </a:cubicBezTo>
                  <a:cubicBezTo>
                    <a:pt x="7917" y="3143"/>
                    <a:pt x="7931" y="3113"/>
                    <a:pt x="7961" y="3083"/>
                  </a:cubicBezTo>
                  <a:lnTo>
                    <a:pt x="8006" y="2949"/>
                  </a:lnTo>
                  <a:lnTo>
                    <a:pt x="8051" y="2949"/>
                  </a:lnTo>
                  <a:cubicBezTo>
                    <a:pt x="8036" y="2904"/>
                    <a:pt x="8081" y="2859"/>
                    <a:pt x="8066" y="2815"/>
                  </a:cubicBezTo>
                  <a:cubicBezTo>
                    <a:pt x="8066" y="2755"/>
                    <a:pt x="8141" y="2680"/>
                    <a:pt x="8185" y="2605"/>
                  </a:cubicBezTo>
                  <a:cubicBezTo>
                    <a:pt x="8193" y="2613"/>
                    <a:pt x="8197" y="2617"/>
                    <a:pt x="8200" y="2617"/>
                  </a:cubicBezTo>
                  <a:cubicBezTo>
                    <a:pt x="8204" y="2617"/>
                    <a:pt x="8208" y="2613"/>
                    <a:pt x="8215" y="2605"/>
                  </a:cubicBezTo>
                  <a:lnTo>
                    <a:pt x="8275" y="2605"/>
                  </a:lnTo>
                  <a:cubicBezTo>
                    <a:pt x="8290" y="2546"/>
                    <a:pt x="8380" y="2501"/>
                    <a:pt x="8290" y="2456"/>
                  </a:cubicBezTo>
                  <a:cubicBezTo>
                    <a:pt x="8350" y="2426"/>
                    <a:pt x="8409" y="2411"/>
                    <a:pt x="8380" y="2337"/>
                  </a:cubicBezTo>
                  <a:cubicBezTo>
                    <a:pt x="8394" y="2322"/>
                    <a:pt x="8409" y="2307"/>
                    <a:pt x="8424" y="2292"/>
                  </a:cubicBezTo>
                  <a:lnTo>
                    <a:pt x="8439" y="2292"/>
                  </a:lnTo>
                  <a:lnTo>
                    <a:pt x="8454" y="2232"/>
                  </a:lnTo>
                  <a:cubicBezTo>
                    <a:pt x="8484" y="2187"/>
                    <a:pt x="8514" y="2142"/>
                    <a:pt x="8544" y="2098"/>
                  </a:cubicBezTo>
                  <a:cubicBezTo>
                    <a:pt x="8574" y="2053"/>
                    <a:pt x="8604" y="2008"/>
                    <a:pt x="8633" y="1978"/>
                  </a:cubicBezTo>
                  <a:cubicBezTo>
                    <a:pt x="8738" y="1963"/>
                    <a:pt x="8693" y="1874"/>
                    <a:pt x="8708" y="1814"/>
                  </a:cubicBezTo>
                  <a:lnTo>
                    <a:pt x="8708" y="1814"/>
                  </a:lnTo>
                  <a:cubicBezTo>
                    <a:pt x="8693" y="1829"/>
                    <a:pt x="8693" y="1829"/>
                    <a:pt x="8693" y="1829"/>
                  </a:cubicBezTo>
                  <a:cubicBezTo>
                    <a:pt x="8693" y="1829"/>
                    <a:pt x="8693" y="1829"/>
                    <a:pt x="8693" y="1814"/>
                  </a:cubicBezTo>
                  <a:cubicBezTo>
                    <a:pt x="8708" y="1799"/>
                    <a:pt x="8708" y="1769"/>
                    <a:pt x="8708" y="1754"/>
                  </a:cubicBezTo>
                  <a:cubicBezTo>
                    <a:pt x="8718" y="1754"/>
                    <a:pt x="8731" y="1755"/>
                    <a:pt x="8744" y="1755"/>
                  </a:cubicBezTo>
                  <a:cubicBezTo>
                    <a:pt x="8790" y="1755"/>
                    <a:pt x="8838" y="1746"/>
                    <a:pt x="8768" y="1664"/>
                  </a:cubicBezTo>
                  <a:cubicBezTo>
                    <a:pt x="8798" y="1650"/>
                    <a:pt x="8828" y="1635"/>
                    <a:pt x="8857" y="1620"/>
                  </a:cubicBezTo>
                  <a:cubicBezTo>
                    <a:pt x="8857" y="1605"/>
                    <a:pt x="8857" y="1605"/>
                    <a:pt x="8857" y="1605"/>
                  </a:cubicBezTo>
                  <a:lnTo>
                    <a:pt x="8843" y="1530"/>
                  </a:lnTo>
                  <a:cubicBezTo>
                    <a:pt x="8872" y="1515"/>
                    <a:pt x="8917" y="1500"/>
                    <a:pt x="8962" y="1470"/>
                  </a:cubicBezTo>
                  <a:cubicBezTo>
                    <a:pt x="8947" y="1470"/>
                    <a:pt x="8932" y="1455"/>
                    <a:pt x="8917" y="1440"/>
                  </a:cubicBezTo>
                  <a:cubicBezTo>
                    <a:pt x="8902" y="1411"/>
                    <a:pt x="8902" y="1366"/>
                    <a:pt x="8887" y="1321"/>
                  </a:cubicBezTo>
                  <a:lnTo>
                    <a:pt x="8887" y="1321"/>
                  </a:lnTo>
                  <a:cubicBezTo>
                    <a:pt x="8917" y="1351"/>
                    <a:pt x="8962" y="1366"/>
                    <a:pt x="8992" y="1396"/>
                  </a:cubicBezTo>
                  <a:cubicBezTo>
                    <a:pt x="9007" y="1396"/>
                    <a:pt x="9037" y="1411"/>
                    <a:pt x="9052" y="1411"/>
                  </a:cubicBezTo>
                  <a:cubicBezTo>
                    <a:pt x="9156" y="1366"/>
                    <a:pt x="9171" y="1276"/>
                    <a:pt x="9111" y="1157"/>
                  </a:cubicBezTo>
                  <a:cubicBezTo>
                    <a:pt x="9186" y="1067"/>
                    <a:pt x="9186" y="1052"/>
                    <a:pt x="9067" y="1022"/>
                  </a:cubicBezTo>
                  <a:cubicBezTo>
                    <a:pt x="9007" y="1007"/>
                    <a:pt x="8947" y="963"/>
                    <a:pt x="8887" y="963"/>
                  </a:cubicBezTo>
                  <a:cubicBezTo>
                    <a:pt x="8860" y="968"/>
                    <a:pt x="8837" y="971"/>
                    <a:pt x="8816" y="971"/>
                  </a:cubicBezTo>
                  <a:cubicBezTo>
                    <a:pt x="8780" y="971"/>
                    <a:pt x="8751" y="961"/>
                    <a:pt x="8723" y="933"/>
                  </a:cubicBezTo>
                  <a:cubicBezTo>
                    <a:pt x="8708" y="918"/>
                    <a:pt x="8678" y="918"/>
                    <a:pt x="8648" y="918"/>
                  </a:cubicBezTo>
                  <a:lnTo>
                    <a:pt x="8469" y="918"/>
                  </a:lnTo>
                  <a:cubicBezTo>
                    <a:pt x="8454" y="903"/>
                    <a:pt x="8439" y="903"/>
                    <a:pt x="8409" y="888"/>
                  </a:cubicBezTo>
                  <a:cubicBezTo>
                    <a:pt x="8350" y="873"/>
                    <a:pt x="8290" y="843"/>
                    <a:pt x="8230" y="828"/>
                  </a:cubicBezTo>
                  <a:cubicBezTo>
                    <a:pt x="8230" y="828"/>
                    <a:pt x="8230" y="828"/>
                    <a:pt x="8230" y="813"/>
                  </a:cubicBezTo>
                  <a:cubicBezTo>
                    <a:pt x="8185" y="828"/>
                    <a:pt x="8156" y="843"/>
                    <a:pt x="8111" y="858"/>
                  </a:cubicBezTo>
                  <a:lnTo>
                    <a:pt x="8155" y="847"/>
                  </a:lnTo>
                  <a:lnTo>
                    <a:pt x="8155" y="847"/>
                  </a:lnTo>
                  <a:cubicBezTo>
                    <a:pt x="8144" y="851"/>
                    <a:pt x="8131" y="858"/>
                    <a:pt x="8111" y="858"/>
                  </a:cubicBezTo>
                  <a:cubicBezTo>
                    <a:pt x="8096" y="858"/>
                    <a:pt x="8081" y="858"/>
                    <a:pt x="8066" y="873"/>
                  </a:cubicBezTo>
                  <a:cubicBezTo>
                    <a:pt x="8006" y="843"/>
                    <a:pt x="7931" y="828"/>
                    <a:pt x="7872" y="798"/>
                  </a:cubicBezTo>
                  <a:cubicBezTo>
                    <a:pt x="7830" y="798"/>
                    <a:pt x="7786" y="801"/>
                    <a:pt x="7742" y="801"/>
                  </a:cubicBezTo>
                  <a:cubicBezTo>
                    <a:pt x="7676" y="801"/>
                    <a:pt x="7612" y="795"/>
                    <a:pt x="7558" y="768"/>
                  </a:cubicBezTo>
                  <a:cubicBezTo>
                    <a:pt x="7513" y="759"/>
                    <a:pt x="7473" y="745"/>
                    <a:pt x="7435" y="745"/>
                  </a:cubicBezTo>
                  <a:cubicBezTo>
                    <a:pt x="7411" y="745"/>
                    <a:pt x="7387" y="751"/>
                    <a:pt x="7364" y="768"/>
                  </a:cubicBezTo>
                  <a:cubicBezTo>
                    <a:pt x="7349" y="768"/>
                    <a:pt x="7319" y="753"/>
                    <a:pt x="7319" y="753"/>
                  </a:cubicBezTo>
                  <a:cubicBezTo>
                    <a:pt x="7311" y="712"/>
                    <a:pt x="7289" y="703"/>
                    <a:pt x="7266" y="703"/>
                  </a:cubicBezTo>
                  <a:cubicBezTo>
                    <a:pt x="7247" y="703"/>
                    <a:pt x="7228" y="709"/>
                    <a:pt x="7215" y="709"/>
                  </a:cubicBezTo>
                  <a:cubicBezTo>
                    <a:pt x="7200" y="738"/>
                    <a:pt x="7185" y="753"/>
                    <a:pt x="7170" y="783"/>
                  </a:cubicBezTo>
                  <a:cubicBezTo>
                    <a:pt x="7155" y="753"/>
                    <a:pt x="7125" y="738"/>
                    <a:pt x="7110" y="709"/>
                  </a:cubicBezTo>
                  <a:cubicBezTo>
                    <a:pt x="7089" y="730"/>
                    <a:pt x="7065" y="738"/>
                    <a:pt x="7041" y="738"/>
                  </a:cubicBezTo>
                  <a:cubicBezTo>
                    <a:pt x="6998" y="738"/>
                    <a:pt x="6954" y="713"/>
                    <a:pt x="6916" y="694"/>
                  </a:cubicBezTo>
                  <a:lnTo>
                    <a:pt x="6901" y="694"/>
                  </a:lnTo>
                  <a:cubicBezTo>
                    <a:pt x="6781" y="604"/>
                    <a:pt x="6677" y="529"/>
                    <a:pt x="6557" y="440"/>
                  </a:cubicBezTo>
                  <a:cubicBezTo>
                    <a:pt x="6498" y="410"/>
                    <a:pt x="6453" y="395"/>
                    <a:pt x="6393" y="380"/>
                  </a:cubicBezTo>
                  <a:lnTo>
                    <a:pt x="6393" y="380"/>
                  </a:lnTo>
                  <a:cubicBezTo>
                    <a:pt x="6438" y="410"/>
                    <a:pt x="6468" y="440"/>
                    <a:pt x="6498" y="470"/>
                  </a:cubicBezTo>
                  <a:cubicBezTo>
                    <a:pt x="6528" y="499"/>
                    <a:pt x="6572" y="544"/>
                    <a:pt x="6602" y="544"/>
                  </a:cubicBezTo>
                  <a:cubicBezTo>
                    <a:pt x="6692" y="544"/>
                    <a:pt x="6707" y="589"/>
                    <a:pt x="6722" y="649"/>
                  </a:cubicBezTo>
                  <a:cubicBezTo>
                    <a:pt x="6692" y="664"/>
                    <a:pt x="6662" y="679"/>
                    <a:pt x="6632" y="694"/>
                  </a:cubicBezTo>
                  <a:cubicBezTo>
                    <a:pt x="6614" y="667"/>
                    <a:pt x="6602" y="657"/>
                    <a:pt x="6592" y="657"/>
                  </a:cubicBezTo>
                  <a:cubicBezTo>
                    <a:pt x="6570" y="657"/>
                    <a:pt x="6563" y="709"/>
                    <a:pt x="6542" y="709"/>
                  </a:cubicBezTo>
                  <a:cubicBezTo>
                    <a:pt x="6528" y="694"/>
                    <a:pt x="6528" y="679"/>
                    <a:pt x="6513" y="664"/>
                  </a:cubicBezTo>
                  <a:lnTo>
                    <a:pt x="6498" y="664"/>
                  </a:lnTo>
                  <a:cubicBezTo>
                    <a:pt x="6483" y="664"/>
                    <a:pt x="6453" y="649"/>
                    <a:pt x="6438" y="649"/>
                  </a:cubicBezTo>
                  <a:cubicBezTo>
                    <a:pt x="6424" y="644"/>
                    <a:pt x="6411" y="643"/>
                    <a:pt x="6397" y="643"/>
                  </a:cubicBezTo>
                  <a:cubicBezTo>
                    <a:pt x="6342" y="643"/>
                    <a:pt x="6283" y="670"/>
                    <a:pt x="6227" y="670"/>
                  </a:cubicBezTo>
                  <a:cubicBezTo>
                    <a:pt x="6202" y="670"/>
                    <a:pt x="6178" y="664"/>
                    <a:pt x="6154" y="649"/>
                  </a:cubicBezTo>
                  <a:cubicBezTo>
                    <a:pt x="6139" y="634"/>
                    <a:pt x="6139" y="634"/>
                    <a:pt x="6124" y="634"/>
                  </a:cubicBezTo>
                  <a:lnTo>
                    <a:pt x="5990" y="619"/>
                  </a:lnTo>
                  <a:cubicBezTo>
                    <a:pt x="5930" y="634"/>
                    <a:pt x="5855" y="634"/>
                    <a:pt x="5781" y="649"/>
                  </a:cubicBezTo>
                  <a:cubicBezTo>
                    <a:pt x="5751" y="619"/>
                    <a:pt x="5736" y="589"/>
                    <a:pt x="5691" y="574"/>
                  </a:cubicBezTo>
                  <a:cubicBezTo>
                    <a:pt x="5685" y="571"/>
                    <a:pt x="5679" y="570"/>
                    <a:pt x="5673" y="570"/>
                  </a:cubicBezTo>
                  <a:cubicBezTo>
                    <a:pt x="5649" y="570"/>
                    <a:pt x="5625" y="589"/>
                    <a:pt x="5601" y="589"/>
                  </a:cubicBezTo>
                  <a:cubicBezTo>
                    <a:pt x="5482" y="559"/>
                    <a:pt x="5363" y="529"/>
                    <a:pt x="5243" y="514"/>
                  </a:cubicBezTo>
                  <a:cubicBezTo>
                    <a:pt x="5228" y="514"/>
                    <a:pt x="5213" y="514"/>
                    <a:pt x="5198" y="499"/>
                  </a:cubicBezTo>
                  <a:lnTo>
                    <a:pt x="5198" y="499"/>
                  </a:lnTo>
                  <a:lnTo>
                    <a:pt x="5243" y="514"/>
                  </a:lnTo>
                  <a:cubicBezTo>
                    <a:pt x="5203" y="458"/>
                    <a:pt x="5184" y="432"/>
                    <a:pt x="5171" y="432"/>
                  </a:cubicBezTo>
                  <a:cubicBezTo>
                    <a:pt x="5160" y="432"/>
                    <a:pt x="5152" y="450"/>
                    <a:pt x="5138" y="485"/>
                  </a:cubicBezTo>
                  <a:cubicBezTo>
                    <a:pt x="5094" y="470"/>
                    <a:pt x="5049" y="455"/>
                    <a:pt x="5004" y="455"/>
                  </a:cubicBezTo>
                  <a:cubicBezTo>
                    <a:pt x="4989" y="440"/>
                    <a:pt x="4989" y="425"/>
                    <a:pt x="4989" y="425"/>
                  </a:cubicBezTo>
                  <a:cubicBezTo>
                    <a:pt x="4914" y="410"/>
                    <a:pt x="4825" y="410"/>
                    <a:pt x="4735" y="395"/>
                  </a:cubicBezTo>
                  <a:lnTo>
                    <a:pt x="4720" y="395"/>
                  </a:lnTo>
                  <a:cubicBezTo>
                    <a:pt x="4690" y="395"/>
                    <a:pt x="4646" y="380"/>
                    <a:pt x="4601" y="380"/>
                  </a:cubicBezTo>
                  <a:lnTo>
                    <a:pt x="4317" y="380"/>
                  </a:lnTo>
                  <a:cubicBezTo>
                    <a:pt x="4212" y="380"/>
                    <a:pt x="4093" y="365"/>
                    <a:pt x="3988" y="365"/>
                  </a:cubicBezTo>
                  <a:lnTo>
                    <a:pt x="3824" y="365"/>
                  </a:lnTo>
                  <a:cubicBezTo>
                    <a:pt x="3779" y="350"/>
                    <a:pt x="3735" y="350"/>
                    <a:pt x="3690" y="335"/>
                  </a:cubicBezTo>
                  <a:cubicBezTo>
                    <a:pt x="3525" y="320"/>
                    <a:pt x="3376" y="305"/>
                    <a:pt x="3212" y="290"/>
                  </a:cubicBezTo>
                  <a:cubicBezTo>
                    <a:pt x="3182" y="290"/>
                    <a:pt x="3137" y="305"/>
                    <a:pt x="3107" y="320"/>
                  </a:cubicBezTo>
                  <a:cubicBezTo>
                    <a:pt x="3053" y="293"/>
                    <a:pt x="3000" y="272"/>
                    <a:pt x="2946" y="272"/>
                  </a:cubicBezTo>
                  <a:cubicBezTo>
                    <a:pt x="2910" y="272"/>
                    <a:pt x="2874" y="281"/>
                    <a:pt x="2838" y="305"/>
                  </a:cubicBezTo>
                  <a:cubicBezTo>
                    <a:pt x="2823" y="305"/>
                    <a:pt x="2794" y="320"/>
                    <a:pt x="2794" y="320"/>
                  </a:cubicBezTo>
                  <a:cubicBezTo>
                    <a:pt x="2771" y="268"/>
                    <a:pt x="2738" y="257"/>
                    <a:pt x="2700" y="257"/>
                  </a:cubicBezTo>
                  <a:cubicBezTo>
                    <a:pt x="2672" y="257"/>
                    <a:pt x="2642" y="263"/>
                    <a:pt x="2613" y="263"/>
                  </a:cubicBezTo>
                  <a:cubicBezTo>
                    <a:pt x="2603" y="263"/>
                    <a:pt x="2594" y="262"/>
                    <a:pt x="2584" y="261"/>
                  </a:cubicBezTo>
                  <a:cubicBezTo>
                    <a:pt x="2580" y="256"/>
                    <a:pt x="2576" y="254"/>
                    <a:pt x="2571" y="254"/>
                  </a:cubicBezTo>
                  <a:cubicBezTo>
                    <a:pt x="2561" y="254"/>
                    <a:pt x="2550" y="265"/>
                    <a:pt x="2540" y="275"/>
                  </a:cubicBezTo>
                  <a:lnTo>
                    <a:pt x="2495" y="290"/>
                  </a:lnTo>
                  <a:lnTo>
                    <a:pt x="2420" y="290"/>
                  </a:lnTo>
                  <a:cubicBezTo>
                    <a:pt x="2409" y="292"/>
                    <a:pt x="2401" y="292"/>
                    <a:pt x="2394" y="292"/>
                  </a:cubicBezTo>
                  <a:cubicBezTo>
                    <a:pt x="2329" y="292"/>
                    <a:pt x="2458" y="231"/>
                    <a:pt x="2390" y="231"/>
                  </a:cubicBezTo>
                  <a:cubicBezTo>
                    <a:pt x="2375" y="231"/>
                    <a:pt x="2331" y="231"/>
                    <a:pt x="2286" y="246"/>
                  </a:cubicBezTo>
                  <a:cubicBezTo>
                    <a:pt x="2196" y="231"/>
                    <a:pt x="2092" y="231"/>
                    <a:pt x="2002" y="231"/>
                  </a:cubicBezTo>
                  <a:cubicBezTo>
                    <a:pt x="1897" y="231"/>
                    <a:pt x="1808" y="216"/>
                    <a:pt x="1703" y="216"/>
                  </a:cubicBezTo>
                  <a:cubicBezTo>
                    <a:pt x="1658" y="201"/>
                    <a:pt x="1599" y="201"/>
                    <a:pt x="1554" y="186"/>
                  </a:cubicBezTo>
                  <a:cubicBezTo>
                    <a:pt x="1539" y="186"/>
                    <a:pt x="1524" y="171"/>
                    <a:pt x="1494" y="171"/>
                  </a:cubicBezTo>
                  <a:cubicBezTo>
                    <a:pt x="1479" y="171"/>
                    <a:pt x="1464" y="156"/>
                    <a:pt x="1434" y="141"/>
                  </a:cubicBezTo>
                  <a:cubicBezTo>
                    <a:pt x="1315" y="111"/>
                    <a:pt x="1195" y="81"/>
                    <a:pt x="1076" y="51"/>
                  </a:cubicBezTo>
                  <a:lnTo>
                    <a:pt x="1001" y="51"/>
                  </a:lnTo>
                  <a:cubicBezTo>
                    <a:pt x="988" y="51"/>
                    <a:pt x="969" y="46"/>
                    <a:pt x="952" y="46"/>
                  </a:cubicBezTo>
                  <a:cubicBezTo>
                    <a:pt x="930" y="46"/>
                    <a:pt x="912" y="55"/>
                    <a:pt x="912" y="96"/>
                  </a:cubicBezTo>
                  <a:cubicBezTo>
                    <a:pt x="897" y="96"/>
                    <a:pt x="882" y="96"/>
                    <a:pt x="867" y="111"/>
                  </a:cubicBezTo>
                  <a:lnTo>
                    <a:pt x="867" y="96"/>
                  </a:lnTo>
                  <a:cubicBezTo>
                    <a:pt x="844" y="69"/>
                    <a:pt x="821" y="60"/>
                    <a:pt x="798" y="60"/>
                  </a:cubicBezTo>
                  <a:cubicBezTo>
                    <a:pt x="751" y="60"/>
                    <a:pt x="705" y="98"/>
                    <a:pt x="658" y="98"/>
                  </a:cubicBezTo>
                  <a:cubicBezTo>
                    <a:pt x="653" y="98"/>
                    <a:pt x="648" y="97"/>
                    <a:pt x="643" y="96"/>
                  </a:cubicBezTo>
                  <a:lnTo>
                    <a:pt x="643" y="96"/>
                  </a:lnTo>
                  <a:cubicBezTo>
                    <a:pt x="658" y="141"/>
                    <a:pt x="762" y="141"/>
                    <a:pt x="673" y="201"/>
                  </a:cubicBezTo>
                  <a:cubicBezTo>
                    <a:pt x="628" y="186"/>
                    <a:pt x="598" y="186"/>
                    <a:pt x="553" y="171"/>
                  </a:cubicBezTo>
                  <a:cubicBezTo>
                    <a:pt x="568" y="141"/>
                    <a:pt x="583" y="111"/>
                    <a:pt x="598" y="81"/>
                  </a:cubicBezTo>
                  <a:cubicBezTo>
                    <a:pt x="598" y="51"/>
                    <a:pt x="598" y="36"/>
                    <a:pt x="613" y="7"/>
                  </a:cubicBezTo>
                  <a:cubicBezTo>
                    <a:pt x="583" y="7"/>
                    <a:pt x="568" y="22"/>
                    <a:pt x="538" y="22"/>
                  </a:cubicBezTo>
                  <a:cubicBezTo>
                    <a:pt x="508" y="22"/>
                    <a:pt x="493" y="22"/>
                    <a:pt x="464" y="36"/>
                  </a:cubicBezTo>
                  <a:cubicBezTo>
                    <a:pt x="448" y="41"/>
                    <a:pt x="433" y="43"/>
                    <a:pt x="418" y="43"/>
                  </a:cubicBezTo>
                  <a:cubicBezTo>
                    <a:pt x="344" y="43"/>
                    <a:pt x="270" y="0"/>
                    <a:pt x="1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"/>
            <p:cNvSpPr/>
            <p:nvPr/>
          </p:nvSpPr>
          <p:spPr>
            <a:xfrm rot="8832967" flipH="1">
              <a:off x="5338985" y="-92074"/>
              <a:ext cx="839579" cy="1622867"/>
            </a:xfrm>
            <a:custGeom>
              <a:avLst/>
              <a:gdLst/>
              <a:ahLst/>
              <a:cxnLst/>
              <a:rect l="l" t="t" r="r" b="b"/>
              <a:pathLst>
                <a:path w="3601" h="6961" extrusionOk="0">
                  <a:moveTo>
                    <a:pt x="1912" y="2300"/>
                  </a:moveTo>
                  <a:cubicBezTo>
                    <a:pt x="1957" y="2330"/>
                    <a:pt x="2002" y="2330"/>
                    <a:pt x="2047" y="2330"/>
                  </a:cubicBezTo>
                  <a:cubicBezTo>
                    <a:pt x="2144" y="2338"/>
                    <a:pt x="2241" y="2341"/>
                    <a:pt x="2338" y="2341"/>
                  </a:cubicBezTo>
                  <a:cubicBezTo>
                    <a:pt x="2435" y="2341"/>
                    <a:pt x="2532" y="2338"/>
                    <a:pt x="2629" y="2330"/>
                  </a:cubicBezTo>
                  <a:cubicBezTo>
                    <a:pt x="2689" y="2330"/>
                    <a:pt x="2734" y="2330"/>
                    <a:pt x="2779" y="2300"/>
                  </a:cubicBezTo>
                  <a:lnTo>
                    <a:pt x="2779" y="2300"/>
                  </a:lnTo>
                  <a:cubicBezTo>
                    <a:pt x="2704" y="2405"/>
                    <a:pt x="2719" y="2539"/>
                    <a:pt x="2704" y="2659"/>
                  </a:cubicBezTo>
                  <a:cubicBezTo>
                    <a:pt x="2674" y="2823"/>
                    <a:pt x="2704" y="3002"/>
                    <a:pt x="2540" y="3092"/>
                  </a:cubicBezTo>
                  <a:cubicBezTo>
                    <a:pt x="2525" y="3077"/>
                    <a:pt x="2510" y="3077"/>
                    <a:pt x="2495" y="3077"/>
                  </a:cubicBezTo>
                  <a:cubicBezTo>
                    <a:pt x="2316" y="3047"/>
                    <a:pt x="2121" y="3062"/>
                    <a:pt x="1927" y="3047"/>
                  </a:cubicBezTo>
                  <a:cubicBezTo>
                    <a:pt x="1912" y="3032"/>
                    <a:pt x="1897" y="3017"/>
                    <a:pt x="1868" y="3002"/>
                  </a:cubicBezTo>
                  <a:cubicBezTo>
                    <a:pt x="1868" y="2868"/>
                    <a:pt x="1853" y="2748"/>
                    <a:pt x="1853" y="2614"/>
                  </a:cubicBezTo>
                  <a:cubicBezTo>
                    <a:pt x="1853" y="2599"/>
                    <a:pt x="1853" y="2599"/>
                    <a:pt x="1853" y="2584"/>
                  </a:cubicBezTo>
                  <a:cubicBezTo>
                    <a:pt x="1853" y="2509"/>
                    <a:pt x="1853" y="2420"/>
                    <a:pt x="1853" y="2330"/>
                  </a:cubicBezTo>
                  <a:cubicBezTo>
                    <a:pt x="1853" y="2330"/>
                    <a:pt x="1868" y="2330"/>
                    <a:pt x="1882" y="2315"/>
                  </a:cubicBezTo>
                  <a:lnTo>
                    <a:pt x="1912" y="2300"/>
                  </a:lnTo>
                  <a:close/>
                  <a:moveTo>
                    <a:pt x="1285" y="2326"/>
                  </a:moveTo>
                  <a:cubicBezTo>
                    <a:pt x="1390" y="2326"/>
                    <a:pt x="1494" y="2330"/>
                    <a:pt x="1599" y="2330"/>
                  </a:cubicBezTo>
                  <a:lnTo>
                    <a:pt x="1629" y="2330"/>
                  </a:lnTo>
                  <a:lnTo>
                    <a:pt x="1629" y="3077"/>
                  </a:lnTo>
                  <a:lnTo>
                    <a:pt x="1614" y="3077"/>
                  </a:lnTo>
                  <a:cubicBezTo>
                    <a:pt x="1569" y="3077"/>
                    <a:pt x="1524" y="3092"/>
                    <a:pt x="1479" y="3092"/>
                  </a:cubicBezTo>
                  <a:cubicBezTo>
                    <a:pt x="1390" y="3122"/>
                    <a:pt x="1300" y="3107"/>
                    <a:pt x="1195" y="3122"/>
                  </a:cubicBezTo>
                  <a:cubicBezTo>
                    <a:pt x="1195" y="3137"/>
                    <a:pt x="1180" y="3137"/>
                    <a:pt x="1180" y="3137"/>
                  </a:cubicBezTo>
                  <a:cubicBezTo>
                    <a:pt x="1168" y="3138"/>
                    <a:pt x="1156" y="3138"/>
                    <a:pt x="1145" y="3138"/>
                  </a:cubicBezTo>
                  <a:cubicBezTo>
                    <a:pt x="1024" y="3138"/>
                    <a:pt x="986" y="3067"/>
                    <a:pt x="986" y="2957"/>
                  </a:cubicBezTo>
                  <a:cubicBezTo>
                    <a:pt x="971" y="2748"/>
                    <a:pt x="971" y="2554"/>
                    <a:pt x="956" y="2345"/>
                  </a:cubicBezTo>
                  <a:lnTo>
                    <a:pt x="971" y="2345"/>
                  </a:lnTo>
                  <a:cubicBezTo>
                    <a:pt x="1076" y="2330"/>
                    <a:pt x="1180" y="2326"/>
                    <a:pt x="1285" y="2326"/>
                  </a:cubicBezTo>
                  <a:close/>
                  <a:moveTo>
                    <a:pt x="1001" y="3271"/>
                  </a:moveTo>
                  <a:cubicBezTo>
                    <a:pt x="1016" y="3286"/>
                    <a:pt x="1031" y="3316"/>
                    <a:pt x="1031" y="3331"/>
                  </a:cubicBezTo>
                  <a:cubicBezTo>
                    <a:pt x="1121" y="3346"/>
                    <a:pt x="1210" y="3353"/>
                    <a:pt x="1302" y="3353"/>
                  </a:cubicBezTo>
                  <a:cubicBezTo>
                    <a:pt x="1393" y="3353"/>
                    <a:pt x="1487" y="3346"/>
                    <a:pt x="1584" y="3331"/>
                  </a:cubicBezTo>
                  <a:cubicBezTo>
                    <a:pt x="1584" y="3331"/>
                    <a:pt x="1599" y="3331"/>
                    <a:pt x="1599" y="3316"/>
                  </a:cubicBezTo>
                  <a:lnTo>
                    <a:pt x="1599" y="3316"/>
                  </a:lnTo>
                  <a:cubicBezTo>
                    <a:pt x="1599" y="3555"/>
                    <a:pt x="1643" y="3794"/>
                    <a:pt x="1509" y="4018"/>
                  </a:cubicBezTo>
                  <a:lnTo>
                    <a:pt x="1434" y="4018"/>
                  </a:lnTo>
                  <a:cubicBezTo>
                    <a:pt x="1390" y="4003"/>
                    <a:pt x="1345" y="3995"/>
                    <a:pt x="1298" y="3995"/>
                  </a:cubicBezTo>
                  <a:cubicBezTo>
                    <a:pt x="1251" y="3995"/>
                    <a:pt x="1203" y="4003"/>
                    <a:pt x="1151" y="4018"/>
                  </a:cubicBezTo>
                  <a:cubicBezTo>
                    <a:pt x="1121" y="4003"/>
                    <a:pt x="1091" y="4003"/>
                    <a:pt x="1061" y="4003"/>
                  </a:cubicBezTo>
                  <a:lnTo>
                    <a:pt x="1016" y="4003"/>
                  </a:lnTo>
                  <a:cubicBezTo>
                    <a:pt x="1001" y="4003"/>
                    <a:pt x="1001" y="4003"/>
                    <a:pt x="1001" y="3988"/>
                  </a:cubicBezTo>
                  <a:cubicBezTo>
                    <a:pt x="1031" y="3958"/>
                    <a:pt x="1046" y="3928"/>
                    <a:pt x="1046" y="3883"/>
                  </a:cubicBezTo>
                  <a:cubicBezTo>
                    <a:pt x="1031" y="3749"/>
                    <a:pt x="1061" y="3600"/>
                    <a:pt x="1016" y="3465"/>
                  </a:cubicBezTo>
                  <a:cubicBezTo>
                    <a:pt x="1016" y="3450"/>
                    <a:pt x="1001" y="3435"/>
                    <a:pt x="986" y="3435"/>
                  </a:cubicBezTo>
                  <a:cubicBezTo>
                    <a:pt x="986" y="3390"/>
                    <a:pt x="986" y="3361"/>
                    <a:pt x="986" y="3316"/>
                  </a:cubicBezTo>
                  <a:cubicBezTo>
                    <a:pt x="1001" y="3301"/>
                    <a:pt x="1001" y="3286"/>
                    <a:pt x="1001" y="3271"/>
                  </a:cubicBezTo>
                  <a:close/>
                  <a:moveTo>
                    <a:pt x="2704" y="3346"/>
                  </a:moveTo>
                  <a:cubicBezTo>
                    <a:pt x="2614" y="3570"/>
                    <a:pt x="2629" y="3779"/>
                    <a:pt x="2674" y="4003"/>
                  </a:cubicBezTo>
                  <a:lnTo>
                    <a:pt x="2689" y="4018"/>
                  </a:lnTo>
                  <a:lnTo>
                    <a:pt x="2002" y="4018"/>
                  </a:lnTo>
                  <a:cubicBezTo>
                    <a:pt x="1957" y="4003"/>
                    <a:pt x="1897" y="3988"/>
                    <a:pt x="1853" y="3973"/>
                  </a:cubicBezTo>
                  <a:lnTo>
                    <a:pt x="1853" y="3973"/>
                  </a:lnTo>
                  <a:lnTo>
                    <a:pt x="1897" y="4003"/>
                  </a:lnTo>
                  <a:cubicBezTo>
                    <a:pt x="1882" y="4003"/>
                    <a:pt x="1853" y="4003"/>
                    <a:pt x="1853" y="3973"/>
                  </a:cubicBezTo>
                  <a:lnTo>
                    <a:pt x="1853" y="3973"/>
                  </a:lnTo>
                  <a:cubicBezTo>
                    <a:pt x="1853" y="3973"/>
                    <a:pt x="1853" y="3973"/>
                    <a:pt x="1853" y="3973"/>
                  </a:cubicBezTo>
                  <a:cubicBezTo>
                    <a:pt x="1853" y="3958"/>
                    <a:pt x="1853" y="3958"/>
                    <a:pt x="1838" y="3943"/>
                  </a:cubicBezTo>
                  <a:lnTo>
                    <a:pt x="1778" y="3973"/>
                  </a:lnTo>
                  <a:cubicBezTo>
                    <a:pt x="1789" y="3951"/>
                    <a:pt x="1808" y="3937"/>
                    <a:pt x="1823" y="3937"/>
                  </a:cubicBezTo>
                  <a:cubicBezTo>
                    <a:pt x="1829" y="3937"/>
                    <a:pt x="1834" y="3939"/>
                    <a:pt x="1838" y="3943"/>
                  </a:cubicBezTo>
                  <a:cubicBezTo>
                    <a:pt x="1853" y="3794"/>
                    <a:pt x="1853" y="3629"/>
                    <a:pt x="1868" y="3465"/>
                  </a:cubicBezTo>
                  <a:cubicBezTo>
                    <a:pt x="1853" y="3435"/>
                    <a:pt x="1868" y="3390"/>
                    <a:pt x="1853" y="3361"/>
                  </a:cubicBezTo>
                  <a:cubicBezTo>
                    <a:pt x="1868" y="3353"/>
                    <a:pt x="1882" y="3349"/>
                    <a:pt x="1896" y="3349"/>
                  </a:cubicBezTo>
                  <a:cubicBezTo>
                    <a:pt x="1909" y="3349"/>
                    <a:pt x="1920" y="3353"/>
                    <a:pt x="1927" y="3361"/>
                  </a:cubicBezTo>
                  <a:cubicBezTo>
                    <a:pt x="2054" y="3353"/>
                    <a:pt x="2181" y="3353"/>
                    <a:pt x="2308" y="3353"/>
                  </a:cubicBezTo>
                  <a:cubicBezTo>
                    <a:pt x="2435" y="3353"/>
                    <a:pt x="2562" y="3353"/>
                    <a:pt x="2689" y="3346"/>
                  </a:cubicBezTo>
                  <a:close/>
                  <a:moveTo>
                    <a:pt x="2674" y="4182"/>
                  </a:moveTo>
                  <a:cubicBezTo>
                    <a:pt x="2674" y="4197"/>
                    <a:pt x="2689" y="4197"/>
                    <a:pt x="2689" y="4197"/>
                  </a:cubicBezTo>
                  <a:cubicBezTo>
                    <a:pt x="2689" y="4391"/>
                    <a:pt x="2689" y="4585"/>
                    <a:pt x="2689" y="4780"/>
                  </a:cubicBezTo>
                  <a:cubicBezTo>
                    <a:pt x="2689" y="4794"/>
                    <a:pt x="2674" y="4809"/>
                    <a:pt x="2659" y="4824"/>
                  </a:cubicBezTo>
                  <a:lnTo>
                    <a:pt x="2629" y="4824"/>
                  </a:lnTo>
                  <a:cubicBezTo>
                    <a:pt x="2614" y="4839"/>
                    <a:pt x="2599" y="4839"/>
                    <a:pt x="2584" y="4839"/>
                  </a:cubicBezTo>
                  <a:lnTo>
                    <a:pt x="2570" y="4854"/>
                  </a:lnTo>
                  <a:cubicBezTo>
                    <a:pt x="2486" y="4816"/>
                    <a:pt x="2400" y="4805"/>
                    <a:pt x="2313" y="4805"/>
                  </a:cubicBezTo>
                  <a:cubicBezTo>
                    <a:pt x="2196" y="4805"/>
                    <a:pt x="2077" y="4824"/>
                    <a:pt x="1957" y="4824"/>
                  </a:cubicBezTo>
                  <a:cubicBezTo>
                    <a:pt x="1942" y="4839"/>
                    <a:pt x="1927" y="4839"/>
                    <a:pt x="1912" y="4839"/>
                  </a:cubicBezTo>
                  <a:lnTo>
                    <a:pt x="1882" y="4197"/>
                  </a:lnTo>
                  <a:cubicBezTo>
                    <a:pt x="2121" y="4197"/>
                    <a:pt x="2360" y="4182"/>
                    <a:pt x="2584" y="4182"/>
                  </a:cubicBezTo>
                  <a:close/>
                  <a:moveTo>
                    <a:pt x="1599" y="4182"/>
                  </a:moveTo>
                  <a:lnTo>
                    <a:pt x="1614" y="4197"/>
                  </a:lnTo>
                  <a:cubicBezTo>
                    <a:pt x="1599" y="4212"/>
                    <a:pt x="1599" y="4212"/>
                    <a:pt x="1584" y="4227"/>
                  </a:cubicBezTo>
                  <a:cubicBezTo>
                    <a:pt x="1599" y="4421"/>
                    <a:pt x="1539" y="4630"/>
                    <a:pt x="1614" y="4839"/>
                  </a:cubicBezTo>
                  <a:cubicBezTo>
                    <a:pt x="1569" y="4824"/>
                    <a:pt x="1524" y="4824"/>
                    <a:pt x="1479" y="4824"/>
                  </a:cubicBezTo>
                  <a:cubicBezTo>
                    <a:pt x="1449" y="4824"/>
                    <a:pt x="1419" y="4823"/>
                    <a:pt x="1390" y="4823"/>
                  </a:cubicBezTo>
                  <a:cubicBezTo>
                    <a:pt x="1316" y="4823"/>
                    <a:pt x="1245" y="4831"/>
                    <a:pt x="1180" y="4884"/>
                  </a:cubicBezTo>
                  <a:lnTo>
                    <a:pt x="1151" y="4884"/>
                  </a:lnTo>
                  <a:cubicBezTo>
                    <a:pt x="1106" y="4884"/>
                    <a:pt x="1061" y="4869"/>
                    <a:pt x="1016" y="4854"/>
                  </a:cubicBezTo>
                  <a:cubicBezTo>
                    <a:pt x="1016" y="4765"/>
                    <a:pt x="1001" y="4660"/>
                    <a:pt x="986" y="4555"/>
                  </a:cubicBezTo>
                  <a:cubicBezTo>
                    <a:pt x="956" y="4526"/>
                    <a:pt x="971" y="4496"/>
                    <a:pt x="986" y="4481"/>
                  </a:cubicBezTo>
                  <a:lnTo>
                    <a:pt x="986" y="4555"/>
                  </a:lnTo>
                  <a:cubicBezTo>
                    <a:pt x="986" y="4541"/>
                    <a:pt x="1001" y="4511"/>
                    <a:pt x="1001" y="4481"/>
                  </a:cubicBezTo>
                  <a:lnTo>
                    <a:pt x="1001" y="4391"/>
                  </a:lnTo>
                  <a:lnTo>
                    <a:pt x="1001" y="4361"/>
                  </a:lnTo>
                  <a:cubicBezTo>
                    <a:pt x="1001" y="4317"/>
                    <a:pt x="1001" y="4257"/>
                    <a:pt x="986" y="4212"/>
                  </a:cubicBezTo>
                  <a:cubicBezTo>
                    <a:pt x="1001" y="4197"/>
                    <a:pt x="1001" y="4197"/>
                    <a:pt x="1001" y="4197"/>
                  </a:cubicBezTo>
                  <a:lnTo>
                    <a:pt x="1121" y="4197"/>
                  </a:lnTo>
                  <a:cubicBezTo>
                    <a:pt x="1147" y="4206"/>
                    <a:pt x="1168" y="4214"/>
                    <a:pt x="1186" y="4214"/>
                  </a:cubicBezTo>
                  <a:cubicBezTo>
                    <a:pt x="1200" y="4214"/>
                    <a:pt x="1213" y="4210"/>
                    <a:pt x="1225" y="4197"/>
                  </a:cubicBezTo>
                  <a:cubicBezTo>
                    <a:pt x="1360" y="4197"/>
                    <a:pt x="1479" y="4197"/>
                    <a:pt x="1599" y="4182"/>
                  </a:cubicBezTo>
                  <a:close/>
                  <a:moveTo>
                    <a:pt x="2062" y="6348"/>
                  </a:moveTo>
                  <a:cubicBezTo>
                    <a:pt x="2047" y="6348"/>
                    <a:pt x="2036" y="6352"/>
                    <a:pt x="2024" y="6355"/>
                  </a:cubicBezTo>
                  <a:lnTo>
                    <a:pt x="2024" y="6355"/>
                  </a:lnTo>
                  <a:lnTo>
                    <a:pt x="2062" y="6348"/>
                  </a:lnTo>
                  <a:close/>
                  <a:moveTo>
                    <a:pt x="2024" y="6355"/>
                  </a:moveTo>
                  <a:lnTo>
                    <a:pt x="1987" y="6363"/>
                  </a:lnTo>
                  <a:cubicBezTo>
                    <a:pt x="2002" y="6363"/>
                    <a:pt x="2013" y="6359"/>
                    <a:pt x="2024" y="6355"/>
                  </a:cubicBezTo>
                  <a:close/>
                  <a:moveTo>
                    <a:pt x="792" y="0"/>
                  </a:moveTo>
                  <a:cubicBezTo>
                    <a:pt x="732" y="269"/>
                    <a:pt x="703" y="523"/>
                    <a:pt x="688" y="792"/>
                  </a:cubicBezTo>
                  <a:cubicBezTo>
                    <a:pt x="673" y="1225"/>
                    <a:pt x="658" y="1673"/>
                    <a:pt x="643" y="2106"/>
                  </a:cubicBezTo>
                  <a:cubicBezTo>
                    <a:pt x="523" y="2106"/>
                    <a:pt x="419" y="2106"/>
                    <a:pt x="299" y="2091"/>
                  </a:cubicBezTo>
                  <a:cubicBezTo>
                    <a:pt x="282" y="2074"/>
                    <a:pt x="254" y="2066"/>
                    <a:pt x="225" y="2066"/>
                  </a:cubicBezTo>
                  <a:cubicBezTo>
                    <a:pt x="205" y="2066"/>
                    <a:pt x="183" y="2070"/>
                    <a:pt x="165" y="2076"/>
                  </a:cubicBezTo>
                  <a:cubicBezTo>
                    <a:pt x="135" y="2091"/>
                    <a:pt x="105" y="2106"/>
                    <a:pt x="90" y="2136"/>
                  </a:cubicBezTo>
                  <a:lnTo>
                    <a:pt x="30" y="2136"/>
                  </a:lnTo>
                  <a:cubicBezTo>
                    <a:pt x="16" y="2151"/>
                    <a:pt x="16" y="2166"/>
                    <a:pt x="16" y="2181"/>
                  </a:cubicBezTo>
                  <a:cubicBezTo>
                    <a:pt x="16" y="2196"/>
                    <a:pt x="1" y="2225"/>
                    <a:pt x="1" y="2240"/>
                  </a:cubicBezTo>
                  <a:cubicBezTo>
                    <a:pt x="1" y="2255"/>
                    <a:pt x="1" y="2255"/>
                    <a:pt x="1" y="2270"/>
                  </a:cubicBezTo>
                  <a:cubicBezTo>
                    <a:pt x="105" y="2270"/>
                    <a:pt x="210" y="2270"/>
                    <a:pt x="314" y="2285"/>
                  </a:cubicBezTo>
                  <a:cubicBezTo>
                    <a:pt x="344" y="2270"/>
                    <a:pt x="374" y="2270"/>
                    <a:pt x="404" y="2270"/>
                  </a:cubicBezTo>
                  <a:cubicBezTo>
                    <a:pt x="479" y="2270"/>
                    <a:pt x="553" y="2285"/>
                    <a:pt x="628" y="2300"/>
                  </a:cubicBezTo>
                  <a:cubicBezTo>
                    <a:pt x="658" y="2330"/>
                    <a:pt x="658" y="2390"/>
                    <a:pt x="658" y="2464"/>
                  </a:cubicBezTo>
                  <a:cubicBezTo>
                    <a:pt x="643" y="2599"/>
                    <a:pt x="643" y="2748"/>
                    <a:pt x="628" y="2883"/>
                  </a:cubicBezTo>
                  <a:cubicBezTo>
                    <a:pt x="628" y="2972"/>
                    <a:pt x="613" y="3062"/>
                    <a:pt x="598" y="3152"/>
                  </a:cubicBezTo>
                  <a:lnTo>
                    <a:pt x="269" y="3166"/>
                  </a:lnTo>
                  <a:cubicBezTo>
                    <a:pt x="254" y="3166"/>
                    <a:pt x="254" y="3166"/>
                    <a:pt x="240" y="3152"/>
                  </a:cubicBezTo>
                  <a:cubicBezTo>
                    <a:pt x="195" y="3181"/>
                    <a:pt x="150" y="3211"/>
                    <a:pt x="120" y="3241"/>
                  </a:cubicBezTo>
                  <a:cubicBezTo>
                    <a:pt x="165" y="3241"/>
                    <a:pt x="210" y="3256"/>
                    <a:pt x="254" y="3271"/>
                  </a:cubicBezTo>
                  <a:lnTo>
                    <a:pt x="434" y="3271"/>
                  </a:lnTo>
                  <a:cubicBezTo>
                    <a:pt x="459" y="3284"/>
                    <a:pt x="484" y="3288"/>
                    <a:pt x="509" y="3288"/>
                  </a:cubicBezTo>
                  <a:cubicBezTo>
                    <a:pt x="544" y="3288"/>
                    <a:pt x="578" y="3280"/>
                    <a:pt x="613" y="3271"/>
                  </a:cubicBezTo>
                  <a:lnTo>
                    <a:pt x="613" y="3286"/>
                  </a:lnTo>
                  <a:cubicBezTo>
                    <a:pt x="613" y="3286"/>
                    <a:pt x="628" y="3286"/>
                    <a:pt x="628" y="3301"/>
                  </a:cubicBezTo>
                  <a:cubicBezTo>
                    <a:pt x="583" y="3435"/>
                    <a:pt x="658" y="3570"/>
                    <a:pt x="613" y="3704"/>
                  </a:cubicBezTo>
                  <a:cubicBezTo>
                    <a:pt x="598" y="3809"/>
                    <a:pt x="717" y="3958"/>
                    <a:pt x="538" y="4003"/>
                  </a:cubicBezTo>
                  <a:cubicBezTo>
                    <a:pt x="523" y="4003"/>
                    <a:pt x="523" y="4003"/>
                    <a:pt x="508" y="4018"/>
                  </a:cubicBezTo>
                  <a:cubicBezTo>
                    <a:pt x="471" y="4033"/>
                    <a:pt x="434" y="4036"/>
                    <a:pt x="394" y="4036"/>
                  </a:cubicBezTo>
                  <a:cubicBezTo>
                    <a:pt x="355" y="4036"/>
                    <a:pt x="314" y="4033"/>
                    <a:pt x="269" y="4033"/>
                  </a:cubicBezTo>
                  <a:cubicBezTo>
                    <a:pt x="210" y="4033"/>
                    <a:pt x="150" y="4033"/>
                    <a:pt x="105" y="4048"/>
                  </a:cubicBezTo>
                  <a:cubicBezTo>
                    <a:pt x="45" y="4167"/>
                    <a:pt x="180" y="4107"/>
                    <a:pt x="195" y="4152"/>
                  </a:cubicBezTo>
                  <a:lnTo>
                    <a:pt x="449" y="4182"/>
                  </a:lnTo>
                  <a:cubicBezTo>
                    <a:pt x="471" y="4197"/>
                    <a:pt x="493" y="4201"/>
                    <a:pt x="518" y="4201"/>
                  </a:cubicBezTo>
                  <a:cubicBezTo>
                    <a:pt x="542" y="4201"/>
                    <a:pt x="568" y="4197"/>
                    <a:pt x="598" y="4197"/>
                  </a:cubicBezTo>
                  <a:lnTo>
                    <a:pt x="613" y="4197"/>
                  </a:lnTo>
                  <a:cubicBezTo>
                    <a:pt x="613" y="4212"/>
                    <a:pt x="613" y="4212"/>
                    <a:pt x="613" y="4227"/>
                  </a:cubicBezTo>
                  <a:cubicBezTo>
                    <a:pt x="613" y="4257"/>
                    <a:pt x="628" y="4302"/>
                    <a:pt x="628" y="4331"/>
                  </a:cubicBezTo>
                  <a:cubicBezTo>
                    <a:pt x="628" y="4511"/>
                    <a:pt x="628" y="4690"/>
                    <a:pt x="643" y="4854"/>
                  </a:cubicBezTo>
                  <a:cubicBezTo>
                    <a:pt x="613" y="4869"/>
                    <a:pt x="583" y="4869"/>
                    <a:pt x="553" y="4869"/>
                  </a:cubicBezTo>
                  <a:cubicBezTo>
                    <a:pt x="523" y="4879"/>
                    <a:pt x="493" y="4882"/>
                    <a:pt x="464" y="4882"/>
                  </a:cubicBezTo>
                  <a:cubicBezTo>
                    <a:pt x="404" y="4882"/>
                    <a:pt x="344" y="4869"/>
                    <a:pt x="284" y="4869"/>
                  </a:cubicBezTo>
                  <a:lnTo>
                    <a:pt x="269" y="4869"/>
                  </a:lnTo>
                  <a:cubicBezTo>
                    <a:pt x="225" y="4899"/>
                    <a:pt x="195" y="4914"/>
                    <a:pt x="165" y="4929"/>
                  </a:cubicBezTo>
                  <a:cubicBezTo>
                    <a:pt x="165" y="4944"/>
                    <a:pt x="180" y="4944"/>
                    <a:pt x="180" y="4959"/>
                  </a:cubicBezTo>
                  <a:lnTo>
                    <a:pt x="210" y="5048"/>
                  </a:lnTo>
                  <a:lnTo>
                    <a:pt x="195" y="5048"/>
                  </a:lnTo>
                  <a:cubicBezTo>
                    <a:pt x="195" y="5063"/>
                    <a:pt x="210" y="5063"/>
                    <a:pt x="210" y="5078"/>
                  </a:cubicBezTo>
                  <a:lnTo>
                    <a:pt x="568" y="5078"/>
                  </a:lnTo>
                  <a:cubicBezTo>
                    <a:pt x="598" y="5213"/>
                    <a:pt x="643" y="5332"/>
                    <a:pt x="643" y="5467"/>
                  </a:cubicBezTo>
                  <a:cubicBezTo>
                    <a:pt x="643" y="5601"/>
                    <a:pt x="583" y="5735"/>
                    <a:pt x="598" y="5870"/>
                  </a:cubicBezTo>
                  <a:cubicBezTo>
                    <a:pt x="643" y="6198"/>
                    <a:pt x="703" y="6527"/>
                    <a:pt x="747" y="6856"/>
                  </a:cubicBezTo>
                  <a:cubicBezTo>
                    <a:pt x="772" y="6868"/>
                    <a:pt x="776" y="6890"/>
                    <a:pt x="801" y="6890"/>
                  </a:cubicBezTo>
                  <a:cubicBezTo>
                    <a:pt x="807" y="6890"/>
                    <a:pt x="813" y="6888"/>
                    <a:pt x="822" y="6885"/>
                  </a:cubicBezTo>
                  <a:cubicBezTo>
                    <a:pt x="852" y="6632"/>
                    <a:pt x="882" y="6378"/>
                    <a:pt x="927" y="6124"/>
                  </a:cubicBezTo>
                  <a:cubicBezTo>
                    <a:pt x="942" y="6094"/>
                    <a:pt x="942" y="6064"/>
                    <a:pt x="956" y="6034"/>
                  </a:cubicBezTo>
                  <a:cubicBezTo>
                    <a:pt x="971" y="5840"/>
                    <a:pt x="986" y="5646"/>
                    <a:pt x="1001" y="5452"/>
                  </a:cubicBezTo>
                  <a:cubicBezTo>
                    <a:pt x="1016" y="5332"/>
                    <a:pt x="1001" y="5213"/>
                    <a:pt x="1001" y="5093"/>
                  </a:cubicBezTo>
                  <a:cubicBezTo>
                    <a:pt x="1001" y="5093"/>
                    <a:pt x="1016" y="5093"/>
                    <a:pt x="1016" y="5078"/>
                  </a:cubicBezTo>
                  <a:cubicBezTo>
                    <a:pt x="1121" y="5078"/>
                    <a:pt x="1225" y="5078"/>
                    <a:pt x="1330" y="5063"/>
                  </a:cubicBezTo>
                  <a:lnTo>
                    <a:pt x="1390" y="5063"/>
                  </a:lnTo>
                  <a:cubicBezTo>
                    <a:pt x="1427" y="5056"/>
                    <a:pt x="1464" y="5052"/>
                    <a:pt x="1500" y="5052"/>
                  </a:cubicBezTo>
                  <a:cubicBezTo>
                    <a:pt x="1535" y="5052"/>
                    <a:pt x="1569" y="5056"/>
                    <a:pt x="1599" y="5063"/>
                  </a:cubicBezTo>
                  <a:lnTo>
                    <a:pt x="1584" y="5063"/>
                  </a:lnTo>
                  <a:cubicBezTo>
                    <a:pt x="1554" y="5213"/>
                    <a:pt x="1629" y="5347"/>
                    <a:pt x="1644" y="5496"/>
                  </a:cubicBezTo>
                  <a:lnTo>
                    <a:pt x="1658" y="5511"/>
                  </a:lnTo>
                  <a:lnTo>
                    <a:pt x="1629" y="5556"/>
                  </a:lnTo>
                  <a:cubicBezTo>
                    <a:pt x="1614" y="5586"/>
                    <a:pt x="1644" y="5616"/>
                    <a:pt x="1658" y="5646"/>
                  </a:cubicBezTo>
                  <a:cubicBezTo>
                    <a:pt x="1673" y="5765"/>
                    <a:pt x="1688" y="5885"/>
                    <a:pt x="1703" y="5989"/>
                  </a:cubicBezTo>
                  <a:cubicBezTo>
                    <a:pt x="1688" y="6034"/>
                    <a:pt x="1673" y="6064"/>
                    <a:pt x="1703" y="6094"/>
                  </a:cubicBezTo>
                  <a:cubicBezTo>
                    <a:pt x="1718" y="6124"/>
                    <a:pt x="1703" y="6154"/>
                    <a:pt x="1733" y="6169"/>
                  </a:cubicBezTo>
                  <a:lnTo>
                    <a:pt x="1763" y="6169"/>
                  </a:lnTo>
                  <a:cubicBezTo>
                    <a:pt x="1778" y="6049"/>
                    <a:pt x="1793" y="5945"/>
                    <a:pt x="1808" y="5825"/>
                  </a:cubicBezTo>
                  <a:cubicBezTo>
                    <a:pt x="1808" y="5780"/>
                    <a:pt x="1808" y="5720"/>
                    <a:pt x="1823" y="5676"/>
                  </a:cubicBezTo>
                  <a:cubicBezTo>
                    <a:pt x="1823" y="5601"/>
                    <a:pt x="1838" y="5526"/>
                    <a:pt x="1838" y="5452"/>
                  </a:cubicBezTo>
                  <a:cubicBezTo>
                    <a:pt x="1853" y="5332"/>
                    <a:pt x="1868" y="5198"/>
                    <a:pt x="1882" y="5078"/>
                  </a:cubicBezTo>
                  <a:lnTo>
                    <a:pt x="2659" y="5078"/>
                  </a:lnTo>
                  <a:cubicBezTo>
                    <a:pt x="2674" y="5078"/>
                    <a:pt x="2689" y="5093"/>
                    <a:pt x="2704" y="5108"/>
                  </a:cubicBezTo>
                  <a:lnTo>
                    <a:pt x="2689" y="5108"/>
                  </a:lnTo>
                  <a:cubicBezTo>
                    <a:pt x="2719" y="5496"/>
                    <a:pt x="2749" y="5900"/>
                    <a:pt x="2764" y="6303"/>
                  </a:cubicBezTo>
                  <a:cubicBezTo>
                    <a:pt x="2779" y="6482"/>
                    <a:pt x="2779" y="6661"/>
                    <a:pt x="2794" y="6841"/>
                  </a:cubicBezTo>
                  <a:cubicBezTo>
                    <a:pt x="2794" y="6871"/>
                    <a:pt x="2823" y="6900"/>
                    <a:pt x="2853" y="6960"/>
                  </a:cubicBezTo>
                  <a:cubicBezTo>
                    <a:pt x="2868" y="6706"/>
                    <a:pt x="2883" y="6497"/>
                    <a:pt x="2898" y="6303"/>
                  </a:cubicBezTo>
                  <a:lnTo>
                    <a:pt x="2898" y="6303"/>
                  </a:lnTo>
                  <a:lnTo>
                    <a:pt x="2883" y="6348"/>
                  </a:lnTo>
                  <a:cubicBezTo>
                    <a:pt x="2883" y="6333"/>
                    <a:pt x="2883" y="6318"/>
                    <a:pt x="2883" y="6318"/>
                  </a:cubicBezTo>
                  <a:cubicBezTo>
                    <a:pt x="2898" y="6303"/>
                    <a:pt x="2898" y="6303"/>
                    <a:pt x="2898" y="6303"/>
                  </a:cubicBezTo>
                  <a:lnTo>
                    <a:pt x="2898" y="6303"/>
                  </a:lnTo>
                  <a:cubicBezTo>
                    <a:pt x="2898" y="6303"/>
                    <a:pt x="2898" y="6303"/>
                    <a:pt x="2898" y="6303"/>
                  </a:cubicBezTo>
                  <a:cubicBezTo>
                    <a:pt x="2913" y="6154"/>
                    <a:pt x="2928" y="6019"/>
                    <a:pt x="2943" y="5885"/>
                  </a:cubicBezTo>
                  <a:cubicBezTo>
                    <a:pt x="2958" y="5616"/>
                    <a:pt x="2988" y="5347"/>
                    <a:pt x="3018" y="5078"/>
                  </a:cubicBezTo>
                  <a:cubicBezTo>
                    <a:pt x="3167" y="5063"/>
                    <a:pt x="3316" y="5048"/>
                    <a:pt x="3466" y="5033"/>
                  </a:cubicBezTo>
                  <a:cubicBezTo>
                    <a:pt x="3600" y="5004"/>
                    <a:pt x="3600" y="5004"/>
                    <a:pt x="3540" y="4944"/>
                  </a:cubicBezTo>
                  <a:cubicBezTo>
                    <a:pt x="3376" y="4929"/>
                    <a:pt x="3212" y="4914"/>
                    <a:pt x="3047" y="4899"/>
                  </a:cubicBezTo>
                  <a:cubicBezTo>
                    <a:pt x="2958" y="4854"/>
                    <a:pt x="3018" y="4780"/>
                    <a:pt x="3003" y="4735"/>
                  </a:cubicBezTo>
                  <a:cubicBezTo>
                    <a:pt x="3003" y="4660"/>
                    <a:pt x="3003" y="4585"/>
                    <a:pt x="3003" y="4511"/>
                  </a:cubicBezTo>
                  <a:cubicBezTo>
                    <a:pt x="3018" y="4406"/>
                    <a:pt x="3033" y="4302"/>
                    <a:pt x="3047" y="4197"/>
                  </a:cubicBezTo>
                  <a:lnTo>
                    <a:pt x="3047" y="4182"/>
                  </a:lnTo>
                  <a:cubicBezTo>
                    <a:pt x="3137" y="4167"/>
                    <a:pt x="3227" y="4152"/>
                    <a:pt x="3301" y="4137"/>
                  </a:cubicBezTo>
                  <a:cubicBezTo>
                    <a:pt x="3331" y="4122"/>
                    <a:pt x="3346" y="4092"/>
                    <a:pt x="3361" y="4063"/>
                  </a:cubicBezTo>
                  <a:cubicBezTo>
                    <a:pt x="3331" y="4048"/>
                    <a:pt x="3316" y="4018"/>
                    <a:pt x="3286" y="4018"/>
                  </a:cubicBezTo>
                  <a:cubicBezTo>
                    <a:pt x="3197" y="4003"/>
                    <a:pt x="3092" y="3988"/>
                    <a:pt x="3003" y="3988"/>
                  </a:cubicBezTo>
                  <a:cubicBezTo>
                    <a:pt x="3003" y="3749"/>
                    <a:pt x="3003" y="3525"/>
                    <a:pt x="3003" y="3301"/>
                  </a:cubicBezTo>
                  <a:cubicBezTo>
                    <a:pt x="3062" y="3286"/>
                    <a:pt x="3122" y="3271"/>
                    <a:pt x="3167" y="3241"/>
                  </a:cubicBezTo>
                  <a:cubicBezTo>
                    <a:pt x="3197" y="3226"/>
                    <a:pt x="3197" y="3166"/>
                    <a:pt x="3197" y="3137"/>
                  </a:cubicBezTo>
                  <a:cubicBezTo>
                    <a:pt x="2958" y="3122"/>
                    <a:pt x="2958" y="2942"/>
                    <a:pt x="2958" y="2763"/>
                  </a:cubicBezTo>
                  <a:cubicBezTo>
                    <a:pt x="2943" y="2599"/>
                    <a:pt x="2928" y="2450"/>
                    <a:pt x="2913" y="2285"/>
                  </a:cubicBezTo>
                  <a:cubicBezTo>
                    <a:pt x="3077" y="2255"/>
                    <a:pt x="3257" y="2240"/>
                    <a:pt x="3436" y="2225"/>
                  </a:cubicBezTo>
                  <a:lnTo>
                    <a:pt x="3436" y="2166"/>
                  </a:lnTo>
                  <a:cubicBezTo>
                    <a:pt x="3361" y="2136"/>
                    <a:pt x="3301" y="2106"/>
                    <a:pt x="3227" y="2091"/>
                  </a:cubicBezTo>
                  <a:cubicBezTo>
                    <a:pt x="3122" y="2076"/>
                    <a:pt x="3003" y="2076"/>
                    <a:pt x="2898" y="2076"/>
                  </a:cubicBezTo>
                  <a:cubicBezTo>
                    <a:pt x="2868" y="2016"/>
                    <a:pt x="2838" y="1957"/>
                    <a:pt x="2808" y="1882"/>
                  </a:cubicBezTo>
                  <a:cubicBezTo>
                    <a:pt x="2779" y="1957"/>
                    <a:pt x="2749" y="2031"/>
                    <a:pt x="2734" y="2091"/>
                  </a:cubicBezTo>
                  <a:cubicBezTo>
                    <a:pt x="2674" y="2106"/>
                    <a:pt x="2629" y="2106"/>
                    <a:pt x="2584" y="2106"/>
                  </a:cubicBezTo>
                  <a:lnTo>
                    <a:pt x="2450" y="2106"/>
                  </a:lnTo>
                  <a:cubicBezTo>
                    <a:pt x="2443" y="2099"/>
                    <a:pt x="2431" y="2095"/>
                    <a:pt x="2418" y="2095"/>
                  </a:cubicBezTo>
                  <a:cubicBezTo>
                    <a:pt x="2405" y="2095"/>
                    <a:pt x="2390" y="2099"/>
                    <a:pt x="2375" y="2106"/>
                  </a:cubicBezTo>
                  <a:lnTo>
                    <a:pt x="1882" y="2106"/>
                  </a:lnTo>
                  <a:cubicBezTo>
                    <a:pt x="1853" y="1927"/>
                    <a:pt x="1838" y="1762"/>
                    <a:pt x="1808" y="1598"/>
                  </a:cubicBezTo>
                  <a:cubicBezTo>
                    <a:pt x="1793" y="1464"/>
                    <a:pt x="1778" y="1329"/>
                    <a:pt x="1778" y="1180"/>
                  </a:cubicBezTo>
                  <a:lnTo>
                    <a:pt x="1718" y="1180"/>
                  </a:lnTo>
                  <a:cubicBezTo>
                    <a:pt x="1703" y="1479"/>
                    <a:pt x="1688" y="1777"/>
                    <a:pt x="1658" y="2061"/>
                  </a:cubicBezTo>
                  <a:cubicBezTo>
                    <a:pt x="1673" y="2076"/>
                    <a:pt x="1673" y="2076"/>
                    <a:pt x="1673" y="2076"/>
                  </a:cubicBezTo>
                  <a:cubicBezTo>
                    <a:pt x="1644" y="2091"/>
                    <a:pt x="1614" y="2091"/>
                    <a:pt x="1584" y="2091"/>
                  </a:cubicBezTo>
                  <a:cubicBezTo>
                    <a:pt x="1554" y="2091"/>
                    <a:pt x="1524" y="2091"/>
                    <a:pt x="1494" y="2106"/>
                  </a:cubicBezTo>
                  <a:cubicBezTo>
                    <a:pt x="1315" y="2091"/>
                    <a:pt x="1136" y="2076"/>
                    <a:pt x="956" y="2076"/>
                  </a:cubicBezTo>
                  <a:cubicBezTo>
                    <a:pt x="927" y="1374"/>
                    <a:pt x="942" y="687"/>
                    <a:pt x="7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"/>
            <p:cNvSpPr/>
            <p:nvPr/>
          </p:nvSpPr>
          <p:spPr>
            <a:xfrm rot="-2700000">
              <a:off x="7576548" y="3959423"/>
              <a:ext cx="1302400" cy="1289161"/>
            </a:xfrm>
            <a:custGeom>
              <a:avLst/>
              <a:gdLst/>
              <a:ahLst/>
              <a:cxnLst/>
              <a:rect l="l" t="t" r="r" b="b"/>
              <a:pathLst>
                <a:path w="5109" h="5057" extrusionOk="0">
                  <a:moveTo>
                    <a:pt x="3421" y="1278"/>
                  </a:moveTo>
                  <a:lnTo>
                    <a:pt x="3406" y="1427"/>
                  </a:lnTo>
                  <a:cubicBezTo>
                    <a:pt x="3391" y="1383"/>
                    <a:pt x="3391" y="1323"/>
                    <a:pt x="3421" y="1278"/>
                  </a:cubicBezTo>
                  <a:close/>
                  <a:moveTo>
                    <a:pt x="1539" y="815"/>
                  </a:moveTo>
                  <a:cubicBezTo>
                    <a:pt x="1524" y="875"/>
                    <a:pt x="1584" y="920"/>
                    <a:pt x="1613" y="964"/>
                  </a:cubicBezTo>
                  <a:cubicBezTo>
                    <a:pt x="1718" y="1054"/>
                    <a:pt x="1808" y="1144"/>
                    <a:pt x="1882" y="1263"/>
                  </a:cubicBezTo>
                  <a:cubicBezTo>
                    <a:pt x="1912" y="1308"/>
                    <a:pt x="1957" y="1353"/>
                    <a:pt x="2017" y="1368"/>
                  </a:cubicBezTo>
                  <a:cubicBezTo>
                    <a:pt x="2002" y="1442"/>
                    <a:pt x="2061" y="1487"/>
                    <a:pt x="2091" y="1547"/>
                  </a:cubicBezTo>
                  <a:cubicBezTo>
                    <a:pt x="2345" y="1861"/>
                    <a:pt x="2554" y="2204"/>
                    <a:pt x="2719" y="2578"/>
                  </a:cubicBezTo>
                  <a:cubicBezTo>
                    <a:pt x="2749" y="2622"/>
                    <a:pt x="2763" y="2682"/>
                    <a:pt x="2823" y="2712"/>
                  </a:cubicBezTo>
                  <a:cubicBezTo>
                    <a:pt x="2823" y="2712"/>
                    <a:pt x="2808" y="2727"/>
                    <a:pt x="2808" y="2742"/>
                  </a:cubicBezTo>
                  <a:cubicBezTo>
                    <a:pt x="2793" y="2787"/>
                    <a:pt x="2823" y="2831"/>
                    <a:pt x="2838" y="2876"/>
                  </a:cubicBezTo>
                  <a:cubicBezTo>
                    <a:pt x="2928" y="3145"/>
                    <a:pt x="2958" y="3414"/>
                    <a:pt x="2958" y="3683"/>
                  </a:cubicBezTo>
                  <a:cubicBezTo>
                    <a:pt x="2958" y="3868"/>
                    <a:pt x="2894" y="3958"/>
                    <a:pt x="2766" y="3958"/>
                  </a:cubicBezTo>
                  <a:cubicBezTo>
                    <a:pt x="2719" y="3958"/>
                    <a:pt x="2664" y="3946"/>
                    <a:pt x="2599" y="3922"/>
                  </a:cubicBezTo>
                  <a:cubicBezTo>
                    <a:pt x="2551" y="3898"/>
                    <a:pt x="2512" y="3854"/>
                    <a:pt x="2460" y="3854"/>
                  </a:cubicBezTo>
                  <a:cubicBezTo>
                    <a:pt x="2447" y="3854"/>
                    <a:pt x="2434" y="3856"/>
                    <a:pt x="2420" y="3862"/>
                  </a:cubicBezTo>
                  <a:lnTo>
                    <a:pt x="2420" y="3847"/>
                  </a:lnTo>
                  <a:cubicBezTo>
                    <a:pt x="2420" y="3772"/>
                    <a:pt x="2360" y="3728"/>
                    <a:pt x="2300" y="3683"/>
                  </a:cubicBezTo>
                  <a:cubicBezTo>
                    <a:pt x="1822" y="3265"/>
                    <a:pt x="1494" y="2727"/>
                    <a:pt x="1315" y="2129"/>
                  </a:cubicBezTo>
                  <a:cubicBezTo>
                    <a:pt x="1165" y="1666"/>
                    <a:pt x="1106" y="1188"/>
                    <a:pt x="1539" y="815"/>
                  </a:cubicBezTo>
                  <a:close/>
                  <a:moveTo>
                    <a:pt x="3436" y="2085"/>
                  </a:moveTo>
                  <a:cubicBezTo>
                    <a:pt x="3525" y="2339"/>
                    <a:pt x="3645" y="2578"/>
                    <a:pt x="3704" y="2831"/>
                  </a:cubicBezTo>
                  <a:cubicBezTo>
                    <a:pt x="3719" y="2861"/>
                    <a:pt x="3719" y="2891"/>
                    <a:pt x="3764" y="2906"/>
                  </a:cubicBezTo>
                  <a:cubicBezTo>
                    <a:pt x="3764" y="2921"/>
                    <a:pt x="3764" y="2936"/>
                    <a:pt x="3764" y="2966"/>
                  </a:cubicBezTo>
                  <a:cubicBezTo>
                    <a:pt x="3779" y="3026"/>
                    <a:pt x="3779" y="3085"/>
                    <a:pt x="3794" y="3145"/>
                  </a:cubicBezTo>
                  <a:cubicBezTo>
                    <a:pt x="3824" y="3459"/>
                    <a:pt x="3899" y="3757"/>
                    <a:pt x="3928" y="4086"/>
                  </a:cubicBezTo>
                  <a:cubicBezTo>
                    <a:pt x="3943" y="4265"/>
                    <a:pt x="3958" y="4445"/>
                    <a:pt x="3943" y="4624"/>
                  </a:cubicBezTo>
                  <a:cubicBezTo>
                    <a:pt x="3928" y="4564"/>
                    <a:pt x="3913" y="4519"/>
                    <a:pt x="3899" y="4474"/>
                  </a:cubicBezTo>
                  <a:cubicBezTo>
                    <a:pt x="3615" y="3698"/>
                    <a:pt x="3465" y="2906"/>
                    <a:pt x="3436" y="2085"/>
                  </a:cubicBezTo>
                  <a:close/>
                  <a:moveTo>
                    <a:pt x="537" y="0"/>
                  </a:moveTo>
                  <a:cubicBezTo>
                    <a:pt x="398" y="0"/>
                    <a:pt x="269" y="38"/>
                    <a:pt x="180" y="113"/>
                  </a:cubicBezTo>
                  <a:cubicBezTo>
                    <a:pt x="120" y="203"/>
                    <a:pt x="60" y="292"/>
                    <a:pt x="45" y="397"/>
                  </a:cubicBezTo>
                  <a:cubicBezTo>
                    <a:pt x="0" y="755"/>
                    <a:pt x="60" y="1099"/>
                    <a:pt x="239" y="1413"/>
                  </a:cubicBezTo>
                  <a:cubicBezTo>
                    <a:pt x="374" y="1637"/>
                    <a:pt x="508" y="1876"/>
                    <a:pt x="643" y="2100"/>
                  </a:cubicBezTo>
                  <a:cubicBezTo>
                    <a:pt x="702" y="2115"/>
                    <a:pt x="732" y="2159"/>
                    <a:pt x="777" y="2189"/>
                  </a:cubicBezTo>
                  <a:lnTo>
                    <a:pt x="792" y="2204"/>
                  </a:lnTo>
                  <a:cubicBezTo>
                    <a:pt x="852" y="2204"/>
                    <a:pt x="852" y="2174"/>
                    <a:pt x="822" y="2129"/>
                  </a:cubicBezTo>
                  <a:cubicBezTo>
                    <a:pt x="747" y="2055"/>
                    <a:pt x="657" y="1980"/>
                    <a:pt x="613" y="1890"/>
                  </a:cubicBezTo>
                  <a:cubicBezTo>
                    <a:pt x="508" y="1696"/>
                    <a:pt x="419" y="1487"/>
                    <a:pt x="314" y="1278"/>
                  </a:cubicBezTo>
                  <a:cubicBezTo>
                    <a:pt x="269" y="1144"/>
                    <a:pt x="224" y="1024"/>
                    <a:pt x="209" y="890"/>
                  </a:cubicBezTo>
                  <a:cubicBezTo>
                    <a:pt x="180" y="651"/>
                    <a:pt x="105" y="397"/>
                    <a:pt x="284" y="188"/>
                  </a:cubicBezTo>
                  <a:cubicBezTo>
                    <a:pt x="371" y="157"/>
                    <a:pt x="457" y="139"/>
                    <a:pt x="542" y="139"/>
                  </a:cubicBezTo>
                  <a:cubicBezTo>
                    <a:pt x="661" y="139"/>
                    <a:pt x="777" y="175"/>
                    <a:pt x="882" y="262"/>
                  </a:cubicBezTo>
                  <a:cubicBezTo>
                    <a:pt x="1076" y="397"/>
                    <a:pt x="1255" y="546"/>
                    <a:pt x="1434" y="696"/>
                  </a:cubicBezTo>
                  <a:cubicBezTo>
                    <a:pt x="1359" y="800"/>
                    <a:pt x="1255" y="890"/>
                    <a:pt x="1180" y="1009"/>
                  </a:cubicBezTo>
                  <a:cubicBezTo>
                    <a:pt x="986" y="1323"/>
                    <a:pt x="1046" y="1666"/>
                    <a:pt x="1121" y="1980"/>
                  </a:cubicBezTo>
                  <a:cubicBezTo>
                    <a:pt x="1300" y="2772"/>
                    <a:pt x="1733" y="3414"/>
                    <a:pt x="2360" y="3937"/>
                  </a:cubicBezTo>
                  <a:cubicBezTo>
                    <a:pt x="2471" y="4035"/>
                    <a:pt x="2591" y="4113"/>
                    <a:pt x="2738" y="4113"/>
                  </a:cubicBezTo>
                  <a:cubicBezTo>
                    <a:pt x="2770" y="4113"/>
                    <a:pt x="2803" y="4109"/>
                    <a:pt x="2838" y="4101"/>
                  </a:cubicBezTo>
                  <a:cubicBezTo>
                    <a:pt x="2973" y="4086"/>
                    <a:pt x="3107" y="4041"/>
                    <a:pt x="3107" y="3877"/>
                  </a:cubicBezTo>
                  <a:cubicBezTo>
                    <a:pt x="3137" y="3399"/>
                    <a:pt x="3092" y="2936"/>
                    <a:pt x="2868" y="2503"/>
                  </a:cubicBezTo>
                  <a:cubicBezTo>
                    <a:pt x="2689" y="2055"/>
                    <a:pt x="2420" y="1652"/>
                    <a:pt x="2121" y="1278"/>
                  </a:cubicBezTo>
                  <a:cubicBezTo>
                    <a:pt x="1987" y="1099"/>
                    <a:pt x="1852" y="935"/>
                    <a:pt x="1703" y="770"/>
                  </a:cubicBezTo>
                  <a:cubicBezTo>
                    <a:pt x="1792" y="736"/>
                    <a:pt x="1881" y="718"/>
                    <a:pt x="1968" y="718"/>
                  </a:cubicBezTo>
                  <a:cubicBezTo>
                    <a:pt x="2072" y="718"/>
                    <a:pt x="2173" y="744"/>
                    <a:pt x="2271" y="800"/>
                  </a:cubicBezTo>
                  <a:cubicBezTo>
                    <a:pt x="2659" y="1009"/>
                    <a:pt x="3002" y="1308"/>
                    <a:pt x="3241" y="1681"/>
                  </a:cubicBezTo>
                  <a:cubicBezTo>
                    <a:pt x="3212" y="2428"/>
                    <a:pt x="3286" y="3145"/>
                    <a:pt x="3495" y="3847"/>
                  </a:cubicBezTo>
                  <a:cubicBezTo>
                    <a:pt x="3600" y="4220"/>
                    <a:pt x="3734" y="4579"/>
                    <a:pt x="3869" y="4937"/>
                  </a:cubicBezTo>
                  <a:cubicBezTo>
                    <a:pt x="3884" y="4997"/>
                    <a:pt x="3988" y="5027"/>
                    <a:pt x="4048" y="5057"/>
                  </a:cubicBezTo>
                  <a:cubicBezTo>
                    <a:pt x="4078" y="5012"/>
                    <a:pt x="4123" y="4952"/>
                    <a:pt x="4123" y="4893"/>
                  </a:cubicBezTo>
                  <a:cubicBezTo>
                    <a:pt x="4138" y="4773"/>
                    <a:pt x="4123" y="4639"/>
                    <a:pt x="4123" y="4519"/>
                  </a:cubicBezTo>
                  <a:cubicBezTo>
                    <a:pt x="4063" y="4026"/>
                    <a:pt x="3988" y="3533"/>
                    <a:pt x="3928" y="3055"/>
                  </a:cubicBezTo>
                  <a:lnTo>
                    <a:pt x="3928" y="3041"/>
                  </a:lnTo>
                  <a:cubicBezTo>
                    <a:pt x="3899" y="2996"/>
                    <a:pt x="3884" y="2936"/>
                    <a:pt x="3884" y="2876"/>
                  </a:cubicBezTo>
                  <a:lnTo>
                    <a:pt x="3884" y="2876"/>
                  </a:lnTo>
                  <a:lnTo>
                    <a:pt x="3884" y="2876"/>
                  </a:lnTo>
                  <a:cubicBezTo>
                    <a:pt x="3869" y="2846"/>
                    <a:pt x="3869" y="2831"/>
                    <a:pt x="3869" y="2817"/>
                  </a:cubicBezTo>
                  <a:lnTo>
                    <a:pt x="3854" y="2817"/>
                  </a:lnTo>
                  <a:cubicBezTo>
                    <a:pt x="3764" y="2443"/>
                    <a:pt x="3645" y="2100"/>
                    <a:pt x="3421" y="1786"/>
                  </a:cubicBezTo>
                  <a:cubicBezTo>
                    <a:pt x="3406" y="1711"/>
                    <a:pt x="3391" y="1637"/>
                    <a:pt x="3376" y="1547"/>
                  </a:cubicBezTo>
                  <a:lnTo>
                    <a:pt x="3391" y="1547"/>
                  </a:lnTo>
                  <a:cubicBezTo>
                    <a:pt x="3406" y="1517"/>
                    <a:pt x="3406" y="1472"/>
                    <a:pt x="3406" y="1442"/>
                  </a:cubicBezTo>
                  <a:lnTo>
                    <a:pt x="3421" y="1278"/>
                  </a:lnTo>
                  <a:cubicBezTo>
                    <a:pt x="3450" y="1203"/>
                    <a:pt x="3480" y="1129"/>
                    <a:pt x="3510" y="1054"/>
                  </a:cubicBezTo>
                  <a:cubicBezTo>
                    <a:pt x="3585" y="875"/>
                    <a:pt x="3734" y="770"/>
                    <a:pt x="3928" y="725"/>
                  </a:cubicBezTo>
                  <a:cubicBezTo>
                    <a:pt x="3993" y="716"/>
                    <a:pt x="4052" y="711"/>
                    <a:pt x="4107" y="711"/>
                  </a:cubicBezTo>
                  <a:cubicBezTo>
                    <a:pt x="4394" y="711"/>
                    <a:pt x="4559" y="847"/>
                    <a:pt x="4735" y="1174"/>
                  </a:cubicBezTo>
                  <a:cubicBezTo>
                    <a:pt x="4989" y="1652"/>
                    <a:pt x="4989" y="2159"/>
                    <a:pt x="4884" y="2667"/>
                  </a:cubicBezTo>
                  <a:cubicBezTo>
                    <a:pt x="4825" y="3041"/>
                    <a:pt x="4645" y="3384"/>
                    <a:pt x="4511" y="3757"/>
                  </a:cubicBezTo>
                  <a:cubicBezTo>
                    <a:pt x="4496" y="3787"/>
                    <a:pt x="4526" y="3847"/>
                    <a:pt x="4526" y="3892"/>
                  </a:cubicBezTo>
                  <a:cubicBezTo>
                    <a:pt x="4571" y="3862"/>
                    <a:pt x="4630" y="3847"/>
                    <a:pt x="4645" y="3802"/>
                  </a:cubicBezTo>
                  <a:cubicBezTo>
                    <a:pt x="4825" y="3384"/>
                    <a:pt x="5049" y="2981"/>
                    <a:pt x="5078" y="2503"/>
                  </a:cubicBezTo>
                  <a:cubicBezTo>
                    <a:pt x="5108" y="1995"/>
                    <a:pt x="5108" y="1487"/>
                    <a:pt x="4825" y="1024"/>
                  </a:cubicBezTo>
                  <a:cubicBezTo>
                    <a:pt x="4643" y="715"/>
                    <a:pt x="4378" y="555"/>
                    <a:pt x="4097" y="555"/>
                  </a:cubicBezTo>
                  <a:cubicBezTo>
                    <a:pt x="3917" y="555"/>
                    <a:pt x="3730" y="621"/>
                    <a:pt x="3555" y="755"/>
                  </a:cubicBezTo>
                  <a:cubicBezTo>
                    <a:pt x="3331" y="935"/>
                    <a:pt x="3271" y="1203"/>
                    <a:pt x="3241" y="1472"/>
                  </a:cubicBezTo>
                  <a:cubicBezTo>
                    <a:pt x="3122" y="1353"/>
                    <a:pt x="3002" y="1233"/>
                    <a:pt x="2868" y="1114"/>
                  </a:cubicBezTo>
                  <a:cubicBezTo>
                    <a:pt x="2583" y="855"/>
                    <a:pt x="2287" y="618"/>
                    <a:pt x="1902" y="618"/>
                  </a:cubicBezTo>
                  <a:cubicBezTo>
                    <a:pt x="1843" y="618"/>
                    <a:pt x="1782" y="624"/>
                    <a:pt x="1718" y="636"/>
                  </a:cubicBezTo>
                  <a:cubicBezTo>
                    <a:pt x="1673" y="636"/>
                    <a:pt x="1628" y="621"/>
                    <a:pt x="1584" y="621"/>
                  </a:cubicBezTo>
                  <a:cubicBezTo>
                    <a:pt x="1389" y="472"/>
                    <a:pt x="1210" y="307"/>
                    <a:pt x="1016" y="158"/>
                  </a:cubicBezTo>
                  <a:cubicBezTo>
                    <a:pt x="878" y="53"/>
                    <a:pt x="701" y="0"/>
                    <a:pt x="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6" name="Google Shape;906;p4" descr="Final Fantasy XV: Concept Art vs Reality (FFXV) - YouTube"/>
          <p:cNvPicPr preferRelativeResize="0"/>
          <p:nvPr/>
        </p:nvPicPr>
        <p:blipFill rotWithShape="1">
          <a:blip r:embed="rId3">
            <a:alphaModFix/>
          </a:blip>
          <a:srcRect r="48909" b="49748"/>
          <a:stretch/>
        </p:blipFill>
        <p:spPr>
          <a:xfrm>
            <a:off x="5342559" y="1281809"/>
            <a:ext cx="3241898" cy="115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4" descr="Why do concept cars look so much better than normal cars? | WapCar"/>
          <p:cNvPicPr preferRelativeResize="0"/>
          <p:nvPr/>
        </p:nvPicPr>
        <p:blipFill rotWithShape="1">
          <a:blip r:embed="rId4">
            <a:alphaModFix/>
          </a:blip>
          <a:srcRect t="50631"/>
          <a:stretch/>
        </p:blipFill>
        <p:spPr>
          <a:xfrm>
            <a:off x="5362267" y="3178850"/>
            <a:ext cx="3241898" cy="1008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"/>
          <p:cNvSpPr/>
          <p:nvPr/>
        </p:nvSpPr>
        <p:spPr>
          <a:xfrm>
            <a:off x="2151452" y="1680025"/>
            <a:ext cx="4841100" cy="1968600"/>
          </a:xfrm>
          <a:prstGeom prst="roundRect">
            <a:avLst>
              <a:gd name="adj" fmla="val 1930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6"/>
          <p:cNvSpPr txBox="1">
            <a:spLocks noGrp="1"/>
          </p:cNvSpPr>
          <p:nvPr>
            <p:ph type="title"/>
          </p:nvPr>
        </p:nvSpPr>
        <p:spPr>
          <a:xfrm>
            <a:off x="2649738" y="2187175"/>
            <a:ext cx="3844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914" name="Google Shape;914;p6"/>
          <p:cNvSpPr/>
          <p:nvPr/>
        </p:nvSpPr>
        <p:spPr>
          <a:xfrm>
            <a:off x="3515399" y="-304812"/>
            <a:ext cx="1676318" cy="1619268"/>
          </a:xfrm>
          <a:custGeom>
            <a:avLst/>
            <a:gdLst/>
            <a:ahLst/>
            <a:cxnLst/>
            <a:rect l="l" t="t" r="r" b="b"/>
            <a:pathLst>
              <a:path w="6036" h="5830" extrusionOk="0">
                <a:moveTo>
                  <a:pt x="5139" y="732"/>
                </a:moveTo>
                <a:cubicBezTo>
                  <a:pt x="5285" y="732"/>
                  <a:pt x="5353" y="804"/>
                  <a:pt x="5378" y="993"/>
                </a:cubicBezTo>
                <a:cubicBezTo>
                  <a:pt x="5378" y="1083"/>
                  <a:pt x="5363" y="1172"/>
                  <a:pt x="5423" y="1247"/>
                </a:cubicBezTo>
                <a:cubicBezTo>
                  <a:pt x="5404" y="1242"/>
                  <a:pt x="5386" y="1240"/>
                  <a:pt x="5370" y="1240"/>
                </a:cubicBezTo>
                <a:cubicBezTo>
                  <a:pt x="5280" y="1240"/>
                  <a:pt x="5217" y="1301"/>
                  <a:pt x="5154" y="1352"/>
                </a:cubicBezTo>
                <a:cubicBezTo>
                  <a:pt x="4885" y="1576"/>
                  <a:pt x="4661" y="1859"/>
                  <a:pt x="4467" y="2158"/>
                </a:cubicBezTo>
                <a:cubicBezTo>
                  <a:pt x="4526" y="1979"/>
                  <a:pt x="4512" y="1800"/>
                  <a:pt x="4541" y="1620"/>
                </a:cubicBezTo>
                <a:cubicBezTo>
                  <a:pt x="4556" y="1546"/>
                  <a:pt x="4556" y="1471"/>
                  <a:pt x="4541" y="1396"/>
                </a:cubicBezTo>
                <a:cubicBezTo>
                  <a:pt x="4541" y="1172"/>
                  <a:pt x="4526" y="948"/>
                  <a:pt x="4780" y="829"/>
                </a:cubicBezTo>
                <a:cubicBezTo>
                  <a:pt x="4810" y="814"/>
                  <a:pt x="4825" y="784"/>
                  <a:pt x="4825" y="754"/>
                </a:cubicBezTo>
                <a:cubicBezTo>
                  <a:pt x="4849" y="768"/>
                  <a:pt x="4873" y="774"/>
                  <a:pt x="4896" y="774"/>
                </a:cubicBezTo>
                <a:cubicBezTo>
                  <a:pt x="4947" y="774"/>
                  <a:pt x="4998" y="749"/>
                  <a:pt x="5049" y="739"/>
                </a:cubicBezTo>
                <a:cubicBezTo>
                  <a:pt x="5082" y="735"/>
                  <a:pt x="5112" y="732"/>
                  <a:pt x="5139" y="732"/>
                </a:cubicBezTo>
                <a:close/>
                <a:moveTo>
                  <a:pt x="5393" y="1426"/>
                </a:moveTo>
                <a:cubicBezTo>
                  <a:pt x="5378" y="1665"/>
                  <a:pt x="5363" y="1889"/>
                  <a:pt x="5273" y="2113"/>
                </a:cubicBezTo>
                <a:cubicBezTo>
                  <a:pt x="5273" y="2143"/>
                  <a:pt x="5258" y="2173"/>
                  <a:pt x="5273" y="2218"/>
                </a:cubicBezTo>
                <a:cubicBezTo>
                  <a:pt x="5243" y="2233"/>
                  <a:pt x="5214" y="2278"/>
                  <a:pt x="5199" y="2322"/>
                </a:cubicBezTo>
                <a:cubicBezTo>
                  <a:pt x="4915" y="3009"/>
                  <a:pt x="4526" y="3622"/>
                  <a:pt x="4019" y="4159"/>
                </a:cubicBezTo>
                <a:cubicBezTo>
                  <a:pt x="3989" y="4189"/>
                  <a:pt x="3944" y="4219"/>
                  <a:pt x="3959" y="4264"/>
                </a:cubicBezTo>
                <a:cubicBezTo>
                  <a:pt x="3869" y="4279"/>
                  <a:pt x="3825" y="4369"/>
                  <a:pt x="3750" y="4413"/>
                </a:cubicBezTo>
                <a:cubicBezTo>
                  <a:pt x="3730" y="4423"/>
                  <a:pt x="3716" y="4427"/>
                  <a:pt x="3705" y="4427"/>
                </a:cubicBezTo>
                <a:cubicBezTo>
                  <a:pt x="3666" y="4427"/>
                  <a:pt x="3675" y="4374"/>
                  <a:pt x="3675" y="4339"/>
                </a:cubicBezTo>
                <a:cubicBezTo>
                  <a:pt x="3675" y="4294"/>
                  <a:pt x="3705" y="4264"/>
                  <a:pt x="3735" y="4219"/>
                </a:cubicBezTo>
                <a:cubicBezTo>
                  <a:pt x="3959" y="3726"/>
                  <a:pt x="4153" y="3219"/>
                  <a:pt x="4347" y="2726"/>
                </a:cubicBezTo>
                <a:cubicBezTo>
                  <a:pt x="4362" y="2666"/>
                  <a:pt x="4377" y="2621"/>
                  <a:pt x="4407" y="2576"/>
                </a:cubicBezTo>
                <a:lnTo>
                  <a:pt x="4407" y="2561"/>
                </a:lnTo>
                <a:lnTo>
                  <a:pt x="4422" y="2561"/>
                </a:lnTo>
                <a:cubicBezTo>
                  <a:pt x="4497" y="2546"/>
                  <a:pt x="4526" y="2487"/>
                  <a:pt x="4556" y="2442"/>
                </a:cubicBezTo>
                <a:cubicBezTo>
                  <a:pt x="4646" y="2293"/>
                  <a:pt x="4736" y="2173"/>
                  <a:pt x="4825" y="2024"/>
                </a:cubicBezTo>
                <a:cubicBezTo>
                  <a:pt x="4975" y="1815"/>
                  <a:pt x="5184" y="1635"/>
                  <a:pt x="5363" y="1441"/>
                </a:cubicBezTo>
                <a:cubicBezTo>
                  <a:pt x="5363" y="1441"/>
                  <a:pt x="5378" y="1426"/>
                  <a:pt x="5393" y="1426"/>
                </a:cubicBezTo>
                <a:close/>
                <a:moveTo>
                  <a:pt x="4317" y="1232"/>
                </a:moveTo>
                <a:lnTo>
                  <a:pt x="4317" y="1232"/>
                </a:lnTo>
                <a:cubicBezTo>
                  <a:pt x="4347" y="1635"/>
                  <a:pt x="4302" y="2009"/>
                  <a:pt x="4198" y="2382"/>
                </a:cubicBezTo>
                <a:cubicBezTo>
                  <a:pt x="4168" y="2472"/>
                  <a:pt x="4123" y="2561"/>
                  <a:pt x="4153" y="2666"/>
                </a:cubicBezTo>
                <a:cubicBezTo>
                  <a:pt x="4153" y="2681"/>
                  <a:pt x="4153" y="2681"/>
                  <a:pt x="4168" y="2681"/>
                </a:cubicBezTo>
                <a:cubicBezTo>
                  <a:pt x="4108" y="2696"/>
                  <a:pt x="4093" y="2741"/>
                  <a:pt x="4063" y="2770"/>
                </a:cubicBezTo>
                <a:cubicBezTo>
                  <a:pt x="3869" y="3144"/>
                  <a:pt x="3690" y="3517"/>
                  <a:pt x="3556" y="3921"/>
                </a:cubicBezTo>
                <a:cubicBezTo>
                  <a:pt x="3526" y="3995"/>
                  <a:pt x="3496" y="4085"/>
                  <a:pt x="3541" y="4174"/>
                </a:cubicBezTo>
                <a:lnTo>
                  <a:pt x="3556" y="4189"/>
                </a:lnTo>
                <a:cubicBezTo>
                  <a:pt x="3549" y="4188"/>
                  <a:pt x="3543" y="4188"/>
                  <a:pt x="3536" y="4188"/>
                </a:cubicBezTo>
                <a:cubicBezTo>
                  <a:pt x="3462" y="4188"/>
                  <a:pt x="3434" y="4269"/>
                  <a:pt x="3406" y="4324"/>
                </a:cubicBezTo>
                <a:cubicBezTo>
                  <a:pt x="3332" y="4458"/>
                  <a:pt x="3257" y="4593"/>
                  <a:pt x="3167" y="4727"/>
                </a:cubicBezTo>
                <a:cubicBezTo>
                  <a:pt x="3078" y="4891"/>
                  <a:pt x="2973" y="5041"/>
                  <a:pt x="2794" y="5175"/>
                </a:cubicBezTo>
                <a:cubicBezTo>
                  <a:pt x="2794" y="4936"/>
                  <a:pt x="2764" y="4727"/>
                  <a:pt x="2794" y="4518"/>
                </a:cubicBezTo>
                <a:cubicBezTo>
                  <a:pt x="2824" y="4398"/>
                  <a:pt x="2869" y="4264"/>
                  <a:pt x="2809" y="4130"/>
                </a:cubicBezTo>
                <a:cubicBezTo>
                  <a:pt x="2809" y="4115"/>
                  <a:pt x="2809" y="4115"/>
                  <a:pt x="2809" y="4115"/>
                </a:cubicBezTo>
                <a:cubicBezTo>
                  <a:pt x="2884" y="3906"/>
                  <a:pt x="2958" y="3711"/>
                  <a:pt x="3048" y="3502"/>
                </a:cubicBezTo>
                <a:cubicBezTo>
                  <a:pt x="3078" y="3398"/>
                  <a:pt x="3093" y="3278"/>
                  <a:pt x="3182" y="3204"/>
                </a:cubicBezTo>
                <a:cubicBezTo>
                  <a:pt x="3182" y="3129"/>
                  <a:pt x="3197" y="3054"/>
                  <a:pt x="3242" y="2994"/>
                </a:cubicBezTo>
                <a:cubicBezTo>
                  <a:pt x="3257" y="2890"/>
                  <a:pt x="3287" y="2800"/>
                  <a:pt x="3347" y="2726"/>
                </a:cubicBezTo>
                <a:cubicBezTo>
                  <a:pt x="3362" y="2696"/>
                  <a:pt x="3362" y="2666"/>
                  <a:pt x="3376" y="2636"/>
                </a:cubicBezTo>
                <a:cubicBezTo>
                  <a:pt x="3466" y="2427"/>
                  <a:pt x="3556" y="2218"/>
                  <a:pt x="3660" y="2009"/>
                </a:cubicBezTo>
                <a:lnTo>
                  <a:pt x="3645" y="1994"/>
                </a:lnTo>
                <a:lnTo>
                  <a:pt x="3645" y="1994"/>
                </a:lnTo>
                <a:cubicBezTo>
                  <a:pt x="3660" y="2009"/>
                  <a:pt x="3675" y="2009"/>
                  <a:pt x="3675" y="2024"/>
                </a:cubicBezTo>
                <a:cubicBezTo>
                  <a:pt x="3750" y="1994"/>
                  <a:pt x="3780" y="1919"/>
                  <a:pt x="3810" y="1874"/>
                </a:cubicBezTo>
                <a:cubicBezTo>
                  <a:pt x="3959" y="1650"/>
                  <a:pt x="4123" y="1441"/>
                  <a:pt x="4317" y="1232"/>
                </a:cubicBezTo>
                <a:close/>
                <a:moveTo>
                  <a:pt x="4047" y="465"/>
                </a:moveTo>
                <a:cubicBezTo>
                  <a:pt x="4095" y="465"/>
                  <a:pt x="4141" y="481"/>
                  <a:pt x="4183" y="530"/>
                </a:cubicBezTo>
                <a:cubicBezTo>
                  <a:pt x="4317" y="665"/>
                  <a:pt x="4302" y="874"/>
                  <a:pt x="4183" y="1023"/>
                </a:cubicBezTo>
                <a:cubicBezTo>
                  <a:pt x="4004" y="1247"/>
                  <a:pt x="3795" y="1471"/>
                  <a:pt x="3645" y="1740"/>
                </a:cubicBezTo>
                <a:cubicBezTo>
                  <a:pt x="3571" y="1785"/>
                  <a:pt x="3466" y="1815"/>
                  <a:pt x="3451" y="1934"/>
                </a:cubicBezTo>
                <a:cubicBezTo>
                  <a:pt x="3421" y="1979"/>
                  <a:pt x="3406" y="2024"/>
                  <a:pt x="3436" y="2068"/>
                </a:cubicBezTo>
                <a:lnTo>
                  <a:pt x="3451" y="2068"/>
                </a:lnTo>
                <a:cubicBezTo>
                  <a:pt x="3093" y="2741"/>
                  <a:pt x="2854" y="3443"/>
                  <a:pt x="2630" y="4145"/>
                </a:cubicBezTo>
                <a:lnTo>
                  <a:pt x="2630" y="4159"/>
                </a:lnTo>
                <a:cubicBezTo>
                  <a:pt x="2630" y="4145"/>
                  <a:pt x="2615" y="4145"/>
                  <a:pt x="2615" y="4145"/>
                </a:cubicBezTo>
                <a:cubicBezTo>
                  <a:pt x="2540" y="4159"/>
                  <a:pt x="2525" y="4234"/>
                  <a:pt x="2495" y="4279"/>
                </a:cubicBezTo>
                <a:cubicBezTo>
                  <a:pt x="2316" y="4623"/>
                  <a:pt x="2107" y="4951"/>
                  <a:pt x="1868" y="5250"/>
                </a:cubicBezTo>
                <a:cubicBezTo>
                  <a:pt x="1778" y="5369"/>
                  <a:pt x="1704" y="5489"/>
                  <a:pt x="1539" y="5578"/>
                </a:cubicBezTo>
                <a:cubicBezTo>
                  <a:pt x="1584" y="4772"/>
                  <a:pt x="1913" y="4070"/>
                  <a:pt x="2137" y="3353"/>
                </a:cubicBezTo>
                <a:cubicBezTo>
                  <a:pt x="2167" y="3278"/>
                  <a:pt x="2182" y="3204"/>
                  <a:pt x="2211" y="3144"/>
                </a:cubicBezTo>
                <a:cubicBezTo>
                  <a:pt x="2226" y="3114"/>
                  <a:pt x="2241" y="3084"/>
                  <a:pt x="2241" y="3054"/>
                </a:cubicBezTo>
                <a:cubicBezTo>
                  <a:pt x="2256" y="2994"/>
                  <a:pt x="2286" y="2935"/>
                  <a:pt x="2301" y="2875"/>
                </a:cubicBezTo>
                <a:cubicBezTo>
                  <a:pt x="2301" y="2875"/>
                  <a:pt x="2301" y="2875"/>
                  <a:pt x="2301" y="2860"/>
                </a:cubicBezTo>
                <a:lnTo>
                  <a:pt x="2331" y="2860"/>
                </a:lnTo>
                <a:cubicBezTo>
                  <a:pt x="2391" y="2815"/>
                  <a:pt x="2421" y="2741"/>
                  <a:pt x="2450" y="2666"/>
                </a:cubicBezTo>
                <a:cubicBezTo>
                  <a:pt x="2764" y="1994"/>
                  <a:pt x="3093" y="1337"/>
                  <a:pt x="3556" y="754"/>
                </a:cubicBezTo>
                <a:cubicBezTo>
                  <a:pt x="3600" y="709"/>
                  <a:pt x="3675" y="709"/>
                  <a:pt x="3705" y="650"/>
                </a:cubicBezTo>
                <a:cubicBezTo>
                  <a:pt x="3750" y="575"/>
                  <a:pt x="3810" y="530"/>
                  <a:pt x="3884" y="500"/>
                </a:cubicBezTo>
                <a:cubicBezTo>
                  <a:pt x="3939" y="484"/>
                  <a:pt x="3994" y="465"/>
                  <a:pt x="4047" y="465"/>
                </a:cubicBezTo>
                <a:close/>
                <a:moveTo>
                  <a:pt x="3297" y="1"/>
                </a:moveTo>
                <a:cubicBezTo>
                  <a:pt x="3243" y="1"/>
                  <a:pt x="3184" y="13"/>
                  <a:pt x="3123" y="37"/>
                </a:cubicBezTo>
                <a:cubicBezTo>
                  <a:pt x="3033" y="82"/>
                  <a:pt x="2943" y="127"/>
                  <a:pt x="2869" y="187"/>
                </a:cubicBezTo>
                <a:cubicBezTo>
                  <a:pt x="2391" y="545"/>
                  <a:pt x="2122" y="1068"/>
                  <a:pt x="1823" y="1561"/>
                </a:cubicBezTo>
                <a:cubicBezTo>
                  <a:pt x="1569" y="1979"/>
                  <a:pt x="1345" y="2427"/>
                  <a:pt x="1121" y="2875"/>
                </a:cubicBezTo>
                <a:cubicBezTo>
                  <a:pt x="807" y="3472"/>
                  <a:pt x="509" y="4085"/>
                  <a:pt x="210" y="4697"/>
                </a:cubicBezTo>
                <a:cubicBezTo>
                  <a:pt x="61" y="4951"/>
                  <a:pt x="1" y="5235"/>
                  <a:pt x="61" y="5563"/>
                </a:cubicBezTo>
                <a:cubicBezTo>
                  <a:pt x="135" y="5265"/>
                  <a:pt x="210" y="5026"/>
                  <a:pt x="270" y="4772"/>
                </a:cubicBezTo>
                <a:lnTo>
                  <a:pt x="285" y="4772"/>
                </a:lnTo>
                <a:cubicBezTo>
                  <a:pt x="359" y="4593"/>
                  <a:pt x="449" y="4428"/>
                  <a:pt x="539" y="4264"/>
                </a:cubicBezTo>
                <a:cubicBezTo>
                  <a:pt x="807" y="3756"/>
                  <a:pt x="1076" y="3263"/>
                  <a:pt x="1330" y="2756"/>
                </a:cubicBezTo>
                <a:cubicBezTo>
                  <a:pt x="1674" y="2054"/>
                  <a:pt x="2062" y="1381"/>
                  <a:pt x="2510" y="754"/>
                </a:cubicBezTo>
                <a:cubicBezTo>
                  <a:pt x="2674" y="515"/>
                  <a:pt x="2869" y="291"/>
                  <a:pt x="3152" y="172"/>
                </a:cubicBezTo>
                <a:cubicBezTo>
                  <a:pt x="3206" y="148"/>
                  <a:pt x="3255" y="133"/>
                  <a:pt x="3300" y="133"/>
                </a:cubicBezTo>
                <a:cubicBezTo>
                  <a:pt x="3368" y="133"/>
                  <a:pt x="3427" y="166"/>
                  <a:pt x="3481" y="246"/>
                </a:cubicBezTo>
                <a:cubicBezTo>
                  <a:pt x="3556" y="381"/>
                  <a:pt x="3600" y="485"/>
                  <a:pt x="3451" y="605"/>
                </a:cubicBezTo>
                <a:cubicBezTo>
                  <a:pt x="3391" y="665"/>
                  <a:pt x="3332" y="739"/>
                  <a:pt x="3272" y="814"/>
                </a:cubicBezTo>
                <a:cubicBezTo>
                  <a:pt x="2809" y="1426"/>
                  <a:pt x="2480" y="2113"/>
                  <a:pt x="2182" y="2815"/>
                </a:cubicBezTo>
                <a:cubicBezTo>
                  <a:pt x="2152" y="2875"/>
                  <a:pt x="2137" y="2935"/>
                  <a:pt x="2122" y="2980"/>
                </a:cubicBezTo>
                <a:cubicBezTo>
                  <a:pt x="2092" y="3039"/>
                  <a:pt x="2092" y="3084"/>
                  <a:pt x="2047" y="3129"/>
                </a:cubicBezTo>
                <a:cubicBezTo>
                  <a:pt x="1928" y="3458"/>
                  <a:pt x="1793" y="3771"/>
                  <a:pt x="1674" y="4100"/>
                </a:cubicBezTo>
                <a:cubicBezTo>
                  <a:pt x="1495" y="4593"/>
                  <a:pt x="1330" y="5100"/>
                  <a:pt x="1345" y="5638"/>
                </a:cubicBezTo>
                <a:cubicBezTo>
                  <a:pt x="1360" y="5698"/>
                  <a:pt x="1390" y="5788"/>
                  <a:pt x="1435" y="5817"/>
                </a:cubicBezTo>
                <a:cubicBezTo>
                  <a:pt x="1444" y="5826"/>
                  <a:pt x="1459" y="5830"/>
                  <a:pt x="1477" y="5830"/>
                </a:cubicBezTo>
                <a:cubicBezTo>
                  <a:pt x="1519" y="5830"/>
                  <a:pt x="1578" y="5809"/>
                  <a:pt x="1599" y="5788"/>
                </a:cubicBezTo>
                <a:cubicBezTo>
                  <a:pt x="1763" y="5638"/>
                  <a:pt x="1928" y="5489"/>
                  <a:pt x="2062" y="5310"/>
                </a:cubicBezTo>
                <a:cubicBezTo>
                  <a:pt x="2241" y="5071"/>
                  <a:pt x="2406" y="4802"/>
                  <a:pt x="2600" y="4503"/>
                </a:cubicBezTo>
                <a:cubicBezTo>
                  <a:pt x="2600" y="4772"/>
                  <a:pt x="2600" y="4981"/>
                  <a:pt x="2600" y="5190"/>
                </a:cubicBezTo>
                <a:cubicBezTo>
                  <a:pt x="2615" y="5280"/>
                  <a:pt x="2585" y="5399"/>
                  <a:pt x="2704" y="5414"/>
                </a:cubicBezTo>
                <a:cubicBezTo>
                  <a:pt x="2779" y="5414"/>
                  <a:pt x="2884" y="5369"/>
                  <a:pt x="2928" y="5310"/>
                </a:cubicBezTo>
                <a:cubicBezTo>
                  <a:pt x="3137" y="5056"/>
                  <a:pt x="3332" y="4787"/>
                  <a:pt x="3526" y="4533"/>
                </a:cubicBezTo>
                <a:cubicBezTo>
                  <a:pt x="3569" y="4594"/>
                  <a:pt x="3618" y="4634"/>
                  <a:pt x="3671" y="4634"/>
                </a:cubicBezTo>
                <a:cubicBezTo>
                  <a:pt x="3710" y="4634"/>
                  <a:pt x="3751" y="4613"/>
                  <a:pt x="3795" y="4563"/>
                </a:cubicBezTo>
                <a:cubicBezTo>
                  <a:pt x="3869" y="4503"/>
                  <a:pt x="3944" y="4443"/>
                  <a:pt x="4034" y="4384"/>
                </a:cubicBezTo>
                <a:cubicBezTo>
                  <a:pt x="4661" y="3801"/>
                  <a:pt x="5094" y="3099"/>
                  <a:pt x="5393" y="2307"/>
                </a:cubicBezTo>
                <a:cubicBezTo>
                  <a:pt x="5408" y="2293"/>
                  <a:pt x="5408" y="2278"/>
                  <a:pt x="5408" y="2248"/>
                </a:cubicBezTo>
                <a:cubicBezTo>
                  <a:pt x="5438" y="2173"/>
                  <a:pt x="5467" y="2083"/>
                  <a:pt x="5497" y="2009"/>
                </a:cubicBezTo>
                <a:cubicBezTo>
                  <a:pt x="5497" y="1994"/>
                  <a:pt x="5497" y="1979"/>
                  <a:pt x="5497" y="1979"/>
                </a:cubicBezTo>
                <a:lnTo>
                  <a:pt x="5572" y="1352"/>
                </a:lnTo>
                <a:cubicBezTo>
                  <a:pt x="5627" y="1319"/>
                  <a:pt x="5675" y="1302"/>
                  <a:pt x="5716" y="1302"/>
                </a:cubicBezTo>
                <a:cubicBezTo>
                  <a:pt x="5786" y="1302"/>
                  <a:pt x="5831" y="1352"/>
                  <a:pt x="5841" y="1456"/>
                </a:cubicBezTo>
                <a:cubicBezTo>
                  <a:pt x="5841" y="1725"/>
                  <a:pt x="5856" y="1994"/>
                  <a:pt x="5781" y="2248"/>
                </a:cubicBezTo>
                <a:cubicBezTo>
                  <a:pt x="5617" y="2860"/>
                  <a:pt x="5243" y="3383"/>
                  <a:pt x="4900" y="3921"/>
                </a:cubicBezTo>
                <a:cubicBezTo>
                  <a:pt x="4751" y="4130"/>
                  <a:pt x="4616" y="4339"/>
                  <a:pt x="4467" y="4563"/>
                </a:cubicBezTo>
                <a:cubicBezTo>
                  <a:pt x="4475" y="4603"/>
                  <a:pt x="4491" y="4617"/>
                  <a:pt x="4512" y="4617"/>
                </a:cubicBezTo>
                <a:cubicBezTo>
                  <a:pt x="4530" y="4617"/>
                  <a:pt x="4551" y="4606"/>
                  <a:pt x="4571" y="4593"/>
                </a:cubicBezTo>
                <a:cubicBezTo>
                  <a:pt x="4601" y="4548"/>
                  <a:pt x="4631" y="4518"/>
                  <a:pt x="4676" y="4488"/>
                </a:cubicBezTo>
                <a:cubicBezTo>
                  <a:pt x="5094" y="3965"/>
                  <a:pt x="5453" y="3398"/>
                  <a:pt x="5736" y="2785"/>
                </a:cubicBezTo>
                <a:cubicBezTo>
                  <a:pt x="5930" y="2412"/>
                  <a:pt x="6035" y="2009"/>
                  <a:pt x="6005" y="1591"/>
                </a:cubicBezTo>
                <a:cubicBezTo>
                  <a:pt x="5990" y="1352"/>
                  <a:pt x="5901" y="1187"/>
                  <a:pt x="5751" y="1187"/>
                </a:cubicBezTo>
                <a:cubicBezTo>
                  <a:pt x="5587" y="1187"/>
                  <a:pt x="5572" y="1113"/>
                  <a:pt x="5557" y="978"/>
                </a:cubicBezTo>
                <a:cubicBezTo>
                  <a:pt x="5543" y="703"/>
                  <a:pt x="5428" y="542"/>
                  <a:pt x="5211" y="542"/>
                </a:cubicBezTo>
                <a:cubicBezTo>
                  <a:pt x="5193" y="542"/>
                  <a:pt x="5174" y="543"/>
                  <a:pt x="5154" y="545"/>
                </a:cubicBezTo>
                <a:cubicBezTo>
                  <a:pt x="5019" y="560"/>
                  <a:pt x="4885" y="620"/>
                  <a:pt x="4751" y="665"/>
                </a:cubicBezTo>
                <a:cubicBezTo>
                  <a:pt x="4721" y="679"/>
                  <a:pt x="4706" y="679"/>
                  <a:pt x="4676" y="694"/>
                </a:cubicBezTo>
                <a:cubicBezTo>
                  <a:pt x="4600" y="745"/>
                  <a:pt x="4556" y="774"/>
                  <a:pt x="4526" y="774"/>
                </a:cubicBezTo>
                <a:cubicBezTo>
                  <a:pt x="4483" y="774"/>
                  <a:pt x="4465" y="719"/>
                  <a:pt x="4422" y="590"/>
                </a:cubicBezTo>
                <a:cubicBezTo>
                  <a:pt x="4349" y="382"/>
                  <a:pt x="4225" y="275"/>
                  <a:pt x="4066" y="275"/>
                </a:cubicBezTo>
                <a:cubicBezTo>
                  <a:pt x="3997" y="275"/>
                  <a:pt x="3921" y="295"/>
                  <a:pt x="3839" y="336"/>
                </a:cubicBezTo>
                <a:cubicBezTo>
                  <a:pt x="3794" y="356"/>
                  <a:pt x="3756" y="372"/>
                  <a:pt x="3724" y="372"/>
                </a:cubicBezTo>
                <a:cubicBezTo>
                  <a:pt x="3682" y="372"/>
                  <a:pt x="3649" y="345"/>
                  <a:pt x="3615" y="261"/>
                </a:cubicBezTo>
                <a:cubicBezTo>
                  <a:pt x="3561" y="87"/>
                  <a:pt x="3444" y="1"/>
                  <a:pt x="3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Motivation</a:t>
            </a:r>
            <a:endParaRPr dirty="0"/>
          </a:p>
        </p:txBody>
      </p:sp>
      <p:sp>
        <p:nvSpPr>
          <p:cNvPr id="920" name="Google Shape;920;p5"/>
          <p:cNvSpPr txBox="1">
            <a:spLocks noGrp="1"/>
          </p:cNvSpPr>
          <p:nvPr>
            <p:ph type="subTitle" idx="1"/>
          </p:nvPr>
        </p:nvSpPr>
        <p:spPr>
          <a:xfrm>
            <a:off x="875975" y="1271125"/>
            <a:ext cx="7833900" cy="24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•"/>
            </a:pPr>
            <a:r>
              <a:rPr lang="en" sz="2000" dirty="0"/>
              <a:t>Saving time and effort taken by designers to design a concept art, for industry, saving cost of products and speeding up the production process</a:t>
            </a:r>
            <a:endParaRPr sz="2000" dirty="0"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28575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2000" dirty="0"/>
              <a:t>According to </a:t>
            </a:r>
            <a:r>
              <a:rPr lang="en" sz="2000" b="1" dirty="0">
                <a:uFill>
                  <a:noFill/>
                </a:uFill>
                <a:hlinkClick r:id="rId3"/>
              </a:rPr>
              <a:t>TrueList</a:t>
            </a:r>
            <a:r>
              <a:rPr lang="en" sz="2000" dirty="0"/>
              <a:t>, the rate of increase in designing field is expected to grow by 3% by the year 2030</a:t>
            </a:r>
            <a:endParaRPr sz="2000" dirty="0"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28575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Char char="•"/>
            </a:pPr>
            <a:r>
              <a:rPr lang="en" sz="2000" dirty="0"/>
              <a:t>Recently, new technologies are developed, but there are not much researches made for them and no clear approvals, that can be used to solve such a problem</a:t>
            </a:r>
            <a:endParaRPr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e906823ad7_0_81"/>
          <p:cNvSpPr/>
          <p:nvPr/>
        </p:nvSpPr>
        <p:spPr>
          <a:xfrm>
            <a:off x="2373750" y="1788450"/>
            <a:ext cx="4084800" cy="1566600"/>
          </a:xfrm>
          <a:prstGeom prst="roundRect">
            <a:avLst>
              <a:gd name="adj" fmla="val 1930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2e906823ad7_0_81"/>
          <p:cNvSpPr txBox="1">
            <a:spLocks noGrp="1"/>
          </p:cNvSpPr>
          <p:nvPr>
            <p:ph type="title"/>
          </p:nvPr>
        </p:nvSpPr>
        <p:spPr>
          <a:xfrm>
            <a:off x="2493900" y="2094600"/>
            <a:ext cx="3844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927" name="Google Shape;927;g2e906823ad7_0_81"/>
          <p:cNvSpPr/>
          <p:nvPr/>
        </p:nvSpPr>
        <p:spPr>
          <a:xfrm>
            <a:off x="3515399" y="-304812"/>
            <a:ext cx="1676318" cy="1619268"/>
          </a:xfrm>
          <a:custGeom>
            <a:avLst/>
            <a:gdLst/>
            <a:ahLst/>
            <a:cxnLst/>
            <a:rect l="l" t="t" r="r" b="b"/>
            <a:pathLst>
              <a:path w="6036" h="5830" extrusionOk="0">
                <a:moveTo>
                  <a:pt x="5139" y="732"/>
                </a:moveTo>
                <a:cubicBezTo>
                  <a:pt x="5285" y="732"/>
                  <a:pt x="5353" y="804"/>
                  <a:pt x="5378" y="993"/>
                </a:cubicBezTo>
                <a:cubicBezTo>
                  <a:pt x="5378" y="1083"/>
                  <a:pt x="5363" y="1172"/>
                  <a:pt x="5423" y="1247"/>
                </a:cubicBezTo>
                <a:cubicBezTo>
                  <a:pt x="5404" y="1242"/>
                  <a:pt x="5386" y="1240"/>
                  <a:pt x="5370" y="1240"/>
                </a:cubicBezTo>
                <a:cubicBezTo>
                  <a:pt x="5280" y="1240"/>
                  <a:pt x="5217" y="1301"/>
                  <a:pt x="5154" y="1352"/>
                </a:cubicBezTo>
                <a:cubicBezTo>
                  <a:pt x="4885" y="1576"/>
                  <a:pt x="4661" y="1859"/>
                  <a:pt x="4467" y="2158"/>
                </a:cubicBezTo>
                <a:cubicBezTo>
                  <a:pt x="4526" y="1979"/>
                  <a:pt x="4512" y="1800"/>
                  <a:pt x="4541" y="1620"/>
                </a:cubicBezTo>
                <a:cubicBezTo>
                  <a:pt x="4556" y="1546"/>
                  <a:pt x="4556" y="1471"/>
                  <a:pt x="4541" y="1396"/>
                </a:cubicBezTo>
                <a:cubicBezTo>
                  <a:pt x="4541" y="1172"/>
                  <a:pt x="4526" y="948"/>
                  <a:pt x="4780" y="829"/>
                </a:cubicBezTo>
                <a:cubicBezTo>
                  <a:pt x="4810" y="814"/>
                  <a:pt x="4825" y="784"/>
                  <a:pt x="4825" y="754"/>
                </a:cubicBezTo>
                <a:cubicBezTo>
                  <a:pt x="4849" y="768"/>
                  <a:pt x="4873" y="774"/>
                  <a:pt x="4896" y="774"/>
                </a:cubicBezTo>
                <a:cubicBezTo>
                  <a:pt x="4947" y="774"/>
                  <a:pt x="4998" y="749"/>
                  <a:pt x="5049" y="739"/>
                </a:cubicBezTo>
                <a:cubicBezTo>
                  <a:pt x="5082" y="735"/>
                  <a:pt x="5112" y="732"/>
                  <a:pt x="5139" y="732"/>
                </a:cubicBezTo>
                <a:close/>
                <a:moveTo>
                  <a:pt x="5393" y="1426"/>
                </a:moveTo>
                <a:cubicBezTo>
                  <a:pt x="5378" y="1665"/>
                  <a:pt x="5363" y="1889"/>
                  <a:pt x="5273" y="2113"/>
                </a:cubicBezTo>
                <a:cubicBezTo>
                  <a:pt x="5273" y="2143"/>
                  <a:pt x="5258" y="2173"/>
                  <a:pt x="5273" y="2218"/>
                </a:cubicBezTo>
                <a:cubicBezTo>
                  <a:pt x="5243" y="2233"/>
                  <a:pt x="5214" y="2278"/>
                  <a:pt x="5199" y="2322"/>
                </a:cubicBezTo>
                <a:cubicBezTo>
                  <a:pt x="4915" y="3009"/>
                  <a:pt x="4526" y="3622"/>
                  <a:pt x="4019" y="4159"/>
                </a:cubicBezTo>
                <a:cubicBezTo>
                  <a:pt x="3989" y="4189"/>
                  <a:pt x="3944" y="4219"/>
                  <a:pt x="3959" y="4264"/>
                </a:cubicBezTo>
                <a:cubicBezTo>
                  <a:pt x="3869" y="4279"/>
                  <a:pt x="3825" y="4369"/>
                  <a:pt x="3750" y="4413"/>
                </a:cubicBezTo>
                <a:cubicBezTo>
                  <a:pt x="3730" y="4423"/>
                  <a:pt x="3716" y="4427"/>
                  <a:pt x="3705" y="4427"/>
                </a:cubicBezTo>
                <a:cubicBezTo>
                  <a:pt x="3666" y="4427"/>
                  <a:pt x="3675" y="4374"/>
                  <a:pt x="3675" y="4339"/>
                </a:cubicBezTo>
                <a:cubicBezTo>
                  <a:pt x="3675" y="4294"/>
                  <a:pt x="3705" y="4264"/>
                  <a:pt x="3735" y="4219"/>
                </a:cubicBezTo>
                <a:cubicBezTo>
                  <a:pt x="3959" y="3726"/>
                  <a:pt x="4153" y="3219"/>
                  <a:pt x="4347" y="2726"/>
                </a:cubicBezTo>
                <a:cubicBezTo>
                  <a:pt x="4362" y="2666"/>
                  <a:pt x="4377" y="2621"/>
                  <a:pt x="4407" y="2576"/>
                </a:cubicBezTo>
                <a:lnTo>
                  <a:pt x="4407" y="2561"/>
                </a:lnTo>
                <a:lnTo>
                  <a:pt x="4422" y="2561"/>
                </a:lnTo>
                <a:cubicBezTo>
                  <a:pt x="4497" y="2546"/>
                  <a:pt x="4526" y="2487"/>
                  <a:pt x="4556" y="2442"/>
                </a:cubicBezTo>
                <a:cubicBezTo>
                  <a:pt x="4646" y="2293"/>
                  <a:pt x="4736" y="2173"/>
                  <a:pt x="4825" y="2024"/>
                </a:cubicBezTo>
                <a:cubicBezTo>
                  <a:pt x="4975" y="1815"/>
                  <a:pt x="5184" y="1635"/>
                  <a:pt x="5363" y="1441"/>
                </a:cubicBezTo>
                <a:cubicBezTo>
                  <a:pt x="5363" y="1441"/>
                  <a:pt x="5378" y="1426"/>
                  <a:pt x="5393" y="1426"/>
                </a:cubicBezTo>
                <a:close/>
                <a:moveTo>
                  <a:pt x="4317" y="1232"/>
                </a:moveTo>
                <a:lnTo>
                  <a:pt x="4317" y="1232"/>
                </a:lnTo>
                <a:cubicBezTo>
                  <a:pt x="4347" y="1635"/>
                  <a:pt x="4302" y="2009"/>
                  <a:pt x="4198" y="2382"/>
                </a:cubicBezTo>
                <a:cubicBezTo>
                  <a:pt x="4168" y="2472"/>
                  <a:pt x="4123" y="2561"/>
                  <a:pt x="4153" y="2666"/>
                </a:cubicBezTo>
                <a:cubicBezTo>
                  <a:pt x="4153" y="2681"/>
                  <a:pt x="4153" y="2681"/>
                  <a:pt x="4168" y="2681"/>
                </a:cubicBezTo>
                <a:cubicBezTo>
                  <a:pt x="4108" y="2696"/>
                  <a:pt x="4093" y="2741"/>
                  <a:pt x="4063" y="2770"/>
                </a:cubicBezTo>
                <a:cubicBezTo>
                  <a:pt x="3869" y="3144"/>
                  <a:pt x="3690" y="3517"/>
                  <a:pt x="3556" y="3921"/>
                </a:cubicBezTo>
                <a:cubicBezTo>
                  <a:pt x="3526" y="3995"/>
                  <a:pt x="3496" y="4085"/>
                  <a:pt x="3541" y="4174"/>
                </a:cubicBezTo>
                <a:lnTo>
                  <a:pt x="3556" y="4189"/>
                </a:lnTo>
                <a:cubicBezTo>
                  <a:pt x="3549" y="4188"/>
                  <a:pt x="3543" y="4188"/>
                  <a:pt x="3536" y="4188"/>
                </a:cubicBezTo>
                <a:cubicBezTo>
                  <a:pt x="3462" y="4188"/>
                  <a:pt x="3434" y="4269"/>
                  <a:pt x="3406" y="4324"/>
                </a:cubicBezTo>
                <a:cubicBezTo>
                  <a:pt x="3332" y="4458"/>
                  <a:pt x="3257" y="4593"/>
                  <a:pt x="3167" y="4727"/>
                </a:cubicBezTo>
                <a:cubicBezTo>
                  <a:pt x="3078" y="4891"/>
                  <a:pt x="2973" y="5041"/>
                  <a:pt x="2794" y="5175"/>
                </a:cubicBezTo>
                <a:cubicBezTo>
                  <a:pt x="2794" y="4936"/>
                  <a:pt x="2764" y="4727"/>
                  <a:pt x="2794" y="4518"/>
                </a:cubicBezTo>
                <a:cubicBezTo>
                  <a:pt x="2824" y="4398"/>
                  <a:pt x="2869" y="4264"/>
                  <a:pt x="2809" y="4130"/>
                </a:cubicBezTo>
                <a:cubicBezTo>
                  <a:pt x="2809" y="4115"/>
                  <a:pt x="2809" y="4115"/>
                  <a:pt x="2809" y="4115"/>
                </a:cubicBezTo>
                <a:cubicBezTo>
                  <a:pt x="2884" y="3906"/>
                  <a:pt x="2958" y="3711"/>
                  <a:pt x="3048" y="3502"/>
                </a:cubicBezTo>
                <a:cubicBezTo>
                  <a:pt x="3078" y="3398"/>
                  <a:pt x="3093" y="3278"/>
                  <a:pt x="3182" y="3204"/>
                </a:cubicBezTo>
                <a:cubicBezTo>
                  <a:pt x="3182" y="3129"/>
                  <a:pt x="3197" y="3054"/>
                  <a:pt x="3242" y="2994"/>
                </a:cubicBezTo>
                <a:cubicBezTo>
                  <a:pt x="3257" y="2890"/>
                  <a:pt x="3287" y="2800"/>
                  <a:pt x="3347" y="2726"/>
                </a:cubicBezTo>
                <a:cubicBezTo>
                  <a:pt x="3362" y="2696"/>
                  <a:pt x="3362" y="2666"/>
                  <a:pt x="3376" y="2636"/>
                </a:cubicBezTo>
                <a:cubicBezTo>
                  <a:pt x="3466" y="2427"/>
                  <a:pt x="3556" y="2218"/>
                  <a:pt x="3660" y="2009"/>
                </a:cubicBezTo>
                <a:lnTo>
                  <a:pt x="3645" y="1994"/>
                </a:lnTo>
                <a:lnTo>
                  <a:pt x="3645" y="1994"/>
                </a:lnTo>
                <a:cubicBezTo>
                  <a:pt x="3660" y="2009"/>
                  <a:pt x="3675" y="2009"/>
                  <a:pt x="3675" y="2024"/>
                </a:cubicBezTo>
                <a:cubicBezTo>
                  <a:pt x="3750" y="1994"/>
                  <a:pt x="3780" y="1919"/>
                  <a:pt x="3810" y="1874"/>
                </a:cubicBezTo>
                <a:cubicBezTo>
                  <a:pt x="3959" y="1650"/>
                  <a:pt x="4123" y="1441"/>
                  <a:pt x="4317" y="1232"/>
                </a:cubicBezTo>
                <a:close/>
                <a:moveTo>
                  <a:pt x="4047" y="465"/>
                </a:moveTo>
                <a:cubicBezTo>
                  <a:pt x="4095" y="465"/>
                  <a:pt x="4141" y="481"/>
                  <a:pt x="4183" y="530"/>
                </a:cubicBezTo>
                <a:cubicBezTo>
                  <a:pt x="4317" y="665"/>
                  <a:pt x="4302" y="874"/>
                  <a:pt x="4183" y="1023"/>
                </a:cubicBezTo>
                <a:cubicBezTo>
                  <a:pt x="4004" y="1247"/>
                  <a:pt x="3795" y="1471"/>
                  <a:pt x="3645" y="1740"/>
                </a:cubicBezTo>
                <a:cubicBezTo>
                  <a:pt x="3571" y="1785"/>
                  <a:pt x="3466" y="1815"/>
                  <a:pt x="3451" y="1934"/>
                </a:cubicBezTo>
                <a:cubicBezTo>
                  <a:pt x="3421" y="1979"/>
                  <a:pt x="3406" y="2024"/>
                  <a:pt x="3436" y="2068"/>
                </a:cubicBezTo>
                <a:lnTo>
                  <a:pt x="3451" y="2068"/>
                </a:lnTo>
                <a:cubicBezTo>
                  <a:pt x="3093" y="2741"/>
                  <a:pt x="2854" y="3443"/>
                  <a:pt x="2630" y="4145"/>
                </a:cubicBezTo>
                <a:lnTo>
                  <a:pt x="2630" y="4159"/>
                </a:lnTo>
                <a:cubicBezTo>
                  <a:pt x="2630" y="4145"/>
                  <a:pt x="2615" y="4145"/>
                  <a:pt x="2615" y="4145"/>
                </a:cubicBezTo>
                <a:cubicBezTo>
                  <a:pt x="2540" y="4159"/>
                  <a:pt x="2525" y="4234"/>
                  <a:pt x="2495" y="4279"/>
                </a:cubicBezTo>
                <a:cubicBezTo>
                  <a:pt x="2316" y="4623"/>
                  <a:pt x="2107" y="4951"/>
                  <a:pt x="1868" y="5250"/>
                </a:cubicBezTo>
                <a:cubicBezTo>
                  <a:pt x="1778" y="5369"/>
                  <a:pt x="1704" y="5489"/>
                  <a:pt x="1539" y="5578"/>
                </a:cubicBezTo>
                <a:cubicBezTo>
                  <a:pt x="1584" y="4772"/>
                  <a:pt x="1913" y="4070"/>
                  <a:pt x="2137" y="3353"/>
                </a:cubicBezTo>
                <a:cubicBezTo>
                  <a:pt x="2167" y="3278"/>
                  <a:pt x="2182" y="3204"/>
                  <a:pt x="2211" y="3144"/>
                </a:cubicBezTo>
                <a:cubicBezTo>
                  <a:pt x="2226" y="3114"/>
                  <a:pt x="2241" y="3084"/>
                  <a:pt x="2241" y="3054"/>
                </a:cubicBezTo>
                <a:cubicBezTo>
                  <a:pt x="2256" y="2994"/>
                  <a:pt x="2286" y="2935"/>
                  <a:pt x="2301" y="2875"/>
                </a:cubicBezTo>
                <a:cubicBezTo>
                  <a:pt x="2301" y="2875"/>
                  <a:pt x="2301" y="2875"/>
                  <a:pt x="2301" y="2860"/>
                </a:cubicBezTo>
                <a:lnTo>
                  <a:pt x="2331" y="2860"/>
                </a:lnTo>
                <a:cubicBezTo>
                  <a:pt x="2391" y="2815"/>
                  <a:pt x="2421" y="2741"/>
                  <a:pt x="2450" y="2666"/>
                </a:cubicBezTo>
                <a:cubicBezTo>
                  <a:pt x="2764" y="1994"/>
                  <a:pt x="3093" y="1337"/>
                  <a:pt x="3556" y="754"/>
                </a:cubicBezTo>
                <a:cubicBezTo>
                  <a:pt x="3600" y="709"/>
                  <a:pt x="3675" y="709"/>
                  <a:pt x="3705" y="650"/>
                </a:cubicBezTo>
                <a:cubicBezTo>
                  <a:pt x="3750" y="575"/>
                  <a:pt x="3810" y="530"/>
                  <a:pt x="3884" y="500"/>
                </a:cubicBezTo>
                <a:cubicBezTo>
                  <a:pt x="3939" y="484"/>
                  <a:pt x="3994" y="465"/>
                  <a:pt x="4047" y="465"/>
                </a:cubicBezTo>
                <a:close/>
                <a:moveTo>
                  <a:pt x="3297" y="1"/>
                </a:moveTo>
                <a:cubicBezTo>
                  <a:pt x="3243" y="1"/>
                  <a:pt x="3184" y="13"/>
                  <a:pt x="3123" y="37"/>
                </a:cubicBezTo>
                <a:cubicBezTo>
                  <a:pt x="3033" y="82"/>
                  <a:pt x="2943" y="127"/>
                  <a:pt x="2869" y="187"/>
                </a:cubicBezTo>
                <a:cubicBezTo>
                  <a:pt x="2391" y="545"/>
                  <a:pt x="2122" y="1068"/>
                  <a:pt x="1823" y="1561"/>
                </a:cubicBezTo>
                <a:cubicBezTo>
                  <a:pt x="1569" y="1979"/>
                  <a:pt x="1345" y="2427"/>
                  <a:pt x="1121" y="2875"/>
                </a:cubicBezTo>
                <a:cubicBezTo>
                  <a:pt x="807" y="3472"/>
                  <a:pt x="509" y="4085"/>
                  <a:pt x="210" y="4697"/>
                </a:cubicBezTo>
                <a:cubicBezTo>
                  <a:pt x="61" y="4951"/>
                  <a:pt x="1" y="5235"/>
                  <a:pt x="61" y="5563"/>
                </a:cubicBezTo>
                <a:cubicBezTo>
                  <a:pt x="135" y="5265"/>
                  <a:pt x="210" y="5026"/>
                  <a:pt x="270" y="4772"/>
                </a:cubicBezTo>
                <a:lnTo>
                  <a:pt x="285" y="4772"/>
                </a:lnTo>
                <a:cubicBezTo>
                  <a:pt x="359" y="4593"/>
                  <a:pt x="449" y="4428"/>
                  <a:pt x="539" y="4264"/>
                </a:cubicBezTo>
                <a:cubicBezTo>
                  <a:pt x="807" y="3756"/>
                  <a:pt x="1076" y="3263"/>
                  <a:pt x="1330" y="2756"/>
                </a:cubicBezTo>
                <a:cubicBezTo>
                  <a:pt x="1674" y="2054"/>
                  <a:pt x="2062" y="1381"/>
                  <a:pt x="2510" y="754"/>
                </a:cubicBezTo>
                <a:cubicBezTo>
                  <a:pt x="2674" y="515"/>
                  <a:pt x="2869" y="291"/>
                  <a:pt x="3152" y="172"/>
                </a:cubicBezTo>
                <a:cubicBezTo>
                  <a:pt x="3206" y="148"/>
                  <a:pt x="3255" y="133"/>
                  <a:pt x="3300" y="133"/>
                </a:cubicBezTo>
                <a:cubicBezTo>
                  <a:pt x="3368" y="133"/>
                  <a:pt x="3427" y="166"/>
                  <a:pt x="3481" y="246"/>
                </a:cubicBezTo>
                <a:cubicBezTo>
                  <a:pt x="3556" y="381"/>
                  <a:pt x="3600" y="485"/>
                  <a:pt x="3451" y="605"/>
                </a:cubicBezTo>
                <a:cubicBezTo>
                  <a:pt x="3391" y="665"/>
                  <a:pt x="3332" y="739"/>
                  <a:pt x="3272" y="814"/>
                </a:cubicBezTo>
                <a:cubicBezTo>
                  <a:pt x="2809" y="1426"/>
                  <a:pt x="2480" y="2113"/>
                  <a:pt x="2182" y="2815"/>
                </a:cubicBezTo>
                <a:cubicBezTo>
                  <a:pt x="2152" y="2875"/>
                  <a:pt x="2137" y="2935"/>
                  <a:pt x="2122" y="2980"/>
                </a:cubicBezTo>
                <a:cubicBezTo>
                  <a:pt x="2092" y="3039"/>
                  <a:pt x="2092" y="3084"/>
                  <a:pt x="2047" y="3129"/>
                </a:cubicBezTo>
                <a:cubicBezTo>
                  <a:pt x="1928" y="3458"/>
                  <a:pt x="1793" y="3771"/>
                  <a:pt x="1674" y="4100"/>
                </a:cubicBezTo>
                <a:cubicBezTo>
                  <a:pt x="1495" y="4593"/>
                  <a:pt x="1330" y="5100"/>
                  <a:pt x="1345" y="5638"/>
                </a:cubicBezTo>
                <a:cubicBezTo>
                  <a:pt x="1360" y="5698"/>
                  <a:pt x="1390" y="5788"/>
                  <a:pt x="1435" y="5817"/>
                </a:cubicBezTo>
                <a:cubicBezTo>
                  <a:pt x="1444" y="5826"/>
                  <a:pt x="1459" y="5830"/>
                  <a:pt x="1477" y="5830"/>
                </a:cubicBezTo>
                <a:cubicBezTo>
                  <a:pt x="1519" y="5830"/>
                  <a:pt x="1578" y="5809"/>
                  <a:pt x="1599" y="5788"/>
                </a:cubicBezTo>
                <a:cubicBezTo>
                  <a:pt x="1763" y="5638"/>
                  <a:pt x="1928" y="5489"/>
                  <a:pt x="2062" y="5310"/>
                </a:cubicBezTo>
                <a:cubicBezTo>
                  <a:pt x="2241" y="5071"/>
                  <a:pt x="2406" y="4802"/>
                  <a:pt x="2600" y="4503"/>
                </a:cubicBezTo>
                <a:cubicBezTo>
                  <a:pt x="2600" y="4772"/>
                  <a:pt x="2600" y="4981"/>
                  <a:pt x="2600" y="5190"/>
                </a:cubicBezTo>
                <a:cubicBezTo>
                  <a:pt x="2615" y="5280"/>
                  <a:pt x="2585" y="5399"/>
                  <a:pt x="2704" y="5414"/>
                </a:cubicBezTo>
                <a:cubicBezTo>
                  <a:pt x="2779" y="5414"/>
                  <a:pt x="2884" y="5369"/>
                  <a:pt x="2928" y="5310"/>
                </a:cubicBezTo>
                <a:cubicBezTo>
                  <a:pt x="3137" y="5056"/>
                  <a:pt x="3332" y="4787"/>
                  <a:pt x="3526" y="4533"/>
                </a:cubicBezTo>
                <a:cubicBezTo>
                  <a:pt x="3569" y="4594"/>
                  <a:pt x="3618" y="4634"/>
                  <a:pt x="3671" y="4634"/>
                </a:cubicBezTo>
                <a:cubicBezTo>
                  <a:pt x="3710" y="4634"/>
                  <a:pt x="3751" y="4613"/>
                  <a:pt x="3795" y="4563"/>
                </a:cubicBezTo>
                <a:cubicBezTo>
                  <a:pt x="3869" y="4503"/>
                  <a:pt x="3944" y="4443"/>
                  <a:pt x="4034" y="4384"/>
                </a:cubicBezTo>
                <a:cubicBezTo>
                  <a:pt x="4661" y="3801"/>
                  <a:pt x="5094" y="3099"/>
                  <a:pt x="5393" y="2307"/>
                </a:cubicBezTo>
                <a:cubicBezTo>
                  <a:pt x="5408" y="2293"/>
                  <a:pt x="5408" y="2278"/>
                  <a:pt x="5408" y="2248"/>
                </a:cubicBezTo>
                <a:cubicBezTo>
                  <a:pt x="5438" y="2173"/>
                  <a:pt x="5467" y="2083"/>
                  <a:pt x="5497" y="2009"/>
                </a:cubicBezTo>
                <a:cubicBezTo>
                  <a:pt x="5497" y="1994"/>
                  <a:pt x="5497" y="1979"/>
                  <a:pt x="5497" y="1979"/>
                </a:cubicBezTo>
                <a:lnTo>
                  <a:pt x="5572" y="1352"/>
                </a:lnTo>
                <a:cubicBezTo>
                  <a:pt x="5627" y="1319"/>
                  <a:pt x="5675" y="1302"/>
                  <a:pt x="5716" y="1302"/>
                </a:cubicBezTo>
                <a:cubicBezTo>
                  <a:pt x="5786" y="1302"/>
                  <a:pt x="5831" y="1352"/>
                  <a:pt x="5841" y="1456"/>
                </a:cubicBezTo>
                <a:cubicBezTo>
                  <a:pt x="5841" y="1725"/>
                  <a:pt x="5856" y="1994"/>
                  <a:pt x="5781" y="2248"/>
                </a:cubicBezTo>
                <a:cubicBezTo>
                  <a:pt x="5617" y="2860"/>
                  <a:pt x="5243" y="3383"/>
                  <a:pt x="4900" y="3921"/>
                </a:cubicBezTo>
                <a:cubicBezTo>
                  <a:pt x="4751" y="4130"/>
                  <a:pt x="4616" y="4339"/>
                  <a:pt x="4467" y="4563"/>
                </a:cubicBezTo>
                <a:cubicBezTo>
                  <a:pt x="4475" y="4603"/>
                  <a:pt x="4491" y="4617"/>
                  <a:pt x="4512" y="4617"/>
                </a:cubicBezTo>
                <a:cubicBezTo>
                  <a:pt x="4530" y="4617"/>
                  <a:pt x="4551" y="4606"/>
                  <a:pt x="4571" y="4593"/>
                </a:cubicBezTo>
                <a:cubicBezTo>
                  <a:pt x="4601" y="4548"/>
                  <a:pt x="4631" y="4518"/>
                  <a:pt x="4676" y="4488"/>
                </a:cubicBezTo>
                <a:cubicBezTo>
                  <a:pt x="5094" y="3965"/>
                  <a:pt x="5453" y="3398"/>
                  <a:pt x="5736" y="2785"/>
                </a:cubicBezTo>
                <a:cubicBezTo>
                  <a:pt x="5930" y="2412"/>
                  <a:pt x="6035" y="2009"/>
                  <a:pt x="6005" y="1591"/>
                </a:cubicBezTo>
                <a:cubicBezTo>
                  <a:pt x="5990" y="1352"/>
                  <a:pt x="5901" y="1187"/>
                  <a:pt x="5751" y="1187"/>
                </a:cubicBezTo>
                <a:cubicBezTo>
                  <a:pt x="5587" y="1187"/>
                  <a:pt x="5572" y="1113"/>
                  <a:pt x="5557" y="978"/>
                </a:cubicBezTo>
                <a:cubicBezTo>
                  <a:pt x="5543" y="703"/>
                  <a:pt x="5428" y="542"/>
                  <a:pt x="5211" y="542"/>
                </a:cubicBezTo>
                <a:cubicBezTo>
                  <a:pt x="5193" y="542"/>
                  <a:pt x="5174" y="543"/>
                  <a:pt x="5154" y="545"/>
                </a:cubicBezTo>
                <a:cubicBezTo>
                  <a:pt x="5019" y="560"/>
                  <a:pt x="4885" y="620"/>
                  <a:pt x="4751" y="665"/>
                </a:cubicBezTo>
                <a:cubicBezTo>
                  <a:pt x="4721" y="679"/>
                  <a:pt x="4706" y="679"/>
                  <a:pt x="4676" y="694"/>
                </a:cubicBezTo>
                <a:cubicBezTo>
                  <a:pt x="4600" y="745"/>
                  <a:pt x="4556" y="774"/>
                  <a:pt x="4526" y="774"/>
                </a:cubicBezTo>
                <a:cubicBezTo>
                  <a:pt x="4483" y="774"/>
                  <a:pt x="4465" y="719"/>
                  <a:pt x="4422" y="590"/>
                </a:cubicBezTo>
                <a:cubicBezTo>
                  <a:pt x="4349" y="382"/>
                  <a:pt x="4225" y="275"/>
                  <a:pt x="4066" y="275"/>
                </a:cubicBezTo>
                <a:cubicBezTo>
                  <a:pt x="3997" y="275"/>
                  <a:pt x="3921" y="295"/>
                  <a:pt x="3839" y="336"/>
                </a:cubicBezTo>
                <a:cubicBezTo>
                  <a:pt x="3794" y="356"/>
                  <a:pt x="3756" y="372"/>
                  <a:pt x="3724" y="372"/>
                </a:cubicBezTo>
                <a:cubicBezTo>
                  <a:pt x="3682" y="372"/>
                  <a:pt x="3649" y="345"/>
                  <a:pt x="3615" y="261"/>
                </a:cubicBezTo>
                <a:cubicBezTo>
                  <a:pt x="3561" y="87"/>
                  <a:pt x="3444" y="1"/>
                  <a:pt x="3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e906823ad7_0_8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933" name="Google Shape;933;g2e906823ad7_0_88"/>
          <p:cNvSpPr txBox="1">
            <a:spLocks noGrp="1"/>
          </p:cNvSpPr>
          <p:nvPr>
            <p:ph type="subTitle" idx="1"/>
          </p:nvPr>
        </p:nvSpPr>
        <p:spPr>
          <a:xfrm>
            <a:off x="875975" y="1271125"/>
            <a:ext cx="7833900" cy="24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200"/>
              <a:buFont typeface="Albert Sans"/>
              <a:buNone/>
            </a:pPr>
            <a:r>
              <a:rPr lang="en" sz="1600" dirty="0"/>
              <a:t>Project’s goal is to develop a system that generates images from hand sketches using deep learning to make the process of concepts designing faster and less cost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934" name="Google Shape;934;g2e906823ad7_0_88"/>
          <p:cNvPicPr preferRelativeResize="0"/>
          <p:nvPr/>
        </p:nvPicPr>
        <p:blipFill rotWithShape="1">
          <a:blip r:embed="rId3">
            <a:alphaModFix/>
          </a:blip>
          <a:srcRect t="1989"/>
          <a:stretch/>
        </p:blipFill>
        <p:spPr>
          <a:xfrm>
            <a:off x="849290" y="2579123"/>
            <a:ext cx="1807263" cy="178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g2e906823ad7_0_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6553" y="2648838"/>
            <a:ext cx="1627854" cy="1627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g2e906823ad7_0_8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864" y="2656212"/>
            <a:ext cx="1621756" cy="162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g2e906823ad7_0_8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9620" y="2656212"/>
            <a:ext cx="1609631" cy="162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"/>
          <p:cNvSpPr txBox="1"/>
          <p:nvPr/>
        </p:nvSpPr>
        <p:spPr>
          <a:xfrm>
            <a:off x="1828275" y="2621975"/>
            <a:ext cx="54870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Related Work</a:t>
            </a:r>
            <a:endParaRPr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5" name="Google Shape;1025;p9"/>
          <p:cNvSpPr/>
          <p:nvPr/>
        </p:nvSpPr>
        <p:spPr>
          <a:xfrm>
            <a:off x="3598800" y="1290575"/>
            <a:ext cx="19464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9"/>
          <p:cNvSpPr txBox="1">
            <a:spLocks noGrp="1"/>
          </p:cNvSpPr>
          <p:nvPr>
            <p:ph type="title"/>
          </p:nvPr>
        </p:nvSpPr>
        <p:spPr>
          <a:xfrm>
            <a:off x="3690687" y="1402172"/>
            <a:ext cx="176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6000">
                <a:solidFill>
                  <a:schemeClr val="accent5"/>
                </a:solidFill>
              </a:rPr>
              <a:t>02</a:t>
            </a:r>
            <a:endParaRPr sz="60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731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e906823ad7_0_108"/>
          <p:cNvSpPr txBox="1"/>
          <p:nvPr/>
        </p:nvSpPr>
        <p:spPr>
          <a:xfrm>
            <a:off x="720013" y="34578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Related Work</a:t>
            </a:r>
            <a:endParaRPr sz="3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57" name="Google Shape;957;g2e906823ad7_0_108"/>
          <p:cNvGraphicFramePr/>
          <p:nvPr>
            <p:extLst>
              <p:ext uri="{D42A27DB-BD31-4B8C-83A1-F6EECF244321}">
                <p14:modId xmlns:p14="http://schemas.microsoft.com/office/powerpoint/2010/main" val="2343498482"/>
              </p:ext>
            </p:extLst>
          </p:nvPr>
        </p:nvGraphicFramePr>
        <p:xfrm>
          <a:off x="641338" y="1006943"/>
          <a:ext cx="7950650" cy="3906555"/>
        </p:xfrm>
        <a:graphic>
          <a:graphicData uri="http://schemas.openxmlformats.org/drawingml/2006/table">
            <a:tbl>
              <a:tblPr>
                <a:noFill/>
                <a:tableStyleId>{0687764D-FA35-44C3-B5D8-799B320A1C01}</a:tableStyleId>
              </a:tblPr>
              <a:tblGrid>
                <a:gridCol w="176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Runtao Liu</a:t>
                      </a:r>
                      <a:b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</a:t>
                      </a: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[2020]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ShoeV2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ChairV2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Resized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2-stage model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 48.73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Subhadeep Koley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et al. </a:t>
                      </a:r>
                      <a:b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</a:t>
                      </a: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1313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ShoeV2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1313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Handbags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1313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ChairV2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Colorization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Inpainting</a:t>
                      </a: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Enhancements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Style-transfer 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Simple Arithmetic Operations</a:t>
                      </a:r>
                      <a:b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StyleGAN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</a:rPr>
                        <a:t>35.85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</a:rPr>
                        <a:t>100.23 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</a:rPr>
                        <a:t>90.21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92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Ankan Kumar Bhunia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b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[2022]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Creative Birds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Creative creatures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130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130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Doodler Former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FID =16.45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=18.71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Yunji Kim et al. </a:t>
                      </a:r>
                      <a:b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MS-COCO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Dense Diffusion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SOAI: 77.61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e906823ad7_0_118"/>
          <p:cNvSpPr txBox="1"/>
          <p:nvPr/>
        </p:nvSpPr>
        <p:spPr>
          <a:xfrm>
            <a:off x="720000" y="3160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Related Work cont. </a:t>
            </a:r>
            <a:endParaRPr sz="3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69" name="Google Shape;969;g2e906823ad7_0_118"/>
          <p:cNvGraphicFramePr/>
          <p:nvPr>
            <p:extLst>
              <p:ext uri="{D42A27DB-BD31-4B8C-83A1-F6EECF244321}">
                <p14:modId xmlns:p14="http://schemas.microsoft.com/office/powerpoint/2010/main" val="3131946105"/>
              </p:ext>
            </p:extLst>
          </p:nvPr>
        </p:nvGraphicFramePr>
        <p:xfrm>
          <a:off x="616013" y="1110018"/>
          <a:ext cx="7886650" cy="3264525"/>
        </p:xfrm>
        <a:graphic>
          <a:graphicData uri="http://schemas.openxmlformats.org/drawingml/2006/table">
            <a:tbl>
              <a:tblPr>
                <a:noFill/>
                <a:tableStyleId>{0687764D-FA35-44C3-B5D8-799B320A1C01}</a:tableStyleId>
              </a:tblPr>
              <a:tblGrid>
                <a:gridCol w="169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Wenjing Huang et al. [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COCO-Animals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Augmentation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Sampling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Encoding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Adding Noise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4675" marR="0" lvl="0" indent="-117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PFB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6.259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Muyang Li et al.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</a:t>
                      </a: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</a:t>
                      </a:r>
                      <a:r>
                        <a:rPr lang="en" sz="1200" b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Edges2shoes 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2575" marR="0" lvl="0" indent="-2825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Edges2</a:t>
                      </a: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Handbags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 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Converting to arrays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Conditional GAN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=96.514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=130.325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Yongyi Lu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 [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</a:t>
                      </a: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 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5250" marR="952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CelebA 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CUB-200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Stanford's Cars 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XDoG 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Photocopy </a:t>
                      </a:r>
                      <a:endParaRPr sz="1200" b="0" i="0" u="none" strike="noStrike" cap="small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" sz="1200" b="0" i="0" u="none" strike="noStrike" cap="small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simplified 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Contextual GAN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Accuracy = 99.8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e906823ad7_0_142"/>
          <p:cNvSpPr txBox="1"/>
          <p:nvPr/>
        </p:nvSpPr>
        <p:spPr>
          <a:xfrm>
            <a:off x="560100" y="744600"/>
            <a:ext cx="4762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Comments on survey</a:t>
            </a:r>
            <a:endParaRPr sz="3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1" name="Google Shape;981;g2e906823ad7_0_142"/>
          <p:cNvSpPr txBox="1"/>
          <p:nvPr/>
        </p:nvSpPr>
        <p:spPr>
          <a:xfrm>
            <a:off x="462756" y="1554020"/>
            <a:ext cx="8023800" cy="28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The most common architectures for this task are </a:t>
            </a: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GANs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GANs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are much limited to specific domains which gives </a:t>
            </a: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advantage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to </a:t>
            </a: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Diffusion Models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Diffusion Models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are more generalized which makes them suitable for non-domain-specific problems.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Fréchet inception distance (FID score)</a:t>
            </a:r>
            <a:r>
              <a:rPr lang="en" sz="12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score is the common measurement.</a:t>
            </a: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Normalization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and </a:t>
            </a:r>
            <a:r>
              <a:rPr lang="en" sz="14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Resizing</a:t>
            </a:r>
            <a: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are necessary preprocessing steps.</a:t>
            </a:r>
            <a:br>
              <a:rPr lang="en" sz="14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4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"/>
          <p:cNvSpPr txBox="1"/>
          <p:nvPr/>
        </p:nvSpPr>
        <p:spPr>
          <a:xfrm>
            <a:off x="1828275" y="2621975"/>
            <a:ext cx="54870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System Architecture </a:t>
            </a:r>
            <a:endParaRPr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5" name="Google Shape;1025;p9"/>
          <p:cNvSpPr/>
          <p:nvPr/>
        </p:nvSpPr>
        <p:spPr>
          <a:xfrm>
            <a:off x="3598800" y="1290575"/>
            <a:ext cx="19464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9"/>
          <p:cNvSpPr txBox="1">
            <a:spLocks noGrp="1"/>
          </p:cNvSpPr>
          <p:nvPr>
            <p:ph type="title"/>
          </p:nvPr>
        </p:nvSpPr>
        <p:spPr>
          <a:xfrm>
            <a:off x="3690687" y="1402172"/>
            <a:ext cx="176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6000" dirty="0">
                <a:solidFill>
                  <a:schemeClr val="accent5"/>
                </a:solidFill>
              </a:rPr>
              <a:t>03</a:t>
            </a:r>
            <a:endParaRPr sz="6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580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e906823ad7_0_150"/>
          <p:cNvSpPr txBox="1"/>
          <p:nvPr/>
        </p:nvSpPr>
        <p:spPr>
          <a:xfrm>
            <a:off x="2018775" y="574325"/>
            <a:ext cx="487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 </a:t>
            </a:r>
            <a:endParaRPr sz="3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3" name="Google Shape;993;g2e906823ad7_0_150"/>
          <p:cNvPicPr preferRelativeResize="0"/>
          <p:nvPr/>
        </p:nvPicPr>
        <p:blipFill rotWithShape="1">
          <a:blip r:embed="rId3">
            <a:alphaModFix/>
          </a:blip>
          <a:srcRect t="1989"/>
          <a:stretch/>
        </p:blipFill>
        <p:spPr>
          <a:xfrm>
            <a:off x="1984236" y="1396680"/>
            <a:ext cx="1065853" cy="105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g2e906823ad7_0_1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0842" y="3540555"/>
            <a:ext cx="1148940" cy="1148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5" name="Google Shape;995;g2e906823ad7_0_150"/>
          <p:cNvGrpSpPr/>
          <p:nvPr/>
        </p:nvGrpSpPr>
        <p:grpSpPr>
          <a:xfrm>
            <a:off x="2182834" y="2391610"/>
            <a:ext cx="4689847" cy="1148935"/>
            <a:chOff x="3512551" y="2358282"/>
            <a:chExt cx="1597033" cy="378649"/>
          </a:xfrm>
        </p:grpSpPr>
        <p:grpSp>
          <p:nvGrpSpPr>
            <p:cNvPr id="996" name="Google Shape;996;g2e906823ad7_0_150"/>
            <p:cNvGrpSpPr/>
            <p:nvPr/>
          </p:nvGrpSpPr>
          <p:grpSpPr>
            <a:xfrm>
              <a:off x="3738198" y="2553002"/>
              <a:ext cx="1145834" cy="117"/>
              <a:chOff x="3738198" y="2553002"/>
              <a:chExt cx="1145834" cy="117"/>
            </a:xfrm>
          </p:grpSpPr>
          <p:cxnSp>
            <p:nvCxnSpPr>
              <p:cNvPr id="997" name="Google Shape;997;g2e906823ad7_0_150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8" name="Google Shape;998;g2e906823ad7_0_150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99" name="Google Shape;999;g2e906823ad7_0_150"/>
              <p:cNvCxnSpPr>
                <a:stCxn id="1000" idx="6"/>
                <a:endCxn id="1001" idx="2"/>
              </p:cNvCxnSpPr>
              <p:nvPr/>
            </p:nvCxnSpPr>
            <p:spPr>
              <a:xfrm>
                <a:off x="3738198" y="2553119"/>
                <a:ext cx="231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002" name="Google Shape;1002;g2e906823ad7_0_150"/>
            <p:cNvGrpSpPr/>
            <p:nvPr/>
          </p:nvGrpSpPr>
          <p:grpSpPr>
            <a:xfrm>
              <a:off x="3969644" y="2440153"/>
              <a:ext cx="225900" cy="296778"/>
              <a:chOff x="3969644" y="2440153"/>
              <a:chExt cx="225900" cy="296778"/>
            </a:xfrm>
          </p:grpSpPr>
          <p:cxnSp>
            <p:nvCxnSpPr>
              <p:cNvPr id="1003" name="Google Shape;1003;g2e906823ad7_0_150"/>
              <p:cNvCxnSpPr/>
              <p:nvPr/>
            </p:nvCxnSpPr>
            <p:spPr>
              <a:xfrm>
                <a:off x="4082390" y="2637031"/>
                <a:ext cx="0" cy="99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01" name="Google Shape;1001;g2e906823ad7_0_150"/>
              <p:cNvSpPr/>
              <p:nvPr/>
            </p:nvSpPr>
            <p:spPr>
              <a:xfrm>
                <a:off x="3969644" y="2440153"/>
                <a:ext cx="225900" cy="225900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g2e906823ad7_0_150"/>
              <p:cNvSpPr/>
              <p:nvPr/>
            </p:nvSpPr>
            <p:spPr>
              <a:xfrm>
                <a:off x="3998471" y="2468982"/>
                <a:ext cx="168300" cy="168300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5" name="Google Shape;1005;g2e906823ad7_0_150"/>
            <p:cNvGrpSpPr/>
            <p:nvPr/>
          </p:nvGrpSpPr>
          <p:grpSpPr>
            <a:xfrm>
              <a:off x="4426818" y="2358282"/>
              <a:ext cx="225600" cy="307471"/>
              <a:chOff x="4426818" y="2358282"/>
              <a:chExt cx="225600" cy="307471"/>
            </a:xfrm>
          </p:grpSpPr>
          <p:cxnSp>
            <p:nvCxnSpPr>
              <p:cNvPr id="1006" name="Google Shape;1006;g2e906823ad7_0_150"/>
              <p:cNvCxnSpPr>
                <a:stCxn id="1007" idx="0"/>
              </p:cNvCxnSpPr>
              <p:nvPr/>
            </p:nvCxnSpPr>
            <p:spPr>
              <a:xfrm rot="10800000">
                <a:off x="4539644" y="2358282"/>
                <a:ext cx="0" cy="11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08" name="Google Shape;1008;g2e906823ad7_0_150"/>
              <p:cNvSpPr/>
              <p:nvPr/>
            </p:nvSpPr>
            <p:spPr>
              <a:xfrm>
                <a:off x="4426818" y="2440153"/>
                <a:ext cx="225600" cy="225600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g2e906823ad7_0_150"/>
              <p:cNvSpPr/>
              <p:nvPr/>
            </p:nvSpPr>
            <p:spPr>
              <a:xfrm>
                <a:off x="4455644" y="2468982"/>
                <a:ext cx="168000" cy="168000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9" name="Google Shape;1009;g2e906823ad7_0_150"/>
            <p:cNvGrpSpPr/>
            <p:nvPr/>
          </p:nvGrpSpPr>
          <p:grpSpPr>
            <a:xfrm>
              <a:off x="4883984" y="2440153"/>
              <a:ext cx="225600" cy="296478"/>
              <a:chOff x="4883984" y="2440153"/>
              <a:chExt cx="225600" cy="296478"/>
            </a:xfrm>
          </p:grpSpPr>
          <p:cxnSp>
            <p:nvCxnSpPr>
              <p:cNvPr id="1010" name="Google Shape;1010;g2e906823ad7_0_150"/>
              <p:cNvCxnSpPr/>
              <p:nvPr/>
            </p:nvCxnSpPr>
            <p:spPr>
              <a:xfrm>
                <a:off x="4996858" y="2637031"/>
                <a:ext cx="0" cy="9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11" name="Google Shape;1011;g2e906823ad7_0_150"/>
              <p:cNvSpPr/>
              <p:nvPr/>
            </p:nvSpPr>
            <p:spPr>
              <a:xfrm>
                <a:off x="4883984" y="2440153"/>
                <a:ext cx="225600" cy="225600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g2e906823ad7_0_150"/>
              <p:cNvSpPr/>
              <p:nvPr/>
            </p:nvSpPr>
            <p:spPr>
              <a:xfrm>
                <a:off x="4912810" y="2468982"/>
                <a:ext cx="168000" cy="168000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3" name="Google Shape;1013;g2e906823ad7_0_150"/>
            <p:cNvGrpSpPr/>
            <p:nvPr/>
          </p:nvGrpSpPr>
          <p:grpSpPr>
            <a:xfrm>
              <a:off x="3512551" y="2358356"/>
              <a:ext cx="225647" cy="307629"/>
              <a:chOff x="2182679" y="2005014"/>
              <a:chExt cx="792300" cy="1080158"/>
            </a:xfrm>
          </p:grpSpPr>
          <p:cxnSp>
            <p:nvCxnSpPr>
              <p:cNvPr id="1014" name="Google Shape;1014;g2e906823ad7_0_150"/>
              <p:cNvCxnSpPr>
                <a:stCxn id="1015" idx="0"/>
              </p:cNvCxnSpPr>
              <p:nvPr/>
            </p:nvCxnSpPr>
            <p:spPr>
              <a:xfrm rot="10800000">
                <a:off x="2578961" y="2005014"/>
                <a:ext cx="0" cy="388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00" name="Google Shape;1000;g2e906823ad7_0_150"/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g2e906823ad7_0_150"/>
              <p:cNvSpPr/>
              <p:nvPr/>
            </p:nvSpPr>
            <p:spPr>
              <a:xfrm>
                <a:off x="2283911" y="2393814"/>
                <a:ext cx="590100" cy="590100"/>
              </a:xfrm>
              <a:prstGeom prst="ellipse">
                <a:avLst/>
              </a:prstGeom>
              <a:noFill/>
              <a:ln w="9525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16" name="Google Shape;1016;g2e906823ad7_0_150"/>
          <p:cNvSpPr/>
          <p:nvPr/>
        </p:nvSpPr>
        <p:spPr>
          <a:xfrm>
            <a:off x="3050100" y="3540550"/>
            <a:ext cx="1640400" cy="5247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2e906823ad7_0_150"/>
          <p:cNvSpPr txBox="1">
            <a:spLocks noGrp="1"/>
          </p:cNvSpPr>
          <p:nvPr>
            <p:ph type="title"/>
          </p:nvPr>
        </p:nvSpPr>
        <p:spPr>
          <a:xfrm>
            <a:off x="3127534" y="3584521"/>
            <a:ext cx="14853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/>
          </a:p>
        </p:txBody>
      </p:sp>
      <p:sp>
        <p:nvSpPr>
          <p:cNvPr id="1018" name="Google Shape;1018;g2e906823ad7_0_150"/>
          <p:cNvSpPr/>
          <p:nvPr/>
        </p:nvSpPr>
        <p:spPr>
          <a:xfrm>
            <a:off x="4167150" y="1866900"/>
            <a:ext cx="1980000" cy="5247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g2e906823ad7_0_150"/>
          <p:cNvSpPr txBox="1">
            <a:spLocks noGrp="1"/>
          </p:cNvSpPr>
          <p:nvPr>
            <p:ph type="title"/>
          </p:nvPr>
        </p:nvSpPr>
        <p:spPr>
          <a:xfrm>
            <a:off x="4236898" y="1910825"/>
            <a:ext cx="1840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Generative Model</a:t>
            </a:r>
            <a:endParaRPr sz="1400" b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96136-7CDF-28EA-B765-07421975C3DC}"/>
              </a:ext>
            </a:extLst>
          </p:cNvPr>
          <p:cNvSpPr txBox="1"/>
          <p:nvPr/>
        </p:nvSpPr>
        <p:spPr>
          <a:xfrm>
            <a:off x="2361536" y="2815315"/>
            <a:ext cx="236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A4B6F-3FBC-BCF5-C576-BDCBD518C048}"/>
              </a:ext>
            </a:extLst>
          </p:cNvPr>
          <p:cNvSpPr txBox="1"/>
          <p:nvPr/>
        </p:nvSpPr>
        <p:spPr>
          <a:xfrm>
            <a:off x="3729682" y="2831553"/>
            <a:ext cx="236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728E2-EF51-F0DA-1654-2E6AEE68F096}"/>
              </a:ext>
            </a:extLst>
          </p:cNvPr>
          <p:cNvSpPr txBox="1"/>
          <p:nvPr/>
        </p:nvSpPr>
        <p:spPr>
          <a:xfrm>
            <a:off x="5054373" y="2831553"/>
            <a:ext cx="236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B9DA6-70F7-2172-762C-A32A2AFC73D7}"/>
              </a:ext>
            </a:extLst>
          </p:cNvPr>
          <p:cNvSpPr txBox="1"/>
          <p:nvPr/>
        </p:nvSpPr>
        <p:spPr>
          <a:xfrm>
            <a:off x="6393312" y="2831553"/>
            <a:ext cx="236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"/>
          <p:cNvSpPr txBox="1"/>
          <p:nvPr/>
        </p:nvSpPr>
        <p:spPr>
          <a:xfrm>
            <a:off x="1828275" y="2621975"/>
            <a:ext cx="54870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Datasets &amp;Implemented Techniques </a:t>
            </a:r>
          </a:p>
        </p:txBody>
      </p:sp>
      <p:sp>
        <p:nvSpPr>
          <p:cNvPr id="1025" name="Google Shape;1025;p9"/>
          <p:cNvSpPr/>
          <p:nvPr/>
        </p:nvSpPr>
        <p:spPr>
          <a:xfrm>
            <a:off x="3598800" y="1290575"/>
            <a:ext cx="19464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9"/>
          <p:cNvSpPr txBox="1">
            <a:spLocks noGrp="1"/>
          </p:cNvSpPr>
          <p:nvPr>
            <p:ph type="title"/>
          </p:nvPr>
        </p:nvSpPr>
        <p:spPr>
          <a:xfrm>
            <a:off x="3690687" y="1402172"/>
            <a:ext cx="176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6000" dirty="0">
                <a:solidFill>
                  <a:schemeClr val="accent5"/>
                </a:solidFill>
              </a:rPr>
              <a:t>04</a:t>
            </a:r>
            <a:endParaRPr sz="6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e906823ad7_0_270"/>
          <p:cNvSpPr txBox="1"/>
          <p:nvPr/>
        </p:nvSpPr>
        <p:spPr>
          <a:xfrm>
            <a:off x="938000" y="278300"/>
            <a:ext cx="406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Common Datasets</a:t>
            </a:r>
            <a:endParaRPr sz="3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32" name="Google Shape;1032;g2e906823ad7_0_270"/>
          <p:cNvGraphicFramePr/>
          <p:nvPr>
            <p:extLst>
              <p:ext uri="{D42A27DB-BD31-4B8C-83A1-F6EECF244321}">
                <p14:modId xmlns:p14="http://schemas.microsoft.com/office/powerpoint/2010/main" val="870454555"/>
              </p:ext>
            </p:extLst>
          </p:nvPr>
        </p:nvGraphicFramePr>
        <p:xfrm>
          <a:off x="793366" y="1177579"/>
          <a:ext cx="6893541" cy="3268041"/>
        </p:xfrm>
        <a:graphic>
          <a:graphicData uri="http://schemas.openxmlformats.org/drawingml/2006/table">
            <a:tbl>
              <a:tblPr>
                <a:noFill/>
                <a:tableStyleId>{DEF72BBC-4FDB-4E83-8D3C-1F4DD18A48BB}</a:tableStyleId>
              </a:tblPr>
              <a:tblGrid>
                <a:gridCol w="2052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1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</a:rPr>
                        <a:t>QuickDraw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b="1" dirty="0">
                          <a:solidFill>
                            <a:schemeClr val="dk1"/>
                          </a:solidFill>
                        </a:rPr>
                        <a:t>Sketchy</a:t>
                      </a: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</a:rPr>
                        <a:t>COCO</a:t>
                      </a:r>
                      <a:br>
                        <a:rPr lang="en" sz="1400" b="1" u="none" strike="noStrike" cap="none" dirty="0">
                          <a:solidFill>
                            <a:schemeClr val="dk1"/>
                          </a:solidFill>
                        </a:rPr>
                      </a:b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</a:rPr>
                        <a:t>(single object ve</a:t>
                      </a:r>
                      <a:r>
                        <a:rPr lang="en" b="1" dirty="0">
                          <a:solidFill>
                            <a:schemeClr val="dk1"/>
                          </a:solidFill>
                        </a:rPr>
                        <a:t>rsion</a:t>
                      </a:r>
                      <a:r>
                        <a:rPr lang="en" sz="1400" b="1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A1D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Size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50M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sketches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20</a:t>
                      </a: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K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triplets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(image - sketch - edge map)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Categories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345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categories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14</a:t>
                      </a: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 categories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821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dk1"/>
                          </a:solidFill>
                        </a:rPr>
                        <a:t>Comments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</a:rPr>
                        <a:t>single object sketches labeled with names</a:t>
                      </a:r>
                      <a:endParaRPr sz="14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127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" sz="1400" u="none" strike="noStrike" cap="none" dirty="0">
                          <a:solidFill>
                            <a:schemeClr val="dk1"/>
                          </a:solidFill>
                        </a:rPr>
                        <a:t>Sketches </a:t>
                      </a:r>
                      <a:r>
                        <a:rPr lang="en" dirty="0">
                          <a:solidFill>
                            <a:schemeClr val="dk1"/>
                          </a:solidFill>
                        </a:rPr>
                        <a:t>didn’t describe the object in the real image. </a:t>
                      </a:r>
                    </a:p>
                    <a:p>
                      <a:pPr marL="171450" marR="0" lvl="0" indent="-1127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" dirty="0">
                          <a:solidFill>
                            <a:schemeClr val="dk1"/>
                          </a:solidFill>
                        </a:rPr>
                        <a:t> The images are badly segmented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/>
          </a:p>
        </p:txBody>
      </p:sp>
      <p:sp>
        <p:nvSpPr>
          <p:cNvPr id="1044" name="Google Shape;1044;p8"/>
          <p:cNvSpPr/>
          <p:nvPr/>
        </p:nvSpPr>
        <p:spPr>
          <a:xfrm rot="9855045">
            <a:off x="6377331" y="-1510071"/>
            <a:ext cx="1838739" cy="2004969"/>
          </a:xfrm>
          <a:custGeom>
            <a:avLst/>
            <a:gdLst/>
            <a:ahLst/>
            <a:cxnLst/>
            <a:rect l="l" t="t" r="r" b="b"/>
            <a:pathLst>
              <a:path w="13876" h="15131" extrusionOk="0">
                <a:moveTo>
                  <a:pt x="9933" y="0"/>
                </a:moveTo>
                <a:cubicBezTo>
                  <a:pt x="9933" y="0"/>
                  <a:pt x="9933" y="15"/>
                  <a:pt x="9933" y="15"/>
                </a:cubicBezTo>
                <a:cubicBezTo>
                  <a:pt x="9948" y="30"/>
                  <a:pt x="9978" y="45"/>
                  <a:pt x="10007" y="60"/>
                </a:cubicBezTo>
                <a:cubicBezTo>
                  <a:pt x="10007" y="60"/>
                  <a:pt x="10022" y="45"/>
                  <a:pt x="10022" y="30"/>
                </a:cubicBezTo>
                <a:cubicBezTo>
                  <a:pt x="9993" y="15"/>
                  <a:pt x="9963" y="15"/>
                  <a:pt x="9933" y="0"/>
                </a:cubicBezTo>
                <a:close/>
                <a:moveTo>
                  <a:pt x="7752" y="284"/>
                </a:moveTo>
                <a:cubicBezTo>
                  <a:pt x="7737" y="284"/>
                  <a:pt x="7722" y="299"/>
                  <a:pt x="7707" y="299"/>
                </a:cubicBezTo>
                <a:cubicBezTo>
                  <a:pt x="7722" y="344"/>
                  <a:pt x="7752" y="374"/>
                  <a:pt x="7767" y="419"/>
                </a:cubicBezTo>
                <a:lnTo>
                  <a:pt x="7812" y="419"/>
                </a:lnTo>
                <a:cubicBezTo>
                  <a:pt x="7797" y="374"/>
                  <a:pt x="7767" y="329"/>
                  <a:pt x="7752" y="284"/>
                </a:cubicBezTo>
                <a:close/>
                <a:moveTo>
                  <a:pt x="6557" y="478"/>
                </a:moveTo>
                <a:lnTo>
                  <a:pt x="6557" y="538"/>
                </a:lnTo>
                <a:cubicBezTo>
                  <a:pt x="6587" y="508"/>
                  <a:pt x="6632" y="493"/>
                  <a:pt x="6662" y="478"/>
                </a:cubicBezTo>
                <a:close/>
                <a:moveTo>
                  <a:pt x="5375" y="163"/>
                </a:moveTo>
                <a:cubicBezTo>
                  <a:pt x="5263" y="163"/>
                  <a:pt x="5149" y="208"/>
                  <a:pt x="5019" y="299"/>
                </a:cubicBezTo>
                <a:cubicBezTo>
                  <a:pt x="5019" y="299"/>
                  <a:pt x="5019" y="299"/>
                  <a:pt x="5019" y="299"/>
                </a:cubicBezTo>
                <a:lnTo>
                  <a:pt x="5019" y="299"/>
                </a:lnTo>
                <a:cubicBezTo>
                  <a:pt x="5016" y="304"/>
                  <a:pt x="5012" y="309"/>
                  <a:pt x="5009" y="314"/>
                </a:cubicBezTo>
                <a:lnTo>
                  <a:pt x="5009" y="314"/>
                </a:lnTo>
                <a:cubicBezTo>
                  <a:pt x="4980" y="342"/>
                  <a:pt x="4905" y="338"/>
                  <a:pt x="4944" y="404"/>
                </a:cubicBezTo>
                <a:cubicBezTo>
                  <a:pt x="4929" y="419"/>
                  <a:pt x="4929" y="419"/>
                  <a:pt x="4914" y="419"/>
                </a:cubicBezTo>
                <a:cubicBezTo>
                  <a:pt x="4899" y="404"/>
                  <a:pt x="4870" y="374"/>
                  <a:pt x="4840" y="344"/>
                </a:cubicBezTo>
                <a:cubicBezTo>
                  <a:pt x="4825" y="389"/>
                  <a:pt x="4810" y="434"/>
                  <a:pt x="4795" y="463"/>
                </a:cubicBezTo>
                <a:lnTo>
                  <a:pt x="4840" y="463"/>
                </a:lnTo>
                <a:lnTo>
                  <a:pt x="4840" y="478"/>
                </a:lnTo>
                <a:cubicBezTo>
                  <a:pt x="4825" y="493"/>
                  <a:pt x="4825" y="523"/>
                  <a:pt x="4840" y="538"/>
                </a:cubicBezTo>
                <a:cubicBezTo>
                  <a:pt x="4865" y="551"/>
                  <a:pt x="4888" y="556"/>
                  <a:pt x="4909" y="556"/>
                </a:cubicBezTo>
                <a:cubicBezTo>
                  <a:pt x="4986" y="556"/>
                  <a:pt x="5035" y="487"/>
                  <a:pt x="5094" y="463"/>
                </a:cubicBezTo>
                <a:lnTo>
                  <a:pt x="5109" y="449"/>
                </a:lnTo>
                <a:cubicBezTo>
                  <a:pt x="5123" y="449"/>
                  <a:pt x="5153" y="449"/>
                  <a:pt x="5168" y="463"/>
                </a:cubicBezTo>
                <a:cubicBezTo>
                  <a:pt x="5207" y="476"/>
                  <a:pt x="5245" y="511"/>
                  <a:pt x="5293" y="511"/>
                </a:cubicBezTo>
                <a:cubicBezTo>
                  <a:pt x="5301" y="511"/>
                  <a:pt x="5309" y="510"/>
                  <a:pt x="5318" y="508"/>
                </a:cubicBezTo>
                <a:cubicBezTo>
                  <a:pt x="5348" y="493"/>
                  <a:pt x="5377" y="478"/>
                  <a:pt x="5407" y="478"/>
                </a:cubicBezTo>
                <a:cubicBezTo>
                  <a:pt x="5437" y="478"/>
                  <a:pt x="5467" y="478"/>
                  <a:pt x="5482" y="463"/>
                </a:cubicBezTo>
                <a:lnTo>
                  <a:pt x="5527" y="478"/>
                </a:lnTo>
                <a:cubicBezTo>
                  <a:pt x="5527" y="478"/>
                  <a:pt x="5527" y="493"/>
                  <a:pt x="5527" y="493"/>
                </a:cubicBezTo>
                <a:cubicBezTo>
                  <a:pt x="5542" y="493"/>
                  <a:pt x="5542" y="508"/>
                  <a:pt x="5557" y="508"/>
                </a:cubicBezTo>
                <a:cubicBezTo>
                  <a:pt x="5581" y="508"/>
                  <a:pt x="5604" y="511"/>
                  <a:pt x="5628" y="511"/>
                </a:cubicBezTo>
                <a:cubicBezTo>
                  <a:pt x="5664" y="511"/>
                  <a:pt x="5700" y="505"/>
                  <a:pt x="5736" y="478"/>
                </a:cubicBezTo>
                <a:cubicBezTo>
                  <a:pt x="5736" y="493"/>
                  <a:pt x="5751" y="508"/>
                  <a:pt x="5766" y="523"/>
                </a:cubicBezTo>
                <a:cubicBezTo>
                  <a:pt x="5781" y="523"/>
                  <a:pt x="5796" y="538"/>
                  <a:pt x="5811" y="538"/>
                </a:cubicBezTo>
                <a:cubicBezTo>
                  <a:pt x="5818" y="536"/>
                  <a:pt x="5825" y="536"/>
                  <a:pt x="5833" y="536"/>
                </a:cubicBezTo>
                <a:cubicBezTo>
                  <a:pt x="5862" y="536"/>
                  <a:pt x="5895" y="547"/>
                  <a:pt x="5927" y="547"/>
                </a:cubicBezTo>
                <a:cubicBezTo>
                  <a:pt x="5954" y="547"/>
                  <a:pt x="5980" y="539"/>
                  <a:pt x="6005" y="508"/>
                </a:cubicBezTo>
                <a:cubicBezTo>
                  <a:pt x="6005" y="493"/>
                  <a:pt x="6005" y="478"/>
                  <a:pt x="6005" y="463"/>
                </a:cubicBezTo>
                <a:cubicBezTo>
                  <a:pt x="6026" y="474"/>
                  <a:pt x="6047" y="485"/>
                  <a:pt x="6073" y="485"/>
                </a:cubicBezTo>
                <a:cubicBezTo>
                  <a:pt x="6084" y="485"/>
                  <a:pt x="6096" y="483"/>
                  <a:pt x="6109" y="478"/>
                </a:cubicBezTo>
                <a:cubicBezTo>
                  <a:pt x="6119" y="476"/>
                  <a:pt x="6128" y="475"/>
                  <a:pt x="6137" y="475"/>
                </a:cubicBezTo>
                <a:cubicBezTo>
                  <a:pt x="6192" y="475"/>
                  <a:pt x="6220" y="514"/>
                  <a:pt x="6259" y="553"/>
                </a:cubicBezTo>
                <a:cubicBezTo>
                  <a:pt x="6267" y="554"/>
                  <a:pt x="6275" y="555"/>
                  <a:pt x="6283" y="555"/>
                </a:cubicBezTo>
                <a:cubicBezTo>
                  <a:pt x="6387" y="555"/>
                  <a:pt x="6349" y="459"/>
                  <a:pt x="6363" y="389"/>
                </a:cubicBezTo>
                <a:lnTo>
                  <a:pt x="6363" y="389"/>
                </a:lnTo>
                <a:lnTo>
                  <a:pt x="6438" y="419"/>
                </a:lnTo>
                <a:cubicBezTo>
                  <a:pt x="6426" y="384"/>
                  <a:pt x="6424" y="349"/>
                  <a:pt x="6388" y="349"/>
                </a:cubicBezTo>
                <a:cubicBezTo>
                  <a:pt x="6378" y="349"/>
                  <a:pt x="6365" y="352"/>
                  <a:pt x="6348" y="359"/>
                </a:cubicBezTo>
                <a:cubicBezTo>
                  <a:pt x="6333" y="329"/>
                  <a:pt x="6318" y="284"/>
                  <a:pt x="6303" y="284"/>
                </a:cubicBezTo>
                <a:cubicBezTo>
                  <a:pt x="6213" y="294"/>
                  <a:pt x="6129" y="345"/>
                  <a:pt x="6047" y="345"/>
                </a:cubicBezTo>
                <a:cubicBezTo>
                  <a:pt x="6008" y="345"/>
                  <a:pt x="5969" y="333"/>
                  <a:pt x="5930" y="299"/>
                </a:cubicBezTo>
                <a:cubicBezTo>
                  <a:pt x="5915" y="314"/>
                  <a:pt x="5900" y="344"/>
                  <a:pt x="5885" y="359"/>
                </a:cubicBezTo>
                <a:cubicBezTo>
                  <a:pt x="5825" y="329"/>
                  <a:pt x="5751" y="329"/>
                  <a:pt x="5706" y="284"/>
                </a:cubicBezTo>
                <a:cubicBezTo>
                  <a:pt x="5589" y="204"/>
                  <a:pt x="5483" y="163"/>
                  <a:pt x="5375" y="163"/>
                </a:cubicBezTo>
                <a:close/>
                <a:moveTo>
                  <a:pt x="8102" y="346"/>
                </a:moveTo>
                <a:cubicBezTo>
                  <a:pt x="8019" y="346"/>
                  <a:pt x="7938" y="361"/>
                  <a:pt x="7916" y="389"/>
                </a:cubicBezTo>
                <a:cubicBezTo>
                  <a:pt x="7902" y="419"/>
                  <a:pt x="7857" y="404"/>
                  <a:pt x="7812" y="419"/>
                </a:cubicBezTo>
                <a:cubicBezTo>
                  <a:pt x="7767" y="493"/>
                  <a:pt x="7827" y="538"/>
                  <a:pt x="7887" y="568"/>
                </a:cubicBezTo>
                <a:cubicBezTo>
                  <a:pt x="7902" y="568"/>
                  <a:pt x="7916" y="583"/>
                  <a:pt x="7931" y="583"/>
                </a:cubicBezTo>
                <a:cubicBezTo>
                  <a:pt x="8002" y="573"/>
                  <a:pt x="8072" y="522"/>
                  <a:pt x="8143" y="522"/>
                </a:cubicBezTo>
                <a:cubicBezTo>
                  <a:pt x="8177" y="522"/>
                  <a:pt x="8211" y="534"/>
                  <a:pt x="8245" y="568"/>
                </a:cubicBezTo>
                <a:cubicBezTo>
                  <a:pt x="8290" y="553"/>
                  <a:pt x="8290" y="538"/>
                  <a:pt x="8290" y="508"/>
                </a:cubicBezTo>
                <a:cubicBezTo>
                  <a:pt x="8290" y="463"/>
                  <a:pt x="8320" y="434"/>
                  <a:pt x="8305" y="404"/>
                </a:cubicBezTo>
                <a:cubicBezTo>
                  <a:pt x="8289" y="364"/>
                  <a:pt x="8194" y="346"/>
                  <a:pt x="8102" y="346"/>
                </a:cubicBezTo>
                <a:close/>
                <a:moveTo>
                  <a:pt x="8531" y="497"/>
                </a:moveTo>
                <a:cubicBezTo>
                  <a:pt x="8506" y="497"/>
                  <a:pt x="8491" y="516"/>
                  <a:pt x="8469" y="553"/>
                </a:cubicBezTo>
                <a:cubicBezTo>
                  <a:pt x="8489" y="578"/>
                  <a:pt x="8509" y="586"/>
                  <a:pt x="8529" y="586"/>
                </a:cubicBezTo>
                <a:cubicBezTo>
                  <a:pt x="8569" y="586"/>
                  <a:pt x="8608" y="553"/>
                  <a:pt x="8648" y="553"/>
                </a:cubicBezTo>
                <a:cubicBezTo>
                  <a:pt x="8589" y="516"/>
                  <a:pt x="8555" y="497"/>
                  <a:pt x="8531" y="497"/>
                </a:cubicBezTo>
                <a:close/>
                <a:moveTo>
                  <a:pt x="6408" y="478"/>
                </a:moveTo>
                <a:cubicBezTo>
                  <a:pt x="6393" y="478"/>
                  <a:pt x="6363" y="478"/>
                  <a:pt x="6363" y="493"/>
                </a:cubicBezTo>
                <a:cubicBezTo>
                  <a:pt x="6363" y="508"/>
                  <a:pt x="6363" y="538"/>
                  <a:pt x="6363" y="553"/>
                </a:cubicBezTo>
                <a:cubicBezTo>
                  <a:pt x="6378" y="583"/>
                  <a:pt x="6393" y="598"/>
                  <a:pt x="6408" y="613"/>
                </a:cubicBezTo>
                <a:cubicBezTo>
                  <a:pt x="6408" y="598"/>
                  <a:pt x="6408" y="583"/>
                  <a:pt x="6408" y="553"/>
                </a:cubicBezTo>
                <a:cubicBezTo>
                  <a:pt x="6408" y="538"/>
                  <a:pt x="6408" y="508"/>
                  <a:pt x="6408" y="478"/>
                </a:cubicBezTo>
                <a:close/>
                <a:moveTo>
                  <a:pt x="4003" y="314"/>
                </a:moveTo>
                <a:cubicBezTo>
                  <a:pt x="3869" y="329"/>
                  <a:pt x="3749" y="359"/>
                  <a:pt x="3630" y="389"/>
                </a:cubicBezTo>
                <a:lnTo>
                  <a:pt x="3570" y="389"/>
                </a:lnTo>
                <a:cubicBezTo>
                  <a:pt x="3481" y="367"/>
                  <a:pt x="3368" y="328"/>
                  <a:pt x="3297" y="328"/>
                </a:cubicBezTo>
                <a:cubicBezTo>
                  <a:pt x="3272" y="328"/>
                  <a:pt x="3253" y="332"/>
                  <a:pt x="3242" y="344"/>
                </a:cubicBezTo>
                <a:cubicBezTo>
                  <a:pt x="3204" y="376"/>
                  <a:pt x="3172" y="387"/>
                  <a:pt x="3141" y="387"/>
                </a:cubicBezTo>
                <a:cubicBezTo>
                  <a:pt x="3080" y="387"/>
                  <a:pt x="3029" y="343"/>
                  <a:pt x="2974" y="343"/>
                </a:cubicBezTo>
                <a:cubicBezTo>
                  <a:pt x="2969" y="343"/>
                  <a:pt x="2963" y="343"/>
                  <a:pt x="2958" y="344"/>
                </a:cubicBezTo>
                <a:cubicBezTo>
                  <a:pt x="2943" y="344"/>
                  <a:pt x="2928" y="359"/>
                  <a:pt x="2913" y="359"/>
                </a:cubicBezTo>
                <a:cubicBezTo>
                  <a:pt x="2704" y="404"/>
                  <a:pt x="2480" y="434"/>
                  <a:pt x="2256" y="478"/>
                </a:cubicBezTo>
                <a:cubicBezTo>
                  <a:pt x="2151" y="508"/>
                  <a:pt x="2017" y="493"/>
                  <a:pt x="1972" y="643"/>
                </a:cubicBezTo>
                <a:cubicBezTo>
                  <a:pt x="2032" y="658"/>
                  <a:pt x="2077" y="658"/>
                  <a:pt x="2121" y="658"/>
                </a:cubicBezTo>
                <a:cubicBezTo>
                  <a:pt x="2151" y="643"/>
                  <a:pt x="2166" y="628"/>
                  <a:pt x="2181" y="613"/>
                </a:cubicBezTo>
                <a:cubicBezTo>
                  <a:pt x="2196" y="583"/>
                  <a:pt x="2226" y="583"/>
                  <a:pt x="2256" y="583"/>
                </a:cubicBezTo>
                <a:cubicBezTo>
                  <a:pt x="2286" y="598"/>
                  <a:pt x="2301" y="598"/>
                  <a:pt x="2330" y="598"/>
                </a:cubicBezTo>
                <a:cubicBezTo>
                  <a:pt x="2435" y="568"/>
                  <a:pt x="2540" y="553"/>
                  <a:pt x="2644" y="538"/>
                </a:cubicBezTo>
                <a:cubicBezTo>
                  <a:pt x="2674" y="553"/>
                  <a:pt x="2689" y="568"/>
                  <a:pt x="2719" y="568"/>
                </a:cubicBezTo>
                <a:cubicBezTo>
                  <a:pt x="2736" y="554"/>
                  <a:pt x="2754" y="549"/>
                  <a:pt x="2771" y="549"/>
                </a:cubicBezTo>
                <a:cubicBezTo>
                  <a:pt x="2813" y="549"/>
                  <a:pt x="2853" y="580"/>
                  <a:pt x="2885" y="580"/>
                </a:cubicBezTo>
                <a:cubicBezTo>
                  <a:pt x="2895" y="580"/>
                  <a:pt x="2905" y="576"/>
                  <a:pt x="2913" y="568"/>
                </a:cubicBezTo>
                <a:cubicBezTo>
                  <a:pt x="2966" y="515"/>
                  <a:pt x="3020" y="507"/>
                  <a:pt x="3073" y="507"/>
                </a:cubicBezTo>
                <a:cubicBezTo>
                  <a:pt x="3094" y="507"/>
                  <a:pt x="3116" y="508"/>
                  <a:pt x="3137" y="508"/>
                </a:cubicBezTo>
                <a:cubicBezTo>
                  <a:pt x="3167" y="523"/>
                  <a:pt x="3197" y="538"/>
                  <a:pt x="3242" y="553"/>
                </a:cubicBezTo>
                <a:cubicBezTo>
                  <a:pt x="3245" y="556"/>
                  <a:pt x="3247" y="557"/>
                  <a:pt x="3249" y="557"/>
                </a:cubicBezTo>
                <a:cubicBezTo>
                  <a:pt x="3262" y="557"/>
                  <a:pt x="3255" y="500"/>
                  <a:pt x="3273" y="500"/>
                </a:cubicBezTo>
                <a:cubicBezTo>
                  <a:pt x="3279" y="500"/>
                  <a:pt x="3288" y="507"/>
                  <a:pt x="3301" y="523"/>
                </a:cubicBezTo>
                <a:cubicBezTo>
                  <a:pt x="3318" y="546"/>
                  <a:pt x="3337" y="553"/>
                  <a:pt x="3357" y="553"/>
                </a:cubicBezTo>
                <a:cubicBezTo>
                  <a:pt x="3389" y="553"/>
                  <a:pt x="3423" y="532"/>
                  <a:pt x="3451" y="523"/>
                </a:cubicBezTo>
                <a:cubicBezTo>
                  <a:pt x="3495" y="508"/>
                  <a:pt x="3555" y="508"/>
                  <a:pt x="3600" y="478"/>
                </a:cubicBezTo>
                <a:lnTo>
                  <a:pt x="3615" y="478"/>
                </a:lnTo>
                <a:cubicBezTo>
                  <a:pt x="3642" y="475"/>
                  <a:pt x="3669" y="474"/>
                  <a:pt x="3696" y="474"/>
                </a:cubicBezTo>
                <a:cubicBezTo>
                  <a:pt x="3804" y="474"/>
                  <a:pt x="3914" y="493"/>
                  <a:pt x="4033" y="493"/>
                </a:cubicBezTo>
                <a:cubicBezTo>
                  <a:pt x="4048" y="493"/>
                  <a:pt x="4048" y="493"/>
                  <a:pt x="4063" y="478"/>
                </a:cubicBezTo>
                <a:cubicBezTo>
                  <a:pt x="4108" y="463"/>
                  <a:pt x="4168" y="463"/>
                  <a:pt x="4212" y="463"/>
                </a:cubicBezTo>
                <a:cubicBezTo>
                  <a:pt x="4212" y="478"/>
                  <a:pt x="4212" y="478"/>
                  <a:pt x="4227" y="493"/>
                </a:cubicBezTo>
                <a:cubicBezTo>
                  <a:pt x="4287" y="508"/>
                  <a:pt x="4332" y="508"/>
                  <a:pt x="4377" y="523"/>
                </a:cubicBezTo>
                <a:lnTo>
                  <a:pt x="4586" y="508"/>
                </a:lnTo>
                <a:lnTo>
                  <a:pt x="4616" y="523"/>
                </a:lnTo>
                <a:lnTo>
                  <a:pt x="4660" y="523"/>
                </a:lnTo>
                <a:cubicBezTo>
                  <a:pt x="4705" y="508"/>
                  <a:pt x="4750" y="493"/>
                  <a:pt x="4765" y="449"/>
                </a:cubicBezTo>
                <a:cubicBezTo>
                  <a:pt x="4765" y="412"/>
                  <a:pt x="4794" y="347"/>
                  <a:pt x="4742" y="347"/>
                </a:cubicBezTo>
                <a:cubicBezTo>
                  <a:pt x="4730" y="347"/>
                  <a:pt x="4713" y="350"/>
                  <a:pt x="4690" y="359"/>
                </a:cubicBezTo>
                <a:cubicBezTo>
                  <a:pt x="4680" y="364"/>
                  <a:pt x="4670" y="366"/>
                  <a:pt x="4660" y="366"/>
                </a:cubicBezTo>
                <a:cubicBezTo>
                  <a:pt x="4639" y="366"/>
                  <a:pt x="4616" y="359"/>
                  <a:pt x="4586" y="359"/>
                </a:cubicBezTo>
                <a:lnTo>
                  <a:pt x="4227" y="359"/>
                </a:lnTo>
                <a:cubicBezTo>
                  <a:pt x="4153" y="344"/>
                  <a:pt x="4078" y="314"/>
                  <a:pt x="4003" y="314"/>
                </a:cubicBezTo>
                <a:close/>
                <a:moveTo>
                  <a:pt x="7513" y="553"/>
                </a:moveTo>
                <a:lnTo>
                  <a:pt x="7513" y="553"/>
                </a:lnTo>
                <a:cubicBezTo>
                  <a:pt x="7453" y="568"/>
                  <a:pt x="7424" y="583"/>
                  <a:pt x="7379" y="583"/>
                </a:cubicBezTo>
                <a:cubicBezTo>
                  <a:pt x="7359" y="583"/>
                  <a:pt x="7332" y="570"/>
                  <a:pt x="7308" y="570"/>
                </a:cubicBezTo>
                <a:cubicBezTo>
                  <a:pt x="7296" y="570"/>
                  <a:pt x="7284" y="573"/>
                  <a:pt x="7274" y="583"/>
                </a:cubicBezTo>
                <a:cubicBezTo>
                  <a:pt x="7319" y="613"/>
                  <a:pt x="7364" y="643"/>
                  <a:pt x="7409" y="673"/>
                </a:cubicBezTo>
                <a:cubicBezTo>
                  <a:pt x="7439" y="643"/>
                  <a:pt x="7468" y="613"/>
                  <a:pt x="7513" y="553"/>
                </a:cubicBezTo>
                <a:close/>
                <a:moveTo>
                  <a:pt x="6333" y="702"/>
                </a:moveTo>
                <a:lnTo>
                  <a:pt x="6333" y="702"/>
                </a:lnTo>
                <a:cubicBezTo>
                  <a:pt x="6348" y="732"/>
                  <a:pt x="6348" y="762"/>
                  <a:pt x="6348" y="792"/>
                </a:cubicBezTo>
                <a:lnTo>
                  <a:pt x="6393" y="792"/>
                </a:lnTo>
                <a:cubicBezTo>
                  <a:pt x="6378" y="762"/>
                  <a:pt x="6348" y="732"/>
                  <a:pt x="6333" y="702"/>
                </a:cubicBezTo>
                <a:close/>
                <a:moveTo>
                  <a:pt x="8424" y="613"/>
                </a:moveTo>
                <a:cubicBezTo>
                  <a:pt x="8394" y="643"/>
                  <a:pt x="8365" y="658"/>
                  <a:pt x="8335" y="673"/>
                </a:cubicBezTo>
                <a:cubicBezTo>
                  <a:pt x="8320" y="658"/>
                  <a:pt x="8320" y="643"/>
                  <a:pt x="8305" y="628"/>
                </a:cubicBezTo>
                <a:cubicBezTo>
                  <a:pt x="8297" y="624"/>
                  <a:pt x="8289" y="622"/>
                  <a:pt x="8281" y="622"/>
                </a:cubicBezTo>
                <a:cubicBezTo>
                  <a:pt x="8260" y="622"/>
                  <a:pt x="8241" y="636"/>
                  <a:pt x="8230" y="658"/>
                </a:cubicBezTo>
                <a:cubicBezTo>
                  <a:pt x="8230" y="658"/>
                  <a:pt x="8230" y="673"/>
                  <a:pt x="8215" y="673"/>
                </a:cubicBezTo>
                <a:cubicBezTo>
                  <a:pt x="8215" y="687"/>
                  <a:pt x="8215" y="717"/>
                  <a:pt x="8215" y="732"/>
                </a:cubicBezTo>
                <a:cubicBezTo>
                  <a:pt x="8226" y="754"/>
                  <a:pt x="8237" y="768"/>
                  <a:pt x="8254" y="768"/>
                </a:cubicBezTo>
                <a:cubicBezTo>
                  <a:pt x="8260" y="768"/>
                  <a:pt x="8267" y="766"/>
                  <a:pt x="8275" y="762"/>
                </a:cubicBezTo>
                <a:cubicBezTo>
                  <a:pt x="8305" y="732"/>
                  <a:pt x="8320" y="717"/>
                  <a:pt x="8335" y="687"/>
                </a:cubicBezTo>
                <a:cubicBezTo>
                  <a:pt x="8365" y="717"/>
                  <a:pt x="8394" y="747"/>
                  <a:pt x="8424" y="777"/>
                </a:cubicBezTo>
                <a:cubicBezTo>
                  <a:pt x="8454" y="777"/>
                  <a:pt x="8469" y="777"/>
                  <a:pt x="8499" y="792"/>
                </a:cubicBezTo>
                <a:cubicBezTo>
                  <a:pt x="8469" y="732"/>
                  <a:pt x="8439" y="687"/>
                  <a:pt x="8424" y="643"/>
                </a:cubicBezTo>
                <a:cubicBezTo>
                  <a:pt x="8424" y="628"/>
                  <a:pt x="8424" y="628"/>
                  <a:pt x="8424" y="613"/>
                </a:cubicBezTo>
                <a:close/>
                <a:moveTo>
                  <a:pt x="9406" y="699"/>
                </a:moveTo>
                <a:cubicBezTo>
                  <a:pt x="9376" y="699"/>
                  <a:pt x="9343" y="705"/>
                  <a:pt x="9309" y="705"/>
                </a:cubicBezTo>
                <a:cubicBezTo>
                  <a:pt x="9298" y="705"/>
                  <a:pt x="9287" y="704"/>
                  <a:pt x="9276" y="702"/>
                </a:cubicBezTo>
                <a:lnTo>
                  <a:pt x="9276" y="702"/>
                </a:lnTo>
                <a:cubicBezTo>
                  <a:pt x="9335" y="732"/>
                  <a:pt x="9380" y="762"/>
                  <a:pt x="9425" y="792"/>
                </a:cubicBezTo>
                <a:lnTo>
                  <a:pt x="9455" y="792"/>
                </a:lnTo>
                <a:cubicBezTo>
                  <a:pt x="9470" y="777"/>
                  <a:pt x="9500" y="762"/>
                  <a:pt x="9515" y="762"/>
                </a:cubicBezTo>
                <a:cubicBezTo>
                  <a:pt x="9485" y="710"/>
                  <a:pt x="9447" y="699"/>
                  <a:pt x="9406" y="699"/>
                </a:cubicBezTo>
                <a:close/>
                <a:moveTo>
                  <a:pt x="9111" y="777"/>
                </a:moveTo>
                <a:cubicBezTo>
                  <a:pt x="9081" y="777"/>
                  <a:pt x="9067" y="792"/>
                  <a:pt x="9081" y="822"/>
                </a:cubicBezTo>
                <a:cubicBezTo>
                  <a:pt x="9096" y="822"/>
                  <a:pt x="9096" y="837"/>
                  <a:pt x="9111" y="852"/>
                </a:cubicBezTo>
                <a:cubicBezTo>
                  <a:pt x="9126" y="822"/>
                  <a:pt x="9141" y="807"/>
                  <a:pt x="9171" y="792"/>
                </a:cubicBezTo>
                <a:cubicBezTo>
                  <a:pt x="9141" y="792"/>
                  <a:pt x="9126" y="777"/>
                  <a:pt x="9111" y="777"/>
                </a:cubicBezTo>
                <a:close/>
                <a:moveTo>
                  <a:pt x="8763" y="558"/>
                </a:moveTo>
                <a:cubicBezTo>
                  <a:pt x="8747" y="558"/>
                  <a:pt x="8729" y="568"/>
                  <a:pt x="8708" y="598"/>
                </a:cubicBezTo>
                <a:cubicBezTo>
                  <a:pt x="8693" y="598"/>
                  <a:pt x="8693" y="613"/>
                  <a:pt x="8693" y="613"/>
                </a:cubicBezTo>
                <a:lnTo>
                  <a:pt x="8678" y="613"/>
                </a:lnTo>
                <a:lnTo>
                  <a:pt x="8618" y="643"/>
                </a:lnTo>
                <a:lnTo>
                  <a:pt x="8648" y="673"/>
                </a:lnTo>
                <a:cubicBezTo>
                  <a:pt x="8648" y="673"/>
                  <a:pt x="8633" y="673"/>
                  <a:pt x="8633" y="687"/>
                </a:cubicBezTo>
                <a:cubicBezTo>
                  <a:pt x="8633" y="702"/>
                  <a:pt x="8633" y="732"/>
                  <a:pt x="8663" y="747"/>
                </a:cubicBezTo>
                <a:lnTo>
                  <a:pt x="8693" y="747"/>
                </a:lnTo>
                <a:cubicBezTo>
                  <a:pt x="8693" y="777"/>
                  <a:pt x="8708" y="792"/>
                  <a:pt x="8708" y="807"/>
                </a:cubicBezTo>
                <a:lnTo>
                  <a:pt x="8738" y="807"/>
                </a:lnTo>
                <a:cubicBezTo>
                  <a:pt x="8723" y="792"/>
                  <a:pt x="8723" y="762"/>
                  <a:pt x="8708" y="747"/>
                </a:cubicBezTo>
                <a:cubicBezTo>
                  <a:pt x="8738" y="747"/>
                  <a:pt x="8753" y="732"/>
                  <a:pt x="8768" y="732"/>
                </a:cubicBezTo>
                <a:lnTo>
                  <a:pt x="8798" y="792"/>
                </a:lnTo>
                <a:cubicBezTo>
                  <a:pt x="8783" y="807"/>
                  <a:pt x="8783" y="807"/>
                  <a:pt x="8783" y="822"/>
                </a:cubicBezTo>
                <a:cubicBezTo>
                  <a:pt x="8792" y="860"/>
                  <a:pt x="8805" y="872"/>
                  <a:pt x="8819" y="872"/>
                </a:cubicBezTo>
                <a:cubicBezTo>
                  <a:pt x="8845" y="872"/>
                  <a:pt x="8875" y="832"/>
                  <a:pt x="8903" y="832"/>
                </a:cubicBezTo>
                <a:cubicBezTo>
                  <a:pt x="8908" y="832"/>
                  <a:pt x="8912" y="834"/>
                  <a:pt x="8917" y="837"/>
                </a:cubicBezTo>
                <a:cubicBezTo>
                  <a:pt x="8917" y="822"/>
                  <a:pt x="8902" y="807"/>
                  <a:pt x="8902" y="792"/>
                </a:cubicBezTo>
                <a:cubicBezTo>
                  <a:pt x="8887" y="762"/>
                  <a:pt x="8872" y="747"/>
                  <a:pt x="8857" y="732"/>
                </a:cubicBezTo>
                <a:lnTo>
                  <a:pt x="8887" y="613"/>
                </a:lnTo>
                <a:lnTo>
                  <a:pt x="8887" y="613"/>
                </a:lnTo>
                <a:cubicBezTo>
                  <a:pt x="8883" y="614"/>
                  <a:pt x="8879" y="614"/>
                  <a:pt x="8876" y="614"/>
                </a:cubicBezTo>
                <a:cubicBezTo>
                  <a:pt x="8829" y="614"/>
                  <a:pt x="8800" y="558"/>
                  <a:pt x="8763" y="558"/>
                </a:cubicBezTo>
                <a:close/>
                <a:moveTo>
                  <a:pt x="5996" y="652"/>
                </a:moveTo>
                <a:cubicBezTo>
                  <a:pt x="5974" y="652"/>
                  <a:pt x="5952" y="666"/>
                  <a:pt x="5930" y="687"/>
                </a:cubicBezTo>
                <a:cubicBezTo>
                  <a:pt x="5811" y="777"/>
                  <a:pt x="5945" y="837"/>
                  <a:pt x="5975" y="897"/>
                </a:cubicBezTo>
                <a:cubicBezTo>
                  <a:pt x="5984" y="906"/>
                  <a:pt x="5992" y="909"/>
                  <a:pt x="5999" y="909"/>
                </a:cubicBezTo>
                <a:cubicBezTo>
                  <a:pt x="6014" y="909"/>
                  <a:pt x="6024" y="892"/>
                  <a:pt x="6035" y="882"/>
                </a:cubicBezTo>
                <a:cubicBezTo>
                  <a:pt x="6049" y="837"/>
                  <a:pt x="6049" y="792"/>
                  <a:pt x="6064" y="762"/>
                </a:cubicBezTo>
                <a:cubicBezTo>
                  <a:pt x="6049" y="732"/>
                  <a:pt x="6049" y="702"/>
                  <a:pt x="6035" y="673"/>
                </a:cubicBezTo>
                <a:cubicBezTo>
                  <a:pt x="6035" y="673"/>
                  <a:pt x="6035" y="673"/>
                  <a:pt x="6020" y="658"/>
                </a:cubicBezTo>
                <a:cubicBezTo>
                  <a:pt x="6012" y="654"/>
                  <a:pt x="6004" y="652"/>
                  <a:pt x="5996" y="652"/>
                </a:cubicBezTo>
                <a:close/>
                <a:moveTo>
                  <a:pt x="9425" y="792"/>
                </a:moveTo>
                <a:cubicBezTo>
                  <a:pt x="9395" y="792"/>
                  <a:pt x="9365" y="807"/>
                  <a:pt x="9350" y="822"/>
                </a:cubicBezTo>
                <a:cubicBezTo>
                  <a:pt x="9320" y="822"/>
                  <a:pt x="9291" y="814"/>
                  <a:pt x="9264" y="814"/>
                </a:cubicBezTo>
                <a:cubicBezTo>
                  <a:pt x="9238" y="814"/>
                  <a:pt x="9216" y="822"/>
                  <a:pt x="9201" y="852"/>
                </a:cubicBezTo>
                <a:cubicBezTo>
                  <a:pt x="9201" y="867"/>
                  <a:pt x="9201" y="882"/>
                  <a:pt x="9201" y="897"/>
                </a:cubicBezTo>
                <a:cubicBezTo>
                  <a:pt x="9246" y="912"/>
                  <a:pt x="9276" y="956"/>
                  <a:pt x="9320" y="956"/>
                </a:cubicBezTo>
                <a:cubicBezTo>
                  <a:pt x="9335" y="941"/>
                  <a:pt x="9335" y="941"/>
                  <a:pt x="9350" y="926"/>
                </a:cubicBezTo>
                <a:lnTo>
                  <a:pt x="9425" y="792"/>
                </a:lnTo>
                <a:close/>
                <a:moveTo>
                  <a:pt x="9679" y="852"/>
                </a:moveTo>
                <a:cubicBezTo>
                  <a:pt x="9649" y="867"/>
                  <a:pt x="9634" y="882"/>
                  <a:pt x="9604" y="897"/>
                </a:cubicBezTo>
                <a:cubicBezTo>
                  <a:pt x="9634" y="926"/>
                  <a:pt x="9679" y="941"/>
                  <a:pt x="9709" y="971"/>
                </a:cubicBezTo>
                <a:cubicBezTo>
                  <a:pt x="9709" y="926"/>
                  <a:pt x="9694" y="897"/>
                  <a:pt x="9679" y="852"/>
                </a:cubicBezTo>
                <a:close/>
                <a:moveTo>
                  <a:pt x="9544" y="897"/>
                </a:moveTo>
                <a:cubicBezTo>
                  <a:pt x="9530" y="897"/>
                  <a:pt x="9530" y="912"/>
                  <a:pt x="9515" y="912"/>
                </a:cubicBezTo>
                <a:cubicBezTo>
                  <a:pt x="9515" y="912"/>
                  <a:pt x="9515" y="926"/>
                  <a:pt x="9515" y="941"/>
                </a:cubicBezTo>
                <a:cubicBezTo>
                  <a:pt x="9515" y="956"/>
                  <a:pt x="9515" y="971"/>
                  <a:pt x="9515" y="986"/>
                </a:cubicBezTo>
                <a:lnTo>
                  <a:pt x="9544" y="986"/>
                </a:lnTo>
                <a:cubicBezTo>
                  <a:pt x="9544" y="956"/>
                  <a:pt x="9544" y="926"/>
                  <a:pt x="9544" y="897"/>
                </a:cubicBezTo>
                <a:close/>
                <a:moveTo>
                  <a:pt x="1778" y="912"/>
                </a:moveTo>
                <a:cubicBezTo>
                  <a:pt x="1748" y="956"/>
                  <a:pt x="1718" y="986"/>
                  <a:pt x="1703" y="1016"/>
                </a:cubicBezTo>
                <a:cubicBezTo>
                  <a:pt x="1718" y="1031"/>
                  <a:pt x="1733" y="1031"/>
                  <a:pt x="1748" y="1046"/>
                </a:cubicBezTo>
                <a:cubicBezTo>
                  <a:pt x="1763" y="1001"/>
                  <a:pt x="1793" y="971"/>
                  <a:pt x="1808" y="926"/>
                </a:cubicBezTo>
                <a:cubicBezTo>
                  <a:pt x="1793" y="926"/>
                  <a:pt x="1778" y="926"/>
                  <a:pt x="1778" y="912"/>
                </a:cubicBezTo>
                <a:close/>
                <a:moveTo>
                  <a:pt x="9918" y="822"/>
                </a:moveTo>
                <a:cubicBezTo>
                  <a:pt x="9888" y="837"/>
                  <a:pt x="9888" y="852"/>
                  <a:pt x="9888" y="882"/>
                </a:cubicBezTo>
                <a:lnTo>
                  <a:pt x="9903" y="882"/>
                </a:lnTo>
                <a:lnTo>
                  <a:pt x="9858" y="897"/>
                </a:lnTo>
                <a:cubicBezTo>
                  <a:pt x="9858" y="912"/>
                  <a:pt x="9858" y="941"/>
                  <a:pt x="9858" y="956"/>
                </a:cubicBezTo>
                <a:cubicBezTo>
                  <a:pt x="9903" y="986"/>
                  <a:pt x="9933" y="1031"/>
                  <a:pt x="9978" y="1076"/>
                </a:cubicBezTo>
                <a:lnTo>
                  <a:pt x="9918" y="1195"/>
                </a:lnTo>
                <a:lnTo>
                  <a:pt x="9948" y="1195"/>
                </a:lnTo>
                <a:cubicBezTo>
                  <a:pt x="9948" y="1165"/>
                  <a:pt x="9963" y="1136"/>
                  <a:pt x="9978" y="1106"/>
                </a:cubicBezTo>
                <a:cubicBezTo>
                  <a:pt x="10007" y="1091"/>
                  <a:pt x="10037" y="1091"/>
                  <a:pt x="10067" y="1076"/>
                </a:cubicBezTo>
                <a:cubicBezTo>
                  <a:pt x="10022" y="1016"/>
                  <a:pt x="9963" y="956"/>
                  <a:pt x="9918" y="912"/>
                </a:cubicBezTo>
                <a:cubicBezTo>
                  <a:pt x="9939" y="882"/>
                  <a:pt x="9955" y="872"/>
                  <a:pt x="9969" y="872"/>
                </a:cubicBezTo>
                <a:cubicBezTo>
                  <a:pt x="10003" y="872"/>
                  <a:pt x="10020" y="941"/>
                  <a:pt x="10052" y="941"/>
                </a:cubicBezTo>
                <a:cubicBezTo>
                  <a:pt x="10067" y="897"/>
                  <a:pt x="10082" y="852"/>
                  <a:pt x="10097" y="822"/>
                </a:cubicBezTo>
                <a:cubicBezTo>
                  <a:pt x="10052" y="822"/>
                  <a:pt x="10007" y="822"/>
                  <a:pt x="9948" y="837"/>
                </a:cubicBezTo>
                <a:cubicBezTo>
                  <a:pt x="9933" y="837"/>
                  <a:pt x="9933" y="822"/>
                  <a:pt x="9918" y="822"/>
                </a:cubicBezTo>
                <a:close/>
                <a:moveTo>
                  <a:pt x="10363" y="772"/>
                </a:moveTo>
                <a:cubicBezTo>
                  <a:pt x="10350" y="772"/>
                  <a:pt x="10331" y="778"/>
                  <a:pt x="10306" y="792"/>
                </a:cubicBezTo>
                <a:cubicBezTo>
                  <a:pt x="10232" y="837"/>
                  <a:pt x="10217" y="912"/>
                  <a:pt x="10142" y="926"/>
                </a:cubicBezTo>
                <a:cubicBezTo>
                  <a:pt x="10127" y="971"/>
                  <a:pt x="10157" y="1001"/>
                  <a:pt x="10187" y="1016"/>
                </a:cubicBezTo>
                <a:lnTo>
                  <a:pt x="10082" y="1076"/>
                </a:lnTo>
                <a:cubicBezTo>
                  <a:pt x="10097" y="1091"/>
                  <a:pt x="10112" y="1106"/>
                  <a:pt x="10112" y="1106"/>
                </a:cubicBezTo>
                <a:cubicBezTo>
                  <a:pt x="10142" y="1106"/>
                  <a:pt x="10172" y="1091"/>
                  <a:pt x="10202" y="1076"/>
                </a:cubicBezTo>
                <a:cubicBezTo>
                  <a:pt x="10202" y="1061"/>
                  <a:pt x="10202" y="1046"/>
                  <a:pt x="10202" y="1031"/>
                </a:cubicBezTo>
                <a:cubicBezTo>
                  <a:pt x="10210" y="1034"/>
                  <a:pt x="10218" y="1035"/>
                  <a:pt x="10225" y="1035"/>
                </a:cubicBezTo>
                <a:cubicBezTo>
                  <a:pt x="10227" y="1035"/>
                  <a:pt x="10229" y="1035"/>
                  <a:pt x="10231" y="1035"/>
                </a:cubicBezTo>
                <a:lnTo>
                  <a:pt x="10231" y="1035"/>
                </a:lnTo>
                <a:cubicBezTo>
                  <a:pt x="10218" y="1041"/>
                  <a:pt x="10208" y="1056"/>
                  <a:pt x="10202" y="1076"/>
                </a:cubicBezTo>
                <a:lnTo>
                  <a:pt x="10232" y="1225"/>
                </a:lnTo>
                <a:cubicBezTo>
                  <a:pt x="10246" y="1165"/>
                  <a:pt x="10276" y="1106"/>
                  <a:pt x="10291" y="1046"/>
                </a:cubicBezTo>
                <a:cubicBezTo>
                  <a:pt x="10276" y="1036"/>
                  <a:pt x="10262" y="1031"/>
                  <a:pt x="10250" y="1030"/>
                </a:cubicBezTo>
                <a:lnTo>
                  <a:pt x="10250" y="1030"/>
                </a:lnTo>
                <a:cubicBezTo>
                  <a:pt x="10273" y="1022"/>
                  <a:pt x="10294" y="1004"/>
                  <a:pt x="10321" y="986"/>
                </a:cubicBezTo>
                <a:lnTo>
                  <a:pt x="10351" y="986"/>
                </a:lnTo>
                <a:cubicBezTo>
                  <a:pt x="10361" y="996"/>
                  <a:pt x="10371" y="1027"/>
                  <a:pt x="10391" y="1027"/>
                </a:cubicBezTo>
                <a:cubicBezTo>
                  <a:pt x="10400" y="1027"/>
                  <a:pt x="10411" y="1020"/>
                  <a:pt x="10426" y="1001"/>
                </a:cubicBezTo>
                <a:cubicBezTo>
                  <a:pt x="10456" y="956"/>
                  <a:pt x="10381" y="897"/>
                  <a:pt x="10426" y="852"/>
                </a:cubicBezTo>
                <a:cubicBezTo>
                  <a:pt x="10403" y="829"/>
                  <a:pt x="10406" y="772"/>
                  <a:pt x="10363" y="772"/>
                </a:cubicBezTo>
                <a:close/>
                <a:moveTo>
                  <a:pt x="9903" y="1255"/>
                </a:moveTo>
                <a:cubicBezTo>
                  <a:pt x="9888" y="1255"/>
                  <a:pt x="9873" y="1270"/>
                  <a:pt x="9858" y="1285"/>
                </a:cubicBezTo>
                <a:cubicBezTo>
                  <a:pt x="9873" y="1285"/>
                  <a:pt x="9873" y="1300"/>
                  <a:pt x="9903" y="1315"/>
                </a:cubicBezTo>
                <a:cubicBezTo>
                  <a:pt x="9903" y="1300"/>
                  <a:pt x="9918" y="1285"/>
                  <a:pt x="9933" y="1270"/>
                </a:cubicBezTo>
                <a:cubicBezTo>
                  <a:pt x="9918" y="1270"/>
                  <a:pt x="9903" y="1255"/>
                  <a:pt x="9903" y="1255"/>
                </a:cubicBezTo>
                <a:close/>
                <a:moveTo>
                  <a:pt x="10545" y="1285"/>
                </a:moveTo>
                <a:cubicBezTo>
                  <a:pt x="10545" y="1300"/>
                  <a:pt x="10530" y="1300"/>
                  <a:pt x="10530" y="1315"/>
                </a:cubicBezTo>
                <a:cubicBezTo>
                  <a:pt x="10530" y="1315"/>
                  <a:pt x="10545" y="1330"/>
                  <a:pt x="10545" y="1345"/>
                </a:cubicBezTo>
                <a:cubicBezTo>
                  <a:pt x="10560" y="1345"/>
                  <a:pt x="10560" y="1330"/>
                  <a:pt x="10575" y="1315"/>
                </a:cubicBezTo>
                <a:cubicBezTo>
                  <a:pt x="10560" y="1300"/>
                  <a:pt x="10560" y="1300"/>
                  <a:pt x="10545" y="1285"/>
                </a:cubicBezTo>
                <a:close/>
                <a:moveTo>
                  <a:pt x="10411" y="1270"/>
                </a:moveTo>
                <a:cubicBezTo>
                  <a:pt x="10381" y="1285"/>
                  <a:pt x="10366" y="1285"/>
                  <a:pt x="10336" y="1300"/>
                </a:cubicBezTo>
                <a:lnTo>
                  <a:pt x="10291" y="1300"/>
                </a:lnTo>
                <a:cubicBezTo>
                  <a:pt x="10321" y="1330"/>
                  <a:pt x="10366" y="1345"/>
                  <a:pt x="10396" y="1360"/>
                </a:cubicBezTo>
                <a:lnTo>
                  <a:pt x="10411" y="1345"/>
                </a:lnTo>
                <a:cubicBezTo>
                  <a:pt x="10426" y="1330"/>
                  <a:pt x="10426" y="1300"/>
                  <a:pt x="10411" y="1270"/>
                </a:cubicBezTo>
                <a:close/>
                <a:moveTo>
                  <a:pt x="1270" y="1210"/>
                </a:moveTo>
                <a:cubicBezTo>
                  <a:pt x="1240" y="1225"/>
                  <a:pt x="1225" y="1225"/>
                  <a:pt x="1195" y="1240"/>
                </a:cubicBezTo>
                <a:lnTo>
                  <a:pt x="1240" y="1270"/>
                </a:lnTo>
                <a:cubicBezTo>
                  <a:pt x="1240" y="1300"/>
                  <a:pt x="1240" y="1345"/>
                  <a:pt x="1240" y="1375"/>
                </a:cubicBezTo>
                <a:cubicBezTo>
                  <a:pt x="1255" y="1360"/>
                  <a:pt x="1270" y="1345"/>
                  <a:pt x="1300" y="1330"/>
                </a:cubicBezTo>
                <a:cubicBezTo>
                  <a:pt x="1285" y="1315"/>
                  <a:pt x="1270" y="1300"/>
                  <a:pt x="1270" y="1270"/>
                </a:cubicBezTo>
                <a:cubicBezTo>
                  <a:pt x="1270" y="1270"/>
                  <a:pt x="1270" y="1255"/>
                  <a:pt x="1270" y="1255"/>
                </a:cubicBezTo>
                <a:lnTo>
                  <a:pt x="1270" y="1210"/>
                </a:lnTo>
                <a:close/>
                <a:moveTo>
                  <a:pt x="10516" y="995"/>
                </a:moveTo>
                <a:cubicBezTo>
                  <a:pt x="10496" y="995"/>
                  <a:pt x="10476" y="1004"/>
                  <a:pt x="10456" y="1031"/>
                </a:cubicBezTo>
                <a:cubicBezTo>
                  <a:pt x="10441" y="1091"/>
                  <a:pt x="10485" y="1106"/>
                  <a:pt x="10530" y="1136"/>
                </a:cubicBezTo>
                <a:lnTo>
                  <a:pt x="10515" y="1165"/>
                </a:lnTo>
                <a:cubicBezTo>
                  <a:pt x="10545" y="1180"/>
                  <a:pt x="10560" y="1195"/>
                  <a:pt x="10575" y="1210"/>
                </a:cubicBezTo>
                <a:cubicBezTo>
                  <a:pt x="10620" y="1285"/>
                  <a:pt x="10650" y="1345"/>
                  <a:pt x="10680" y="1389"/>
                </a:cubicBezTo>
                <a:cubicBezTo>
                  <a:pt x="10709" y="1360"/>
                  <a:pt x="10724" y="1345"/>
                  <a:pt x="10754" y="1330"/>
                </a:cubicBezTo>
                <a:cubicBezTo>
                  <a:pt x="10764" y="1331"/>
                  <a:pt x="10773" y="1331"/>
                  <a:pt x="10780" y="1331"/>
                </a:cubicBezTo>
                <a:cubicBezTo>
                  <a:pt x="10869" y="1331"/>
                  <a:pt x="10758" y="1253"/>
                  <a:pt x="10799" y="1225"/>
                </a:cubicBezTo>
                <a:cubicBezTo>
                  <a:pt x="10769" y="1210"/>
                  <a:pt x="10724" y="1210"/>
                  <a:pt x="10695" y="1195"/>
                </a:cubicBezTo>
                <a:cubicBezTo>
                  <a:pt x="10665" y="1165"/>
                  <a:pt x="10650" y="1165"/>
                  <a:pt x="10620" y="1165"/>
                </a:cubicBezTo>
                <a:cubicBezTo>
                  <a:pt x="10620" y="1180"/>
                  <a:pt x="10605" y="1180"/>
                  <a:pt x="10605" y="1180"/>
                </a:cubicBezTo>
                <a:lnTo>
                  <a:pt x="10605" y="1136"/>
                </a:lnTo>
                <a:cubicBezTo>
                  <a:pt x="10635" y="1136"/>
                  <a:pt x="10650" y="1121"/>
                  <a:pt x="10665" y="1106"/>
                </a:cubicBezTo>
                <a:cubicBezTo>
                  <a:pt x="10615" y="1106"/>
                  <a:pt x="10690" y="1002"/>
                  <a:pt x="10638" y="1002"/>
                </a:cubicBezTo>
                <a:cubicBezTo>
                  <a:pt x="10628" y="1002"/>
                  <a:pt x="10612" y="1006"/>
                  <a:pt x="10590" y="1016"/>
                </a:cubicBezTo>
                <a:cubicBezTo>
                  <a:pt x="10565" y="1008"/>
                  <a:pt x="10541" y="995"/>
                  <a:pt x="10516" y="995"/>
                </a:cubicBezTo>
                <a:close/>
                <a:moveTo>
                  <a:pt x="777" y="1389"/>
                </a:moveTo>
                <a:cubicBezTo>
                  <a:pt x="777" y="1419"/>
                  <a:pt x="762" y="1434"/>
                  <a:pt x="747" y="1449"/>
                </a:cubicBezTo>
                <a:lnTo>
                  <a:pt x="777" y="1389"/>
                </a:lnTo>
                <a:close/>
                <a:moveTo>
                  <a:pt x="10433" y="1348"/>
                </a:moveTo>
                <a:cubicBezTo>
                  <a:pt x="10426" y="1348"/>
                  <a:pt x="10418" y="1352"/>
                  <a:pt x="10411" y="1360"/>
                </a:cubicBezTo>
                <a:lnTo>
                  <a:pt x="10396" y="1360"/>
                </a:lnTo>
                <a:cubicBezTo>
                  <a:pt x="10426" y="1389"/>
                  <a:pt x="10456" y="1419"/>
                  <a:pt x="10485" y="1449"/>
                </a:cubicBezTo>
                <a:cubicBezTo>
                  <a:pt x="10485" y="1419"/>
                  <a:pt x="10470" y="1389"/>
                  <a:pt x="10456" y="1360"/>
                </a:cubicBezTo>
                <a:cubicBezTo>
                  <a:pt x="10448" y="1352"/>
                  <a:pt x="10441" y="1348"/>
                  <a:pt x="10433" y="1348"/>
                </a:cubicBezTo>
                <a:close/>
                <a:moveTo>
                  <a:pt x="5915" y="1061"/>
                </a:moveTo>
                <a:cubicBezTo>
                  <a:pt x="5885" y="1106"/>
                  <a:pt x="5855" y="1151"/>
                  <a:pt x="5825" y="1180"/>
                </a:cubicBezTo>
                <a:cubicBezTo>
                  <a:pt x="5811" y="1195"/>
                  <a:pt x="5796" y="1225"/>
                  <a:pt x="5781" y="1240"/>
                </a:cubicBezTo>
                <a:cubicBezTo>
                  <a:pt x="5751" y="1300"/>
                  <a:pt x="5721" y="1345"/>
                  <a:pt x="5646" y="1345"/>
                </a:cubicBezTo>
                <a:cubicBezTo>
                  <a:pt x="5631" y="1345"/>
                  <a:pt x="5616" y="1360"/>
                  <a:pt x="5601" y="1375"/>
                </a:cubicBezTo>
                <a:cubicBezTo>
                  <a:pt x="5586" y="1419"/>
                  <a:pt x="5542" y="1449"/>
                  <a:pt x="5497" y="1464"/>
                </a:cubicBezTo>
                <a:cubicBezTo>
                  <a:pt x="5467" y="1479"/>
                  <a:pt x="5407" y="1479"/>
                  <a:pt x="5437" y="1539"/>
                </a:cubicBezTo>
                <a:cubicBezTo>
                  <a:pt x="5447" y="1567"/>
                  <a:pt x="5468" y="1578"/>
                  <a:pt x="5494" y="1578"/>
                </a:cubicBezTo>
                <a:cubicBezTo>
                  <a:pt x="5509" y="1578"/>
                  <a:pt x="5525" y="1574"/>
                  <a:pt x="5542" y="1569"/>
                </a:cubicBezTo>
                <a:cubicBezTo>
                  <a:pt x="5586" y="1539"/>
                  <a:pt x="5646" y="1524"/>
                  <a:pt x="5691" y="1509"/>
                </a:cubicBezTo>
                <a:cubicBezTo>
                  <a:pt x="5900" y="1464"/>
                  <a:pt x="5975" y="1300"/>
                  <a:pt x="5990" y="1106"/>
                </a:cubicBezTo>
                <a:cubicBezTo>
                  <a:pt x="5990" y="1091"/>
                  <a:pt x="5975" y="1076"/>
                  <a:pt x="5960" y="1061"/>
                </a:cubicBezTo>
                <a:close/>
                <a:moveTo>
                  <a:pt x="1285" y="1046"/>
                </a:moveTo>
                <a:lnTo>
                  <a:pt x="1285" y="1046"/>
                </a:lnTo>
                <a:cubicBezTo>
                  <a:pt x="1210" y="1076"/>
                  <a:pt x="1136" y="1106"/>
                  <a:pt x="1061" y="1136"/>
                </a:cubicBezTo>
                <a:cubicBezTo>
                  <a:pt x="1016" y="1210"/>
                  <a:pt x="971" y="1285"/>
                  <a:pt x="912" y="1360"/>
                </a:cubicBezTo>
                <a:cubicBezTo>
                  <a:pt x="867" y="1375"/>
                  <a:pt x="822" y="1375"/>
                  <a:pt x="777" y="1389"/>
                </a:cubicBezTo>
                <a:lnTo>
                  <a:pt x="777" y="1389"/>
                </a:lnTo>
                <a:lnTo>
                  <a:pt x="777" y="1389"/>
                </a:lnTo>
                <a:cubicBezTo>
                  <a:pt x="747" y="1404"/>
                  <a:pt x="702" y="1404"/>
                  <a:pt x="673" y="1419"/>
                </a:cubicBezTo>
                <a:cubicBezTo>
                  <a:pt x="643" y="1434"/>
                  <a:pt x="628" y="1479"/>
                  <a:pt x="598" y="1509"/>
                </a:cubicBezTo>
                <a:cubicBezTo>
                  <a:pt x="608" y="1530"/>
                  <a:pt x="604" y="1564"/>
                  <a:pt x="621" y="1564"/>
                </a:cubicBezTo>
                <a:cubicBezTo>
                  <a:pt x="628" y="1564"/>
                  <a:pt x="639" y="1557"/>
                  <a:pt x="658" y="1539"/>
                </a:cubicBezTo>
                <a:cubicBezTo>
                  <a:pt x="658" y="1534"/>
                  <a:pt x="663" y="1532"/>
                  <a:pt x="670" y="1532"/>
                </a:cubicBezTo>
                <a:cubicBezTo>
                  <a:pt x="684" y="1532"/>
                  <a:pt x="707" y="1539"/>
                  <a:pt x="717" y="1539"/>
                </a:cubicBezTo>
                <a:cubicBezTo>
                  <a:pt x="777" y="1509"/>
                  <a:pt x="837" y="1494"/>
                  <a:pt x="897" y="1479"/>
                </a:cubicBezTo>
                <a:lnTo>
                  <a:pt x="897" y="1479"/>
                </a:lnTo>
                <a:cubicBezTo>
                  <a:pt x="882" y="1509"/>
                  <a:pt x="867" y="1539"/>
                  <a:pt x="867" y="1569"/>
                </a:cubicBezTo>
                <a:cubicBezTo>
                  <a:pt x="878" y="1580"/>
                  <a:pt x="892" y="1585"/>
                  <a:pt x="906" y="1585"/>
                </a:cubicBezTo>
                <a:cubicBezTo>
                  <a:pt x="929" y="1585"/>
                  <a:pt x="953" y="1572"/>
                  <a:pt x="971" y="1554"/>
                </a:cubicBezTo>
                <a:cubicBezTo>
                  <a:pt x="1001" y="1539"/>
                  <a:pt x="1031" y="1539"/>
                  <a:pt x="1061" y="1524"/>
                </a:cubicBezTo>
                <a:lnTo>
                  <a:pt x="1091" y="1524"/>
                </a:lnTo>
                <a:cubicBezTo>
                  <a:pt x="1091" y="1524"/>
                  <a:pt x="1091" y="1539"/>
                  <a:pt x="1091" y="1539"/>
                </a:cubicBezTo>
                <a:cubicBezTo>
                  <a:pt x="1102" y="1561"/>
                  <a:pt x="1113" y="1575"/>
                  <a:pt x="1129" y="1575"/>
                </a:cubicBezTo>
                <a:cubicBezTo>
                  <a:pt x="1136" y="1575"/>
                  <a:pt x="1143" y="1573"/>
                  <a:pt x="1151" y="1569"/>
                </a:cubicBezTo>
                <a:lnTo>
                  <a:pt x="1210" y="1569"/>
                </a:lnTo>
                <a:cubicBezTo>
                  <a:pt x="1240" y="1509"/>
                  <a:pt x="1195" y="1494"/>
                  <a:pt x="1165" y="1494"/>
                </a:cubicBezTo>
                <a:cubicBezTo>
                  <a:pt x="1173" y="1492"/>
                  <a:pt x="1181" y="1491"/>
                  <a:pt x="1190" y="1491"/>
                </a:cubicBezTo>
                <a:cubicBezTo>
                  <a:pt x="1211" y="1491"/>
                  <a:pt x="1234" y="1496"/>
                  <a:pt x="1254" y="1496"/>
                </a:cubicBezTo>
                <a:cubicBezTo>
                  <a:pt x="1286" y="1496"/>
                  <a:pt x="1308" y="1484"/>
                  <a:pt x="1300" y="1419"/>
                </a:cubicBezTo>
                <a:cubicBezTo>
                  <a:pt x="1285" y="1389"/>
                  <a:pt x="1270" y="1375"/>
                  <a:pt x="1240" y="1375"/>
                </a:cubicBezTo>
                <a:cubicBezTo>
                  <a:pt x="1225" y="1375"/>
                  <a:pt x="1210" y="1375"/>
                  <a:pt x="1180" y="1360"/>
                </a:cubicBezTo>
                <a:cubicBezTo>
                  <a:pt x="1210" y="1345"/>
                  <a:pt x="1210" y="1315"/>
                  <a:pt x="1195" y="1285"/>
                </a:cubicBezTo>
                <a:cubicBezTo>
                  <a:pt x="1195" y="1270"/>
                  <a:pt x="1195" y="1255"/>
                  <a:pt x="1195" y="1240"/>
                </a:cubicBezTo>
                <a:cubicBezTo>
                  <a:pt x="1210" y="1210"/>
                  <a:pt x="1225" y="1180"/>
                  <a:pt x="1240" y="1151"/>
                </a:cubicBezTo>
                <a:cubicBezTo>
                  <a:pt x="1255" y="1106"/>
                  <a:pt x="1315" y="1106"/>
                  <a:pt x="1285" y="1046"/>
                </a:cubicBezTo>
                <a:close/>
                <a:moveTo>
                  <a:pt x="4675" y="658"/>
                </a:moveTo>
                <a:cubicBezTo>
                  <a:pt x="4556" y="673"/>
                  <a:pt x="4601" y="762"/>
                  <a:pt x="4601" y="837"/>
                </a:cubicBezTo>
                <a:cubicBezTo>
                  <a:pt x="4616" y="912"/>
                  <a:pt x="4616" y="1001"/>
                  <a:pt x="4646" y="1061"/>
                </a:cubicBezTo>
                <a:cubicBezTo>
                  <a:pt x="4690" y="1151"/>
                  <a:pt x="4780" y="1225"/>
                  <a:pt x="4795" y="1315"/>
                </a:cubicBezTo>
                <a:cubicBezTo>
                  <a:pt x="4840" y="1479"/>
                  <a:pt x="4929" y="1539"/>
                  <a:pt x="5064" y="1599"/>
                </a:cubicBezTo>
                <a:lnTo>
                  <a:pt x="5064" y="1584"/>
                </a:lnTo>
                <a:cubicBezTo>
                  <a:pt x="5095" y="1607"/>
                  <a:pt x="5127" y="1627"/>
                  <a:pt x="5156" y="1627"/>
                </a:cubicBezTo>
                <a:cubicBezTo>
                  <a:pt x="5182" y="1627"/>
                  <a:pt x="5207" y="1611"/>
                  <a:pt x="5228" y="1569"/>
                </a:cubicBezTo>
                <a:cubicBezTo>
                  <a:pt x="5243" y="1509"/>
                  <a:pt x="5183" y="1509"/>
                  <a:pt x="5138" y="1509"/>
                </a:cubicBezTo>
                <a:cubicBezTo>
                  <a:pt x="5064" y="1494"/>
                  <a:pt x="5004" y="1449"/>
                  <a:pt x="4974" y="1375"/>
                </a:cubicBezTo>
                <a:cubicBezTo>
                  <a:pt x="4985" y="1359"/>
                  <a:pt x="4997" y="1354"/>
                  <a:pt x="5011" y="1354"/>
                </a:cubicBezTo>
                <a:cubicBezTo>
                  <a:pt x="5030" y="1354"/>
                  <a:pt x="5051" y="1363"/>
                  <a:pt x="5073" y="1363"/>
                </a:cubicBezTo>
                <a:cubicBezTo>
                  <a:pt x="5080" y="1363"/>
                  <a:pt x="5087" y="1362"/>
                  <a:pt x="5094" y="1360"/>
                </a:cubicBezTo>
                <a:cubicBezTo>
                  <a:pt x="5183" y="1345"/>
                  <a:pt x="5273" y="1330"/>
                  <a:pt x="5303" y="1225"/>
                </a:cubicBezTo>
                <a:cubicBezTo>
                  <a:pt x="5280" y="1192"/>
                  <a:pt x="5260" y="1181"/>
                  <a:pt x="5240" y="1181"/>
                </a:cubicBezTo>
                <a:cubicBezTo>
                  <a:pt x="5207" y="1181"/>
                  <a:pt x="5176" y="1210"/>
                  <a:pt x="5138" y="1210"/>
                </a:cubicBezTo>
                <a:cubicBezTo>
                  <a:pt x="5110" y="1215"/>
                  <a:pt x="5085" y="1217"/>
                  <a:pt x="5063" y="1217"/>
                </a:cubicBezTo>
                <a:cubicBezTo>
                  <a:pt x="4948" y="1217"/>
                  <a:pt x="4924" y="1147"/>
                  <a:pt x="4974" y="971"/>
                </a:cubicBezTo>
                <a:cubicBezTo>
                  <a:pt x="5048" y="940"/>
                  <a:pt x="5092" y="922"/>
                  <a:pt x="5128" y="922"/>
                </a:cubicBezTo>
                <a:cubicBezTo>
                  <a:pt x="5179" y="922"/>
                  <a:pt x="5215" y="958"/>
                  <a:pt x="5303" y="1046"/>
                </a:cubicBezTo>
                <a:cubicBezTo>
                  <a:pt x="5323" y="1056"/>
                  <a:pt x="5337" y="1080"/>
                  <a:pt x="5357" y="1080"/>
                </a:cubicBezTo>
                <a:cubicBezTo>
                  <a:pt x="5367" y="1080"/>
                  <a:pt x="5378" y="1075"/>
                  <a:pt x="5392" y="1061"/>
                </a:cubicBezTo>
                <a:cubicBezTo>
                  <a:pt x="5407" y="1046"/>
                  <a:pt x="5407" y="1016"/>
                  <a:pt x="5392" y="986"/>
                </a:cubicBezTo>
                <a:cubicBezTo>
                  <a:pt x="5362" y="897"/>
                  <a:pt x="5318" y="822"/>
                  <a:pt x="5228" y="792"/>
                </a:cubicBezTo>
                <a:cubicBezTo>
                  <a:pt x="5183" y="777"/>
                  <a:pt x="5138" y="777"/>
                  <a:pt x="5094" y="777"/>
                </a:cubicBezTo>
                <a:cubicBezTo>
                  <a:pt x="5049" y="792"/>
                  <a:pt x="5004" y="807"/>
                  <a:pt x="4944" y="807"/>
                </a:cubicBezTo>
                <a:cubicBezTo>
                  <a:pt x="4929" y="822"/>
                  <a:pt x="4914" y="822"/>
                  <a:pt x="4914" y="822"/>
                </a:cubicBezTo>
                <a:cubicBezTo>
                  <a:pt x="4870" y="852"/>
                  <a:pt x="4840" y="882"/>
                  <a:pt x="4825" y="912"/>
                </a:cubicBezTo>
                <a:cubicBezTo>
                  <a:pt x="4795" y="941"/>
                  <a:pt x="4780" y="986"/>
                  <a:pt x="4780" y="1016"/>
                </a:cubicBezTo>
                <a:cubicBezTo>
                  <a:pt x="4765" y="971"/>
                  <a:pt x="4735" y="926"/>
                  <a:pt x="4735" y="867"/>
                </a:cubicBezTo>
                <a:cubicBezTo>
                  <a:pt x="4720" y="822"/>
                  <a:pt x="4765" y="792"/>
                  <a:pt x="4795" y="747"/>
                </a:cubicBezTo>
                <a:cubicBezTo>
                  <a:pt x="4810" y="732"/>
                  <a:pt x="4810" y="717"/>
                  <a:pt x="4795" y="687"/>
                </a:cubicBezTo>
                <a:cubicBezTo>
                  <a:pt x="4765" y="658"/>
                  <a:pt x="4720" y="658"/>
                  <a:pt x="4675" y="658"/>
                </a:cubicBezTo>
                <a:close/>
                <a:moveTo>
                  <a:pt x="789" y="1594"/>
                </a:moveTo>
                <a:cubicBezTo>
                  <a:pt x="769" y="1594"/>
                  <a:pt x="736" y="1608"/>
                  <a:pt x="658" y="1643"/>
                </a:cubicBezTo>
                <a:lnTo>
                  <a:pt x="807" y="1643"/>
                </a:lnTo>
                <a:cubicBezTo>
                  <a:pt x="822" y="1643"/>
                  <a:pt x="822" y="1628"/>
                  <a:pt x="822" y="1614"/>
                </a:cubicBezTo>
                <a:cubicBezTo>
                  <a:pt x="810" y="1601"/>
                  <a:pt x="802" y="1594"/>
                  <a:pt x="789" y="1594"/>
                </a:cubicBezTo>
                <a:close/>
                <a:moveTo>
                  <a:pt x="461" y="1496"/>
                </a:moveTo>
                <a:cubicBezTo>
                  <a:pt x="444" y="1496"/>
                  <a:pt x="429" y="1499"/>
                  <a:pt x="419" y="1509"/>
                </a:cubicBezTo>
                <a:cubicBezTo>
                  <a:pt x="359" y="1554"/>
                  <a:pt x="329" y="1628"/>
                  <a:pt x="284" y="1688"/>
                </a:cubicBezTo>
                <a:cubicBezTo>
                  <a:pt x="389" y="1628"/>
                  <a:pt x="508" y="1628"/>
                  <a:pt x="568" y="1509"/>
                </a:cubicBezTo>
                <a:cubicBezTo>
                  <a:pt x="538" y="1509"/>
                  <a:pt x="495" y="1496"/>
                  <a:pt x="461" y="1496"/>
                </a:cubicBezTo>
                <a:close/>
                <a:moveTo>
                  <a:pt x="10605" y="1584"/>
                </a:moveTo>
                <a:cubicBezTo>
                  <a:pt x="10530" y="1673"/>
                  <a:pt x="10605" y="1673"/>
                  <a:pt x="10665" y="1688"/>
                </a:cubicBezTo>
                <a:cubicBezTo>
                  <a:pt x="10672" y="1688"/>
                  <a:pt x="10680" y="1692"/>
                  <a:pt x="10689" y="1692"/>
                </a:cubicBezTo>
                <a:cubicBezTo>
                  <a:pt x="10698" y="1692"/>
                  <a:pt x="10709" y="1688"/>
                  <a:pt x="10724" y="1673"/>
                </a:cubicBezTo>
                <a:lnTo>
                  <a:pt x="10635" y="1599"/>
                </a:lnTo>
                <a:cubicBezTo>
                  <a:pt x="10620" y="1584"/>
                  <a:pt x="10620" y="1584"/>
                  <a:pt x="10605" y="1584"/>
                </a:cubicBezTo>
                <a:close/>
                <a:moveTo>
                  <a:pt x="10948" y="1658"/>
                </a:moveTo>
                <a:cubicBezTo>
                  <a:pt x="10889" y="1658"/>
                  <a:pt x="10844" y="1673"/>
                  <a:pt x="10784" y="1673"/>
                </a:cubicBezTo>
                <a:cubicBezTo>
                  <a:pt x="10784" y="1688"/>
                  <a:pt x="10799" y="1703"/>
                  <a:pt x="10814" y="1703"/>
                </a:cubicBezTo>
                <a:cubicBezTo>
                  <a:pt x="10859" y="1688"/>
                  <a:pt x="10904" y="1673"/>
                  <a:pt x="10948" y="1658"/>
                </a:cubicBezTo>
                <a:close/>
                <a:moveTo>
                  <a:pt x="523" y="1703"/>
                </a:moveTo>
                <a:cubicBezTo>
                  <a:pt x="434" y="1808"/>
                  <a:pt x="583" y="1823"/>
                  <a:pt x="568" y="1882"/>
                </a:cubicBezTo>
                <a:lnTo>
                  <a:pt x="613" y="1882"/>
                </a:lnTo>
                <a:lnTo>
                  <a:pt x="628" y="1867"/>
                </a:lnTo>
                <a:cubicBezTo>
                  <a:pt x="658" y="1882"/>
                  <a:pt x="688" y="1897"/>
                  <a:pt x="717" y="1912"/>
                </a:cubicBezTo>
                <a:cubicBezTo>
                  <a:pt x="747" y="1882"/>
                  <a:pt x="777" y="1852"/>
                  <a:pt x="807" y="1823"/>
                </a:cubicBezTo>
                <a:cubicBezTo>
                  <a:pt x="747" y="1793"/>
                  <a:pt x="688" y="1763"/>
                  <a:pt x="628" y="1733"/>
                </a:cubicBezTo>
                <a:cubicBezTo>
                  <a:pt x="598" y="1718"/>
                  <a:pt x="553" y="1718"/>
                  <a:pt x="523" y="1703"/>
                </a:cubicBezTo>
                <a:close/>
                <a:moveTo>
                  <a:pt x="10948" y="1972"/>
                </a:moveTo>
                <a:cubicBezTo>
                  <a:pt x="10948" y="1987"/>
                  <a:pt x="10963" y="1987"/>
                  <a:pt x="10978" y="1987"/>
                </a:cubicBezTo>
                <a:lnTo>
                  <a:pt x="10919" y="1987"/>
                </a:lnTo>
                <a:cubicBezTo>
                  <a:pt x="10933" y="1987"/>
                  <a:pt x="10933" y="1972"/>
                  <a:pt x="10948" y="1972"/>
                </a:cubicBezTo>
                <a:close/>
                <a:moveTo>
                  <a:pt x="1180" y="2002"/>
                </a:moveTo>
                <a:cubicBezTo>
                  <a:pt x="1180" y="2032"/>
                  <a:pt x="1180" y="2062"/>
                  <a:pt x="1180" y="2106"/>
                </a:cubicBezTo>
                <a:cubicBezTo>
                  <a:pt x="1240" y="2062"/>
                  <a:pt x="1285" y="2032"/>
                  <a:pt x="1180" y="2002"/>
                </a:cubicBezTo>
                <a:close/>
                <a:moveTo>
                  <a:pt x="10739" y="1823"/>
                </a:moveTo>
                <a:lnTo>
                  <a:pt x="10695" y="1912"/>
                </a:lnTo>
                <a:cubicBezTo>
                  <a:pt x="10683" y="1909"/>
                  <a:pt x="10673" y="1908"/>
                  <a:pt x="10665" y="1908"/>
                </a:cubicBezTo>
                <a:cubicBezTo>
                  <a:pt x="10591" y="1908"/>
                  <a:pt x="10659" y="2018"/>
                  <a:pt x="10605" y="2032"/>
                </a:cubicBezTo>
                <a:cubicBezTo>
                  <a:pt x="10590" y="2047"/>
                  <a:pt x="10590" y="2077"/>
                  <a:pt x="10590" y="2091"/>
                </a:cubicBezTo>
                <a:cubicBezTo>
                  <a:pt x="10590" y="2091"/>
                  <a:pt x="10620" y="2106"/>
                  <a:pt x="10635" y="2106"/>
                </a:cubicBezTo>
                <a:cubicBezTo>
                  <a:pt x="10635" y="2091"/>
                  <a:pt x="10635" y="2077"/>
                  <a:pt x="10635" y="2047"/>
                </a:cubicBezTo>
                <a:lnTo>
                  <a:pt x="10724" y="1927"/>
                </a:lnTo>
                <a:cubicBezTo>
                  <a:pt x="10739" y="1897"/>
                  <a:pt x="10754" y="1852"/>
                  <a:pt x="10784" y="1823"/>
                </a:cubicBezTo>
                <a:close/>
                <a:moveTo>
                  <a:pt x="10933" y="1763"/>
                </a:moveTo>
                <a:cubicBezTo>
                  <a:pt x="10933" y="1823"/>
                  <a:pt x="10948" y="1867"/>
                  <a:pt x="10948" y="1912"/>
                </a:cubicBezTo>
                <a:lnTo>
                  <a:pt x="10889" y="1912"/>
                </a:lnTo>
                <a:cubicBezTo>
                  <a:pt x="10889" y="1942"/>
                  <a:pt x="10874" y="1972"/>
                  <a:pt x="10874" y="1987"/>
                </a:cubicBezTo>
                <a:cubicBezTo>
                  <a:pt x="10859" y="2017"/>
                  <a:pt x="10844" y="2047"/>
                  <a:pt x="10829" y="2077"/>
                </a:cubicBezTo>
                <a:cubicBezTo>
                  <a:pt x="10871" y="2097"/>
                  <a:pt x="10912" y="2125"/>
                  <a:pt x="10954" y="2125"/>
                </a:cubicBezTo>
                <a:cubicBezTo>
                  <a:pt x="10972" y="2125"/>
                  <a:pt x="10990" y="2120"/>
                  <a:pt x="11008" y="2106"/>
                </a:cubicBezTo>
                <a:cubicBezTo>
                  <a:pt x="11023" y="2091"/>
                  <a:pt x="11023" y="2077"/>
                  <a:pt x="11038" y="2062"/>
                </a:cubicBezTo>
                <a:cubicBezTo>
                  <a:pt x="11053" y="2047"/>
                  <a:pt x="11053" y="2032"/>
                  <a:pt x="11038" y="2017"/>
                </a:cubicBezTo>
                <a:cubicBezTo>
                  <a:pt x="11023" y="2002"/>
                  <a:pt x="11023" y="1987"/>
                  <a:pt x="11023" y="1972"/>
                </a:cubicBezTo>
                <a:cubicBezTo>
                  <a:pt x="11023" y="1957"/>
                  <a:pt x="11038" y="1942"/>
                  <a:pt x="11038" y="1927"/>
                </a:cubicBezTo>
                <a:cubicBezTo>
                  <a:pt x="10978" y="1882"/>
                  <a:pt x="11053" y="1763"/>
                  <a:pt x="10933" y="1763"/>
                </a:cubicBezTo>
                <a:close/>
                <a:moveTo>
                  <a:pt x="1284" y="2160"/>
                </a:moveTo>
                <a:cubicBezTo>
                  <a:pt x="1264" y="2160"/>
                  <a:pt x="1248" y="2179"/>
                  <a:pt x="1240" y="2226"/>
                </a:cubicBezTo>
                <a:cubicBezTo>
                  <a:pt x="1285" y="2211"/>
                  <a:pt x="1315" y="2211"/>
                  <a:pt x="1345" y="2196"/>
                </a:cubicBezTo>
                <a:cubicBezTo>
                  <a:pt x="1324" y="2175"/>
                  <a:pt x="1302" y="2160"/>
                  <a:pt x="1284" y="2160"/>
                </a:cubicBezTo>
                <a:close/>
                <a:moveTo>
                  <a:pt x="6423" y="2121"/>
                </a:moveTo>
                <a:cubicBezTo>
                  <a:pt x="6423" y="2151"/>
                  <a:pt x="6408" y="2181"/>
                  <a:pt x="6408" y="2241"/>
                </a:cubicBezTo>
                <a:cubicBezTo>
                  <a:pt x="6438" y="2196"/>
                  <a:pt x="6453" y="2181"/>
                  <a:pt x="6438" y="2181"/>
                </a:cubicBezTo>
                <a:cubicBezTo>
                  <a:pt x="6438" y="2151"/>
                  <a:pt x="6423" y="2136"/>
                  <a:pt x="6423" y="2121"/>
                </a:cubicBezTo>
                <a:close/>
                <a:moveTo>
                  <a:pt x="10963" y="2166"/>
                </a:moveTo>
                <a:cubicBezTo>
                  <a:pt x="10933" y="2181"/>
                  <a:pt x="10904" y="2196"/>
                  <a:pt x="10874" y="2226"/>
                </a:cubicBezTo>
                <a:cubicBezTo>
                  <a:pt x="10874" y="2226"/>
                  <a:pt x="10874" y="2241"/>
                  <a:pt x="10874" y="2256"/>
                </a:cubicBezTo>
                <a:cubicBezTo>
                  <a:pt x="10904" y="2241"/>
                  <a:pt x="10948" y="2226"/>
                  <a:pt x="10978" y="2211"/>
                </a:cubicBezTo>
                <a:cubicBezTo>
                  <a:pt x="10978" y="2196"/>
                  <a:pt x="10963" y="2181"/>
                  <a:pt x="10963" y="2166"/>
                </a:cubicBezTo>
                <a:close/>
                <a:moveTo>
                  <a:pt x="1524" y="2181"/>
                </a:moveTo>
                <a:cubicBezTo>
                  <a:pt x="1509" y="2181"/>
                  <a:pt x="1494" y="2196"/>
                  <a:pt x="1494" y="2196"/>
                </a:cubicBezTo>
                <a:cubicBezTo>
                  <a:pt x="1509" y="2226"/>
                  <a:pt x="1524" y="2256"/>
                  <a:pt x="1539" y="2286"/>
                </a:cubicBezTo>
                <a:cubicBezTo>
                  <a:pt x="1554" y="2271"/>
                  <a:pt x="1569" y="2271"/>
                  <a:pt x="1584" y="2256"/>
                </a:cubicBezTo>
                <a:cubicBezTo>
                  <a:pt x="1554" y="2226"/>
                  <a:pt x="1539" y="2211"/>
                  <a:pt x="1524" y="2181"/>
                </a:cubicBezTo>
                <a:close/>
                <a:moveTo>
                  <a:pt x="10667" y="2213"/>
                </a:moveTo>
                <a:cubicBezTo>
                  <a:pt x="10631" y="2213"/>
                  <a:pt x="10599" y="2230"/>
                  <a:pt x="10575" y="2286"/>
                </a:cubicBezTo>
                <a:lnTo>
                  <a:pt x="10754" y="2286"/>
                </a:lnTo>
                <a:cubicBezTo>
                  <a:pt x="10754" y="2271"/>
                  <a:pt x="10769" y="2241"/>
                  <a:pt x="10769" y="2241"/>
                </a:cubicBezTo>
                <a:cubicBezTo>
                  <a:pt x="10734" y="2227"/>
                  <a:pt x="10699" y="2213"/>
                  <a:pt x="10667" y="2213"/>
                </a:cubicBezTo>
                <a:close/>
                <a:moveTo>
                  <a:pt x="520" y="1862"/>
                </a:moveTo>
                <a:cubicBezTo>
                  <a:pt x="487" y="1862"/>
                  <a:pt x="456" y="1879"/>
                  <a:pt x="434" y="1912"/>
                </a:cubicBezTo>
                <a:cubicBezTo>
                  <a:pt x="449" y="2017"/>
                  <a:pt x="478" y="2106"/>
                  <a:pt x="508" y="2211"/>
                </a:cubicBezTo>
                <a:cubicBezTo>
                  <a:pt x="510" y="2210"/>
                  <a:pt x="512" y="2210"/>
                  <a:pt x="513" y="2210"/>
                </a:cubicBezTo>
                <a:cubicBezTo>
                  <a:pt x="540" y="2210"/>
                  <a:pt x="527" y="2303"/>
                  <a:pt x="551" y="2303"/>
                </a:cubicBezTo>
                <a:cubicBezTo>
                  <a:pt x="560" y="2303"/>
                  <a:pt x="575" y="2291"/>
                  <a:pt x="598" y="2256"/>
                </a:cubicBezTo>
                <a:cubicBezTo>
                  <a:pt x="628" y="2211"/>
                  <a:pt x="628" y="2151"/>
                  <a:pt x="658" y="2091"/>
                </a:cubicBezTo>
                <a:cubicBezTo>
                  <a:pt x="688" y="1987"/>
                  <a:pt x="598" y="1942"/>
                  <a:pt x="553" y="1867"/>
                </a:cubicBezTo>
                <a:cubicBezTo>
                  <a:pt x="542" y="1864"/>
                  <a:pt x="531" y="1862"/>
                  <a:pt x="520" y="1862"/>
                </a:cubicBezTo>
                <a:close/>
                <a:moveTo>
                  <a:pt x="1210" y="2226"/>
                </a:moveTo>
                <a:cubicBezTo>
                  <a:pt x="1195" y="2241"/>
                  <a:pt x="1180" y="2256"/>
                  <a:pt x="1165" y="2271"/>
                </a:cubicBezTo>
                <a:cubicBezTo>
                  <a:pt x="1165" y="2286"/>
                  <a:pt x="1180" y="2301"/>
                  <a:pt x="1180" y="2301"/>
                </a:cubicBezTo>
                <a:cubicBezTo>
                  <a:pt x="1195" y="2301"/>
                  <a:pt x="1210" y="2315"/>
                  <a:pt x="1225" y="2315"/>
                </a:cubicBezTo>
                <a:cubicBezTo>
                  <a:pt x="1225" y="2286"/>
                  <a:pt x="1210" y="2256"/>
                  <a:pt x="1210" y="2226"/>
                </a:cubicBezTo>
                <a:close/>
                <a:moveTo>
                  <a:pt x="1285" y="2256"/>
                </a:moveTo>
                <a:cubicBezTo>
                  <a:pt x="1300" y="2286"/>
                  <a:pt x="1330" y="2301"/>
                  <a:pt x="1345" y="2315"/>
                </a:cubicBezTo>
                <a:lnTo>
                  <a:pt x="1375" y="2315"/>
                </a:lnTo>
                <a:cubicBezTo>
                  <a:pt x="1390" y="2301"/>
                  <a:pt x="1390" y="2301"/>
                  <a:pt x="1404" y="2286"/>
                </a:cubicBezTo>
                <a:cubicBezTo>
                  <a:pt x="1390" y="2271"/>
                  <a:pt x="1375" y="2256"/>
                  <a:pt x="1345" y="2256"/>
                </a:cubicBezTo>
                <a:close/>
                <a:moveTo>
                  <a:pt x="986" y="2211"/>
                </a:moveTo>
                <a:cubicBezTo>
                  <a:pt x="986" y="2256"/>
                  <a:pt x="986" y="2301"/>
                  <a:pt x="1001" y="2330"/>
                </a:cubicBezTo>
                <a:cubicBezTo>
                  <a:pt x="1031" y="2360"/>
                  <a:pt x="1076" y="2375"/>
                  <a:pt x="1121" y="2405"/>
                </a:cubicBezTo>
                <a:cubicBezTo>
                  <a:pt x="1151" y="2345"/>
                  <a:pt x="1121" y="2315"/>
                  <a:pt x="1091" y="2286"/>
                </a:cubicBezTo>
                <a:cubicBezTo>
                  <a:pt x="1061" y="2256"/>
                  <a:pt x="1031" y="2241"/>
                  <a:pt x="986" y="2211"/>
                </a:cubicBezTo>
                <a:close/>
                <a:moveTo>
                  <a:pt x="1371" y="2384"/>
                </a:moveTo>
                <a:cubicBezTo>
                  <a:pt x="1367" y="2384"/>
                  <a:pt x="1360" y="2395"/>
                  <a:pt x="1360" y="2405"/>
                </a:cubicBezTo>
                <a:cubicBezTo>
                  <a:pt x="1345" y="2435"/>
                  <a:pt x="1330" y="2450"/>
                  <a:pt x="1315" y="2480"/>
                </a:cubicBezTo>
                <a:cubicBezTo>
                  <a:pt x="1345" y="2450"/>
                  <a:pt x="1375" y="2420"/>
                  <a:pt x="1404" y="2405"/>
                </a:cubicBezTo>
                <a:cubicBezTo>
                  <a:pt x="1404" y="2390"/>
                  <a:pt x="1390" y="2390"/>
                  <a:pt x="1375" y="2390"/>
                </a:cubicBezTo>
                <a:cubicBezTo>
                  <a:pt x="1375" y="2386"/>
                  <a:pt x="1373" y="2384"/>
                  <a:pt x="1371" y="2384"/>
                </a:cubicBezTo>
                <a:close/>
                <a:moveTo>
                  <a:pt x="837" y="2450"/>
                </a:moveTo>
                <a:cubicBezTo>
                  <a:pt x="837" y="2480"/>
                  <a:pt x="852" y="2495"/>
                  <a:pt x="867" y="2525"/>
                </a:cubicBezTo>
                <a:cubicBezTo>
                  <a:pt x="882" y="2495"/>
                  <a:pt x="882" y="2465"/>
                  <a:pt x="897" y="2450"/>
                </a:cubicBezTo>
                <a:close/>
                <a:moveTo>
                  <a:pt x="7765" y="2373"/>
                </a:moveTo>
                <a:cubicBezTo>
                  <a:pt x="7736" y="2373"/>
                  <a:pt x="7707" y="2385"/>
                  <a:pt x="7677" y="2420"/>
                </a:cubicBezTo>
                <a:cubicBezTo>
                  <a:pt x="7663" y="2435"/>
                  <a:pt x="7633" y="2450"/>
                  <a:pt x="7618" y="2450"/>
                </a:cubicBezTo>
                <a:cubicBezTo>
                  <a:pt x="7588" y="2510"/>
                  <a:pt x="7618" y="2525"/>
                  <a:pt x="7663" y="2540"/>
                </a:cubicBezTo>
                <a:cubicBezTo>
                  <a:pt x="7711" y="2540"/>
                  <a:pt x="7760" y="2553"/>
                  <a:pt x="7809" y="2553"/>
                </a:cubicBezTo>
                <a:cubicBezTo>
                  <a:pt x="7850" y="2553"/>
                  <a:pt x="7891" y="2544"/>
                  <a:pt x="7931" y="2510"/>
                </a:cubicBezTo>
                <a:cubicBezTo>
                  <a:pt x="7976" y="2525"/>
                  <a:pt x="8036" y="2525"/>
                  <a:pt x="8081" y="2540"/>
                </a:cubicBezTo>
                <a:cubicBezTo>
                  <a:pt x="8111" y="2480"/>
                  <a:pt x="8066" y="2465"/>
                  <a:pt x="8021" y="2450"/>
                </a:cubicBezTo>
                <a:cubicBezTo>
                  <a:pt x="7991" y="2435"/>
                  <a:pt x="7946" y="2450"/>
                  <a:pt x="7902" y="2420"/>
                </a:cubicBezTo>
                <a:cubicBezTo>
                  <a:pt x="7856" y="2402"/>
                  <a:pt x="7811" y="2373"/>
                  <a:pt x="7765" y="2373"/>
                </a:cubicBezTo>
                <a:close/>
                <a:moveTo>
                  <a:pt x="10046" y="2535"/>
                </a:moveTo>
                <a:cubicBezTo>
                  <a:pt x="10043" y="2535"/>
                  <a:pt x="10040" y="2537"/>
                  <a:pt x="10037" y="2540"/>
                </a:cubicBezTo>
                <a:cubicBezTo>
                  <a:pt x="10037" y="2540"/>
                  <a:pt x="10022" y="2554"/>
                  <a:pt x="10022" y="2569"/>
                </a:cubicBezTo>
                <a:cubicBezTo>
                  <a:pt x="10022" y="2584"/>
                  <a:pt x="10037" y="2584"/>
                  <a:pt x="10052" y="2599"/>
                </a:cubicBezTo>
                <a:cubicBezTo>
                  <a:pt x="10052" y="2584"/>
                  <a:pt x="10067" y="2569"/>
                  <a:pt x="10067" y="2554"/>
                </a:cubicBezTo>
                <a:cubicBezTo>
                  <a:pt x="10067" y="2554"/>
                  <a:pt x="10058" y="2535"/>
                  <a:pt x="10046" y="2535"/>
                </a:cubicBezTo>
                <a:close/>
                <a:moveTo>
                  <a:pt x="11038" y="2480"/>
                </a:moveTo>
                <a:lnTo>
                  <a:pt x="11038" y="2480"/>
                </a:lnTo>
                <a:cubicBezTo>
                  <a:pt x="11023" y="2495"/>
                  <a:pt x="10993" y="2510"/>
                  <a:pt x="10978" y="2510"/>
                </a:cubicBezTo>
                <a:cubicBezTo>
                  <a:pt x="10993" y="2540"/>
                  <a:pt x="10993" y="2569"/>
                  <a:pt x="11008" y="2599"/>
                </a:cubicBezTo>
                <a:cubicBezTo>
                  <a:pt x="11113" y="2584"/>
                  <a:pt x="11023" y="2525"/>
                  <a:pt x="11038" y="2480"/>
                </a:cubicBezTo>
                <a:close/>
                <a:moveTo>
                  <a:pt x="11411" y="2375"/>
                </a:moveTo>
                <a:cubicBezTo>
                  <a:pt x="11397" y="2375"/>
                  <a:pt x="11382" y="2390"/>
                  <a:pt x="11367" y="2405"/>
                </a:cubicBezTo>
                <a:cubicBezTo>
                  <a:pt x="11397" y="2435"/>
                  <a:pt x="11441" y="2450"/>
                  <a:pt x="11471" y="2480"/>
                </a:cubicBezTo>
                <a:cubicBezTo>
                  <a:pt x="11441" y="2525"/>
                  <a:pt x="11411" y="2569"/>
                  <a:pt x="11382" y="2614"/>
                </a:cubicBezTo>
                <a:cubicBezTo>
                  <a:pt x="11382" y="2629"/>
                  <a:pt x="11397" y="2629"/>
                  <a:pt x="11411" y="2644"/>
                </a:cubicBezTo>
                <a:cubicBezTo>
                  <a:pt x="11441" y="2584"/>
                  <a:pt x="11471" y="2540"/>
                  <a:pt x="11501" y="2480"/>
                </a:cubicBezTo>
                <a:cubicBezTo>
                  <a:pt x="11531" y="2390"/>
                  <a:pt x="11426" y="2420"/>
                  <a:pt x="11411" y="2375"/>
                </a:cubicBezTo>
                <a:close/>
                <a:moveTo>
                  <a:pt x="717" y="2510"/>
                </a:moveTo>
                <a:lnTo>
                  <a:pt x="688" y="2629"/>
                </a:lnTo>
                <a:cubicBezTo>
                  <a:pt x="702" y="2637"/>
                  <a:pt x="714" y="2640"/>
                  <a:pt x="723" y="2640"/>
                </a:cubicBezTo>
                <a:cubicBezTo>
                  <a:pt x="732" y="2640"/>
                  <a:pt x="740" y="2637"/>
                  <a:pt x="747" y="2629"/>
                </a:cubicBezTo>
                <a:cubicBezTo>
                  <a:pt x="762" y="2614"/>
                  <a:pt x="762" y="2614"/>
                  <a:pt x="762" y="2599"/>
                </a:cubicBezTo>
                <a:cubicBezTo>
                  <a:pt x="762" y="2614"/>
                  <a:pt x="777" y="2629"/>
                  <a:pt x="807" y="2659"/>
                </a:cubicBezTo>
                <a:cubicBezTo>
                  <a:pt x="837" y="2644"/>
                  <a:pt x="867" y="2644"/>
                  <a:pt x="897" y="2629"/>
                </a:cubicBezTo>
                <a:lnTo>
                  <a:pt x="1001" y="2629"/>
                </a:lnTo>
                <a:cubicBezTo>
                  <a:pt x="1016" y="2614"/>
                  <a:pt x="1016" y="2584"/>
                  <a:pt x="1001" y="2569"/>
                </a:cubicBezTo>
                <a:cubicBezTo>
                  <a:pt x="971" y="2584"/>
                  <a:pt x="927" y="2599"/>
                  <a:pt x="897" y="2614"/>
                </a:cubicBezTo>
                <a:cubicBezTo>
                  <a:pt x="867" y="2584"/>
                  <a:pt x="852" y="2569"/>
                  <a:pt x="837" y="2540"/>
                </a:cubicBezTo>
                <a:cubicBezTo>
                  <a:pt x="792" y="2540"/>
                  <a:pt x="777" y="2554"/>
                  <a:pt x="762" y="2569"/>
                </a:cubicBezTo>
                <a:cubicBezTo>
                  <a:pt x="762" y="2540"/>
                  <a:pt x="747" y="2525"/>
                  <a:pt x="717" y="2510"/>
                </a:cubicBezTo>
                <a:close/>
                <a:moveTo>
                  <a:pt x="9390" y="2245"/>
                </a:moveTo>
                <a:cubicBezTo>
                  <a:pt x="9373" y="2245"/>
                  <a:pt x="9355" y="2248"/>
                  <a:pt x="9335" y="2256"/>
                </a:cubicBezTo>
                <a:cubicBezTo>
                  <a:pt x="9305" y="2256"/>
                  <a:pt x="9291" y="2271"/>
                  <a:pt x="9261" y="2271"/>
                </a:cubicBezTo>
                <a:cubicBezTo>
                  <a:pt x="9111" y="2301"/>
                  <a:pt x="8962" y="2330"/>
                  <a:pt x="8828" y="2345"/>
                </a:cubicBezTo>
                <a:cubicBezTo>
                  <a:pt x="8798" y="2345"/>
                  <a:pt x="8783" y="2360"/>
                  <a:pt x="8768" y="2360"/>
                </a:cubicBezTo>
                <a:cubicBezTo>
                  <a:pt x="8768" y="2390"/>
                  <a:pt x="8783" y="2420"/>
                  <a:pt x="8798" y="2450"/>
                </a:cubicBezTo>
                <a:cubicBezTo>
                  <a:pt x="8810" y="2456"/>
                  <a:pt x="8820" y="2460"/>
                  <a:pt x="8828" y="2460"/>
                </a:cubicBezTo>
                <a:cubicBezTo>
                  <a:pt x="8840" y="2460"/>
                  <a:pt x="8849" y="2452"/>
                  <a:pt x="8857" y="2435"/>
                </a:cubicBezTo>
                <a:cubicBezTo>
                  <a:pt x="8946" y="2413"/>
                  <a:pt x="9027" y="2374"/>
                  <a:pt x="9111" y="2374"/>
                </a:cubicBezTo>
                <a:cubicBezTo>
                  <a:pt x="9141" y="2374"/>
                  <a:pt x="9170" y="2379"/>
                  <a:pt x="9201" y="2390"/>
                </a:cubicBezTo>
                <a:cubicBezTo>
                  <a:pt x="9261" y="2405"/>
                  <a:pt x="9305" y="2405"/>
                  <a:pt x="9350" y="2420"/>
                </a:cubicBezTo>
                <a:cubicBezTo>
                  <a:pt x="9395" y="2435"/>
                  <a:pt x="9440" y="2435"/>
                  <a:pt x="9455" y="2465"/>
                </a:cubicBezTo>
                <a:cubicBezTo>
                  <a:pt x="9470" y="2480"/>
                  <a:pt x="9485" y="2495"/>
                  <a:pt x="9500" y="2510"/>
                </a:cubicBezTo>
                <a:cubicBezTo>
                  <a:pt x="9530" y="2525"/>
                  <a:pt x="9574" y="2525"/>
                  <a:pt x="9604" y="2554"/>
                </a:cubicBezTo>
                <a:cubicBezTo>
                  <a:pt x="9604" y="2569"/>
                  <a:pt x="9619" y="2569"/>
                  <a:pt x="9634" y="2584"/>
                </a:cubicBezTo>
                <a:cubicBezTo>
                  <a:pt x="9647" y="2611"/>
                  <a:pt x="9661" y="2661"/>
                  <a:pt x="9706" y="2661"/>
                </a:cubicBezTo>
                <a:cubicBezTo>
                  <a:pt x="9711" y="2661"/>
                  <a:pt x="9717" y="2661"/>
                  <a:pt x="9724" y="2659"/>
                </a:cubicBezTo>
                <a:cubicBezTo>
                  <a:pt x="9769" y="2644"/>
                  <a:pt x="9769" y="2599"/>
                  <a:pt x="9769" y="2554"/>
                </a:cubicBezTo>
                <a:cubicBezTo>
                  <a:pt x="9769" y="2510"/>
                  <a:pt x="9709" y="2495"/>
                  <a:pt x="9679" y="2450"/>
                </a:cubicBezTo>
                <a:cubicBezTo>
                  <a:pt x="9679" y="2405"/>
                  <a:pt x="9619" y="2420"/>
                  <a:pt x="9604" y="2405"/>
                </a:cubicBezTo>
                <a:cubicBezTo>
                  <a:pt x="9589" y="2390"/>
                  <a:pt x="9574" y="2375"/>
                  <a:pt x="9574" y="2375"/>
                </a:cubicBezTo>
                <a:cubicBezTo>
                  <a:pt x="9512" y="2326"/>
                  <a:pt x="9471" y="2245"/>
                  <a:pt x="9390" y="2245"/>
                </a:cubicBezTo>
                <a:close/>
                <a:moveTo>
                  <a:pt x="11083" y="2674"/>
                </a:moveTo>
                <a:cubicBezTo>
                  <a:pt x="11083" y="2704"/>
                  <a:pt x="11083" y="2734"/>
                  <a:pt x="11098" y="2764"/>
                </a:cubicBezTo>
                <a:cubicBezTo>
                  <a:pt x="11098" y="2764"/>
                  <a:pt x="11113" y="2749"/>
                  <a:pt x="11128" y="2734"/>
                </a:cubicBezTo>
                <a:cubicBezTo>
                  <a:pt x="11113" y="2719"/>
                  <a:pt x="11098" y="2704"/>
                  <a:pt x="11083" y="2674"/>
                </a:cubicBezTo>
                <a:close/>
                <a:moveTo>
                  <a:pt x="10575" y="2674"/>
                </a:moveTo>
                <a:cubicBezTo>
                  <a:pt x="10560" y="2689"/>
                  <a:pt x="10545" y="2719"/>
                  <a:pt x="10530" y="2734"/>
                </a:cubicBezTo>
                <a:cubicBezTo>
                  <a:pt x="10545" y="2749"/>
                  <a:pt x="10575" y="2764"/>
                  <a:pt x="10605" y="2779"/>
                </a:cubicBezTo>
                <a:cubicBezTo>
                  <a:pt x="10590" y="2734"/>
                  <a:pt x="10575" y="2704"/>
                  <a:pt x="10575" y="2674"/>
                </a:cubicBezTo>
                <a:close/>
                <a:moveTo>
                  <a:pt x="10754" y="2301"/>
                </a:moveTo>
                <a:cubicBezTo>
                  <a:pt x="10739" y="2315"/>
                  <a:pt x="10739" y="2330"/>
                  <a:pt x="10724" y="2330"/>
                </a:cubicBezTo>
                <a:lnTo>
                  <a:pt x="10724" y="2345"/>
                </a:lnTo>
                <a:cubicBezTo>
                  <a:pt x="10680" y="2345"/>
                  <a:pt x="10620" y="2360"/>
                  <a:pt x="10575" y="2375"/>
                </a:cubicBezTo>
                <a:cubicBezTo>
                  <a:pt x="10590" y="2405"/>
                  <a:pt x="10590" y="2450"/>
                  <a:pt x="10605" y="2480"/>
                </a:cubicBezTo>
                <a:lnTo>
                  <a:pt x="10665" y="2480"/>
                </a:lnTo>
                <a:cubicBezTo>
                  <a:pt x="10680" y="2450"/>
                  <a:pt x="10709" y="2435"/>
                  <a:pt x="10739" y="2405"/>
                </a:cubicBezTo>
                <a:cubicBezTo>
                  <a:pt x="10739" y="2405"/>
                  <a:pt x="10739" y="2405"/>
                  <a:pt x="10739" y="2420"/>
                </a:cubicBezTo>
                <a:cubicBezTo>
                  <a:pt x="10724" y="2420"/>
                  <a:pt x="10724" y="2420"/>
                  <a:pt x="10709" y="2435"/>
                </a:cubicBezTo>
                <a:cubicBezTo>
                  <a:pt x="10709" y="2450"/>
                  <a:pt x="10709" y="2465"/>
                  <a:pt x="10709" y="2480"/>
                </a:cubicBezTo>
                <a:cubicBezTo>
                  <a:pt x="10709" y="2510"/>
                  <a:pt x="10724" y="2525"/>
                  <a:pt x="10695" y="2554"/>
                </a:cubicBezTo>
                <a:cubicBezTo>
                  <a:pt x="10695" y="2554"/>
                  <a:pt x="10695" y="2569"/>
                  <a:pt x="10695" y="2569"/>
                </a:cubicBezTo>
                <a:cubicBezTo>
                  <a:pt x="10709" y="2584"/>
                  <a:pt x="10709" y="2599"/>
                  <a:pt x="10724" y="2599"/>
                </a:cubicBezTo>
                <a:cubicBezTo>
                  <a:pt x="10739" y="2614"/>
                  <a:pt x="10754" y="2622"/>
                  <a:pt x="10767" y="2622"/>
                </a:cubicBezTo>
                <a:cubicBezTo>
                  <a:pt x="10780" y="2622"/>
                  <a:pt x="10792" y="2614"/>
                  <a:pt x="10799" y="2599"/>
                </a:cubicBezTo>
                <a:lnTo>
                  <a:pt x="10799" y="2599"/>
                </a:lnTo>
                <a:cubicBezTo>
                  <a:pt x="10829" y="2644"/>
                  <a:pt x="10754" y="2629"/>
                  <a:pt x="10754" y="2659"/>
                </a:cubicBezTo>
                <a:cubicBezTo>
                  <a:pt x="10739" y="2704"/>
                  <a:pt x="10709" y="2749"/>
                  <a:pt x="10695" y="2793"/>
                </a:cubicBezTo>
                <a:cubicBezTo>
                  <a:pt x="10739" y="2764"/>
                  <a:pt x="10784" y="2734"/>
                  <a:pt x="10844" y="2719"/>
                </a:cubicBezTo>
                <a:cubicBezTo>
                  <a:pt x="10874" y="2704"/>
                  <a:pt x="10889" y="2674"/>
                  <a:pt x="10889" y="2644"/>
                </a:cubicBezTo>
                <a:cubicBezTo>
                  <a:pt x="10889" y="2644"/>
                  <a:pt x="10889" y="2644"/>
                  <a:pt x="10904" y="2629"/>
                </a:cubicBezTo>
                <a:cubicBezTo>
                  <a:pt x="10904" y="2599"/>
                  <a:pt x="10919" y="2554"/>
                  <a:pt x="10919" y="2525"/>
                </a:cubicBezTo>
                <a:cubicBezTo>
                  <a:pt x="10919" y="2480"/>
                  <a:pt x="10904" y="2435"/>
                  <a:pt x="10904" y="2405"/>
                </a:cubicBezTo>
                <a:cubicBezTo>
                  <a:pt x="10889" y="2345"/>
                  <a:pt x="10829" y="2360"/>
                  <a:pt x="10814" y="2345"/>
                </a:cubicBezTo>
                <a:cubicBezTo>
                  <a:pt x="10784" y="2330"/>
                  <a:pt x="10769" y="2315"/>
                  <a:pt x="10754" y="2301"/>
                </a:cubicBezTo>
                <a:close/>
                <a:moveTo>
                  <a:pt x="10963" y="2673"/>
                </a:moveTo>
                <a:cubicBezTo>
                  <a:pt x="10943" y="2673"/>
                  <a:pt x="10928" y="2685"/>
                  <a:pt x="10919" y="2704"/>
                </a:cubicBezTo>
                <a:cubicBezTo>
                  <a:pt x="10904" y="2749"/>
                  <a:pt x="10933" y="2793"/>
                  <a:pt x="10948" y="2823"/>
                </a:cubicBezTo>
                <a:cubicBezTo>
                  <a:pt x="10993" y="2823"/>
                  <a:pt x="11023" y="2808"/>
                  <a:pt x="11068" y="2808"/>
                </a:cubicBezTo>
                <a:cubicBezTo>
                  <a:pt x="11098" y="2808"/>
                  <a:pt x="11098" y="2793"/>
                  <a:pt x="11098" y="2764"/>
                </a:cubicBezTo>
                <a:lnTo>
                  <a:pt x="11008" y="2689"/>
                </a:lnTo>
                <a:cubicBezTo>
                  <a:pt x="10991" y="2677"/>
                  <a:pt x="10976" y="2673"/>
                  <a:pt x="10963" y="2673"/>
                </a:cubicBezTo>
                <a:close/>
                <a:moveTo>
                  <a:pt x="1419" y="2808"/>
                </a:moveTo>
                <a:cubicBezTo>
                  <a:pt x="1404" y="2823"/>
                  <a:pt x="1375" y="2838"/>
                  <a:pt x="1360" y="2853"/>
                </a:cubicBezTo>
                <a:cubicBezTo>
                  <a:pt x="1345" y="2883"/>
                  <a:pt x="1360" y="2898"/>
                  <a:pt x="1390" y="2898"/>
                </a:cubicBezTo>
                <a:cubicBezTo>
                  <a:pt x="1390" y="2883"/>
                  <a:pt x="1404" y="2883"/>
                  <a:pt x="1404" y="2883"/>
                </a:cubicBezTo>
                <a:cubicBezTo>
                  <a:pt x="1419" y="2883"/>
                  <a:pt x="1419" y="2868"/>
                  <a:pt x="1434" y="2853"/>
                </a:cubicBezTo>
                <a:cubicBezTo>
                  <a:pt x="1434" y="2838"/>
                  <a:pt x="1419" y="2823"/>
                  <a:pt x="1419" y="2808"/>
                </a:cubicBezTo>
                <a:close/>
                <a:moveTo>
                  <a:pt x="792" y="2644"/>
                </a:moveTo>
                <a:cubicBezTo>
                  <a:pt x="777" y="2644"/>
                  <a:pt x="762" y="2659"/>
                  <a:pt x="747" y="2674"/>
                </a:cubicBezTo>
                <a:cubicBezTo>
                  <a:pt x="732" y="2674"/>
                  <a:pt x="732" y="2689"/>
                  <a:pt x="717" y="2704"/>
                </a:cubicBezTo>
                <a:cubicBezTo>
                  <a:pt x="717" y="2734"/>
                  <a:pt x="717" y="2764"/>
                  <a:pt x="732" y="2793"/>
                </a:cubicBezTo>
                <a:cubicBezTo>
                  <a:pt x="722" y="2793"/>
                  <a:pt x="719" y="2787"/>
                  <a:pt x="718" y="2787"/>
                </a:cubicBezTo>
                <a:cubicBezTo>
                  <a:pt x="717" y="2787"/>
                  <a:pt x="717" y="2788"/>
                  <a:pt x="717" y="2793"/>
                </a:cubicBezTo>
                <a:cubicBezTo>
                  <a:pt x="717" y="2764"/>
                  <a:pt x="717" y="2749"/>
                  <a:pt x="702" y="2734"/>
                </a:cubicBezTo>
                <a:cubicBezTo>
                  <a:pt x="702" y="2719"/>
                  <a:pt x="702" y="2719"/>
                  <a:pt x="688" y="2719"/>
                </a:cubicBezTo>
                <a:cubicBezTo>
                  <a:pt x="658" y="2734"/>
                  <a:pt x="628" y="2764"/>
                  <a:pt x="598" y="2793"/>
                </a:cubicBezTo>
                <a:cubicBezTo>
                  <a:pt x="613" y="2808"/>
                  <a:pt x="613" y="2823"/>
                  <a:pt x="628" y="2838"/>
                </a:cubicBezTo>
                <a:lnTo>
                  <a:pt x="658" y="2838"/>
                </a:lnTo>
                <a:cubicBezTo>
                  <a:pt x="688" y="2853"/>
                  <a:pt x="732" y="2883"/>
                  <a:pt x="777" y="2898"/>
                </a:cubicBezTo>
                <a:cubicBezTo>
                  <a:pt x="792" y="2913"/>
                  <a:pt x="807" y="2913"/>
                  <a:pt x="822" y="2928"/>
                </a:cubicBezTo>
                <a:cubicBezTo>
                  <a:pt x="822" y="2898"/>
                  <a:pt x="837" y="2883"/>
                  <a:pt x="837" y="2853"/>
                </a:cubicBezTo>
                <a:cubicBezTo>
                  <a:pt x="856" y="2848"/>
                  <a:pt x="870" y="2846"/>
                  <a:pt x="881" y="2846"/>
                </a:cubicBezTo>
                <a:cubicBezTo>
                  <a:pt x="939" y="2846"/>
                  <a:pt x="897" y="2905"/>
                  <a:pt x="897" y="2943"/>
                </a:cubicBezTo>
                <a:lnTo>
                  <a:pt x="912" y="2943"/>
                </a:lnTo>
                <a:cubicBezTo>
                  <a:pt x="927" y="2928"/>
                  <a:pt x="949" y="2928"/>
                  <a:pt x="971" y="2928"/>
                </a:cubicBezTo>
                <a:cubicBezTo>
                  <a:pt x="994" y="2928"/>
                  <a:pt x="1016" y="2928"/>
                  <a:pt x="1031" y="2913"/>
                </a:cubicBezTo>
                <a:cubicBezTo>
                  <a:pt x="1085" y="2806"/>
                  <a:pt x="1042" y="2746"/>
                  <a:pt x="913" y="2746"/>
                </a:cubicBezTo>
                <a:cubicBezTo>
                  <a:pt x="899" y="2746"/>
                  <a:pt x="883" y="2747"/>
                  <a:pt x="867" y="2749"/>
                </a:cubicBezTo>
                <a:cubicBezTo>
                  <a:pt x="837" y="2719"/>
                  <a:pt x="822" y="2689"/>
                  <a:pt x="807" y="2659"/>
                </a:cubicBezTo>
                <a:cubicBezTo>
                  <a:pt x="807" y="2659"/>
                  <a:pt x="792" y="2659"/>
                  <a:pt x="792" y="2644"/>
                </a:cubicBezTo>
                <a:close/>
                <a:moveTo>
                  <a:pt x="10560" y="2838"/>
                </a:moveTo>
                <a:cubicBezTo>
                  <a:pt x="10560" y="2853"/>
                  <a:pt x="10545" y="2868"/>
                  <a:pt x="10530" y="2883"/>
                </a:cubicBezTo>
                <a:cubicBezTo>
                  <a:pt x="10545" y="2913"/>
                  <a:pt x="10560" y="2928"/>
                  <a:pt x="10575" y="2943"/>
                </a:cubicBezTo>
                <a:cubicBezTo>
                  <a:pt x="10575" y="2913"/>
                  <a:pt x="10575" y="2883"/>
                  <a:pt x="10560" y="2838"/>
                </a:cubicBezTo>
                <a:close/>
                <a:moveTo>
                  <a:pt x="11128" y="2823"/>
                </a:moveTo>
                <a:cubicBezTo>
                  <a:pt x="11113" y="2823"/>
                  <a:pt x="11083" y="2838"/>
                  <a:pt x="11068" y="2838"/>
                </a:cubicBezTo>
                <a:cubicBezTo>
                  <a:pt x="11053" y="2868"/>
                  <a:pt x="11023" y="2898"/>
                  <a:pt x="11008" y="2928"/>
                </a:cubicBezTo>
                <a:cubicBezTo>
                  <a:pt x="11023" y="2928"/>
                  <a:pt x="11053" y="2943"/>
                  <a:pt x="11068" y="2943"/>
                </a:cubicBezTo>
                <a:cubicBezTo>
                  <a:pt x="11083" y="2928"/>
                  <a:pt x="11098" y="2913"/>
                  <a:pt x="11098" y="2883"/>
                </a:cubicBezTo>
                <a:cubicBezTo>
                  <a:pt x="11113" y="2868"/>
                  <a:pt x="11113" y="2853"/>
                  <a:pt x="11128" y="2823"/>
                </a:cubicBezTo>
                <a:close/>
                <a:moveTo>
                  <a:pt x="7304" y="2764"/>
                </a:moveTo>
                <a:cubicBezTo>
                  <a:pt x="7289" y="2779"/>
                  <a:pt x="7259" y="2793"/>
                  <a:pt x="7244" y="2793"/>
                </a:cubicBezTo>
                <a:cubicBezTo>
                  <a:pt x="7244" y="2868"/>
                  <a:pt x="7259" y="2928"/>
                  <a:pt x="7274" y="3003"/>
                </a:cubicBezTo>
                <a:lnTo>
                  <a:pt x="7334" y="2973"/>
                </a:lnTo>
                <a:cubicBezTo>
                  <a:pt x="7334" y="2973"/>
                  <a:pt x="7334" y="2958"/>
                  <a:pt x="7334" y="2958"/>
                </a:cubicBezTo>
                <a:cubicBezTo>
                  <a:pt x="7334" y="2913"/>
                  <a:pt x="7319" y="2868"/>
                  <a:pt x="7319" y="2823"/>
                </a:cubicBezTo>
                <a:cubicBezTo>
                  <a:pt x="7319" y="2808"/>
                  <a:pt x="7319" y="2779"/>
                  <a:pt x="7304" y="2764"/>
                </a:cubicBezTo>
                <a:close/>
                <a:moveTo>
                  <a:pt x="10515" y="3092"/>
                </a:moveTo>
                <a:lnTo>
                  <a:pt x="10470" y="3182"/>
                </a:lnTo>
                <a:cubicBezTo>
                  <a:pt x="10485" y="3167"/>
                  <a:pt x="10515" y="3152"/>
                  <a:pt x="10545" y="3137"/>
                </a:cubicBezTo>
                <a:cubicBezTo>
                  <a:pt x="10545" y="3122"/>
                  <a:pt x="10530" y="3107"/>
                  <a:pt x="10515" y="3092"/>
                </a:cubicBezTo>
                <a:close/>
                <a:moveTo>
                  <a:pt x="10351" y="3152"/>
                </a:moveTo>
                <a:cubicBezTo>
                  <a:pt x="10381" y="3182"/>
                  <a:pt x="10411" y="3212"/>
                  <a:pt x="10456" y="3242"/>
                </a:cubicBezTo>
                <a:lnTo>
                  <a:pt x="10470" y="3182"/>
                </a:lnTo>
                <a:lnTo>
                  <a:pt x="10470" y="3167"/>
                </a:lnTo>
                <a:cubicBezTo>
                  <a:pt x="10426" y="3167"/>
                  <a:pt x="10381" y="3152"/>
                  <a:pt x="10351" y="3152"/>
                </a:cubicBezTo>
                <a:close/>
                <a:moveTo>
                  <a:pt x="10919" y="3227"/>
                </a:moveTo>
                <a:cubicBezTo>
                  <a:pt x="10919" y="3256"/>
                  <a:pt x="10919" y="3271"/>
                  <a:pt x="10919" y="3286"/>
                </a:cubicBezTo>
                <a:cubicBezTo>
                  <a:pt x="10933" y="3286"/>
                  <a:pt x="10948" y="3271"/>
                  <a:pt x="10963" y="3256"/>
                </a:cubicBezTo>
                <a:cubicBezTo>
                  <a:pt x="10948" y="3242"/>
                  <a:pt x="10933" y="3242"/>
                  <a:pt x="10919" y="3227"/>
                </a:cubicBezTo>
                <a:close/>
                <a:moveTo>
                  <a:pt x="11539" y="2700"/>
                </a:moveTo>
                <a:cubicBezTo>
                  <a:pt x="11527" y="2700"/>
                  <a:pt x="11506" y="2707"/>
                  <a:pt x="11471" y="2719"/>
                </a:cubicBezTo>
                <a:cubicBezTo>
                  <a:pt x="11441" y="2734"/>
                  <a:pt x="11456" y="2764"/>
                  <a:pt x="11441" y="2793"/>
                </a:cubicBezTo>
                <a:cubicBezTo>
                  <a:pt x="11382" y="2823"/>
                  <a:pt x="11322" y="2853"/>
                  <a:pt x="11277" y="2883"/>
                </a:cubicBezTo>
                <a:cubicBezTo>
                  <a:pt x="11248" y="2874"/>
                  <a:pt x="11214" y="2840"/>
                  <a:pt x="11181" y="2840"/>
                </a:cubicBezTo>
                <a:cubicBezTo>
                  <a:pt x="11162" y="2840"/>
                  <a:pt x="11144" y="2851"/>
                  <a:pt x="11128" y="2883"/>
                </a:cubicBezTo>
                <a:cubicBezTo>
                  <a:pt x="11128" y="2913"/>
                  <a:pt x="11098" y="2928"/>
                  <a:pt x="11083" y="2928"/>
                </a:cubicBezTo>
                <a:cubicBezTo>
                  <a:pt x="11083" y="2928"/>
                  <a:pt x="11068" y="2943"/>
                  <a:pt x="11068" y="2943"/>
                </a:cubicBezTo>
                <a:cubicBezTo>
                  <a:pt x="11083" y="2973"/>
                  <a:pt x="11113" y="3003"/>
                  <a:pt x="11128" y="3032"/>
                </a:cubicBezTo>
                <a:cubicBezTo>
                  <a:pt x="11113" y="3047"/>
                  <a:pt x="11113" y="3077"/>
                  <a:pt x="11098" y="3092"/>
                </a:cubicBezTo>
                <a:cubicBezTo>
                  <a:pt x="11143" y="3092"/>
                  <a:pt x="11172" y="3107"/>
                  <a:pt x="11202" y="3107"/>
                </a:cubicBezTo>
                <a:cubicBezTo>
                  <a:pt x="11217" y="3107"/>
                  <a:pt x="11217" y="3122"/>
                  <a:pt x="11217" y="3122"/>
                </a:cubicBezTo>
                <a:cubicBezTo>
                  <a:pt x="11217" y="3137"/>
                  <a:pt x="11202" y="3152"/>
                  <a:pt x="11202" y="3167"/>
                </a:cubicBezTo>
                <a:cubicBezTo>
                  <a:pt x="11195" y="3160"/>
                  <a:pt x="11185" y="3150"/>
                  <a:pt x="11175" y="3150"/>
                </a:cubicBezTo>
                <a:cubicBezTo>
                  <a:pt x="11163" y="3150"/>
                  <a:pt x="11151" y="3163"/>
                  <a:pt x="11143" y="3212"/>
                </a:cubicBezTo>
                <a:cubicBezTo>
                  <a:pt x="11143" y="3212"/>
                  <a:pt x="11143" y="3227"/>
                  <a:pt x="11143" y="3227"/>
                </a:cubicBezTo>
                <a:lnTo>
                  <a:pt x="11202" y="3242"/>
                </a:lnTo>
                <a:cubicBezTo>
                  <a:pt x="11202" y="3256"/>
                  <a:pt x="11202" y="3256"/>
                  <a:pt x="11202" y="3271"/>
                </a:cubicBezTo>
                <a:cubicBezTo>
                  <a:pt x="11217" y="3286"/>
                  <a:pt x="11247" y="3301"/>
                  <a:pt x="11262" y="3301"/>
                </a:cubicBezTo>
                <a:lnTo>
                  <a:pt x="11307" y="3301"/>
                </a:lnTo>
                <a:cubicBezTo>
                  <a:pt x="11426" y="3256"/>
                  <a:pt x="11367" y="3152"/>
                  <a:pt x="11397" y="3077"/>
                </a:cubicBezTo>
                <a:cubicBezTo>
                  <a:pt x="11397" y="3062"/>
                  <a:pt x="11411" y="3032"/>
                  <a:pt x="11397" y="3017"/>
                </a:cubicBezTo>
                <a:lnTo>
                  <a:pt x="11397" y="3017"/>
                </a:lnTo>
                <a:cubicBezTo>
                  <a:pt x="11411" y="3032"/>
                  <a:pt x="11426" y="3032"/>
                  <a:pt x="11441" y="3032"/>
                </a:cubicBezTo>
                <a:cubicBezTo>
                  <a:pt x="11501" y="3032"/>
                  <a:pt x="11561" y="3017"/>
                  <a:pt x="11621" y="3017"/>
                </a:cubicBezTo>
                <a:cubicBezTo>
                  <a:pt x="11621" y="3003"/>
                  <a:pt x="11621" y="3003"/>
                  <a:pt x="11606" y="3003"/>
                </a:cubicBezTo>
                <a:cubicBezTo>
                  <a:pt x="11426" y="3003"/>
                  <a:pt x="11650" y="2913"/>
                  <a:pt x="11591" y="2883"/>
                </a:cubicBezTo>
                <a:cubicBezTo>
                  <a:pt x="11576" y="2853"/>
                  <a:pt x="11576" y="2823"/>
                  <a:pt x="11576" y="2793"/>
                </a:cubicBezTo>
                <a:cubicBezTo>
                  <a:pt x="11576" y="2793"/>
                  <a:pt x="11546" y="2779"/>
                  <a:pt x="11546" y="2764"/>
                </a:cubicBezTo>
                <a:cubicBezTo>
                  <a:pt x="11555" y="2718"/>
                  <a:pt x="11559" y="2700"/>
                  <a:pt x="11539" y="2700"/>
                </a:cubicBezTo>
                <a:close/>
                <a:moveTo>
                  <a:pt x="10799" y="3256"/>
                </a:moveTo>
                <a:cubicBezTo>
                  <a:pt x="10799" y="3271"/>
                  <a:pt x="10799" y="3271"/>
                  <a:pt x="10799" y="3286"/>
                </a:cubicBezTo>
                <a:cubicBezTo>
                  <a:pt x="10784" y="3301"/>
                  <a:pt x="10784" y="3331"/>
                  <a:pt x="10799" y="3346"/>
                </a:cubicBezTo>
                <a:cubicBezTo>
                  <a:pt x="10829" y="3361"/>
                  <a:pt x="10844" y="3361"/>
                  <a:pt x="10859" y="3376"/>
                </a:cubicBezTo>
                <a:cubicBezTo>
                  <a:pt x="10889" y="3376"/>
                  <a:pt x="10904" y="3376"/>
                  <a:pt x="10904" y="3346"/>
                </a:cubicBezTo>
                <a:cubicBezTo>
                  <a:pt x="10889" y="3331"/>
                  <a:pt x="10889" y="3331"/>
                  <a:pt x="10874" y="3316"/>
                </a:cubicBezTo>
                <a:cubicBezTo>
                  <a:pt x="10859" y="3301"/>
                  <a:pt x="10829" y="3271"/>
                  <a:pt x="10799" y="3256"/>
                </a:cubicBezTo>
                <a:close/>
                <a:moveTo>
                  <a:pt x="11038" y="3316"/>
                </a:moveTo>
                <a:cubicBezTo>
                  <a:pt x="11008" y="3316"/>
                  <a:pt x="10978" y="3331"/>
                  <a:pt x="10948" y="3346"/>
                </a:cubicBezTo>
                <a:cubicBezTo>
                  <a:pt x="10948" y="3361"/>
                  <a:pt x="10948" y="3391"/>
                  <a:pt x="10948" y="3406"/>
                </a:cubicBezTo>
                <a:lnTo>
                  <a:pt x="10978" y="3406"/>
                </a:lnTo>
                <a:cubicBezTo>
                  <a:pt x="10993" y="3376"/>
                  <a:pt x="11008" y="3346"/>
                  <a:pt x="11038" y="3316"/>
                </a:cubicBezTo>
                <a:close/>
                <a:moveTo>
                  <a:pt x="10799" y="3436"/>
                </a:moveTo>
                <a:cubicBezTo>
                  <a:pt x="10784" y="3451"/>
                  <a:pt x="10784" y="3466"/>
                  <a:pt x="10769" y="3480"/>
                </a:cubicBezTo>
                <a:cubicBezTo>
                  <a:pt x="10799" y="3480"/>
                  <a:pt x="10829" y="3466"/>
                  <a:pt x="10844" y="3451"/>
                </a:cubicBezTo>
                <a:cubicBezTo>
                  <a:pt x="10844" y="3451"/>
                  <a:pt x="10844" y="3451"/>
                  <a:pt x="10844" y="3436"/>
                </a:cubicBezTo>
                <a:close/>
                <a:moveTo>
                  <a:pt x="8523" y="2822"/>
                </a:moveTo>
                <a:cubicBezTo>
                  <a:pt x="8516" y="2822"/>
                  <a:pt x="8508" y="2822"/>
                  <a:pt x="8499" y="2823"/>
                </a:cubicBezTo>
                <a:cubicBezTo>
                  <a:pt x="8484" y="2868"/>
                  <a:pt x="8454" y="2928"/>
                  <a:pt x="8454" y="2973"/>
                </a:cubicBezTo>
                <a:cubicBezTo>
                  <a:pt x="8499" y="3152"/>
                  <a:pt x="8544" y="3316"/>
                  <a:pt x="8708" y="3406"/>
                </a:cubicBezTo>
                <a:cubicBezTo>
                  <a:pt x="8768" y="3436"/>
                  <a:pt x="8842" y="3451"/>
                  <a:pt x="8902" y="3466"/>
                </a:cubicBezTo>
                <a:cubicBezTo>
                  <a:pt x="8947" y="3480"/>
                  <a:pt x="8977" y="3495"/>
                  <a:pt x="9022" y="3495"/>
                </a:cubicBezTo>
                <a:cubicBezTo>
                  <a:pt x="9022" y="3480"/>
                  <a:pt x="9022" y="3451"/>
                  <a:pt x="9022" y="3436"/>
                </a:cubicBezTo>
                <a:cubicBezTo>
                  <a:pt x="8977" y="3376"/>
                  <a:pt x="8917" y="3346"/>
                  <a:pt x="8872" y="3316"/>
                </a:cubicBezTo>
                <a:cubicBezTo>
                  <a:pt x="8854" y="3310"/>
                  <a:pt x="8835" y="3306"/>
                  <a:pt x="8818" y="3306"/>
                </a:cubicBezTo>
                <a:cubicBezTo>
                  <a:pt x="8793" y="3306"/>
                  <a:pt x="8770" y="3314"/>
                  <a:pt x="8753" y="3331"/>
                </a:cubicBezTo>
                <a:cubicBezTo>
                  <a:pt x="8753" y="3286"/>
                  <a:pt x="8723" y="3256"/>
                  <a:pt x="8693" y="3227"/>
                </a:cubicBezTo>
                <a:cubicBezTo>
                  <a:pt x="8633" y="3182"/>
                  <a:pt x="8604" y="3107"/>
                  <a:pt x="8604" y="3032"/>
                </a:cubicBezTo>
                <a:cubicBezTo>
                  <a:pt x="8618" y="3017"/>
                  <a:pt x="8618" y="3003"/>
                  <a:pt x="8604" y="2988"/>
                </a:cubicBezTo>
                <a:cubicBezTo>
                  <a:pt x="8575" y="2931"/>
                  <a:pt x="8640" y="2822"/>
                  <a:pt x="8523" y="2822"/>
                </a:cubicBezTo>
                <a:close/>
                <a:moveTo>
                  <a:pt x="10232" y="3421"/>
                </a:moveTo>
                <a:lnTo>
                  <a:pt x="10232" y="3421"/>
                </a:lnTo>
                <a:cubicBezTo>
                  <a:pt x="10157" y="3436"/>
                  <a:pt x="10127" y="3451"/>
                  <a:pt x="10097" y="3466"/>
                </a:cubicBezTo>
                <a:cubicBezTo>
                  <a:pt x="10097" y="3466"/>
                  <a:pt x="10112" y="3480"/>
                  <a:pt x="10112" y="3495"/>
                </a:cubicBezTo>
                <a:cubicBezTo>
                  <a:pt x="10142" y="3480"/>
                  <a:pt x="10172" y="3466"/>
                  <a:pt x="10232" y="3421"/>
                </a:cubicBezTo>
                <a:close/>
                <a:moveTo>
                  <a:pt x="11815" y="3391"/>
                </a:moveTo>
                <a:cubicBezTo>
                  <a:pt x="11800" y="3421"/>
                  <a:pt x="11785" y="3451"/>
                  <a:pt x="11770" y="3466"/>
                </a:cubicBezTo>
                <a:cubicBezTo>
                  <a:pt x="11770" y="3480"/>
                  <a:pt x="11800" y="3510"/>
                  <a:pt x="11815" y="3510"/>
                </a:cubicBezTo>
                <a:cubicBezTo>
                  <a:pt x="11845" y="3510"/>
                  <a:pt x="11860" y="3480"/>
                  <a:pt x="11889" y="3451"/>
                </a:cubicBezTo>
                <a:cubicBezTo>
                  <a:pt x="11860" y="3436"/>
                  <a:pt x="11830" y="3421"/>
                  <a:pt x="11815" y="3391"/>
                </a:cubicBezTo>
                <a:close/>
                <a:moveTo>
                  <a:pt x="11217" y="3436"/>
                </a:moveTo>
                <a:cubicBezTo>
                  <a:pt x="11217" y="3466"/>
                  <a:pt x="11217" y="3495"/>
                  <a:pt x="11202" y="3510"/>
                </a:cubicBezTo>
                <a:cubicBezTo>
                  <a:pt x="11232" y="3525"/>
                  <a:pt x="11247" y="3540"/>
                  <a:pt x="11262" y="3540"/>
                </a:cubicBezTo>
                <a:cubicBezTo>
                  <a:pt x="11247" y="3510"/>
                  <a:pt x="11232" y="3480"/>
                  <a:pt x="11217" y="3436"/>
                </a:cubicBezTo>
                <a:close/>
                <a:moveTo>
                  <a:pt x="9853" y="2808"/>
                </a:moveTo>
                <a:cubicBezTo>
                  <a:pt x="9815" y="2808"/>
                  <a:pt x="9788" y="2828"/>
                  <a:pt x="9769" y="2868"/>
                </a:cubicBezTo>
                <a:cubicBezTo>
                  <a:pt x="9798" y="2928"/>
                  <a:pt x="9739" y="2958"/>
                  <a:pt x="9724" y="3003"/>
                </a:cubicBezTo>
                <a:cubicBezTo>
                  <a:pt x="9739" y="3092"/>
                  <a:pt x="9709" y="3152"/>
                  <a:pt x="9649" y="3197"/>
                </a:cubicBezTo>
                <a:cubicBezTo>
                  <a:pt x="9574" y="3256"/>
                  <a:pt x="9530" y="3316"/>
                  <a:pt x="9485" y="3376"/>
                </a:cubicBezTo>
                <a:cubicBezTo>
                  <a:pt x="9470" y="3391"/>
                  <a:pt x="9455" y="3391"/>
                  <a:pt x="9455" y="3406"/>
                </a:cubicBezTo>
                <a:cubicBezTo>
                  <a:pt x="9425" y="3451"/>
                  <a:pt x="9365" y="3480"/>
                  <a:pt x="9395" y="3555"/>
                </a:cubicBezTo>
                <a:cubicBezTo>
                  <a:pt x="9410" y="3560"/>
                  <a:pt x="9425" y="3562"/>
                  <a:pt x="9440" y="3562"/>
                </a:cubicBezTo>
                <a:cubicBezTo>
                  <a:pt x="9470" y="3562"/>
                  <a:pt x="9500" y="3555"/>
                  <a:pt x="9530" y="3555"/>
                </a:cubicBezTo>
                <a:cubicBezTo>
                  <a:pt x="9619" y="3451"/>
                  <a:pt x="9709" y="3346"/>
                  <a:pt x="9798" y="3242"/>
                </a:cubicBezTo>
                <a:cubicBezTo>
                  <a:pt x="9843" y="3182"/>
                  <a:pt x="9858" y="3107"/>
                  <a:pt x="9888" y="3032"/>
                </a:cubicBezTo>
                <a:cubicBezTo>
                  <a:pt x="9918" y="2988"/>
                  <a:pt x="9873" y="2913"/>
                  <a:pt x="9918" y="2868"/>
                </a:cubicBezTo>
                <a:cubicBezTo>
                  <a:pt x="9933" y="2853"/>
                  <a:pt x="9918" y="2838"/>
                  <a:pt x="9918" y="2823"/>
                </a:cubicBezTo>
                <a:cubicBezTo>
                  <a:pt x="9893" y="2813"/>
                  <a:pt x="9871" y="2808"/>
                  <a:pt x="9853" y="2808"/>
                </a:cubicBezTo>
                <a:close/>
                <a:moveTo>
                  <a:pt x="9231" y="3525"/>
                </a:moveTo>
                <a:cubicBezTo>
                  <a:pt x="9216" y="3555"/>
                  <a:pt x="9216" y="3585"/>
                  <a:pt x="9201" y="3600"/>
                </a:cubicBezTo>
                <a:lnTo>
                  <a:pt x="9305" y="3600"/>
                </a:lnTo>
                <a:cubicBezTo>
                  <a:pt x="9291" y="3585"/>
                  <a:pt x="9261" y="3555"/>
                  <a:pt x="9231" y="3525"/>
                </a:cubicBezTo>
                <a:close/>
                <a:moveTo>
                  <a:pt x="10575" y="3540"/>
                </a:moveTo>
                <a:cubicBezTo>
                  <a:pt x="10560" y="3555"/>
                  <a:pt x="10545" y="3555"/>
                  <a:pt x="10530" y="3570"/>
                </a:cubicBezTo>
                <a:cubicBezTo>
                  <a:pt x="10530" y="3585"/>
                  <a:pt x="10545" y="3600"/>
                  <a:pt x="10545" y="3600"/>
                </a:cubicBezTo>
                <a:cubicBezTo>
                  <a:pt x="10575" y="3600"/>
                  <a:pt x="10590" y="3585"/>
                  <a:pt x="10605" y="3570"/>
                </a:cubicBezTo>
                <a:cubicBezTo>
                  <a:pt x="10590" y="3555"/>
                  <a:pt x="10575" y="3540"/>
                  <a:pt x="10575" y="3540"/>
                </a:cubicBezTo>
                <a:close/>
                <a:moveTo>
                  <a:pt x="10993" y="3391"/>
                </a:moveTo>
                <a:cubicBezTo>
                  <a:pt x="10978" y="3421"/>
                  <a:pt x="10948" y="3436"/>
                  <a:pt x="10933" y="3466"/>
                </a:cubicBezTo>
                <a:cubicBezTo>
                  <a:pt x="10933" y="3480"/>
                  <a:pt x="10933" y="3495"/>
                  <a:pt x="10948" y="3510"/>
                </a:cubicBezTo>
                <a:cubicBezTo>
                  <a:pt x="10963" y="3540"/>
                  <a:pt x="10993" y="3570"/>
                  <a:pt x="11008" y="3600"/>
                </a:cubicBezTo>
                <a:cubicBezTo>
                  <a:pt x="11031" y="3641"/>
                  <a:pt x="11047" y="3656"/>
                  <a:pt x="11059" y="3656"/>
                </a:cubicBezTo>
                <a:cubicBezTo>
                  <a:pt x="11087" y="3656"/>
                  <a:pt x="11097" y="3580"/>
                  <a:pt x="11128" y="3570"/>
                </a:cubicBezTo>
                <a:cubicBezTo>
                  <a:pt x="11128" y="3555"/>
                  <a:pt x="11143" y="3540"/>
                  <a:pt x="11143" y="3525"/>
                </a:cubicBezTo>
                <a:cubicBezTo>
                  <a:pt x="11172" y="3451"/>
                  <a:pt x="11172" y="3406"/>
                  <a:pt x="11098" y="3391"/>
                </a:cubicBezTo>
                <a:close/>
                <a:moveTo>
                  <a:pt x="538" y="2823"/>
                </a:moveTo>
                <a:cubicBezTo>
                  <a:pt x="508" y="2868"/>
                  <a:pt x="434" y="2913"/>
                  <a:pt x="449" y="2958"/>
                </a:cubicBezTo>
                <a:cubicBezTo>
                  <a:pt x="464" y="3107"/>
                  <a:pt x="449" y="3256"/>
                  <a:pt x="314" y="3361"/>
                </a:cubicBezTo>
                <a:cubicBezTo>
                  <a:pt x="314" y="3361"/>
                  <a:pt x="329" y="3391"/>
                  <a:pt x="344" y="3406"/>
                </a:cubicBezTo>
                <a:lnTo>
                  <a:pt x="284" y="3436"/>
                </a:lnTo>
                <a:cubicBezTo>
                  <a:pt x="210" y="3480"/>
                  <a:pt x="120" y="3510"/>
                  <a:pt x="135" y="3630"/>
                </a:cubicBezTo>
                <a:cubicBezTo>
                  <a:pt x="159" y="3646"/>
                  <a:pt x="184" y="3658"/>
                  <a:pt x="206" y="3658"/>
                </a:cubicBezTo>
                <a:cubicBezTo>
                  <a:pt x="224" y="3658"/>
                  <a:pt x="241" y="3650"/>
                  <a:pt x="254" y="3630"/>
                </a:cubicBezTo>
                <a:cubicBezTo>
                  <a:pt x="284" y="3585"/>
                  <a:pt x="344" y="3585"/>
                  <a:pt x="374" y="3555"/>
                </a:cubicBezTo>
                <a:cubicBezTo>
                  <a:pt x="389" y="3540"/>
                  <a:pt x="389" y="3525"/>
                  <a:pt x="389" y="3495"/>
                </a:cubicBezTo>
                <a:cubicBezTo>
                  <a:pt x="389" y="3495"/>
                  <a:pt x="389" y="3495"/>
                  <a:pt x="389" y="3480"/>
                </a:cubicBezTo>
                <a:cubicBezTo>
                  <a:pt x="464" y="3466"/>
                  <a:pt x="493" y="3391"/>
                  <a:pt x="553" y="3331"/>
                </a:cubicBezTo>
                <a:cubicBezTo>
                  <a:pt x="568" y="3316"/>
                  <a:pt x="553" y="3286"/>
                  <a:pt x="538" y="3271"/>
                </a:cubicBezTo>
                <a:cubicBezTo>
                  <a:pt x="568" y="3256"/>
                  <a:pt x="583" y="3242"/>
                  <a:pt x="583" y="3212"/>
                </a:cubicBezTo>
                <a:cubicBezTo>
                  <a:pt x="583" y="3197"/>
                  <a:pt x="583" y="3167"/>
                  <a:pt x="583" y="3137"/>
                </a:cubicBezTo>
                <a:cubicBezTo>
                  <a:pt x="583" y="3122"/>
                  <a:pt x="583" y="3122"/>
                  <a:pt x="568" y="3107"/>
                </a:cubicBezTo>
                <a:cubicBezTo>
                  <a:pt x="553" y="3017"/>
                  <a:pt x="658" y="2973"/>
                  <a:pt x="628" y="2883"/>
                </a:cubicBezTo>
                <a:cubicBezTo>
                  <a:pt x="598" y="2868"/>
                  <a:pt x="568" y="2853"/>
                  <a:pt x="538" y="2823"/>
                </a:cubicBezTo>
                <a:close/>
                <a:moveTo>
                  <a:pt x="11658" y="3160"/>
                </a:moveTo>
                <a:cubicBezTo>
                  <a:pt x="11639" y="3160"/>
                  <a:pt x="11616" y="3167"/>
                  <a:pt x="11606" y="3167"/>
                </a:cubicBezTo>
                <a:cubicBezTo>
                  <a:pt x="11606" y="3197"/>
                  <a:pt x="11606" y="3212"/>
                  <a:pt x="11606" y="3242"/>
                </a:cubicBezTo>
                <a:cubicBezTo>
                  <a:pt x="11591" y="3256"/>
                  <a:pt x="11591" y="3271"/>
                  <a:pt x="11591" y="3286"/>
                </a:cubicBezTo>
                <a:cubicBezTo>
                  <a:pt x="11546" y="3271"/>
                  <a:pt x="11516" y="3242"/>
                  <a:pt x="11486" y="3227"/>
                </a:cubicBezTo>
                <a:cubicBezTo>
                  <a:pt x="11426" y="3256"/>
                  <a:pt x="11352" y="3286"/>
                  <a:pt x="11292" y="3316"/>
                </a:cubicBezTo>
                <a:cubicBezTo>
                  <a:pt x="11277" y="3331"/>
                  <a:pt x="11262" y="3346"/>
                  <a:pt x="11262" y="3361"/>
                </a:cubicBezTo>
                <a:cubicBezTo>
                  <a:pt x="11277" y="3406"/>
                  <a:pt x="11277" y="3466"/>
                  <a:pt x="11322" y="3480"/>
                </a:cubicBezTo>
                <a:cubicBezTo>
                  <a:pt x="11352" y="3495"/>
                  <a:pt x="11411" y="3495"/>
                  <a:pt x="11367" y="3555"/>
                </a:cubicBezTo>
                <a:cubicBezTo>
                  <a:pt x="11367" y="3570"/>
                  <a:pt x="11382" y="3570"/>
                  <a:pt x="11397" y="3570"/>
                </a:cubicBezTo>
                <a:cubicBezTo>
                  <a:pt x="11403" y="3583"/>
                  <a:pt x="11414" y="3587"/>
                  <a:pt x="11428" y="3587"/>
                </a:cubicBezTo>
                <a:cubicBezTo>
                  <a:pt x="11453" y="3587"/>
                  <a:pt x="11484" y="3574"/>
                  <a:pt x="11508" y="3574"/>
                </a:cubicBezTo>
                <a:cubicBezTo>
                  <a:pt x="11534" y="3574"/>
                  <a:pt x="11550" y="3590"/>
                  <a:pt x="11531" y="3660"/>
                </a:cubicBezTo>
                <a:cubicBezTo>
                  <a:pt x="11538" y="3667"/>
                  <a:pt x="11550" y="3671"/>
                  <a:pt x="11559" y="3671"/>
                </a:cubicBezTo>
                <a:cubicBezTo>
                  <a:pt x="11568" y="3671"/>
                  <a:pt x="11576" y="3667"/>
                  <a:pt x="11576" y="3660"/>
                </a:cubicBezTo>
                <a:cubicBezTo>
                  <a:pt x="11591" y="3600"/>
                  <a:pt x="11606" y="3555"/>
                  <a:pt x="11606" y="3510"/>
                </a:cubicBezTo>
                <a:cubicBezTo>
                  <a:pt x="11591" y="3495"/>
                  <a:pt x="11546" y="3510"/>
                  <a:pt x="11531" y="3480"/>
                </a:cubicBezTo>
                <a:lnTo>
                  <a:pt x="11561" y="3480"/>
                </a:lnTo>
                <a:cubicBezTo>
                  <a:pt x="11546" y="3451"/>
                  <a:pt x="11531" y="3436"/>
                  <a:pt x="11531" y="3406"/>
                </a:cubicBezTo>
                <a:lnTo>
                  <a:pt x="11635" y="3406"/>
                </a:lnTo>
                <a:lnTo>
                  <a:pt x="11725" y="3331"/>
                </a:lnTo>
                <a:cubicBezTo>
                  <a:pt x="11695" y="3316"/>
                  <a:pt x="11680" y="3316"/>
                  <a:pt x="11665" y="3316"/>
                </a:cubicBezTo>
                <a:cubicBezTo>
                  <a:pt x="11665" y="3286"/>
                  <a:pt x="11680" y="3271"/>
                  <a:pt x="11680" y="3242"/>
                </a:cubicBezTo>
                <a:cubicBezTo>
                  <a:pt x="11680" y="3212"/>
                  <a:pt x="11695" y="3182"/>
                  <a:pt x="11680" y="3167"/>
                </a:cubicBezTo>
                <a:cubicBezTo>
                  <a:pt x="11675" y="3162"/>
                  <a:pt x="11667" y="3160"/>
                  <a:pt x="11658" y="3160"/>
                </a:cubicBezTo>
                <a:close/>
                <a:moveTo>
                  <a:pt x="7684" y="2985"/>
                </a:moveTo>
                <a:cubicBezTo>
                  <a:pt x="7607" y="2985"/>
                  <a:pt x="7530" y="3017"/>
                  <a:pt x="7453" y="3017"/>
                </a:cubicBezTo>
                <a:lnTo>
                  <a:pt x="7409" y="3017"/>
                </a:lnTo>
                <a:cubicBezTo>
                  <a:pt x="7387" y="3039"/>
                  <a:pt x="7365" y="3053"/>
                  <a:pt x="7343" y="3053"/>
                </a:cubicBezTo>
                <a:cubicBezTo>
                  <a:pt x="7335" y="3053"/>
                  <a:pt x="7327" y="3051"/>
                  <a:pt x="7319" y="3047"/>
                </a:cubicBezTo>
                <a:cubicBezTo>
                  <a:pt x="7259" y="3062"/>
                  <a:pt x="7304" y="3122"/>
                  <a:pt x="7274" y="3152"/>
                </a:cubicBezTo>
                <a:cubicBezTo>
                  <a:pt x="7229" y="3167"/>
                  <a:pt x="7200" y="3197"/>
                  <a:pt x="7155" y="3227"/>
                </a:cubicBezTo>
                <a:cubicBezTo>
                  <a:pt x="7125" y="3256"/>
                  <a:pt x="7065" y="3271"/>
                  <a:pt x="7125" y="3331"/>
                </a:cubicBezTo>
                <a:lnTo>
                  <a:pt x="7155" y="3331"/>
                </a:lnTo>
                <a:cubicBezTo>
                  <a:pt x="7205" y="3331"/>
                  <a:pt x="7248" y="3278"/>
                  <a:pt x="7293" y="3278"/>
                </a:cubicBezTo>
                <a:cubicBezTo>
                  <a:pt x="7316" y="3278"/>
                  <a:pt x="7339" y="3291"/>
                  <a:pt x="7364" y="3331"/>
                </a:cubicBezTo>
                <a:cubicBezTo>
                  <a:pt x="7424" y="3376"/>
                  <a:pt x="7498" y="3391"/>
                  <a:pt x="7558" y="3421"/>
                </a:cubicBezTo>
                <a:cubicBezTo>
                  <a:pt x="7573" y="3428"/>
                  <a:pt x="7584" y="3432"/>
                  <a:pt x="7593" y="3432"/>
                </a:cubicBezTo>
                <a:cubicBezTo>
                  <a:pt x="7603" y="3432"/>
                  <a:pt x="7610" y="3428"/>
                  <a:pt x="7618" y="3421"/>
                </a:cubicBezTo>
                <a:cubicBezTo>
                  <a:pt x="7638" y="3416"/>
                  <a:pt x="7659" y="3414"/>
                  <a:pt x="7681" y="3414"/>
                </a:cubicBezTo>
                <a:cubicBezTo>
                  <a:pt x="7726" y="3414"/>
                  <a:pt x="7772" y="3421"/>
                  <a:pt x="7812" y="3421"/>
                </a:cubicBezTo>
                <a:lnTo>
                  <a:pt x="7842" y="3421"/>
                </a:lnTo>
                <a:cubicBezTo>
                  <a:pt x="7976" y="3421"/>
                  <a:pt x="8081" y="3466"/>
                  <a:pt x="8140" y="3600"/>
                </a:cubicBezTo>
                <a:cubicBezTo>
                  <a:pt x="8151" y="3644"/>
                  <a:pt x="8186" y="3671"/>
                  <a:pt x="8222" y="3671"/>
                </a:cubicBezTo>
                <a:cubicBezTo>
                  <a:pt x="8235" y="3671"/>
                  <a:pt x="8248" y="3668"/>
                  <a:pt x="8260" y="3660"/>
                </a:cubicBezTo>
                <a:cubicBezTo>
                  <a:pt x="8335" y="3630"/>
                  <a:pt x="8260" y="3585"/>
                  <a:pt x="8245" y="3540"/>
                </a:cubicBezTo>
                <a:cubicBezTo>
                  <a:pt x="8245" y="3510"/>
                  <a:pt x="8230" y="3480"/>
                  <a:pt x="8215" y="3451"/>
                </a:cubicBezTo>
                <a:cubicBezTo>
                  <a:pt x="8215" y="3436"/>
                  <a:pt x="8200" y="3436"/>
                  <a:pt x="8185" y="3436"/>
                </a:cubicBezTo>
                <a:cubicBezTo>
                  <a:pt x="8155" y="3391"/>
                  <a:pt x="8140" y="3361"/>
                  <a:pt x="8111" y="3316"/>
                </a:cubicBezTo>
                <a:cubicBezTo>
                  <a:pt x="8126" y="3286"/>
                  <a:pt x="8096" y="3256"/>
                  <a:pt x="8081" y="3227"/>
                </a:cubicBezTo>
                <a:cubicBezTo>
                  <a:pt x="8036" y="3137"/>
                  <a:pt x="7931" y="3122"/>
                  <a:pt x="7872" y="3062"/>
                </a:cubicBezTo>
                <a:cubicBezTo>
                  <a:pt x="7827" y="3032"/>
                  <a:pt x="7782" y="3003"/>
                  <a:pt x="7722" y="2988"/>
                </a:cubicBezTo>
                <a:cubicBezTo>
                  <a:pt x="7709" y="2985"/>
                  <a:pt x="7697" y="2985"/>
                  <a:pt x="7684" y="2985"/>
                </a:cubicBezTo>
                <a:close/>
                <a:moveTo>
                  <a:pt x="9948" y="3719"/>
                </a:moveTo>
                <a:cubicBezTo>
                  <a:pt x="9948" y="3719"/>
                  <a:pt x="9948" y="3734"/>
                  <a:pt x="9948" y="3734"/>
                </a:cubicBezTo>
                <a:cubicBezTo>
                  <a:pt x="9978" y="3749"/>
                  <a:pt x="10007" y="3749"/>
                  <a:pt x="10037" y="3764"/>
                </a:cubicBezTo>
                <a:cubicBezTo>
                  <a:pt x="10052" y="3749"/>
                  <a:pt x="10052" y="3734"/>
                  <a:pt x="10052" y="3719"/>
                </a:cubicBezTo>
                <a:close/>
                <a:moveTo>
                  <a:pt x="11158" y="3719"/>
                </a:moveTo>
                <a:lnTo>
                  <a:pt x="11158" y="3719"/>
                </a:lnTo>
                <a:cubicBezTo>
                  <a:pt x="11172" y="3749"/>
                  <a:pt x="11172" y="3779"/>
                  <a:pt x="11187" y="3809"/>
                </a:cubicBezTo>
                <a:cubicBezTo>
                  <a:pt x="11187" y="3794"/>
                  <a:pt x="11202" y="3779"/>
                  <a:pt x="11202" y="3779"/>
                </a:cubicBezTo>
                <a:cubicBezTo>
                  <a:pt x="11187" y="3764"/>
                  <a:pt x="11172" y="3734"/>
                  <a:pt x="11158" y="3719"/>
                </a:cubicBezTo>
                <a:close/>
                <a:moveTo>
                  <a:pt x="10470" y="3869"/>
                </a:moveTo>
                <a:cubicBezTo>
                  <a:pt x="10456" y="3869"/>
                  <a:pt x="10441" y="3899"/>
                  <a:pt x="10426" y="3899"/>
                </a:cubicBezTo>
                <a:cubicBezTo>
                  <a:pt x="10436" y="3909"/>
                  <a:pt x="10447" y="3920"/>
                  <a:pt x="10457" y="3920"/>
                </a:cubicBezTo>
                <a:cubicBezTo>
                  <a:pt x="10462" y="3920"/>
                  <a:pt x="10466" y="3918"/>
                  <a:pt x="10470" y="3914"/>
                </a:cubicBezTo>
                <a:cubicBezTo>
                  <a:pt x="10485" y="3914"/>
                  <a:pt x="10500" y="3914"/>
                  <a:pt x="10530" y="3884"/>
                </a:cubicBezTo>
                <a:cubicBezTo>
                  <a:pt x="10500" y="3869"/>
                  <a:pt x="10470" y="3869"/>
                  <a:pt x="10470" y="3869"/>
                </a:cubicBezTo>
                <a:close/>
                <a:moveTo>
                  <a:pt x="269" y="3869"/>
                </a:moveTo>
                <a:cubicBezTo>
                  <a:pt x="254" y="3869"/>
                  <a:pt x="225" y="3884"/>
                  <a:pt x="210" y="3899"/>
                </a:cubicBezTo>
                <a:cubicBezTo>
                  <a:pt x="225" y="3914"/>
                  <a:pt x="239" y="3929"/>
                  <a:pt x="254" y="3944"/>
                </a:cubicBezTo>
                <a:cubicBezTo>
                  <a:pt x="284" y="3929"/>
                  <a:pt x="314" y="3929"/>
                  <a:pt x="329" y="3914"/>
                </a:cubicBezTo>
                <a:cubicBezTo>
                  <a:pt x="314" y="3899"/>
                  <a:pt x="284" y="3884"/>
                  <a:pt x="269" y="3869"/>
                </a:cubicBezTo>
                <a:close/>
                <a:moveTo>
                  <a:pt x="11083" y="3828"/>
                </a:moveTo>
                <a:cubicBezTo>
                  <a:pt x="11022" y="3828"/>
                  <a:pt x="11015" y="3906"/>
                  <a:pt x="10978" y="3944"/>
                </a:cubicBezTo>
                <a:cubicBezTo>
                  <a:pt x="10978" y="3958"/>
                  <a:pt x="10993" y="3958"/>
                  <a:pt x="10993" y="3958"/>
                </a:cubicBezTo>
                <a:cubicBezTo>
                  <a:pt x="10993" y="3958"/>
                  <a:pt x="10978" y="3973"/>
                  <a:pt x="10978" y="3973"/>
                </a:cubicBezTo>
                <a:cubicBezTo>
                  <a:pt x="10963" y="3988"/>
                  <a:pt x="10963" y="4003"/>
                  <a:pt x="10978" y="4018"/>
                </a:cubicBezTo>
                <a:cubicBezTo>
                  <a:pt x="10991" y="4023"/>
                  <a:pt x="11003" y="4024"/>
                  <a:pt x="11014" y="4024"/>
                </a:cubicBezTo>
                <a:cubicBezTo>
                  <a:pt x="11041" y="4024"/>
                  <a:pt x="11062" y="4014"/>
                  <a:pt x="11083" y="4003"/>
                </a:cubicBezTo>
                <a:cubicBezTo>
                  <a:pt x="11098" y="3973"/>
                  <a:pt x="11113" y="3958"/>
                  <a:pt x="11098" y="3929"/>
                </a:cubicBezTo>
                <a:cubicBezTo>
                  <a:pt x="11113" y="3899"/>
                  <a:pt x="11113" y="3884"/>
                  <a:pt x="11128" y="3869"/>
                </a:cubicBezTo>
                <a:cubicBezTo>
                  <a:pt x="11128" y="3854"/>
                  <a:pt x="11128" y="3839"/>
                  <a:pt x="11128" y="3839"/>
                </a:cubicBezTo>
                <a:cubicBezTo>
                  <a:pt x="11110" y="3831"/>
                  <a:pt x="11095" y="3828"/>
                  <a:pt x="11083" y="3828"/>
                </a:cubicBezTo>
                <a:close/>
                <a:moveTo>
                  <a:pt x="10889" y="3540"/>
                </a:moveTo>
                <a:cubicBezTo>
                  <a:pt x="10829" y="3645"/>
                  <a:pt x="10754" y="3749"/>
                  <a:pt x="10695" y="3854"/>
                </a:cubicBezTo>
                <a:lnTo>
                  <a:pt x="10680" y="3869"/>
                </a:lnTo>
                <a:cubicBezTo>
                  <a:pt x="10665" y="3914"/>
                  <a:pt x="10650" y="3944"/>
                  <a:pt x="10635" y="3973"/>
                </a:cubicBezTo>
                <a:cubicBezTo>
                  <a:pt x="10650" y="4003"/>
                  <a:pt x="10680" y="4033"/>
                  <a:pt x="10695" y="4063"/>
                </a:cubicBezTo>
                <a:cubicBezTo>
                  <a:pt x="10695" y="4048"/>
                  <a:pt x="10695" y="4018"/>
                  <a:pt x="10695" y="3988"/>
                </a:cubicBezTo>
                <a:cubicBezTo>
                  <a:pt x="10709" y="4003"/>
                  <a:pt x="10739" y="4003"/>
                  <a:pt x="10754" y="4003"/>
                </a:cubicBezTo>
                <a:cubicBezTo>
                  <a:pt x="10769" y="3988"/>
                  <a:pt x="10784" y="3988"/>
                  <a:pt x="10799" y="3973"/>
                </a:cubicBezTo>
                <a:lnTo>
                  <a:pt x="10874" y="3914"/>
                </a:lnTo>
                <a:lnTo>
                  <a:pt x="10829" y="3839"/>
                </a:lnTo>
                <a:lnTo>
                  <a:pt x="10948" y="3809"/>
                </a:lnTo>
                <a:cubicBezTo>
                  <a:pt x="10933" y="3794"/>
                  <a:pt x="10933" y="3794"/>
                  <a:pt x="10919" y="3794"/>
                </a:cubicBezTo>
                <a:lnTo>
                  <a:pt x="10859" y="3794"/>
                </a:lnTo>
                <a:cubicBezTo>
                  <a:pt x="10874" y="3749"/>
                  <a:pt x="10889" y="3705"/>
                  <a:pt x="10904" y="3660"/>
                </a:cubicBezTo>
                <a:cubicBezTo>
                  <a:pt x="10919" y="3630"/>
                  <a:pt x="10919" y="3585"/>
                  <a:pt x="10889" y="3540"/>
                </a:cubicBezTo>
                <a:close/>
                <a:moveTo>
                  <a:pt x="60" y="3899"/>
                </a:moveTo>
                <a:cubicBezTo>
                  <a:pt x="45" y="3973"/>
                  <a:pt x="15" y="4063"/>
                  <a:pt x="0" y="4153"/>
                </a:cubicBezTo>
                <a:cubicBezTo>
                  <a:pt x="0" y="4153"/>
                  <a:pt x="15" y="4168"/>
                  <a:pt x="30" y="4168"/>
                </a:cubicBezTo>
                <a:cubicBezTo>
                  <a:pt x="105" y="4153"/>
                  <a:pt x="135" y="4093"/>
                  <a:pt x="135" y="4033"/>
                </a:cubicBezTo>
                <a:cubicBezTo>
                  <a:pt x="210" y="3973"/>
                  <a:pt x="210" y="3944"/>
                  <a:pt x="120" y="3914"/>
                </a:cubicBezTo>
                <a:cubicBezTo>
                  <a:pt x="90" y="3914"/>
                  <a:pt x="75" y="3899"/>
                  <a:pt x="60" y="3899"/>
                </a:cubicBezTo>
                <a:close/>
                <a:moveTo>
                  <a:pt x="11471" y="3779"/>
                </a:moveTo>
                <a:cubicBezTo>
                  <a:pt x="11456" y="3809"/>
                  <a:pt x="11426" y="3824"/>
                  <a:pt x="11411" y="3839"/>
                </a:cubicBezTo>
                <a:lnTo>
                  <a:pt x="11337" y="3869"/>
                </a:lnTo>
                <a:cubicBezTo>
                  <a:pt x="11331" y="3867"/>
                  <a:pt x="11325" y="3866"/>
                  <a:pt x="11321" y="3866"/>
                </a:cubicBezTo>
                <a:cubicBezTo>
                  <a:pt x="11292" y="3866"/>
                  <a:pt x="11290" y="3903"/>
                  <a:pt x="11277" y="3929"/>
                </a:cubicBezTo>
                <a:lnTo>
                  <a:pt x="11277" y="3899"/>
                </a:lnTo>
                <a:cubicBezTo>
                  <a:pt x="11232" y="3899"/>
                  <a:pt x="11202" y="3914"/>
                  <a:pt x="11158" y="3914"/>
                </a:cubicBezTo>
                <a:cubicBezTo>
                  <a:pt x="11158" y="3914"/>
                  <a:pt x="11172" y="3929"/>
                  <a:pt x="11172" y="3929"/>
                </a:cubicBezTo>
                <a:lnTo>
                  <a:pt x="11262" y="3944"/>
                </a:lnTo>
                <a:cubicBezTo>
                  <a:pt x="11247" y="3958"/>
                  <a:pt x="11247" y="3958"/>
                  <a:pt x="11247" y="3973"/>
                </a:cubicBezTo>
                <a:cubicBezTo>
                  <a:pt x="11247" y="4003"/>
                  <a:pt x="11262" y="4018"/>
                  <a:pt x="11277" y="4048"/>
                </a:cubicBezTo>
                <a:cubicBezTo>
                  <a:pt x="11277" y="4048"/>
                  <a:pt x="11277" y="4063"/>
                  <a:pt x="11277" y="4063"/>
                </a:cubicBezTo>
                <a:cubicBezTo>
                  <a:pt x="11277" y="4063"/>
                  <a:pt x="11277" y="4048"/>
                  <a:pt x="11262" y="4048"/>
                </a:cubicBezTo>
                <a:cubicBezTo>
                  <a:pt x="11247" y="4048"/>
                  <a:pt x="11232" y="4048"/>
                  <a:pt x="11202" y="4063"/>
                </a:cubicBezTo>
                <a:cubicBezTo>
                  <a:pt x="11187" y="4108"/>
                  <a:pt x="11217" y="4138"/>
                  <a:pt x="11232" y="4182"/>
                </a:cubicBezTo>
                <a:cubicBezTo>
                  <a:pt x="11232" y="4182"/>
                  <a:pt x="11247" y="4197"/>
                  <a:pt x="11232" y="4197"/>
                </a:cubicBezTo>
                <a:cubicBezTo>
                  <a:pt x="11251" y="4210"/>
                  <a:pt x="11265" y="4215"/>
                  <a:pt x="11275" y="4215"/>
                </a:cubicBezTo>
                <a:cubicBezTo>
                  <a:pt x="11290" y="4215"/>
                  <a:pt x="11298" y="4206"/>
                  <a:pt x="11307" y="4197"/>
                </a:cubicBezTo>
                <a:cubicBezTo>
                  <a:pt x="11307" y="4212"/>
                  <a:pt x="11307" y="4227"/>
                  <a:pt x="11322" y="4242"/>
                </a:cubicBezTo>
                <a:cubicBezTo>
                  <a:pt x="11337" y="4250"/>
                  <a:pt x="11348" y="4253"/>
                  <a:pt x="11357" y="4253"/>
                </a:cubicBezTo>
                <a:cubicBezTo>
                  <a:pt x="11367" y="4253"/>
                  <a:pt x="11374" y="4250"/>
                  <a:pt x="11382" y="4242"/>
                </a:cubicBezTo>
                <a:cubicBezTo>
                  <a:pt x="11397" y="4227"/>
                  <a:pt x="11397" y="4212"/>
                  <a:pt x="11411" y="4212"/>
                </a:cubicBezTo>
                <a:cubicBezTo>
                  <a:pt x="11426" y="4182"/>
                  <a:pt x="11456" y="4182"/>
                  <a:pt x="11486" y="4182"/>
                </a:cubicBezTo>
                <a:cubicBezTo>
                  <a:pt x="11606" y="4078"/>
                  <a:pt x="11471" y="4048"/>
                  <a:pt x="11441" y="3973"/>
                </a:cubicBezTo>
                <a:cubicBezTo>
                  <a:pt x="11411" y="3973"/>
                  <a:pt x="11397" y="3958"/>
                  <a:pt x="11411" y="3929"/>
                </a:cubicBezTo>
                <a:cubicBezTo>
                  <a:pt x="11411" y="3914"/>
                  <a:pt x="11411" y="3899"/>
                  <a:pt x="11411" y="3884"/>
                </a:cubicBezTo>
                <a:cubicBezTo>
                  <a:pt x="11441" y="3869"/>
                  <a:pt x="11456" y="3854"/>
                  <a:pt x="11486" y="3824"/>
                </a:cubicBezTo>
                <a:cubicBezTo>
                  <a:pt x="11486" y="3824"/>
                  <a:pt x="11471" y="3794"/>
                  <a:pt x="11471" y="3779"/>
                </a:cubicBezTo>
                <a:close/>
                <a:moveTo>
                  <a:pt x="10739" y="4197"/>
                </a:moveTo>
                <a:cubicBezTo>
                  <a:pt x="10724" y="4227"/>
                  <a:pt x="10724" y="4242"/>
                  <a:pt x="10709" y="4272"/>
                </a:cubicBezTo>
                <a:lnTo>
                  <a:pt x="10769" y="4272"/>
                </a:lnTo>
                <a:cubicBezTo>
                  <a:pt x="10769" y="4242"/>
                  <a:pt x="10754" y="4227"/>
                  <a:pt x="10739" y="4197"/>
                </a:cubicBezTo>
                <a:close/>
                <a:moveTo>
                  <a:pt x="10037" y="4257"/>
                </a:moveTo>
                <a:cubicBezTo>
                  <a:pt x="10022" y="4257"/>
                  <a:pt x="10022" y="4272"/>
                  <a:pt x="10007" y="4272"/>
                </a:cubicBezTo>
                <a:cubicBezTo>
                  <a:pt x="10022" y="4287"/>
                  <a:pt x="10022" y="4302"/>
                  <a:pt x="10037" y="4317"/>
                </a:cubicBezTo>
                <a:cubicBezTo>
                  <a:pt x="10052" y="4302"/>
                  <a:pt x="10067" y="4287"/>
                  <a:pt x="10082" y="4287"/>
                </a:cubicBezTo>
                <a:cubicBezTo>
                  <a:pt x="10067" y="4272"/>
                  <a:pt x="10052" y="4257"/>
                  <a:pt x="10037" y="4257"/>
                </a:cubicBezTo>
                <a:close/>
                <a:moveTo>
                  <a:pt x="10530" y="4242"/>
                </a:moveTo>
                <a:cubicBezTo>
                  <a:pt x="10545" y="4257"/>
                  <a:pt x="10560" y="4287"/>
                  <a:pt x="10575" y="4317"/>
                </a:cubicBezTo>
                <a:cubicBezTo>
                  <a:pt x="10575" y="4302"/>
                  <a:pt x="10590" y="4287"/>
                  <a:pt x="10605" y="4272"/>
                </a:cubicBezTo>
                <a:cubicBezTo>
                  <a:pt x="10575" y="4257"/>
                  <a:pt x="10545" y="4242"/>
                  <a:pt x="10530" y="4242"/>
                </a:cubicBezTo>
                <a:close/>
                <a:moveTo>
                  <a:pt x="8732" y="3767"/>
                </a:moveTo>
                <a:cubicBezTo>
                  <a:pt x="8702" y="3767"/>
                  <a:pt x="8674" y="3777"/>
                  <a:pt x="8648" y="3809"/>
                </a:cubicBezTo>
                <a:cubicBezTo>
                  <a:pt x="8708" y="3929"/>
                  <a:pt x="8813" y="4003"/>
                  <a:pt x="8857" y="4138"/>
                </a:cubicBezTo>
                <a:cubicBezTo>
                  <a:pt x="8872" y="4182"/>
                  <a:pt x="8917" y="4272"/>
                  <a:pt x="8977" y="4317"/>
                </a:cubicBezTo>
                <a:cubicBezTo>
                  <a:pt x="8992" y="4332"/>
                  <a:pt x="9018" y="4336"/>
                  <a:pt x="9048" y="4336"/>
                </a:cubicBezTo>
                <a:cubicBezTo>
                  <a:pt x="9078" y="4336"/>
                  <a:pt x="9111" y="4332"/>
                  <a:pt x="9141" y="4332"/>
                </a:cubicBezTo>
                <a:cubicBezTo>
                  <a:pt x="9126" y="4302"/>
                  <a:pt x="9111" y="4287"/>
                  <a:pt x="9111" y="4257"/>
                </a:cubicBezTo>
                <a:cubicBezTo>
                  <a:pt x="9111" y="4257"/>
                  <a:pt x="9141" y="4242"/>
                  <a:pt x="9156" y="4227"/>
                </a:cubicBezTo>
                <a:cubicBezTo>
                  <a:pt x="9171" y="4212"/>
                  <a:pt x="9201" y="4182"/>
                  <a:pt x="9201" y="4182"/>
                </a:cubicBezTo>
                <a:cubicBezTo>
                  <a:pt x="9156" y="4093"/>
                  <a:pt x="9096" y="4003"/>
                  <a:pt x="9052" y="3914"/>
                </a:cubicBezTo>
                <a:cubicBezTo>
                  <a:pt x="8992" y="3884"/>
                  <a:pt x="8917" y="3854"/>
                  <a:pt x="8857" y="3809"/>
                </a:cubicBezTo>
                <a:lnTo>
                  <a:pt x="8857" y="3794"/>
                </a:lnTo>
                <a:cubicBezTo>
                  <a:pt x="8815" y="3786"/>
                  <a:pt x="8772" y="3767"/>
                  <a:pt x="8732" y="3767"/>
                </a:cubicBezTo>
                <a:close/>
                <a:moveTo>
                  <a:pt x="10952" y="4106"/>
                </a:moveTo>
                <a:cubicBezTo>
                  <a:pt x="10941" y="4106"/>
                  <a:pt x="10930" y="4111"/>
                  <a:pt x="10919" y="4123"/>
                </a:cubicBezTo>
                <a:cubicBezTo>
                  <a:pt x="10904" y="4153"/>
                  <a:pt x="10889" y="4182"/>
                  <a:pt x="10874" y="4212"/>
                </a:cubicBezTo>
                <a:cubicBezTo>
                  <a:pt x="10874" y="4227"/>
                  <a:pt x="10874" y="4227"/>
                  <a:pt x="10889" y="4242"/>
                </a:cubicBezTo>
                <a:cubicBezTo>
                  <a:pt x="10904" y="4257"/>
                  <a:pt x="10919" y="4272"/>
                  <a:pt x="10919" y="4302"/>
                </a:cubicBezTo>
                <a:lnTo>
                  <a:pt x="10948" y="4302"/>
                </a:lnTo>
                <a:cubicBezTo>
                  <a:pt x="10960" y="4306"/>
                  <a:pt x="10970" y="4308"/>
                  <a:pt x="10979" y="4308"/>
                </a:cubicBezTo>
                <a:cubicBezTo>
                  <a:pt x="11006" y="4308"/>
                  <a:pt x="11023" y="4291"/>
                  <a:pt x="11023" y="4257"/>
                </a:cubicBezTo>
                <a:cubicBezTo>
                  <a:pt x="11023" y="4257"/>
                  <a:pt x="11023" y="4257"/>
                  <a:pt x="11023" y="4242"/>
                </a:cubicBezTo>
                <a:cubicBezTo>
                  <a:pt x="11038" y="4257"/>
                  <a:pt x="11053" y="4257"/>
                  <a:pt x="11068" y="4257"/>
                </a:cubicBezTo>
                <a:cubicBezTo>
                  <a:pt x="11068" y="4272"/>
                  <a:pt x="11068" y="4272"/>
                  <a:pt x="11053" y="4272"/>
                </a:cubicBezTo>
                <a:cubicBezTo>
                  <a:pt x="11053" y="4287"/>
                  <a:pt x="11053" y="4302"/>
                  <a:pt x="11068" y="4332"/>
                </a:cubicBezTo>
                <a:cubicBezTo>
                  <a:pt x="11113" y="4347"/>
                  <a:pt x="11172" y="4377"/>
                  <a:pt x="11232" y="4407"/>
                </a:cubicBezTo>
                <a:cubicBezTo>
                  <a:pt x="11217" y="4362"/>
                  <a:pt x="11187" y="4332"/>
                  <a:pt x="11172" y="4302"/>
                </a:cubicBezTo>
                <a:lnTo>
                  <a:pt x="11128" y="4302"/>
                </a:lnTo>
                <a:cubicBezTo>
                  <a:pt x="11143" y="4257"/>
                  <a:pt x="11143" y="4212"/>
                  <a:pt x="11158" y="4153"/>
                </a:cubicBezTo>
                <a:cubicBezTo>
                  <a:pt x="11113" y="4153"/>
                  <a:pt x="11068" y="4138"/>
                  <a:pt x="11038" y="4123"/>
                </a:cubicBezTo>
                <a:cubicBezTo>
                  <a:pt x="11023" y="4138"/>
                  <a:pt x="11008" y="4138"/>
                  <a:pt x="10993" y="4138"/>
                </a:cubicBezTo>
                <a:cubicBezTo>
                  <a:pt x="10984" y="4119"/>
                  <a:pt x="10969" y="4106"/>
                  <a:pt x="10952" y="4106"/>
                </a:cubicBezTo>
                <a:close/>
                <a:moveTo>
                  <a:pt x="523" y="4332"/>
                </a:moveTo>
                <a:cubicBezTo>
                  <a:pt x="523" y="4332"/>
                  <a:pt x="508" y="4347"/>
                  <a:pt x="478" y="4362"/>
                </a:cubicBezTo>
                <a:cubicBezTo>
                  <a:pt x="508" y="4392"/>
                  <a:pt x="523" y="4421"/>
                  <a:pt x="553" y="4436"/>
                </a:cubicBezTo>
                <a:cubicBezTo>
                  <a:pt x="553" y="4436"/>
                  <a:pt x="598" y="4407"/>
                  <a:pt x="583" y="4392"/>
                </a:cubicBezTo>
                <a:cubicBezTo>
                  <a:pt x="568" y="4377"/>
                  <a:pt x="553" y="4347"/>
                  <a:pt x="523" y="4332"/>
                </a:cubicBezTo>
                <a:close/>
                <a:moveTo>
                  <a:pt x="11030" y="4330"/>
                </a:moveTo>
                <a:cubicBezTo>
                  <a:pt x="11013" y="4330"/>
                  <a:pt x="10996" y="4338"/>
                  <a:pt x="10978" y="4347"/>
                </a:cubicBezTo>
                <a:cubicBezTo>
                  <a:pt x="10948" y="4392"/>
                  <a:pt x="10919" y="4421"/>
                  <a:pt x="10889" y="4466"/>
                </a:cubicBezTo>
                <a:cubicBezTo>
                  <a:pt x="10896" y="4465"/>
                  <a:pt x="10905" y="4464"/>
                  <a:pt x="10914" y="4464"/>
                </a:cubicBezTo>
                <a:cubicBezTo>
                  <a:pt x="10942" y="4464"/>
                  <a:pt x="10973" y="4469"/>
                  <a:pt x="11002" y="4469"/>
                </a:cubicBezTo>
                <a:cubicBezTo>
                  <a:pt x="11054" y="4469"/>
                  <a:pt x="11094" y="4451"/>
                  <a:pt x="11068" y="4347"/>
                </a:cubicBezTo>
                <a:cubicBezTo>
                  <a:pt x="11055" y="4334"/>
                  <a:pt x="11043" y="4330"/>
                  <a:pt x="11030" y="4330"/>
                </a:cubicBezTo>
                <a:close/>
                <a:moveTo>
                  <a:pt x="10695" y="4377"/>
                </a:moveTo>
                <a:cubicBezTo>
                  <a:pt x="10680" y="4392"/>
                  <a:pt x="10665" y="4392"/>
                  <a:pt x="10650" y="4407"/>
                </a:cubicBezTo>
                <a:cubicBezTo>
                  <a:pt x="10695" y="4436"/>
                  <a:pt x="10724" y="4451"/>
                  <a:pt x="10769" y="4481"/>
                </a:cubicBezTo>
                <a:cubicBezTo>
                  <a:pt x="10769" y="4466"/>
                  <a:pt x="10784" y="4466"/>
                  <a:pt x="10784" y="4451"/>
                </a:cubicBezTo>
                <a:cubicBezTo>
                  <a:pt x="10754" y="4421"/>
                  <a:pt x="10724" y="4407"/>
                  <a:pt x="10695" y="4377"/>
                </a:cubicBezTo>
                <a:close/>
                <a:moveTo>
                  <a:pt x="11352" y="4407"/>
                </a:moveTo>
                <a:cubicBezTo>
                  <a:pt x="11322" y="4436"/>
                  <a:pt x="11217" y="4392"/>
                  <a:pt x="11262" y="4496"/>
                </a:cubicBezTo>
                <a:cubicBezTo>
                  <a:pt x="11292" y="4496"/>
                  <a:pt x="11322" y="4496"/>
                  <a:pt x="11352" y="4481"/>
                </a:cubicBezTo>
                <a:cubicBezTo>
                  <a:pt x="11367" y="4466"/>
                  <a:pt x="11367" y="4451"/>
                  <a:pt x="11382" y="4436"/>
                </a:cubicBezTo>
                <a:cubicBezTo>
                  <a:pt x="11382" y="4436"/>
                  <a:pt x="11382" y="4421"/>
                  <a:pt x="11382" y="4407"/>
                </a:cubicBezTo>
                <a:close/>
                <a:moveTo>
                  <a:pt x="11299" y="4515"/>
                </a:moveTo>
                <a:cubicBezTo>
                  <a:pt x="11292" y="4515"/>
                  <a:pt x="11284" y="4519"/>
                  <a:pt x="11277" y="4526"/>
                </a:cubicBezTo>
                <a:cubicBezTo>
                  <a:pt x="11247" y="4541"/>
                  <a:pt x="11217" y="4556"/>
                  <a:pt x="11187" y="4571"/>
                </a:cubicBezTo>
                <a:cubicBezTo>
                  <a:pt x="11187" y="4586"/>
                  <a:pt x="11187" y="4586"/>
                  <a:pt x="11187" y="4601"/>
                </a:cubicBezTo>
                <a:cubicBezTo>
                  <a:pt x="11232" y="4586"/>
                  <a:pt x="11277" y="4586"/>
                  <a:pt x="11337" y="4586"/>
                </a:cubicBezTo>
                <a:cubicBezTo>
                  <a:pt x="11337" y="4556"/>
                  <a:pt x="11337" y="4541"/>
                  <a:pt x="11322" y="4526"/>
                </a:cubicBezTo>
                <a:cubicBezTo>
                  <a:pt x="11314" y="4519"/>
                  <a:pt x="11307" y="4515"/>
                  <a:pt x="11299" y="4515"/>
                </a:cubicBezTo>
                <a:close/>
                <a:moveTo>
                  <a:pt x="10889" y="4556"/>
                </a:moveTo>
                <a:cubicBezTo>
                  <a:pt x="10859" y="4556"/>
                  <a:pt x="10829" y="4571"/>
                  <a:pt x="10799" y="4586"/>
                </a:cubicBezTo>
                <a:cubicBezTo>
                  <a:pt x="10859" y="4601"/>
                  <a:pt x="10919" y="4616"/>
                  <a:pt x="10978" y="4645"/>
                </a:cubicBezTo>
                <a:cubicBezTo>
                  <a:pt x="10948" y="4616"/>
                  <a:pt x="10919" y="4586"/>
                  <a:pt x="10889" y="4556"/>
                </a:cubicBezTo>
                <a:close/>
                <a:moveTo>
                  <a:pt x="10545" y="4556"/>
                </a:moveTo>
                <a:cubicBezTo>
                  <a:pt x="10545" y="4571"/>
                  <a:pt x="10560" y="4601"/>
                  <a:pt x="10560" y="4631"/>
                </a:cubicBezTo>
                <a:cubicBezTo>
                  <a:pt x="10605" y="4645"/>
                  <a:pt x="10665" y="4675"/>
                  <a:pt x="10724" y="4690"/>
                </a:cubicBezTo>
                <a:cubicBezTo>
                  <a:pt x="10724" y="4660"/>
                  <a:pt x="10739" y="4616"/>
                  <a:pt x="10739" y="4586"/>
                </a:cubicBezTo>
                <a:cubicBezTo>
                  <a:pt x="10680" y="4571"/>
                  <a:pt x="10605" y="4571"/>
                  <a:pt x="10545" y="4556"/>
                </a:cubicBezTo>
                <a:close/>
                <a:moveTo>
                  <a:pt x="10022" y="4675"/>
                </a:moveTo>
                <a:cubicBezTo>
                  <a:pt x="10007" y="4675"/>
                  <a:pt x="9993" y="4690"/>
                  <a:pt x="9978" y="4705"/>
                </a:cubicBezTo>
                <a:cubicBezTo>
                  <a:pt x="9993" y="4705"/>
                  <a:pt x="9993" y="4720"/>
                  <a:pt x="10007" y="4720"/>
                </a:cubicBezTo>
                <a:cubicBezTo>
                  <a:pt x="10022" y="4720"/>
                  <a:pt x="10037" y="4705"/>
                  <a:pt x="10052" y="4690"/>
                </a:cubicBezTo>
                <a:cubicBezTo>
                  <a:pt x="10037" y="4675"/>
                  <a:pt x="10022" y="4675"/>
                  <a:pt x="10022" y="4675"/>
                </a:cubicBezTo>
                <a:close/>
                <a:moveTo>
                  <a:pt x="11041" y="4635"/>
                </a:moveTo>
                <a:cubicBezTo>
                  <a:pt x="11022" y="4635"/>
                  <a:pt x="10999" y="4640"/>
                  <a:pt x="10978" y="4645"/>
                </a:cubicBezTo>
                <a:cubicBezTo>
                  <a:pt x="11008" y="4660"/>
                  <a:pt x="11038" y="4690"/>
                  <a:pt x="11068" y="4720"/>
                </a:cubicBezTo>
                <a:cubicBezTo>
                  <a:pt x="11097" y="4653"/>
                  <a:pt x="11076" y="4635"/>
                  <a:pt x="11041" y="4635"/>
                </a:cubicBezTo>
                <a:close/>
                <a:moveTo>
                  <a:pt x="11292" y="4631"/>
                </a:moveTo>
                <a:cubicBezTo>
                  <a:pt x="11232" y="4645"/>
                  <a:pt x="11202" y="4660"/>
                  <a:pt x="11158" y="4675"/>
                </a:cubicBezTo>
                <a:cubicBezTo>
                  <a:pt x="11172" y="4720"/>
                  <a:pt x="11187" y="4765"/>
                  <a:pt x="11202" y="4810"/>
                </a:cubicBezTo>
                <a:cubicBezTo>
                  <a:pt x="11232" y="4795"/>
                  <a:pt x="11217" y="4765"/>
                  <a:pt x="11232" y="4750"/>
                </a:cubicBezTo>
                <a:cubicBezTo>
                  <a:pt x="11247" y="4720"/>
                  <a:pt x="11262" y="4690"/>
                  <a:pt x="11292" y="4631"/>
                </a:cubicBezTo>
                <a:close/>
                <a:moveTo>
                  <a:pt x="10485" y="4840"/>
                </a:moveTo>
                <a:cubicBezTo>
                  <a:pt x="10470" y="4855"/>
                  <a:pt x="10456" y="4870"/>
                  <a:pt x="10426" y="4884"/>
                </a:cubicBezTo>
                <a:cubicBezTo>
                  <a:pt x="10441" y="4899"/>
                  <a:pt x="10456" y="4899"/>
                  <a:pt x="10470" y="4914"/>
                </a:cubicBezTo>
                <a:cubicBezTo>
                  <a:pt x="10485" y="4899"/>
                  <a:pt x="10500" y="4884"/>
                  <a:pt x="10515" y="4855"/>
                </a:cubicBezTo>
                <a:cubicBezTo>
                  <a:pt x="10500" y="4855"/>
                  <a:pt x="10485" y="4840"/>
                  <a:pt x="10485" y="4840"/>
                </a:cubicBezTo>
                <a:close/>
                <a:moveTo>
                  <a:pt x="11352" y="4855"/>
                </a:moveTo>
                <a:cubicBezTo>
                  <a:pt x="11352" y="4855"/>
                  <a:pt x="11337" y="4870"/>
                  <a:pt x="11322" y="4870"/>
                </a:cubicBezTo>
                <a:cubicBezTo>
                  <a:pt x="11322" y="4884"/>
                  <a:pt x="11307" y="4884"/>
                  <a:pt x="11292" y="4899"/>
                </a:cubicBezTo>
                <a:cubicBezTo>
                  <a:pt x="11307" y="4899"/>
                  <a:pt x="11307" y="4914"/>
                  <a:pt x="11307" y="4914"/>
                </a:cubicBezTo>
                <a:cubicBezTo>
                  <a:pt x="11352" y="4929"/>
                  <a:pt x="11411" y="4929"/>
                  <a:pt x="11471" y="4929"/>
                </a:cubicBezTo>
                <a:cubicBezTo>
                  <a:pt x="11471" y="4914"/>
                  <a:pt x="11471" y="4899"/>
                  <a:pt x="11471" y="4899"/>
                </a:cubicBezTo>
                <a:cubicBezTo>
                  <a:pt x="11426" y="4884"/>
                  <a:pt x="11397" y="4870"/>
                  <a:pt x="11352" y="4855"/>
                </a:cubicBezTo>
                <a:close/>
                <a:moveTo>
                  <a:pt x="11038" y="4870"/>
                </a:moveTo>
                <a:cubicBezTo>
                  <a:pt x="10993" y="4899"/>
                  <a:pt x="10963" y="4929"/>
                  <a:pt x="10919" y="4959"/>
                </a:cubicBezTo>
                <a:cubicBezTo>
                  <a:pt x="10933" y="4974"/>
                  <a:pt x="10933" y="4989"/>
                  <a:pt x="10933" y="5019"/>
                </a:cubicBezTo>
                <a:cubicBezTo>
                  <a:pt x="10948" y="5019"/>
                  <a:pt x="10963" y="5034"/>
                  <a:pt x="10978" y="5034"/>
                </a:cubicBezTo>
                <a:cubicBezTo>
                  <a:pt x="11038" y="5034"/>
                  <a:pt x="11083" y="5019"/>
                  <a:pt x="11098" y="4959"/>
                </a:cubicBezTo>
                <a:cubicBezTo>
                  <a:pt x="11113" y="4914"/>
                  <a:pt x="11098" y="4870"/>
                  <a:pt x="11038" y="4870"/>
                </a:cubicBezTo>
                <a:close/>
                <a:moveTo>
                  <a:pt x="6806" y="3529"/>
                </a:moveTo>
                <a:cubicBezTo>
                  <a:pt x="6796" y="3529"/>
                  <a:pt x="6789" y="3533"/>
                  <a:pt x="6781" y="3540"/>
                </a:cubicBezTo>
                <a:cubicBezTo>
                  <a:pt x="6766" y="3585"/>
                  <a:pt x="6751" y="3630"/>
                  <a:pt x="6751" y="3675"/>
                </a:cubicBezTo>
                <a:cubicBezTo>
                  <a:pt x="6766" y="3764"/>
                  <a:pt x="6811" y="3854"/>
                  <a:pt x="6811" y="3944"/>
                </a:cubicBezTo>
                <a:cubicBezTo>
                  <a:pt x="6781" y="4123"/>
                  <a:pt x="6856" y="4257"/>
                  <a:pt x="6990" y="4377"/>
                </a:cubicBezTo>
                <a:cubicBezTo>
                  <a:pt x="7095" y="4481"/>
                  <a:pt x="7170" y="4616"/>
                  <a:pt x="7170" y="4765"/>
                </a:cubicBezTo>
                <a:cubicBezTo>
                  <a:pt x="7185" y="4855"/>
                  <a:pt x="7244" y="4855"/>
                  <a:pt x="7289" y="4870"/>
                </a:cubicBezTo>
                <a:cubicBezTo>
                  <a:pt x="7364" y="4929"/>
                  <a:pt x="7439" y="4989"/>
                  <a:pt x="7498" y="5049"/>
                </a:cubicBezTo>
                <a:cubicBezTo>
                  <a:pt x="7513" y="5034"/>
                  <a:pt x="7513" y="5019"/>
                  <a:pt x="7513" y="5004"/>
                </a:cubicBezTo>
                <a:cubicBezTo>
                  <a:pt x="7453" y="4899"/>
                  <a:pt x="7379" y="4810"/>
                  <a:pt x="7334" y="4690"/>
                </a:cubicBezTo>
                <a:cubicBezTo>
                  <a:pt x="7304" y="4601"/>
                  <a:pt x="7289" y="4526"/>
                  <a:pt x="7424" y="4511"/>
                </a:cubicBezTo>
                <a:cubicBezTo>
                  <a:pt x="7430" y="4509"/>
                  <a:pt x="7437" y="4509"/>
                  <a:pt x="7444" y="4509"/>
                </a:cubicBezTo>
                <a:cubicBezTo>
                  <a:pt x="7482" y="4509"/>
                  <a:pt x="7514" y="4534"/>
                  <a:pt x="7545" y="4534"/>
                </a:cubicBezTo>
                <a:cubicBezTo>
                  <a:pt x="7555" y="4534"/>
                  <a:pt x="7564" y="4532"/>
                  <a:pt x="7573" y="4526"/>
                </a:cubicBezTo>
                <a:cubicBezTo>
                  <a:pt x="7677" y="4496"/>
                  <a:pt x="7767" y="4466"/>
                  <a:pt x="7872" y="4436"/>
                </a:cubicBezTo>
                <a:cubicBezTo>
                  <a:pt x="7902" y="4421"/>
                  <a:pt x="7931" y="4392"/>
                  <a:pt x="7946" y="4362"/>
                </a:cubicBezTo>
                <a:cubicBezTo>
                  <a:pt x="7946" y="4347"/>
                  <a:pt x="7961" y="4347"/>
                  <a:pt x="7961" y="4332"/>
                </a:cubicBezTo>
                <a:cubicBezTo>
                  <a:pt x="7991" y="4302"/>
                  <a:pt x="8036" y="4287"/>
                  <a:pt x="8066" y="4257"/>
                </a:cubicBezTo>
                <a:cubicBezTo>
                  <a:pt x="8081" y="4227"/>
                  <a:pt x="8111" y="4212"/>
                  <a:pt x="8111" y="4182"/>
                </a:cubicBezTo>
                <a:cubicBezTo>
                  <a:pt x="8111" y="4138"/>
                  <a:pt x="8111" y="4108"/>
                  <a:pt x="8111" y="4063"/>
                </a:cubicBezTo>
                <a:cubicBezTo>
                  <a:pt x="8111" y="4063"/>
                  <a:pt x="8096" y="4048"/>
                  <a:pt x="8096" y="4048"/>
                </a:cubicBezTo>
                <a:cubicBezTo>
                  <a:pt x="8051" y="4018"/>
                  <a:pt x="8006" y="4003"/>
                  <a:pt x="7961" y="3973"/>
                </a:cubicBezTo>
                <a:cubicBezTo>
                  <a:pt x="7931" y="3958"/>
                  <a:pt x="7902" y="3958"/>
                  <a:pt x="7872" y="3958"/>
                </a:cubicBezTo>
                <a:cubicBezTo>
                  <a:pt x="7860" y="3955"/>
                  <a:pt x="7848" y="3954"/>
                  <a:pt x="7837" y="3954"/>
                </a:cubicBezTo>
                <a:cubicBezTo>
                  <a:pt x="7794" y="3954"/>
                  <a:pt x="7758" y="3973"/>
                  <a:pt x="7722" y="3973"/>
                </a:cubicBezTo>
                <a:lnTo>
                  <a:pt x="7677" y="3973"/>
                </a:lnTo>
                <a:cubicBezTo>
                  <a:pt x="7663" y="3978"/>
                  <a:pt x="7649" y="3980"/>
                  <a:pt x="7637" y="3980"/>
                </a:cubicBezTo>
                <a:cubicBezTo>
                  <a:pt x="7611" y="3980"/>
                  <a:pt x="7588" y="3973"/>
                  <a:pt x="7558" y="3973"/>
                </a:cubicBezTo>
                <a:cubicBezTo>
                  <a:pt x="7538" y="3967"/>
                  <a:pt x="7519" y="3964"/>
                  <a:pt x="7502" y="3964"/>
                </a:cubicBezTo>
                <a:cubicBezTo>
                  <a:pt x="7441" y="3964"/>
                  <a:pt x="7395" y="3998"/>
                  <a:pt x="7349" y="4033"/>
                </a:cubicBezTo>
                <a:cubicBezTo>
                  <a:pt x="7319" y="4063"/>
                  <a:pt x="7304" y="4078"/>
                  <a:pt x="7274" y="4093"/>
                </a:cubicBezTo>
                <a:cubicBezTo>
                  <a:pt x="7259" y="4108"/>
                  <a:pt x="7229" y="4123"/>
                  <a:pt x="7214" y="4153"/>
                </a:cubicBezTo>
                <a:cubicBezTo>
                  <a:pt x="7200" y="4168"/>
                  <a:pt x="7185" y="4182"/>
                  <a:pt x="7170" y="4197"/>
                </a:cubicBezTo>
                <a:cubicBezTo>
                  <a:pt x="7156" y="4224"/>
                  <a:pt x="7167" y="4274"/>
                  <a:pt x="7127" y="4274"/>
                </a:cubicBezTo>
                <a:cubicBezTo>
                  <a:pt x="7122" y="4274"/>
                  <a:pt x="7116" y="4274"/>
                  <a:pt x="7110" y="4272"/>
                </a:cubicBezTo>
                <a:cubicBezTo>
                  <a:pt x="7065" y="4272"/>
                  <a:pt x="7050" y="4242"/>
                  <a:pt x="7035" y="4197"/>
                </a:cubicBezTo>
                <a:cubicBezTo>
                  <a:pt x="7035" y="4182"/>
                  <a:pt x="7035" y="4168"/>
                  <a:pt x="7020" y="4153"/>
                </a:cubicBezTo>
                <a:cubicBezTo>
                  <a:pt x="6946" y="4123"/>
                  <a:pt x="6946" y="4063"/>
                  <a:pt x="6946" y="4003"/>
                </a:cubicBezTo>
                <a:cubicBezTo>
                  <a:pt x="6961" y="3944"/>
                  <a:pt x="6976" y="3884"/>
                  <a:pt x="6946" y="3839"/>
                </a:cubicBezTo>
                <a:cubicBezTo>
                  <a:pt x="6931" y="3794"/>
                  <a:pt x="6916" y="3764"/>
                  <a:pt x="6901" y="3734"/>
                </a:cubicBezTo>
                <a:cubicBezTo>
                  <a:pt x="6856" y="3675"/>
                  <a:pt x="6871" y="3600"/>
                  <a:pt x="6841" y="3540"/>
                </a:cubicBezTo>
                <a:cubicBezTo>
                  <a:pt x="6826" y="3533"/>
                  <a:pt x="6815" y="3529"/>
                  <a:pt x="6806" y="3529"/>
                </a:cubicBezTo>
                <a:close/>
                <a:moveTo>
                  <a:pt x="10441" y="4944"/>
                </a:moveTo>
                <a:cubicBezTo>
                  <a:pt x="10441" y="4944"/>
                  <a:pt x="10426" y="4959"/>
                  <a:pt x="10426" y="4974"/>
                </a:cubicBezTo>
                <a:cubicBezTo>
                  <a:pt x="10456" y="5004"/>
                  <a:pt x="10500" y="5034"/>
                  <a:pt x="10545" y="5064"/>
                </a:cubicBezTo>
                <a:cubicBezTo>
                  <a:pt x="10545" y="5064"/>
                  <a:pt x="10560" y="5049"/>
                  <a:pt x="10560" y="5034"/>
                </a:cubicBezTo>
                <a:cubicBezTo>
                  <a:pt x="10515" y="5004"/>
                  <a:pt x="10485" y="4974"/>
                  <a:pt x="10441" y="4944"/>
                </a:cubicBezTo>
                <a:close/>
                <a:moveTo>
                  <a:pt x="11158" y="5064"/>
                </a:moveTo>
                <a:cubicBezTo>
                  <a:pt x="11158" y="5079"/>
                  <a:pt x="11158" y="5094"/>
                  <a:pt x="11158" y="5094"/>
                </a:cubicBezTo>
                <a:cubicBezTo>
                  <a:pt x="11172" y="5094"/>
                  <a:pt x="11202" y="5094"/>
                  <a:pt x="11232" y="5109"/>
                </a:cubicBezTo>
                <a:cubicBezTo>
                  <a:pt x="11202" y="5094"/>
                  <a:pt x="11172" y="5079"/>
                  <a:pt x="11158" y="5064"/>
                </a:cubicBezTo>
                <a:close/>
                <a:moveTo>
                  <a:pt x="9843" y="5064"/>
                </a:moveTo>
                <a:cubicBezTo>
                  <a:pt x="9798" y="5079"/>
                  <a:pt x="9754" y="5094"/>
                  <a:pt x="9724" y="5109"/>
                </a:cubicBezTo>
                <a:cubicBezTo>
                  <a:pt x="9724" y="5123"/>
                  <a:pt x="9724" y="5138"/>
                  <a:pt x="9724" y="5153"/>
                </a:cubicBezTo>
                <a:cubicBezTo>
                  <a:pt x="9769" y="5138"/>
                  <a:pt x="9813" y="5123"/>
                  <a:pt x="9858" y="5109"/>
                </a:cubicBezTo>
                <a:cubicBezTo>
                  <a:pt x="9843" y="5094"/>
                  <a:pt x="9843" y="5079"/>
                  <a:pt x="9843" y="5064"/>
                </a:cubicBezTo>
                <a:close/>
                <a:moveTo>
                  <a:pt x="11008" y="5049"/>
                </a:moveTo>
                <a:cubicBezTo>
                  <a:pt x="10993" y="5049"/>
                  <a:pt x="10993" y="5064"/>
                  <a:pt x="10978" y="5064"/>
                </a:cubicBezTo>
                <a:cubicBezTo>
                  <a:pt x="10978" y="5094"/>
                  <a:pt x="10963" y="5123"/>
                  <a:pt x="10948" y="5138"/>
                </a:cubicBezTo>
                <a:cubicBezTo>
                  <a:pt x="10978" y="5153"/>
                  <a:pt x="11008" y="5153"/>
                  <a:pt x="11038" y="5153"/>
                </a:cubicBezTo>
                <a:lnTo>
                  <a:pt x="11008" y="5049"/>
                </a:lnTo>
                <a:close/>
                <a:moveTo>
                  <a:pt x="11486" y="4974"/>
                </a:moveTo>
                <a:cubicBezTo>
                  <a:pt x="11441" y="5019"/>
                  <a:pt x="11397" y="5079"/>
                  <a:pt x="11352" y="5123"/>
                </a:cubicBezTo>
                <a:cubicBezTo>
                  <a:pt x="11367" y="5123"/>
                  <a:pt x="11397" y="5109"/>
                  <a:pt x="11411" y="5109"/>
                </a:cubicBezTo>
                <a:cubicBezTo>
                  <a:pt x="11426" y="5123"/>
                  <a:pt x="11441" y="5138"/>
                  <a:pt x="11471" y="5153"/>
                </a:cubicBezTo>
                <a:cubicBezTo>
                  <a:pt x="11471" y="5123"/>
                  <a:pt x="11486" y="5079"/>
                  <a:pt x="11501" y="5049"/>
                </a:cubicBezTo>
                <a:cubicBezTo>
                  <a:pt x="11501" y="5019"/>
                  <a:pt x="11486" y="5004"/>
                  <a:pt x="11486" y="4974"/>
                </a:cubicBezTo>
                <a:close/>
                <a:moveTo>
                  <a:pt x="11128" y="5138"/>
                </a:moveTo>
                <a:cubicBezTo>
                  <a:pt x="11098" y="5138"/>
                  <a:pt x="11068" y="5153"/>
                  <a:pt x="11038" y="5153"/>
                </a:cubicBezTo>
                <a:cubicBezTo>
                  <a:pt x="11053" y="5183"/>
                  <a:pt x="11068" y="5198"/>
                  <a:pt x="11083" y="5213"/>
                </a:cubicBezTo>
                <a:cubicBezTo>
                  <a:pt x="11093" y="5218"/>
                  <a:pt x="11103" y="5220"/>
                  <a:pt x="11113" y="5220"/>
                </a:cubicBezTo>
                <a:cubicBezTo>
                  <a:pt x="11133" y="5220"/>
                  <a:pt x="11153" y="5213"/>
                  <a:pt x="11172" y="5213"/>
                </a:cubicBezTo>
                <a:cubicBezTo>
                  <a:pt x="11158" y="5183"/>
                  <a:pt x="11143" y="5168"/>
                  <a:pt x="11128" y="5138"/>
                </a:cubicBezTo>
                <a:close/>
                <a:moveTo>
                  <a:pt x="10172" y="5153"/>
                </a:moveTo>
                <a:lnTo>
                  <a:pt x="10172" y="5153"/>
                </a:lnTo>
                <a:cubicBezTo>
                  <a:pt x="10142" y="5183"/>
                  <a:pt x="10112" y="5213"/>
                  <a:pt x="10082" y="5243"/>
                </a:cubicBezTo>
                <a:cubicBezTo>
                  <a:pt x="10097" y="5258"/>
                  <a:pt x="10112" y="5258"/>
                  <a:pt x="10127" y="5273"/>
                </a:cubicBezTo>
                <a:cubicBezTo>
                  <a:pt x="10142" y="5228"/>
                  <a:pt x="10157" y="5198"/>
                  <a:pt x="10172" y="5153"/>
                </a:cubicBezTo>
                <a:close/>
                <a:moveTo>
                  <a:pt x="9201" y="4750"/>
                </a:moveTo>
                <a:cubicBezTo>
                  <a:pt x="9067" y="4765"/>
                  <a:pt x="9156" y="4825"/>
                  <a:pt x="9171" y="4870"/>
                </a:cubicBezTo>
                <a:cubicBezTo>
                  <a:pt x="9305" y="4959"/>
                  <a:pt x="9365" y="5094"/>
                  <a:pt x="9425" y="5243"/>
                </a:cubicBezTo>
                <a:cubicBezTo>
                  <a:pt x="9425" y="5271"/>
                  <a:pt x="9437" y="5282"/>
                  <a:pt x="9453" y="5282"/>
                </a:cubicBezTo>
                <a:cubicBezTo>
                  <a:pt x="9463" y="5282"/>
                  <a:pt x="9474" y="5278"/>
                  <a:pt x="9485" y="5273"/>
                </a:cubicBezTo>
                <a:cubicBezTo>
                  <a:pt x="9470" y="5213"/>
                  <a:pt x="9470" y="5153"/>
                  <a:pt x="9455" y="5094"/>
                </a:cubicBezTo>
                <a:cubicBezTo>
                  <a:pt x="9425" y="4989"/>
                  <a:pt x="9380" y="4884"/>
                  <a:pt x="9335" y="4795"/>
                </a:cubicBezTo>
                <a:cubicBezTo>
                  <a:pt x="9291" y="4780"/>
                  <a:pt x="9246" y="4765"/>
                  <a:pt x="9201" y="4750"/>
                </a:cubicBezTo>
                <a:close/>
                <a:moveTo>
                  <a:pt x="11322" y="5123"/>
                </a:moveTo>
                <a:cubicBezTo>
                  <a:pt x="11292" y="5168"/>
                  <a:pt x="11262" y="5198"/>
                  <a:pt x="11232" y="5243"/>
                </a:cubicBezTo>
                <a:lnTo>
                  <a:pt x="11172" y="5243"/>
                </a:lnTo>
                <a:cubicBezTo>
                  <a:pt x="11187" y="5273"/>
                  <a:pt x="11202" y="5303"/>
                  <a:pt x="11202" y="5333"/>
                </a:cubicBezTo>
                <a:cubicBezTo>
                  <a:pt x="11232" y="5303"/>
                  <a:pt x="11247" y="5273"/>
                  <a:pt x="11262" y="5243"/>
                </a:cubicBezTo>
                <a:cubicBezTo>
                  <a:pt x="11271" y="5244"/>
                  <a:pt x="11279" y="5245"/>
                  <a:pt x="11286" y="5245"/>
                </a:cubicBezTo>
                <a:cubicBezTo>
                  <a:pt x="11357" y="5245"/>
                  <a:pt x="11308" y="5181"/>
                  <a:pt x="11322" y="5153"/>
                </a:cubicBezTo>
                <a:cubicBezTo>
                  <a:pt x="11322" y="5138"/>
                  <a:pt x="11322" y="5138"/>
                  <a:pt x="11322" y="5123"/>
                </a:cubicBezTo>
                <a:close/>
                <a:moveTo>
                  <a:pt x="11576" y="5288"/>
                </a:moveTo>
                <a:cubicBezTo>
                  <a:pt x="11561" y="5303"/>
                  <a:pt x="11546" y="5318"/>
                  <a:pt x="11546" y="5333"/>
                </a:cubicBezTo>
                <a:cubicBezTo>
                  <a:pt x="11546" y="5333"/>
                  <a:pt x="11576" y="5347"/>
                  <a:pt x="11576" y="5347"/>
                </a:cubicBezTo>
                <a:cubicBezTo>
                  <a:pt x="11591" y="5333"/>
                  <a:pt x="11591" y="5318"/>
                  <a:pt x="11606" y="5303"/>
                </a:cubicBezTo>
                <a:cubicBezTo>
                  <a:pt x="11591" y="5288"/>
                  <a:pt x="11576" y="5288"/>
                  <a:pt x="11576" y="5288"/>
                </a:cubicBezTo>
                <a:close/>
                <a:moveTo>
                  <a:pt x="10366" y="5333"/>
                </a:moveTo>
                <a:cubicBezTo>
                  <a:pt x="10351" y="5333"/>
                  <a:pt x="10336" y="5347"/>
                  <a:pt x="10321" y="5362"/>
                </a:cubicBezTo>
                <a:cubicBezTo>
                  <a:pt x="10336" y="5377"/>
                  <a:pt x="10336" y="5392"/>
                  <a:pt x="10351" y="5392"/>
                </a:cubicBezTo>
                <a:cubicBezTo>
                  <a:pt x="10366" y="5392"/>
                  <a:pt x="10381" y="5377"/>
                  <a:pt x="10396" y="5362"/>
                </a:cubicBezTo>
                <a:cubicBezTo>
                  <a:pt x="10381" y="5362"/>
                  <a:pt x="10381" y="5333"/>
                  <a:pt x="10366" y="5333"/>
                </a:cubicBezTo>
                <a:close/>
                <a:moveTo>
                  <a:pt x="10948" y="5347"/>
                </a:moveTo>
                <a:cubicBezTo>
                  <a:pt x="10919" y="5347"/>
                  <a:pt x="10904" y="5347"/>
                  <a:pt x="10874" y="5362"/>
                </a:cubicBezTo>
                <a:lnTo>
                  <a:pt x="10919" y="5407"/>
                </a:lnTo>
                <a:cubicBezTo>
                  <a:pt x="10933" y="5392"/>
                  <a:pt x="10933" y="5362"/>
                  <a:pt x="10948" y="5347"/>
                </a:cubicBezTo>
                <a:close/>
                <a:moveTo>
                  <a:pt x="9769" y="5392"/>
                </a:moveTo>
                <a:cubicBezTo>
                  <a:pt x="9769" y="5392"/>
                  <a:pt x="9754" y="5407"/>
                  <a:pt x="9754" y="5407"/>
                </a:cubicBezTo>
                <a:cubicBezTo>
                  <a:pt x="9769" y="5422"/>
                  <a:pt x="9783" y="5422"/>
                  <a:pt x="9783" y="5422"/>
                </a:cubicBezTo>
                <a:lnTo>
                  <a:pt x="9843" y="5422"/>
                </a:lnTo>
                <a:cubicBezTo>
                  <a:pt x="9813" y="5407"/>
                  <a:pt x="9798" y="5392"/>
                  <a:pt x="9769" y="5392"/>
                </a:cubicBezTo>
                <a:close/>
                <a:moveTo>
                  <a:pt x="10695" y="5407"/>
                </a:moveTo>
                <a:cubicBezTo>
                  <a:pt x="10671" y="5419"/>
                  <a:pt x="10647" y="5431"/>
                  <a:pt x="10624" y="5443"/>
                </a:cubicBezTo>
                <a:lnTo>
                  <a:pt x="10624" y="5443"/>
                </a:lnTo>
                <a:cubicBezTo>
                  <a:pt x="10618" y="5441"/>
                  <a:pt x="10611" y="5439"/>
                  <a:pt x="10605" y="5437"/>
                </a:cubicBezTo>
                <a:lnTo>
                  <a:pt x="10605" y="5452"/>
                </a:lnTo>
                <a:cubicBezTo>
                  <a:pt x="10611" y="5449"/>
                  <a:pt x="10617" y="5446"/>
                  <a:pt x="10624" y="5443"/>
                </a:cubicBezTo>
                <a:lnTo>
                  <a:pt x="10624" y="5443"/>
                </a:lnTo>
                <a:cubicBezTo>
                  <a:pt x="10658" y="5452"/>
                  <a:pt x="10684" y="5452"/>
                  <a:pt x="10709" y="5452"/>
                </a:cubicBezTo>
                <a:cubicBezTo>
                  <a:pt x="10709" y="5437"/>
                  <a:pt x="10709" y="5422"/>
                  <a:pt x="10695" y="5407"/>
                </a:cubicBezTo>
                <a:close/>
                <a:moveTo>
                  <a:pt x="11128" y="5362"/>
                </a:moveTo>
                <a:cubicBezTo>
                  <a:pt x="11128" y="5377"/>
                  <a:pt x="11113" y="5407"/>
                  <a:pt x="11113" y="5407"/>
                </a:cubicBezTo>
                <a:cubicBezTo>
                  <a:pt x="11143" y="5422"/>
                  <a:pt x="11158" y="5437"/>
                  <a:pt x="11187" y="5452"/>
                </a:cubicBezTo>
                <a:cubicBezTo>
                  <a:pt x="11187" y="5437"/>
                  <a:pt x="11187" y="5422"/>
                  <a:pt x="11187" y="5407"/>
                </a:cubicBezTo>
                <a:cubicBezTo>
                  <a:pt x="11172" y="5392"/>
                  <a:pt x="11158" y="5377"/>
                  <a:pt x="11128" y="5362"/>
                </a:cubicBezTo>
                <a:close/>
                <a:moveTo>
                  <a:pt x="10411" y="5422"/>
                </a:moveTo>
                <a:cubicBezTo>
                  <a:pt x="10411" y="5422"/>
                  <a:pt x="10396" y="5452"/>
                  <a:pt x="10396" y="5467"/>
                </a:cubicBezTo>
                <a:lnTo>
                  <a:pt x="10500" y="5467"/>
                </a:lnTo>
                <a:cubicBezTo>
                  <a:pt x="10500" y="5452"/>
                  <a:pt x="10500" y="5452"/>
                  <a:pt x="10485" y="5452"/>
                </a:cubicBezTo>
                <a:cubicBezTo>
                  <a:pt x="10470" y="5437"/>
                  <a:pt x="10441" y="5422"/>
                  <a:pt x="10411" y="5422"/>
                </a:cubicBezTo>
                <a:close/>
                <a:moveTo>
                  <a:pt x="10261" y="5482"/>
                </a:moveTo>
                <a:cubicBezTo>
                  <a:pt x="10232" y="5497"/>
                  <a:pt x="10187" y="5512"/>
                  <a:pt x="10142" y="5527"/>
                </a:cubicBezTo>
                <a:cubicBezTo>
                  <a:pt x="10142" y="5542"/>
                  <a:pt x="10142" y="5542"/>
                  <a:pt x="10142" y="5557"/>
                </a:cubicBezTo>
                <a:cubicBezTo>
                  <a:pt x="10187" y="5542"/>
                  <a:pt x="10232" y="5527"/>
                  <a:pt x="10276" y="5512"/>
                </a:cubicBezTo>
                <a:cubicBezTo>
                  <a:pt x="10276" y="5512"/>
                  <a:pt x="10261" y="5497"/>
                  <a:pt x="10261" y="5482"/>
                </a:cubicBezTo>
                <a:close/>
                <a:moveTo>
                  <a:pt x="10635" y="5542"/>
                </a:moveTo>
                <a:cubicBezTo>
                  <a:pt x="10650" y="5557"/>
                  <a:pt x="10680" y="5586"/>
                  <a:pt x="10695" y="5616"/>
                </a:cubicBezTo>
                <a:cubicBezTo>
                  <a:pt x="10695" y="5601"/>
                  <a:pt x="10695" y="5586"/>
                  <a:pt x="10695" y="5557"/>
                </a:cubicBezTo>
                <a:cubicBezTo>
                  <a:pt x="10665" y="5557"/>
                  <a:pt x="10650" y="5542"/>
                  <a:pt x="10635" y="5542"/>
                </a:cubicBezTo>
                <a:close/>
                <a:moveTo>
                  <a:pt x="11068" y="5527"/>
                </a:moveTo>
                <a:cubicBezTo>
                  <a:pt x="11068" y="5557"/>
                  <a:pt x="11083" y="5586"/>
                  <a:pt x="11098" y="5616"/>
                </a:cubicBezTo>
                <a:cubicBezTo>
                  <a:pt x="11128" y="5601"/>
                  <a:pt x="11158" y="5586"/>
                  <a:pt x="11187" y="5572"/>
                </a:cubicBezTo>
                <a:cubicBezTo>
                  <a:pt x="11143" y="5557"/>
                  <a:pt x="11098" y="5542"/>
                  <a:pt x="11068" y="5527"/>
                </a:cubicBezTo>
                <a:close/>
                <a:moveTo>
                  <a:pt x="11436" y="5229"/>
                </a:moveTo>
                <a:cubicBezTo>
                  <a:pt x="11384" y="5229"/>
                  <a:pt x="11360" y="5286"/>
                  <a:pt x="11337" y="5333"/>
                </a:cubicBezTo>
                <a:cubicBezTo>
                  <a:pt x="11337" y="5347"/>
                  <a:pt x="11337" y="5362"/>
                  <a:pt x="11337" y="5377"/>
                </a:cubicBezTo>
                <a:cubicBezTo>
                  <a:pt x="11307" y="5392"/>
                  <a:pt x="11277" y="5422"/>
                  <a:pt x="11232" y="5437"/>
                </a:cubicBezTo>
                <a:lnTo>
                  <a:pt x="11217" y="5527"/>
                </a:lnTo>
                <a:cubicBezTo>
                  <a:pt x="11232" y="5542"/>
                  <a:pt x="11232" y="5542"/>
                  <a:pt x="11247" y="5542"/>
                </a:cubicBezTo>
                <a:cubicBezTo>
                  <a:pt x="11277" y="5557"/>
                  <a:pt x="11292" y="5572"/>
                  <a:pt x="11322" y="5586"/>
                </a:cubicBezTo>
                <a:cubicBezTo>
                  <a:pt x="11322" y="5601"/>
                  <a:pt x="11322" y="5601"/>
                  <a:pt x="11322" y="5616"/>
                </a:cubicBezTo>
                <a:cubicBezTo>
                  <a:pt x="11352" y="5646"/>
                  <a:pt x="11397" y="5646"/>
                  <a:pt x="11441" y="5676"/>
                </a:cubicBezTo>
                <a:cubicBezTo>
                  <a:pt x="11501" y="5646"/>
                  <a:pt x="11546" y="5601"/>
                  <a:pt x="11501" y="5527"/>
                </a:cubicBezTo>
                <a:lnTo>
                  <a:pt x="11516" y="5422"/>
                </a:lnTo>
                <a:cubicBezTo>
                  <a:pt x="11516" y="5362"/>
                  <a:pt x="11501" y="5303"/>
                  <a:pt x="11486" y="5243"/>
                </a:cubicBezTo>
                <a:cubicBezTo>
                  <a:pt x="11467" y="5233"/>
                  <a:pt x="11451" y="5229"/>
                  <a:pt x="11436" y="5229"/>
                </a:cubicBezTo>
                <a:close/>
                <a:moveTo>
                  <a:pt x="11322" y="5646"/>
                </a:moveTo>
                <a:cubicBezTo>
                  <a:pt x="11292" y="5661"/>
                  <a:pt x="11247" y="5691"/>
                  <a:pt x="11202" y="5706"/>
                </a:cubicBezTo>
                <a:lnTo>
                  <a:pt x="11262" y="5706"/>
                </a:lnTo>
                <a:cubicBezTo>
                  <a:pt x="11292" y="5706"/>
                  <a:pt x="11307" y="5691"/>
                  <a:pt x="11322" y="5676"/>
                </a:cubicBezTo>
                <a:cubicBezTo>
                  <a:pt x="11322" y="5661"/>
                  <a:pt x="11322" y="5661"/>
                  <a:pt x="11322" y="5646"/>
                </a:cubicBezTo>
                <a:close/>
                <a:moveTo>
                  <a:pt x="10232" y="5691"/>
                </a:moveTo>
                <a:cubicBezTo>
                  <a:pt x="10232" y="5706"/>
                  <a:pt x="10217" y="5721"/>
                  <a:pt x="10217" y="5721"/>
                </a:cubicBezTo>
                <a:cubicBezTo>
                  <a:pt x="10246" y="5751"/>
                  <a:pt x="10291" y="5766"/>
                  <a:pt x="10321" y="5781"/>
                </a:cubicBezTo>
                <a:cubicBezTo>
                  <a:pt x="10351" y="5796"/>
                  <a:pt x="10381" y="5796"/>
                  <a:pt x="10411" y="5810"/>
                </a:cubicBezTo>
                <a:cubicBezTo>
                  <a:pt x="10351" y="5766"/>
                  <a:pt x="10291" y="5736"/>
                  <a:pt x="10232" y="5691"/>
                </a:cubicBezTo>
                <a:close/>
                <a:moveTo>
                  <a:pt x="10695" y="5870"/>
                </a:moveTo>
                <a:cubicBezTo>
                  <a:pt x="10680" y="5885"/>
                  <a:pt x="10680" y="5885"/>
                  <a:pt x="10665" y="5900"/>
                </a:cubicBezTo>
                <a:cubicBezTo>
                  <a:pt x="10680" y="5930"/>
                  <a:pt x="10695" y="5945"/>
                  <a:pt x="10709" y="5975"/>
                </a:cubicBezTo>
                <a:cubicBezTo>
                  <a:pt x="10724" y="5975"/>
                  <a:pt x="10739" y="5960"/>
                  <a:pt x="10739" y="5945"/>
                </a:cubicBezTo>
                <a:cubicBezTo>
                  <a:pt x="10724" y="5930"/>
                  <a:pt x="10709" y="5900"/>
                  <a:pt x="10695" y="5870"/>
                </a:cubicBezTo>
                <a:close/>
                <a:moveTo>
                  <a:pt x="8185" y="5094"/>
                </a:moveTo>
                <a:cubicBezTo>
                  <a:pt x="8140" y="5183"/>
                  <a:pt x="8155" y="5422"/>
                  <a:pt x="8215" y="5482"/>
                </a:cubicBezTo>
                <a:cubicBezTo>
                  <a:pt x="8290" y="5557"/>
                  <a:pt x="8394" y="5631"/>
                  <a:pt x="8439" y="5721"/>
                </a:cubicBezTo>
                <a:cubicBezTo>
                  <a:pt x="8499" y="5870"/>
                  <a:pt x="8604" y="5945"/>
                  <a:pt x="8768" y="5960"/>
                </a:cubicBezTo>
                <a:cubicBezTo>
                  <a:pt x="8792" y="5976"/>
                  <a:pt x="8812" y="5988"/>
                  <a:pt x="8833" y="5988"/>
                </a:cubicBezTo>
                <a:cubicBezTo>
                  <a:pt x="8850" y="5988"/>
                  <a:pt x="8867" y="5980"/>
                  <a:pt x="8887" y="5960"/>
                </a:cubicBezTo>
                <a:cubicBezTo>
                  <a:pt x="8962" y="5930"/>
                  <a:pt x="9052" y="5855"/>
                  <a:pt x="9141" y="5855"/>
                </a:cubicBezTo>
                <a:cubicBezTo>
                  <a:pt x="9305" y="5840"/>
                  <a:pt x="9395" y="5736"/>
                  <a:pt x="9455" y="5601"/>
                </a:cubicBezTo>
                <a:cubicBezTo>
                  <a:pt x="9485" y="5542"/>
                  <a:pt x="9485" y="5497"/>
                  <a:pt x="9395" y="5467"/>
                </a:cubicBezTo>
                <a:cubicBezTo>
                  <a:pt x="9395" y="5482"/>
                  <a:pt x="9395" y="5497"/>
                  <a:pt x="9395" y="5497"/>
                </a:cubicBezTo>
                <a:cubicBezTo>
                  <a:pt x="9350" y="5542"/>
                  <a:pt x="9365" y="5616"/>
                  <a:pt x="9291" y="5631"/>
                </a:cubicBezTo>
                <a:cubicBezTo>
                  <a:pt x="9276" y="5631"/>
                  <a:pt x="9276" y="5646"/>
                  <a:pt x="9261" y="5646"/>
                </a:cubicBezTo>
                <a:cubicBezTo>
                  <a:pt x="9261" y="5676"/>
                  <a:pt x="9231" y="5706"/>
                  <a:pt x="9201" y="5706"/>
                </a:cubicBezTo>
                <a:cubicBezTo>
                  <a:pt x="9081" y="5721"/>
                  <a:pt x="8962" y="5766"/>
                  <a:pt x="8857" y="5810"/>
                </a:cubicBezTo>
                <a:cubicBezTo>
                  <a:pt x="8823" y="5824"/>
                  <a:pt x="8788" y="5835"/>
                  <a:pt x="8755" y="5835"/>
                </a:cubicBezTo>
                <a:cubicBezTo>
                  <a:pt x="8717" y="5835"/>
                  <a:pt x="8680" y="5821"/>
                  <a:pt x="8648" y="5781"/>
                </a:cubicBezTo>
                <a:cubicBezTo>
                  <a:pt x="8633" y="5766"/>
                  <a:pt x="8633" y="5766"/>
                  <a:pt x="8618" y="5766"/>
                </a:cubicBezTo>
                <a:cubicBezTo>
                  <a:pt x="8574" y="5751"/>
                  <a:pt x="8544" y="5736"/>
                  <a:pt x="8529" y="5676"/>
                </a:cubicBezTo>
                <a:cubicBezTo>
                  <a:pt x="8484" y="5586"/>
                  <a:pt x="8424" y="5482"/>
                  <a:pt x="8335" y="5422"/>
                </a:cubicBezTo>
                <a:cubicBezTo>
                  <a:pt x="8290" y="5392"/>
                  <a:pt x="8290" y="5362"/>
                  <a:pt x="8275" y="5318"/>
                </a:cubicBezTo>
                <a:cubicBezTo>
                  <a:pt x="8260" y="5273"/>
                  <a:pt x="8260" y="5213"/>
                  <a:pt x="8260" y="5153"/>
                </a:cubicBezTo>
                <a:cubicBezTo>
                  <a:pt x="8245" y="5123"/>
                  <a:pt x="8245" y="5094"/>
                  <a:pt x="8185" y="5094"/>
                </a:cubicBezTo>
                <a:close/>
                <a:moveTo>
                  <a:pt x="11008" y="5781"/>
                </a:moveTo>
                <a:cubicBezTo>
                  <a:pt x="10963" y="5855"/>
                  <a:pt x="10904" y="5915"/>
                  <a:pt x="10859" y="5990"/>
                </a:cubicBezTo>
                <a:cubicBezTo>
                  <a:pt x="10933" y="5943"/>
                  <a:pt x="11008" y="5920"/>
                  <a:pt x="11086" y="5920"/>
                </a:cubicBezTo>
                <a:cubicBezTo>
                  <a:pt x="11133" y="5920"/>
                  <a:pt x="11182" y="5928"/>
                  <a:pt x="11232" y="5945"/>
                </a:cubicBezTo>
                <a:cubicBezTo>
                  <a:pt x="11232" y="5915"/>
                  <a:pt x="11232" y="5900"/>
                  <a:pt x="11232" y="5870"/>
                </a:cubicBezTo>
                <a:lnTo>
                  <a:pt x="11352" y="5870"/>
                </a:lnTo>
                <a:cubicBezTo>
                  <a:pt x="11322" y="5855"/>
                  <a:pt x="11292" y="5840"/>
                  <a:pt x="11262" y="5825"/>
                </a:cubicBezTo>
                <a:cubicBezTo>
                  <a:pt x="11247" y="5825"/>
                  <a:pt x="11247" y="5825"/>
                  <a:pt x="11232" y="5810"/>
                </a:cubicBezTo>
                <a:cubicBezTo>
                  <a:pt x="11217" y="5840"/>
                  <a:pt x="11187" y="5855"/>
                  <a:pt x="11172" y="5870"/>
                </a:cubicBezTo>
                <a:lnTo>
                  <a:pt x="11008" y="5781"/>
                </a:lnTo>
                <a:close/>
                <a:moveTo>
                  <a:pt x="10261" y="5930"/>
                </a:moveTo>
                <a:cubicBezTo>
                  <a:pt x="10246" y="5960"/>
                  <a:pt x="10217" y="5975"/>
                  <a:pt x="10202" y="5990"/>
                </a:cubicBezTo>
                <a:cubicBezTo>
                  <a:pt x="10217" y="6020"/>
                  <a:pt x="10246" y="6049"/>
                  <a:pt x="10261" y="6079"/>
                </a:cubicBezTo>
                <a:cubicBezTo>
                  <a:pt x="10321" y="6079"/>
                  <a:pt x="10351" y="6035"/>
                  <a:pt x="10366" y="5990"/>
                </a:cubicBezTo>
                <a:cubicBezTo>
                  <a:pt x="10366" y="5975"/>
                  <a:pt x="10366" y="5945"/>
                  <a:pt x="10381" y="5930"/>
                </a:cubicBezTo>
                <a:close/>
                <a:moveTo>
                  <a:pt x="7887" y="6064"/>
                </a:moveTo>
                <a:cubicBezTo>
                  <a:pt x="7857" y="6124"/>
                  <a:pt x="7842" y="6139"/>
                  <a:pt x="7842" y="6154"/>
                </a:cubicBezTo>
                <a:cubicBezTo>
                  <a:pt x="7842" y="6184"/>
                  <a:pt x="7857" y="6199"/>
                  <a:pt x="7872" y="6214"/>
                </a:cubicBezTo>
                <a:cubicBezTo>
                  <a:pt x="7887" y="6199"/>
                  <a:pt x="7902" y="6199"/>
                  <a:pt x="7902" y="6184"/>
                </a:cubicBezTo>
                <a:cubicBezTo>
                  <a:pt x="7916" y="6154"/>
                  <a:pt x="7902" y="6124"/>
                  <a:pt x="7887" y="6064"/>
                </a:cubicBezTo>
                <a:close/>
                <a:moveTo>
                  <a:pt x="314" y="4810"/>
                </a:moveTo>
                <a:cubicBezTo>
                  <a:pt x="299" y="4825"/>
                  <a:pt x="284" y="4840"/>
                  <a:pt x="284" y="4840"/>
                </a:cubicBezTo>
                <a:cubicBezTo>
                  <a:pt x="284" y="5109"/>
                  <a:pt x="284" y="5362"/>
                  <a:pt x="299" y="5631"/>
                </a:cubicBezTo>
                <a:cubicBezTo>
                  <a:pt x="299" y="5646"/>
                  <a:pt x="329" y="5661"/>
                  <a:pt x="344" y="5676"/>
                </a:cubicBezTo>
                <a:cubicBezTo>
                  <a:pt x="329" y="5781"/>
                  <a:pt x="299" y="5870"/>
                  <a:pt x="314" y="5975"/>
                </a:cubicBezTo>
                <a:cubicBezTo>
                  <a:pt x="329" y="6079"/>
                  <a:pt x="239" y="6214"/>
                  <a:pt x="374" y="6303"/>
                </a:cubicBezTo>
                <a:cubicBezTo>
                  <a:pt x="374" y="6244"/>
                  <a:pt x="389" y="6199"/>
                  <a:pt x="404" y="6139"/>
                </a:cubicBezTo>
                <a:lnTo>
                  <a:pt x="389" y="6139"/>
                </a:lnTo>
                <a:cubicBezTo>
                  <a:pt x="389" y="6064"/>
                  <a:pt x="404" y="5990"/>
                  <a:pt x="434" y="5930"/>
                </a:cubicBezTo>
                <a:cubicBezTo>
                  <a:pt x="478" y="5825"/>
                  <a:pt x="434" y="5736"/>
                  <a:pt x="359" y="5676"/>
                </a:cubicBezTo>
                <a:cubicBezTo>
                  <a:pt x="359" y="5676"/>
                  <a:pt x="374" y="5676"/>
                  <a:pt x="374" y="5661"/>
                </a:cubicBezTo>
                <a:cubicBezTo>
                  <a:pt x="389" y="5646"/>
                  <a:pt x="434" y="5631"/>
                  <a:pt x="449" y="5601"/>
                </a:cubicBezTo>
                <a:cubicBezTo>
                  <a:pt x="464" y="5572"/>
                  <a:pt x="464" y="5527"/>
                  <a:pt x="449" y="5497"/>
                </a:cubicBezTo>
                <a:cubicBezTo>
                  <a:pt x="404" y="5422"/>
                  <a:pt x="404" y="5318"/>
                  <a:pt x="404" y="5228"/>
                </a:cubicBezTo>
                <a:cubicBezTo>
                  <a:pt x="389" y="5168"/>
                  <a:pt x="449" y="5123"/>
                  <a:pt x="404" y="5064"/>
                </a:cubicBezTo>
                <a:cubicBezTo>
                  <a:pt x="404" y="5049"/>
                  <a:pt x="419" y="5034"/>
                  <a:pt x="434" y="5019"/>
                </a:cubicBezTo>
                <a:cubicBezTo>
                  <a:pt x="434" y="5004"/>
                  <a:pt x="434" y="4989"/>
                  <a:pt x="449" y="4974"/>
                </a:cubicBezTo>
                <a:cubicBezTo>
                  <a:pt x="344" y="4974"/>
                  <a:pt x="329" y="4884"/>
                  <a:pt x="314" y="4810"/>
                </a:cubicBezTo>
                <a:close/>
                <a:moveTo>
                  <a:pt x="10515" y="6303"/>
                </a:moveTo>
                <a:cubicBezTo>
                  <a:pt x="10515" y="6318"/>
                  <a:pt x="10515" y="6348"/>
                  <a:pt x="10515" y="6363"/>
                </a:cubicBezTo>
                <a:cubicBezTo>
                  <a:pt x="10545" y="6348"/>
                  <a:pt x="10575" y="6333"/>
                  <a:pt x="10605" y="6318"/>
                </a:cubicBezTo>
                <a:cubicBezTo>
                  <a:pt x="10575" y="6303"/>
                  <a:pt x="10545" y="6303"/>
                  <a:pt x="10515" y="6303"/>
                </a:cubicBezTo>
                <a:close/>
                <a:moveTo>
                  <a:pt x="10217" y="6303"/>
                </a:moveTo>
                <a:cubicBezTo>
                  <a:pt x="10172" y="6333"/>
                  <a:pt x="10142" y="6363"/>
                  <a:pt x="10112" y="6393"/>
                </a:cubicBezTo>
                <a:cubicBezTo>
                  <a:pt x="10127" y="6408"/>
                  <a:pt x="10127" y="6423"/>
                  <a:pt x="10142" y="6423"/>
                </a:cubicBezTo>
                <a:cubicBezTo>
                  <a:pt x="10172" y="6393"/>
                  <a:pt x="10217" y="6378"/>
                  <a:pt x="10246" y="6348"/>
                </a:cubicBezTo>
                <a:cubicBezTo>
                  <a:pt x="10232" y="6333"/>
                  <a:pt x="10217" y="6318"/>
                  <a:pt x="10217" y="6303"/>
                </a:cubicBezTo>
                <a:close/>
                <a:moveTo>
                  <a:pt x="3122" y="6438"/>
                </a:moveTo>
                <a:cubicBezTo>
                  <a:pt x="3122" y="6448"/>
                  <a:pt x="3122" y="6459"/>
                  <a:pt x="3112" y="6459"/>
                </a:cubicBezTo>
                <a:cubicBezTo>
                  <a:pt x="3107" y="6459"/>
                  <a:pt x="3101" y="6457"/>
                  <a:pt x="3092" y="6453"/>
                </a:cubicBezTo>
                <a:cubicBezTo>
                  <a:pt x="3107" y="6453"/>
                  <a:pt x="3107" y="6438"/>
                  <a:pt x="3122" y="6438"/>
                </a:cubicBezTo>
                <a:close/>
                <a:moveTo>
                  <a:pt x="10635" y="6527"/>
                </a:moveTo>
                <a:cubicBezTo>
                  <a:pt x="10605" y="6557"/>
                  <a:pt x="10575" y="6587"/>
                  <a:pt x="10545" y="6632"/>
                </a:cubicBezTo>
                <a:cubicBezTo>
                  <a:pt x="10551" y="6635"/>
                  <a:pt x="10556" y="6636"/>
                  <a:pt x="10561" y="6636"/>
                </a:cubicBezTo>
                <a:cubicBezTo>
                  <a:pt x="10581" y="6636"/>
                  <a:pt x="10593" y="6614"/>
                  <a:pt x="10605" y="6602"/>
                </a:cubicBezTo>
                <a:cubicBezTo>
                  <a:pt x="10620" y="6572"/>
                  <a:pt x="10620" y="6557"/>
                  <a:pt x="10635" y="6527"/>
                </a:cubicBezTo>
                <a:close/>
                <a:moveTo>
                  <a:pt x="11382" y="6303"/>
                </a:moveTo>
                <a:cubicBezTo>
                  <a:pt x="11397" y="6378"/>
                  <a:pt x="11397" y="6468"/>
                  <a:pt x="11411" y="6542"/>
                </a:cubicBezTo>
                <a:cubicBezTo>
                  <a:pt x="11426" y="6587"/>
                  <a:pt x="11426" y="6632"/>
                  <a:pt x="11441" y="6677"/>
                </a:cubicBezTo>
                <a:cubicBezTo>
                  <a:pt x="11471" y="6677"/>
                  <a:pt x="11501" y="6662"/>
                  <a:pt x="11501" y="6647"/>
                </a:cubicBezTo>
                <a:cubicBezTo>
                  <a:pt x="11501" y="6542"/>
                  <a:pt x="11486" y="6438"/>
                  <a:pt x="11456" y="6333"/>
                </a:cubicBezTo>
                <a:cubicBezTo>
                  <a:pt x="11456" y="6318"/>
                  <a:pt x="11426" y="6318"/>
                  <a:pt x="11411" y="6303"/>
                </a:cubicBezTo>
                <a:close/>
                <a:moveTo>
                  <a:pt x="11441" y="6707"/>
                </a:moveTo>
                <a:lnTo>
                  <a:pt x="11441" y="6707"/>
                </a:lnTo>
                <a:cubicBezTo>
                  <a:pt x="11411" y="6722"/>
                  <a:pt x="11397" y="6781"/>
                  <a:pt x="11352" y="6781"/>
                </a:cubicBezTo>
                <a:cubicBezTo>
                  <a:pt x="11322" y="6781"/>
                  <a:pt x="11307" y="6796"/>
                  <a:pt x="11322" y="6826"/>
                </a:cubicBezTo>
                <a:cubicBezTo>
                  <a:pt x="11322" y="6856"/>
                  <a:pt x="11337" y="6916"/>
                  <a:pt x="11337" y="6916"/>
                </a:cubicBezTo>
                <a:cubicBezTo>
                  <a:pt x="11217" y="6946"/>
                  <a:pt x="11322" y="7020"/>
                  <a:pt x="11322" y="7080"/>
                </a:cubicBezTo>
                <a:lnTo>
                  <a:pt x="11352" y="7080"/>
                </a:lnTo>
                <a:cubicBezTo>
                  <a:pt x="11382" y="7080"/>
                  <a:pt x="11397" y="7080"/>
                  <a:pt x="11411" y="7050"/>
                </a:cubicBezTo>
                <a:cubicBezTo>
                  <a:pt x="11411" y="7020"/>
                  <a:pt x="11411" y="6990"/>
                  <a:pt x="11426" y="6961"/>
                </a:cubicBezTo>
                <a:cubicBezTo>
                  <a:pt x="11471" y="6871"/>
                  <a:pt x="11531" y="6796"/>
                  <a:pt x="11441" y="6707"/>
                </a:cubicBezTo>
                <a:close/>
                <a:moveTo>
                  <a:pt x="9156" y="7110"/>
                </a:moveTo>
                <a:cubicBezTo>
                  <a:pt x="9171" y="7125"/>
                  <a:pt x="9186" y="7140"/>
                  <a:pt x="9201" y="7155"/>
                </a:cubicBezTo>
                <a:cubicBezTo>
                  <a:pt x="9216" y="7140"/>
                  <a:pt x="9246" y="7125"/>
                  <a:pt x="9261" y="7110"/>
                </a:cubicBezTo>
                <a:close/>
                <a:moveTo>
                  <a:pt x="8753" y="6184"/>
                </a:moveTo>
                <a:cubicBezTo>
                  <a:pt x="8693" y="6214"/>
                  <a:pt x="8633" y="6259"/>
                  <a:pt x="8589" y="6303"/>
                </a:cubicBezTo>
                <a:cubicBezTo>
                  <a:pt x="8589" y="6333"/>
                  <a:pt x="8574" y="6378"/>
                  <a:pt x="8529" y="6393"/>
                </a:cubicBezTo>
                <a:cubicBezTo>
                  <a:pt x="8514" y="6438"/>
                  <a:pt x="8574" y="6468"/>
                  <a:pt x="8559" y="6512"/>
                </a:cubicBezTo>
                <a:cubicBezTo>
                  <a:pt x="8454" y="6677"/>
                  <a:pt x="8439" y="6871"/>
                  <a:pt x="8454" y="7065"/>
                </a:cubicBezTo>
                <a:cubicBezTo>
                  <a:pt x="8469" y="7080"/>
                  <a:pt x="8499" y="7110"/>
                  <a:pt x="8514" y="7140"/>
                </a:cubicBezTo>
                <a:cubicBezTo>
                  <a:pt x="8590" y="7162"/>
                  <a:pt x="8667" y="7176"/>
                  <a:pt x="8744" y="7176"/>
                </a:cubicBezTo>
                <a:cubicBezTo>
                  <a:pt x="8772" y="7176"/>
                  <a:pt x="8800" y="7174"/>
                  <a:pt x="8828" y="7170"/>
                </a:cubicBezTo>
                <a:cubicBezTo>
                  <a:pt x="8828" y="7170"/>
                  <a:pt x="8842" y="7170"/>
                  <a:pt x="8842" y="7155"/>
                </a:cubicBezTo>
                <a:cubicBezTo>
                  <a:pt x="8902" y="7140"/>
                  <a:pt x="8887" y="7065"/>
                  <a:pt x="8902" y="7035"/>
                </a:cubicBezTo>
                <a:cubicBezTo>
                  <a:pt x="8917" y="6841"/>
                  <a:pt x="8932" y="6662"/>
                  <a:pt x="8947" y="6483"/>
                </a:cubicBezTo>
                <a:cubicBezTo>
                  <a:pt x="8932" y="6438"/>
                  <a:pt x="8917" y="6408"/>
                  <a:pt x="8887" y="6393"/>
                </a:cubicBezTo>
                <a:cubicBezTo>
                  <a:pt x="8887" y="6378"/>
                  <a:pt x="8887" y="6378"/>
                  <a:pt x="8887" y="6363"/>
                </a:cubicBezTo>
                <a:cubicBezTo>
                  <a:pt x="8872" y="6318"/>
                  <a:pt x="8872" y="6259"/>
                  <a:pt x="8828" y="6229"/>
                </a:cubicBezTo>
                <a:cubicBezTo>
                  <a:pt x="8813" y="6199"/>
                  <a:pt x="8753" y="6214"/>
                  <a:pt x="8753" y="6184"/>
                </a:cubicBezTo>
                <a:close/>
                <a:moveTo>
                  <a:pt x="4505" y="7346"/>
                </a:moveTo>
                <a:cubicBezTo>
                  <a:pt x="4492" y="7346"/>
                  <a:pt x="4479" y="7379"/>
                  <a:pt x="4466" y="7379"/>
                </a:cubicBezTo>
                <a:cubicBezTo>
                  <a:pt x="4481" y="7394"/>
                  <a:pt x="4496" y="7394"/>
                  <a:pt x="4511" y="7409"/>
                </a:cubicBezTo>
                <a:cubicBezTo>
                  <a:pt x="4526" y="7409"/>
                  <a:pt x="4541" y="7394"/>
                  <a:pt x="4556" y="7394"/>
                </a:cubicBezTo>
                <a:cubicBezTo>
                  <a:pt x="4541" y="7379"/>
                  <a:pt x="4526" y="7349"/>
                  <a:pt x="4511" y="7349"/>
                </a:cubicBezTo>
                <a:cubicBezTo>
                  <a:pt x="4509" y="7347"/>
                  <a:pt x="4507" y="7346"/>
                  <a:pt x="4505" y="7346"/>
                </a:cubicBezTo>
                <a:close/>
                <a:moveTo>
                  <a:pt x="4720" y="7409"/>
                </a:moveTo>
                <a:lnTo>
                  <a:pt x="4720" y="7409"/>
                </a:lnTo>
                <a:cubicBezTo>
                  <a:pt x="4711" y="7413"/>
                  <a:pt x="4702" y="7420"/>
                  <a:pt x="4695" y="7427"/>
                </a:cubicBezTo>
                <a:lnTo>
                  <a:pt x="4695" y="7427"/>
                </a:lnTo>
                <a:cubicBezTo>
                  <a:pt x="4709" y="7426"/>
                  <a:pt x="4720" y="7421"/>
                  <a:pt x="4720" y="7409"/>
                </a:cubicBezTo>
                <a:close/>
                <a:moveTo>
                  <a:pt x="8230" y="7394"/>
                </a:moveTo>
                <a:cubicBezTo>
                  <a:pt x="8230" y="7394"/>
                  <a:pt x="8215" y="7409"/>
                  <a:pt x="8200" y="7409"/>
                </a:cubicBezTo>
                <a:cubicBezTo>
                  <a:pt x="8215" y="7424"/>
                  <a:pt x="8230" y="7438"/>
                  <a:pt x="8245" y="7453"/>
                </a:cubicBezTo>
                <a:cubicBezTo>
                  <a:pt x="8260" y="7453"/>
                  <a:pt x="8260" y="7438"/>
                  <a:pt x="8290" y="7424"/>
                </a:cubicBezTo>
                <a:cubicBezTo>
                  <a:pt x="8260" y="7409"/>
                  <a:pt x="8245" y="7394"/>
                  <a:pt x="8230" y="7394"/>
                </a:cubicBezTo>
                <a:close/>
                <a:moveTo>
                  <a:pt x="4914" y="7259"/>
                </a:moveTo>
                <a:cubicBezTo>
                  <a:pt x="4884" y="7304"/>
                  <a:pt x="4855" y="7349"/>
                  <a:pt x="4825" y="7394"/>
                </a:cubicBezTo>
                <a:cubicBezTo>
                  <a:pt x="4843" y="7438"/>
                  <a:pt x="4866" y="7467"/>
                  <a:pt x="4897" y="7467"/>
                </a:cubicBezTo>
                <a:cubicBezTo>
                  <a:pt x="4919" y="7467"/>
                  <a:pt x="4944" y="7454"/>
                  <a:pt x="4974" y="7424"/>
                </a:cubicBezTo>
                <a:cubicBezTo>
                  <a:pt x="4914" y="7379"/>
                  <a:pt x="4974" y="7304"/>
                  <a:pt x="4914" y="7259"/>
                </a:cubicBezTo>
                <a:close/>
                <a:moveTo>
                  <a:pt x="4695" y="7427"/>
                </a:moveTo>
                <a:cubicBezTo>
                  <a:pt x="4661" y="7431"/>
                  <a:pt x="4607" y="7419"/>
                  <a:pt x="4660" y="7483"/>
                </a:cubicBezTo>
                <a:cubicBezTo>
                  <a:pt x="4671" y="7463"/>
                  <a:pt x="4681" y="7443"/>
                  <a:pt x="4695" y="7427"/>
                </a:cubicBezTo>
                <a:close/>
                <a:moveTo>
                  <a:pt x="4481" y="7468"/>
                </a:moveTo>
                <a:cubicBezTo>
                  <a:pt x="4451" y="7483"/>
                  <a:pt x="4436" y="7498"/>
                  <a:pt x="4407" y="7513"/>
                </a:cubicBezTo>
                <a:cubicBezTo>
                  <a:pt x="4407" y="7513"/>
                  <a:pt x="4421" y="7528"/>
                  <a:pt x="4421" y="7528"/>
                </a:cubicBezTo>
                <a:cubicBezTo>
                  <a:pt x="4436" y="7513"/>
                  <a:pt x="4466" y="7498"/>
                  <a:pt x="4481" y="7483"/>
                </a:cubicBezTo>
                <a:lnTo>
                  <a:pt x="4481" y="7468"/>
                </a:lnTo>
                <a:close/>
                <a:moveTo>
                  <a:pt x="13174" y="7319"/>
                </a:moveTo>
                <a:cubicBezTo>
                  <a:pt x="13159" y="7364"/>
                  <a:pt x="13144" y="7424"/>
                  <a:pt x="13129" y="7483"/>
                </a:cubicBezTo>
                <a:cubicBezTo>
                  <a:pt x="13144" y="7513"/>
                  <a:pt x="13159" y="7543"/>
                  <a:pt x="13159" y="7573"/>
                </a:cubicBezTo>
                <a:cubicBezTo>
                  <a:pt x="13185" y="7579"/>
                  <a:pt x="13211" y="7589"/>
                  <a:pt x="13229" y="7589"/>
                </a:cubicBezTo>
                <a:cubicBezTo>
                  <a:pt x="13254" y="7589"/>
                  <a:pt x="13266" y="7573"/>
                  <a:pt x="13249" y="7513"/>
                </a:cubicBezTo>
                <a:cubicBezTo>
                  <a:pt x="13234" y="7498"/>
                  <a:pt x="13234" y="7468"/>
                  <a:pt x="13249" y="7453"/>
                </a:cubicBezTo>
                <a:cubicBezTo>
                  <a:pt x="13219" y="7409"/>
                  <a:pt x="13189" y="7364"/>
                  <a:pt x="13174" y="7319"/>
                </a:cubicBezTo>
                <a:close/>
                <a:moveTo>
                  <a:pt x="4571" y="7603"/>
                </a:moveTo>
                <a:cubicBezTo>
                  <a:pt x="4556" y="7603"/>
                  <a:pt x="4541" y="7618"/>
                  <a:pt x="4541" y="7633"/>
                </a:cubicBezTo>
                <a:cubicBezTo>
                  <a:pt x="4556" y="7648"/>
                  <a:pt x="4571" y="7663"/>
                  <a:pt x="4586" y="7663"/>
                </a:cubicBezTo>
                <a:cubicBezTo>
                  <a:pt x="4586" y="7648"/>
                  <a:pt x="4571" y="7618"/>
                  <a:pt x="4571" y="7603"/>
                </a:cubicBezTo>
                <a:close/>
                <a:moveTo>
                  <a:pt x="4855" y="7603"/>
                </a:moveTo>
                <a:cubicBezTo>
                  <a:pt x="4855" y="7618"/>
                  <a:pt x="4840" y="7618"/>
                  <a:pt x="4840" y="7618"/>
                </a:cubicBezTo>
                <a:cubicBezTo>
                  <a:pt x="4825" y="7648"/>
                  <a:pt x="4825" y="7663"/>
                  <a:pt x="4825" y="7677"/>
                </a:cubicBezTo>
                <a:cubicBezTo>
                  <a:pt x="4870" y="7663"/>
                  <a:pt x="4929" y="7648"/>
                  <a:pt x="4974" y="7633"/>
                </a:cubicBezTo>
                <a:cubicBezTo>
                  <a:pt x="4929" y="7618"/>
                  <a:pt x="4899" y="7618"/>
                  <a:pt x="4855" y="7603"/>
                </a:cubicBezTo>
                <a:close/>
                <a:moveTo>
                  <a:pt x="13368" y="7603"/>
                </a:moveTo>
                <a:cubicBezTo>
                  <a:pt x="13353" y="7603"/>
                  <a:pt x="13353" y="7603"/>
                  <a:pt x="13353" y="7618"/>
                </a:cubicBezTo>
                <a:cubicBezTo>
                  <a:pt x="13353" y="7618"/>
                  <a:pt x="13353" y="7633"/>
                  <a:pt x="13353" y="7633"/>
                </a:cubicBezTo>
                <a:cubicBezTo>
                  <a:pt x="13368" y="7677"/>
                  <a:pt x="13368" y="7707"/>
                  <a:pt x="13368" y="7737"/>
                </a:cubicBezTo>
                <a:cubicBezTo>
                  <a:pt x="13398" y="7722"/>
                  <a:pt x="13428" y="7692"/>
                  <a:pt x="13458" y="7677"/>
                </a:cubicBezTo>
                <a:cubicBezTo>
                  <a:pt x="13428" y="7648"/>
                  <a:pt x="13398" y="7633"/>
                  <a:pt x="13368" y="7603"/>
                </a:cubicBezTo>
                <a:close/>
                <a:moveTo>
                  <a:pt x="374" y="7274"/>
                </a:moveTo>
                <a:cubicBezTo>
                  <a:pt x="359" y="7304"/>
                  <a:pt x="329" y="7319"/>
                  <a:pt x="329" y="7349"/>
                </a:cubicBezTo>
                <a:cubicBezTo>
                  <a:pt x="329" y="7453"/>
                  <a:pt x="344" y="7558"/>
                  <a:pt x="344" y="7663"/>
                </a:cubicBezTo>
                <a:lnTo>
                  <a:pt x="344" y="7767"/>
                </a:lnTo>
                <a:lnTo>
                  <a:pt x="404" y="7692"/>
                </a:lnTo>
                <a:cubicBezTo>
                  <a:pt x="404" y="7692"/>
                  <a:pt x="419" y="7677"/>
                  <a:pt x="419" y="7677"/>
                </a:cubicBezTo>
                <a:cubicBezTo>
                  <a:pt x="449" y="7677"/>
                  <a:pt x="449" y="7663"/>
                  <a:pt x="449" y="7633"/>
                </a:cubicBezTo>
                <a:cubicBezTo>
                  <a:pt x="449" y="7588"/>
                  <a:pt x="464" y="7543"/>
                  <a:pt x="449" y="7513"/>
                </a:cubicBezTo>
                <a:cubicBezTo>
                  <a:pt x="404" y="7453"/>
                  <a:pt x="404" y="7379"/>
                  <a:pt x="404" y="7319"/>
                </a:cubicBezTo>
                <a:cubicBezTo>
                  <a:pt x="404" y="7304"/>
                  <a:pt x="404" y="7289"/>
                  <a:pt x="404" y="7289"/>
                </a:cubicBezTo>
                <a:cubicBezTo>
                  <a:pt x="389" y="7289"/>
                  <a:pt x="389" y="7274"/>
                  <a:pt x="374" y="7274"/>
                </a:cubicBezTo>
                <a:close/>
                <a:moveTo>
                  <a:pt x="4362" y="7707"/>
                </a:moveTo>
                <a:cubicBezTo>
                  <a:pt x="4347" y="7722"/>
                  <a:pt x="4332" y="7722"/>
                  <a:pt x="4317" y="7722"/>
                </a:cubicBezTo>
                <a:cubicBezTo>
                  <a:pt x="4332" y="7752"/>
                  <a:pt x="4347" y="7782"/>
                  <a:pt x="4377" y="7812"/>
                </a:cubicBezTo>
                <a:cubicBezTo>
                  <a:pt x="4392" y="7797"/>
                  <a:pt x="4407" y="7782"/>
                  <a:pt x="4436" y="7782"/>
                </a:cubicBezTo>
                <a:cubicBezTo>
                  <a:pt x="4407" y="7752"/>
                  <a:pt x="4392" y="7737"/>
                  <a:pt x="4362" y="7707"/>
                </a:cubicBezTo>
                <a:close/>
                <a:moveTo>
                  <a:pt x="3914" y="7842"/>
                </a:moveTo>
                <a:cubicBezTo>
                  <a:pt x="3899" y="7857"/>
                  <a:pt x="3869" y="7857"/>
                  <a:pt x="3854" y="7872"/>
                </a:cubicBezTo>
                <a:cubicBezTo>
                  <a:pt x="3869" y="7887"/>
                  <a:pt x="3869" y="7902"/>
                  <a:pt x="3884" y="7916"/>
                </a:cubicBezTo>
                <a:cubicBezTo>
                  <a:pt x="3899" y="7902"/>
                  <a:pt x="3914" y="7887"/>
                  <a:pt x="3929" y="7872"/>
                </a:cubicBezTo>
                <a:cubicBezTo>
                  <a:pt x="3929" y="7872"/>
                  <a:pt x="3914" y="7842"/>
                  <a:pt x="3914" y="7842"/>
                </a:cubicBezTo>
                <a:close/>
                <a:moveTo>
                  <a:pt x="4048" y="7916"/>
                </a:moveTo>
                <a:cubicBezTo>
                  <a:pt x="4056" y="7920"/>
                  <a:pt x="4064" y="7924"/>
                  <a:pt x="4071" y="7928"/>
                </a:cubicBezTo>
                <a:lnTo>
                  <a:pt x="4071" y="7928"/>
                </a:lnTo>
                <a:cubicBezTo>
                  <a:pt x="4068" y="7924"/>
                  <a:pt x="4066" y="7920"/>
                  <a:pt x="4063" y="7916"/>
                </a:cubicBezTo>
                <a:close/>
                <a:moveTo>
                  <a:pt x="4660" y="7827"/>
                </a:moveTo>
                <a:cubicBezTo>
                  <a:pt x="4601" y="7827"/>
                  <a:pt x="4541" y="7842"/>
                  <a:pt x="4451" y="7842"/>
                </a:cubicBezTo>
                <a:cubicBezTo>
                  <a:pt x="4541" y="7887"/>
                  <a:pt x="4601" y="7916"/>
                  <a:pt x="4646" y="7931"/>
                </a:cubicBezTo>
                <a:cubicBezTo>
                  <a:pt x="4675" y="7916"/>
                  <a:pt x="4675" y="7902"/>
                  <a:pt x="4660" y="7887"/>
                </a:cubicBezTo>
                <a:cubicBezTo>
                  <a:pt x="4660" y="7857"/>
                  <a:pt x="4660" y="7842"/>
                  <a:pt x="4660" y="7827"/>
                </a:cubicBezTo>
                <a:close/>
                <a:moveTo>
                  <a:pt x="4840" y="7752"/>
                </a:moveTo>
                <a:cubicBezTo>
                  <a:pt x="4825" y="7782"/>
                  <a:pt x="4825" y="7812"/>
                  <a:pt x="4810" y="7842"/>
                </a:cubicBezTo>
                <a:cubicBezTo>
                  <a:pt x="4810" y="7857"/>
                  <a:pt x="4795" y="7872"/>
                  <a:pt x="4795" y="7887"/>
                </a:cubicBezTo>
                <a:cubicBezTo>
                  <a:pt x="4780" y="7902"/>
                  <a:pt x="4780" y="7916"/>
                  <a:pt x="4795" y="7946"/>
                </a:cubicBezTo>
                <a:cubicBezTo>
                  <a:pt x="4825" y="7931"/>
                  <a:pt x="4840" y="7916"/>
                  <a:pt x="4855" y="7902"/>
                </a:cubicBezTo>
                <a:cubicBezTo>
                  <a:pt x="4870" y="7872"/>
                  <a:pt x="4884" y="7827"/>
                  <a:pt x="4884" y="7797"/>
                </a:cubicBezTo>
                <a:cubicBezTo>
                  <a:pt x="4884" y="7782"/>
                  <a:pt x="4855" y="7767"/>
                  <a:pt x="4840" y="7752"/>
                </a:cubicBezTo>
                <a:close/>
                <a:moveTo>
                  <a:pt x="13249" y="7887"/>
                </a:moveTo>
                <a:cubicBezTo>
                  <a:pt x="13219" y="7902"/>
                  <a:pt x="13189" y="7931"/>
                  <a:pt x="13159" y="7961"/>
                </a:cubicBezTo>
                <a:lnTo>
                  <a:pt x="13323" y="7961"/>
                </a:lnTo>
                <a:cubicBezTo>
                  <a:pt x="13308" y="7931"/>
                  <a:pt x="13278" y="7916"/>
                  <a:pt x="13249" y="7887"/>
                </a:cubicBezTo>
                <a:close/>
                <a:moveTo>
                  <a:pt x="4071" y="7928"/>
                </a:moveTo>
                <a:cubicBezTo>
                  <a:pt x="4098" y="7969"/>
                  <a:pt x="4127" y="8010"/>
                  <a:pt x="4168" y="8051"/>
                </a:cubicBezTo>
                <a:cubicBezTo>
                  <a:pt x="4168" y="8036"/>
                  <a:pt x="4183" y="8021"/>
                  <a:pt x="4197" y="8006"/>
                </a:cubicBezTo>
                <a:cubicBezTo>
                  <a:pt x="4159" y="7980"/>
                  <a:pt x="4120" y="7954"/>
                  <a:pt x="4071" y="7928"/>
                </a:cubicBezTo>
                <a:close/>
                <a:moveTo>
                  <a:pt x="359" y="7797"/>
                </a:moveTo>
                <a:cubicBezTo>
                  <a:pt x="359" y="7891"/>
                  <a:pt x="371" y="7974"/>
                  <a:pt x="373" y="8065"/>
                </a:cubicBezTo>
                <a:lnTo>
                  <a:pt x="373" y="8065"/>
                </a:lnTo>
                <a:cubicBezTo>
                  <a:pt x="410" y="8037"/>
                  <a:pt x="544" y="8031"/>
                  <a:pt x="404" y="7961"/>
                </a:cubicBezTo>
                <a:cubicBezTo>
                  <a:pt x="404" y="7961"/>
                  <a:pt x="404" y="7946"/>
                  <a:pt x="419" y="7946"/>
                </a:cubicBezTo>
                <a:cubicBezTo>
                  <a:pt x="523" y="7842"/>
                  <a:pt x="419" y="7827"/>
                  <a:pt x="359" y="7797"/>
                </a:cubicBezTo>
                <a:close/>
                <a:moveTo>
                  <a:pt x="373" y="8065"/>
                </a:moveTo>
                <a:cubicBezTo>
                  <a:pt x="363" y="8073"/>
                  <a:pt x="361" y="8083"/>
                  <a:pt x="374" y="8096"/>
                </a:cubicBezTo>
                <a:cubicBezTo>
                  <a:pt x="374" y="8085"/>
                  <a:pt x="374" y="8075"/>
                  <a:pt x="373" y="8065"/>
                </a:cubicBezTo>
                <a:close/>
                <a:moveTo>
                  <a:pt x="13338" y="8036"/>
                </a:moveTo>
                <a:cubicBezTo>
                  <a:pt x="13308" y="8036"/>
                  <a:pt x="13278" y="8051"/>
                  <a:pt x="13249" y="8066"/>
                </a:cubicBezTo>
                <a:cubicBezTo>
                  <a:pt x="13263" y="8081"/>
                  <a:pt x="13278" y="8096"/>
                  <a:pt x="13278" y="8096"/>
                </a:cubicBezTo>
                <a:cubicBezTo>
                  <a:pt x="13293" y="8081"/>
                  <a:pt x="13323" y="8066"/>
                  <a:pt x="13338" y="8051"/>
                </a:cubicBezTo>
                <a:cubicBezTo>
                  <a:pt x="13338" y="8036"/>
                  <a:pt x="13338" y="8036"/>
                  <a:pt x="13338" y="8036"/>
                </a:cubicBezTo>
                <a:close/>
                <a:moveTo>
                  <a:pt x="4914" y="8036"/>
                </a:moveTo>
                <a:cubicBezTo>
                  <a:pt x="4899" y="8066"/>
                  <a:pt x="4884" y="8096"/>
                  <a:pt x="4870" y="8126"/>
                </a:cubicBezTo>
                <a:cubicBezTo>
                  <a:pt x="4884" y="8140"/>
                  <a:pt x="4899" y="8140"/>
                  <a:pt x="4914" y="8140"/>
                </a:cubicBezTo>
                <a:cubicBezTo>
                  <a:pt x="4914" y="8111"/>
                  <a:pt x="4914" y="8081"/>
                  <a:pt x="4914" y="8036"/>
                </a:cubicBezTo>
                <a:close/>
                <a:moveTo>
                  <a:pt x="5751" y="8066"/>
                </a:moveTo>
                <a:cubicBezTo>
                  <a:pt x="5706" y="8066"/>
                  <a:pt x="5661" y="8081"/>
                  <a:pt x="5631" y="8096"/>
                </a:cubicBezTo>
                <a:cubicBezTo>
                  <a:pt x="5616" y="8096"/>
                  <a:pt x="5616" y="8126"/>
                  <a:pt x="5616" y="8155"/>
                </a:cubicBezTo>
                <a:cubicBezTo>
                  <a:pt x="5646" y="8140"/>
                  <a:pt x="5676" y="8126"/>
                  <a:pt x="5706" y="8126"/>
                </a:cubicBezTo>
                <a:cubicBezTo>
                  <a:pt x="5711" y="8121"/>
                  <a:pt x="5716" y="8119"/>
                  <a:pt x="5721" y="8119"/>
                </a:cubicBezTo>
                <a:cubicBezTo>
                  <a:pt x="5731" y="8119"/>
                  <a:pt x="5741" y="8126"/>
                  <a:pt x="5751" y="8126"/>
                </a:cubicBezTo>
                <a:cubicBezTo>
                  <a:pt x="5751" y="8096"/>
                  <a:pt x="5751" y="8081"/>
                  <a:pt x="5751" y="8066"/>
                </a:cubicBezTo>
                <a:close/>
                <a:moveTo>
                  <a:pt x="4362" y="8096"/>
                </a:moveTo>
                <a:cubicBezTo>
                  <a:pt x="4332" y="8096"/>
                  <a:pt x="4317" y="8111"/>
                  <a:pt x="4287" y="8111"/>
                </a:cubicBezTo>
                <a:cubicBezTo>
                  <a:pt x="4287" y="8140"/>
                  <a:pt x="4302" y="8155"/>
                  <a:pt x="4317" y="8170"/>
                </a:cubicBezTo>
                <a:cubicBezTo>
                  <a:pt x="4332" y="8140"/>
                  <a:pt x="4347" y="8111"/>
                  <a:pt x="4362" y="8096"/>
                </a:cubicBezTo>
                <a:close/>
                <a:moveTo>
                  <a:pt x="5578" y="5284"/>
                </a:moveTo>
                <a:cubicBezTo>
                  <a:pt x="5556" y="5284"/>
                  <a:pt x="5534" y="5285"/>
                  <a:pt x="5512" y="5288"/>
                </a:cubicBezTo>
                <a:cubicBezTo>
                  <a:pt x="5498" y="5290"/>
                  <a:pt x="5485" y="5290"/>
                  <a:pt x="5470" y="5290"/>
                </a:cubicBezTo>
                <a:cubicBezTo>
                  <a:pt x="5434" y="5290"/>
                  <a:pt x="5395" y="5286"/>
                  <a:pt x="5357" y="5286"/>
                </a:cubicBezTo>
                <a:cubicBezTo>
                  <a:pt x="5296" y="5286"/>
                  <a:pt x="5238" y="5298"/>
                  <a:pt x="5198" y="5362"/>
                </a:cubicBezTo>
                <a:cubicBezTo>
                  <a:pt x="5168" y="5407"/>
                  <a:pt x="5183" y="5497"/>
                  <a:pt x="5153" y="5542"/>
                </a:cubicBezTo>
                <a:cubicBezTo>
                  <a:pt x="5049" y="5661"/>
                  <a:pt x="5034" y="5825"/>
                  <a:pt x="5034" y="5975"/>
                </a:cubicBezTo>
                <a:cubicBezTo>
                  <a:pt x="5034" y="6035"/>
                  <a:pt x="5079" y="6094"/>
                  <a:pt x="5064" y="6154"/>
                </a:cubicBezTo>
                <a:cubicBezTo>
                  <a:pt x="5049" y="6348"/>
                  <a:pt x="5019" y="6527"/>
                  <a:pt x="4989" y="6722"/>
                </a:cubicBezTo>
                <a:cubicBezTo>
                  <a:pt x="4974" y="6737"/>
                  <a:pt x="4974" y="6766"/>
                  <a:pt x="4989" y="6796"/>
                </a:cubicBezTo>
                <a:cubicBezTo>
                  <a:pt x="4989" y="6931"/>
                  <a:pt x="4974" y="7065"/>
                  <a:pt x="4974" y="7200"/>
                </a:cubicBezTo>
                <a:cubicBezTo>
                  <a:pt x="4959" y="7229"/>
                  <a:pt x="4959" y="7244"/>
                  <a:pt x="4959" y="7274"/>
                </a:cubicBezTo>
                <a:cubicBezTo>
                  <a:pt x="4989" y="7409"/>
                  <a:pt x="5004" y="7528"/>
                  <a:pt x="5004" y="7648"/>
                </a:cubicBezTo>
                <a:cubicBezTo>
                  <a:pt x="5019" y="7707"/>
                  <a:pt x="5034" y="7767"/>
                  <a:pt x="5064" y="7812"/>
                </a:cubicBezTo>
                <a:cubicBezTo>
                  <a:pt x="5034" y="7797"/>
                  <a:pt x="5004" y="7782"/>
                  <a:pt x="4974" y="7767"/>
                </a:cubicBezTo>
                <a:cubicBezTo>
                  <a:pt x="4959" y="7782"/>
                  <a:pt x="4959" y="7797"/>
                  <a:pt x="4959" y="7797"/>
                </a:cubicBezTo>
                <a:cubicBezTo>
                  <a:pt x="4989" y="7812"/>
                  <a:pt x="5019" y="7827"/>
                  <a:pt x="5064" y="7842"/>
                </a:cubicBezTo>
                <a:cubicBezTo>
                  <a:pt x="5094" y="7857"/>
                  <a:pt x="5123" y="7872"/>
                  <a:pt x="5168" y="7887"/>
                </a:cubicBezTo>
                <a:cubicBezTo>
                  <a:pt x="5183" y="7872"/>
                  <a:pt x="5183" y="7872"/>
                  <a:pt x="5183" y="7857"/>
                </a:cubicBezTo>
                <a:cubicBezTo>
                  <a:pt x="5198" y="7857"/>
                  <a:pt x="5213" y="7872"/>
                  <a:pt x="5213" y="7872"/>
                </a:cubicBezTo>
                <a:cubicBezTo>
                  <a:pt x="5213" y="7872"/>
                  <a:pt x="5213" y="7887"/>
                  <a:pt x="5228" y="7887"/>
                </a:cubicBezTo>
                <a:cubicBezTo>
                  <a:pt x="5213" y="7887"/>
                  <a:pt x="5198" y="7872"/>
                  <a:pt x="5183" y="7872"/>
                </a:cubicBezTo>
                <a:cubicBezTo>
                  <a:pt x="5183" y="7887"/>
                  <a:pt x="5168" y="7887"/>
                  <a:pt x="5168" y="7887"/>
                </a:cubicBezTo>
                <a:cubicBezTo>
                  <a:pt x="5153" y="7902"/>
                  <a:pt x="5153" y="7931"/>
                  <a:pt x="5153" y="7946"/>
                </a:cubicBezTo>
                <a:cubicBezTo>
                  <a:pt x="5153" y="7961"/>
                  <a:pt x="5138" y="7976"/>
                  <a:pt x="5138" y="7991"/>
                </a:cubicBezTo>
                <a:cubicBezTo>
                  <a:pt x="5138" y="8006"/>
                  <a:pt x="5138" y="8021"/>
                  <a:pt x="5153" y="8036"/>
                </a:cubicBezTo>
                <a:cubicBezTo>
                  <a:pt x="5138" y="8051"/>
                  <a:pt x="5109" y="8066"/>
                  <a:pt x="5094" y="8081"/>
                </a:cubicBezTo>
                <a:cubicBezTo>
                  <a:pt x="5117" y="8104"/>
                  <a:pt x="5141" y="8124"/>
                  <a:pt x="5160" y="8124"/>
                </a:cubicBezTo>
                <a:cubicBezTo>
                  <a:pt x="5177" y="8124"/>
                  <a:pt x="5191" y="8108"/>
                  <a:pt x="5198" y="8066"/>
                </a:cubicBezTo>
                <a:cubicBezTo>
                  <a:pt x="5228" y="8081"/>
                  <a:pt x="5243" y="8096"/>
                  <a:pt x="5258" y="8126"/>
                </a:cubicBezTo>
                <a:cubicBezTo>
                  <a:pt x="5288" y="8111"/>
                  <a:pt x="5318" y="8096"/>
                  <a:pt x="5348" y="8081"/>
                </a:cubicBezTo>
                <a:cubicBezTo>
                  <a:pt x="5318" y="8081"/>
                  <a:pt x="5288" y="8066"/>
                  <a:pt x="5258" y="8051"/>
                </a:cubicBezTo>
                <a:cubicBezTo>
                  <a:pt x="5273" y="8036"/>
                  <a:pt x="5273" y="8021"/>
                  <a:pt x="5288" y="8006"/>
                </a:cubicBezTo>
                <a:cubicBezTo>
                  <a:pt x="5303" y="7976"/>
                  <a:pt x="5303" y="7946"/>
                  <a:pt x="5318" y="7916"/>
                </a:cubicBezTo>
                <a:cubicBezTo>
                  <a:pt x="5377" y="7916"/>
                  <a:pt x="5437" y="7931"/>
                  <a:pt x="5497" y="7946"/>
                </a:cubicBezTo>
                <a:cubicBezTo>
                  <a:pt x="5514" y="7938"/>
                  <a:pt x="5531" y="7929"/>
                  <a:pt x="5549" y="7929"/>
                </a:cubicBezTo>
                <a:cubicBezTo>
                  <a:pt x="5561" y="7929"/>
                  <a:pt x="5574" y="7934"/>
                  <a:pt x="5586" y="7946"/>
                </a:cubicBezTo>
                <a:lnTo>
                  <a:pt x="5676" y="7946"/>
                </a:lnTo>
                <a:cubicBezTo>
                  <a:pt x="5676" y="7961"/>
                  <a:pt x="5691" y="7961"/>
                  <a:pt x="5706" y="7961"/>
                </a:cubicBezTo>
                <a:cubicBezTo>
                  <a:pt x="5751" y="7976"/>
                  <a:pt x="5796" y="7991"/>
                  <a:pt x="5825" y="8006"/>
                </a:cubicBezTo>
                <a:cubicBezTo>
                  <a:pt x="5825" y="7991"/>
                  <a:pt x="5811" y="7961"/>
                  <a:pt x="5796" y="7946"/>
                </a:cubicBezTo>
                <a:lnTo>
                  <a:pt x="5796" y="7946"/>
                </a:lnTo>
                <a:cubicBezTo>
                  <a:pt x="5804" y="7951"/>
                  <a:pt x="5814" y="7953"/>
                  <a:pt x="5825" y="7953"/>
                </a:cubicBezTo>
                <a:cubicBezTo>
                  <a:pt x="5850" y="7953"/>
                  <a:pt x="5879" y="7942"/>
                  <a:pt x="5900" y="7931"/>
                </a:cubicBezTo>
                <a:cubicBezTo>
                  <a:pt x="5915" y="7931"/>
                  <a:pt x="5930" y="7931"/>
                  <a:pt x="5930" y="7916"/>
                </a:cubicBezTo>
                <a:lnTo>
                  <a:pt x="5945" y="7946"/>
                </a:lnTo>
                <a:cubicBezTo>
                  <a:pt x="5975" y="7946"/>
                  <a:pt x="5990" y="7946"/>
                  <a:pt x="6005" y="7961"/>
                </a:cubicBezTo>
                <a:cubicBezTo>
                  <a:pt x="6020" y="7961"/>
                  <a:pt x="6049" y="7991"/>
                  <a:pt x="6049" y="7991"/>
                </a:cubicBezTo>
                <a:cubicBezTo>
                  <a:pt x="6075" y="7965"/>
                  <a:pt x="6095" y="7956"/>
                  <a:pt x="6112" y="7956"/>
                </a:cubicBezTo>
                <a:cubicBezTo>
                  <a:pt x="6145" y="7956"/>
                  <a:pt x="6164" y="7992"/>
                  <a:pt x="6184" y="8021"/>
                </a:cubicBezTo>
                <a:cubicBezTo>
                  <a:pt x="6169" y="8066"/>
                  <a:pt x="6154" y="8111"/>
                  <a:pt x="6139" y="8170"/>
                </a:cubicBezTo>
                <a:lnTo>
                  <a:pt x="6274" y="8170"/>
                </a:lnTo>
                <a:lnTo>
                  <a:pt x="6199" y="8021"/>
                </a:lnTo>
                <a:cubicBezTo>
                  <a:pt x="6214" y="8006"/>
                  <a:pt x="6229" y="7991"/>
                  <a:pt x="6244" y="7976"/>
                </a:cubicBezTo>
                <a:cubicBezTo>
                  <a:pt x="6277" y="8029"/>
                  <a:pt x="6313" y="8044"/>
                  <a:pt x="6349" y="8044"/>
                </a:cubicBezTo>
                <a:cubicBezTo>
                  <a:pt x="6395" y="8044"/>
                  <a:pt x="6441" y="8021"/>
                  <a:pt x="6483" y="8021"/>
                </a:cubicBezTo>
                <a:cubicBezTo>
                  <a:pt x="6534" y="8021"/>
                  <a:pt x="6585" y="8054"/>
                  <a:pt x="6636" y="8054"/>
                </a:cubicBezTo>
                <a:cubicBezTo>
                  <a:pt x="6645" y="8054"/>
                  <a:pt x="6653" y="8053"/>
                  <a:pt x="6662" y="8051"/>
                </a:cubicBezTo>
                <a:cubicBezTo>
                  <a:pt x="6671" y="8046"/>
                  <a:pt x="6681" y="8044"/>
                  <a:pt x="6691" y="8044"/>
                </a:cubicBezTo>
                <a:cubicBezTo>
                  <a:pt x="6722" y="8044"/>
                  <a:pt x="6754" y="8062"/>
                  <a:pt x="6784" y="8062"/>
                </a:cubicBezTo>
                <a:cubicBezTo>
                  <a:pt x="6806" y="8062"/>
                  <a:pt x="6825" y="8053"/>
                  <a:pt x="6841" y="8021"/>
                </a:cubicBezTo>
                <a:cubicBezTo>
                  <a:pt x="6856" y="8036"/>
                  <a:pt x="6886" y="8036"/>
                  <a:pt x="6901" y="8036"/>
                </a:cubicBezTo>
                <a:cubicBezTo>
                  <a:pt x="6931" y="7991"/>
                  <a:pt x="6976" y="7961"/>
                  <a:pt x="7005" y="7916"/>
                </a:cubicBezTo>
                <a:cubicBezTo>
                  <a:pt x="7080" y="7842"/>
                  <a:pt x="7140" y="7767"/>
                  <a:pt x="7214" y="7692"/>
                </a:cubicBezTo>
                <a:cubicBezTo>
                  <a:pt x="7304" y="7618"/>
                  <a:pt x="7304" y="7513"/>
                  <a:pt x="7334" y="7424"/>
                </a:cubicBezTo>
                <a:cubicBezTo>
                  <a:pt x="7334" y="7394"/>
                  <a:pt x="7349" y="7364"/>
                  <a:pt x="7349" y="7334"/>
                </a:cubicBezTo>
                <a:cubicBezTo>
                  <a:pt x="7364" y="7304"/>
                  <a:pt x="7379" y="7274"/>
                  <a:pt x="7379" y="7259"/>
                </a:cubicBezTo>
                <a:cubicBezTo>
                  <a:pt x="7364" y="7214"/>
                  <a:pt x="7364" y="7185"/>
                  <a:pt x="7379" y="7140"/>
                </a:cubicBezTo>
                <a:cubicBezTo>
                  <a:pt x="7379" y="7110"/>
                  <a:pt x="7319" y="7110"/>
                  <a:pt x="7319" y="7080"/>
                </a:cubicBezTo>
                <a:cubicBezTo>
                  <a:pt x="7319" y="6946"/>
                  <a:pt x="7304" y="6826"/>
                  <a:pt x="7304" y="6692"/>
                </a:cubicBezTo>
                <a:lnTo>
                  <a:pt x="7304" y="6692"/>
                </a:lnTo>
                <a:cubicBezTo>
                  <a:pt x="7334" y="6707"/>
                  <a:pt x="7379" y="6707"/>
                  <a:pt x="7409" y="6722"/>
                </a:cubicBezTo>
                <a:cubicBezTo>
                  <a:pt x="7409" y="6707"/>
                  <a:pt x="7409" y="6692"/>
                  <a:pt x="7409" y="6677"/>
                </a:cubicBezTo>
                <a:cubicBezTo>
                  <a:pt x="7379" y="6677"/>
                  <a:pt x="7349" y="6662"/>
                  <a:pt x="7304" y="6662"/>
                </a:cubicBezTo>
                <a:cubicBezTo>
                  <a:pt x="7319" y="6438"/>
                  <a:pt x="7319" y="6199"/>
                  <a:pt x="7334" y="5975"/>
                </a:cubicBezTo>
                <a:cubicBezTo>
                  <a:pt x="7349" y="5736"/>
                  <a:pt x="7289" y="5601"/>
                  <a:pt x="7080" y="5497"/>
                </a:cubicBezTo>
                <a:cubicBezTo>
                  <a:pt x="7050" y="5482"/>
                  <a:pt x="7020" y="5467"/>
                  <a:pt x="6990" y="5452"/>
                </a:cubicBezTo>
                <a:cubicBezTo>
                  <a:pt x="6946" y="5452"/>
                  <a:pt x="6901" y="5437"/>
                  <a:pt x="6871" y="5422"/>
                </a:cubicBezTo>
                <a:lnTo>
                  <a:pt x="6811" y="5422"/>
                </a:lnTo>
                <a:cubicBezTo>
                  <a:pt x="6751" y="5497"/>
                  <a:pt x="6856" y="5557"/>
                  <a:pt x="6841" y="5631"/>
                </a:cubicBezTo>
                <a:cubicBezTo>
                  <a:pt x="6841" y="5706"/>
                  <a:pt x="6916" y="5766"/>
                  <a:pt x="6916" y="5840"/>
                </a:cubicBezTo>
                <a:lnTo>
                  <a:pt x="6916" y="5855"/>
                </a:lnTo>
                <a:cubicBezTo>
                  <a:pt x="6901" y="5885"/>
                  <a:pt x="6871" y="5900"/>
                  <a:pt x="6856" y="5930"/>
                </a:cubicBezTo>
                <a:cubicBezTo>
                  <a:pt x="6856" y="5945"/>
                  <a:pt x="6856" y="5960"/>
                  <a:pt x="6841" y="5975"/>
                </a:cubicBezTo>
                <a:cubicBezTo>
                  <a:pt x="6856" y="5975"/>
                  <a:pt x="6886" y="5960"/>
                  <a:pt x="6901" y="5960"/>
                </a:cubicBezTo>
                <a:lnTo>
                  <a:pt x="6916" y="5870"/>
                </a:lnTo>
                <a:cubicBezTo>
                  <a:pt x="6931" y="5900"/>
                  <a:pt x="6946" y="5945"/>
                  <a:pt x="6961" y="5975"/>
                </a:cubicBezTo>
                <a:cubicBezTo>
                  <a:pt x="6961" y="6005"/>
                  <a:pt x="6961" y="6020"/>
                  <a:pt x="6961" y="6049"/>
                </a:cubicBezTo>
                <a:cubicBezTo>
                  <a:pt x="6946" y="6049"/>
                  <a:pt x="6946" y="6064"/>
                  <a:pt x="6946" y="6079"/>
                </a:cubicBezTo>
                <a:cubicBezTo>
                  <a:pt x="6916" y="6094"/>
                  <a:pt x="6901" y="6109"/>
                  <a:pt x="6886" y="6124"/>
                </a:cubicBezTo>
                <a:cubicBezTo>
                  <a:pt x="6886" y="6154"/>
                  <a:pt x="6901" y="6184"/>
                  <a:pt x="6931" y="6214"/>
                </a:cubicBezTo>
                <a:cubicBezTo>
                  <a:pt x="6916" y="6229"/>
                  <a:pt x="6916" y="6244"/>
                  <a:pt x="6916" y="6259"/>
                </a:cubicBezTo>
                <a:cubicBezTo>
                  <a:pt x="6901" y="6363"/>
                  <a:pt x="6856" y="6453"/>
                  <a:pt x="6886" y="6557"/>
                </a:cubicBezTo>
                <a:cubicBezTo>
                  <a:pt x="6946" y="6737"/>
                  <a:pt x="6901" y="6931"/>
                  <a:pt x="6901" y="7110"/>
                </a:cubicBezTo>
                <a:cubicBezTo>
                  <a:pt x="6901" y="7140"/>
                  <a:pt x="6916" y="7155"/>
                  <a:pt x="6916" y="7185"/>
                </a:cubicBezTo>
                <a:cubicBezTo>
                  <a:pt x="6931" y="7319"/>
                  <a:pt x="6856" y="7424"/>
                  <a:pt x="6841" y="7543"/>
                </a:cubicBezTo>
                <a:cubicBezTo>
                  <a:pt x="6841" y="7558"/>
                  <a:pt x="6871" y="7573"/>
                  <a:pt x="6841" y="7588"/>
                </a:cubicBezTo>
                <a:cubicBezTo>
                  <a:pt x="6796" y="7543"/>
                  <a:pt x="6766" y="7498"/>
                  <a:pt x="6766" y="7424"/>
                </a:cubicBezTo>
                <a:cubicBezTo>
                  <a:pt x="6766" y="7170"/>
                  <a:pt x="6647" y="6946"/>
                  <a:pt x="6617" y="6707"/>
                </a:cubicBezTo>
                <a:cubicBezTo>
                  <a:pt x="6617" y="6699"/>
                  <a:pt x="6617" y="6699"/>
                  <a:pt x="6615" y="6699"/>
                </a:cubicBezTo>
                <a:cubicBezTo>
                  <a:pt x="6613" y="6699"/>
                  <a:pt x="6610" y="6699"/>
                  <a:pt x="6602" y="6692"/>
                </a:cubicBezTo>
                <a:cubicBezTo>
                  <a:pt x="6557" y="6662"/>
                  <a:pt x="6557" y="6617"/>
                  <a:pt x="6617" y="6587"/>
                </a:cubicBezTo>
                <a:cubicBezTo>
                  <a:pt x="6662" y="6527"/>
                  <a:pt x="6677" y="6483"/>
                  <a:pt x="6647" y="6408"/>
                </a:cubicBezTo>
                <a:cubicBezTo>
                  <a:pt x="6602" y="6348"/>
                  <a:pt x="6632" y="6273"/>
                  <a:pt x="6632" y="6214"/>
                </a:cubicBezTo>
                <a:cubicBezTo>
                  <a:pt x="6557" y="6154"/>
                  <a:pt x="6587" y="6064"/>
                  <a:pt x="6572" y="5990"/>
                </a:cubicBezTo>
                <a:cubicBezTo>
                  <a:pt x="6542" y="5885"/>
                  <a:pt x="6602" y="5855"/>
                  <a:pt x="6662" y="5796"/>
                </a:cubicBezTo>
                <a:cubicBezTo>
                  <a:pt x="6737" y="5751"/>
                  <a:pt x="6707" y="5676"/>
                  <a:pt x="6692" y="5616"/>
                </a:cubicBezTo>
                <a:cubicBezTo>
                  <a:pt x="6647" y="5542"/>
                  <a:pt x="6557" y="5527"/>
                  <a:pt x="6483" y="5497"/>
                </a:cubicBezTo>
                <a:cubicBezTo>
                  <a:pt x="6468" y="5497"/>
                  <a:pt x="6453" y="5482"/>
                  <a:pt x="6438" y="5482"/>
                </a:cubicBezTo>
                <a:cubicBezTo>
                  <a:pt x="6393" y="5482"/>
                  <a:pt x="6348" y="5452"/>
                  <a:pt x="6318" y="5422"/>
                </a:cubicBezTo>
                <a:cubicBezTo>
                  <a:pt x="6169" y="5392"/>
                  <a:pt x="6020" y="5347"/>
                  <a:pt x="5870" y="5333"/>
                </a:cubicBezTo>
                <a:cubicBezTo>
                  <a:pt x="5773" y="5308"/>
                  <a:pt x="5675" y="5284"/>
                  <a:pt x="5578" y="5284"/>
                </a:cubicBezTo>
                <a:close/>
                <a:moveTo>
                  <a:pt x="7035" y="8081"/>
                </a:moveTo>
                <a:cubicBezTo>
                  <a:pt x="7020" y="8081"/>
                  <a:pt x="6990" y="8096"/>
                  <a:pt x="6961" y="8096"/>
                </a:cubicBezTo>
                <a:cubicBezTo>
                  <a:pt x="6976" y="8126"/>
                  <a:pt x="6990" y="8140"/>
                  <a:pt x="7020" y="8170"/>
                </a:cubicBezTo>
                <a:cubicBezTo>
                  <a:pt x="7020" y="8155"/>
                  <a:pt x="7020" y="8155"/>
                  <a:pt x="7035" y="8140"/>
                </a:cubicBezTo>
                <a:cubicBezTo>
                  <a:pt x="7050" y="8126"/>
                  <a:pt x="7050" y="8111"/>
                  <a:pt x="7065" y="8096"/>
                </a:cubicBezTo>
                <a:cubicBezTo>
                  <a:pt x="7050" y="8081"/>
                  <a:pt x="7050" y="8081"/>
                  <a:pt x="7035" y="8081"/>
                </a:cubicBezTo>
                <a:close/>
                <a:moveTo>
                  <a:pt x="5811" y="8111"/>
                </a:moveTo>
                <a:cubicBezTo>
                  <a:pt x="5825" y="8140"/>
                  <a:pt x="5840" y="8170"/>
                  <a:pt x="5840" y="8200"/>
                </a:cubicBezTo>
                <a:cubicBezTo>
                  <a:pt x="5855" y="8170"/>
                  <a:pt x="5855" y="8140"/>
                  <a:pt x="5855" y="8126"/>
                </a:cubicBezTo>
                <a:cubicBezTo>
                  <a:pt x="5840" y="8111"/>
                  <a:pt x="5825" y="8111"/>
                  <a:pt x="5811" y="8111"/>
                </a:cubicBezTo>
                <a:close/>
                <a:moveTo>
                  <a:pt x="6498" y="8066"/>
                </a:moveTo>
                <a:cubicBezTo>
                  <a:pt x="6468" y="8096"/>
                  <a:pt x="6438" y="8140"/>
                  <a:pt x="6408" y="8170"/>
                </a:cubicBezTo>
                <a:cubicBezTo>
                  <a:pt x="6423" y="8185"/>
                  <a:pt x="6438" y="8200"/>
                  <a:pt x="6453" y="8200"/>
                </a:cubicBezTo>
                <a:cubicBezTo>
                  <a:pt x="6483" y="8170"/>
                  <a:pt x="6512" y="8140"/>
                  <a:pt x="6542" y="8111"/>
                </a:cubicBezTo>
                <a:cubicBezTo>
                  <a:pt x="6527" y="8096"/>
                  <a:pt x="6512" y="8081"/>
                  <a:pt x="6498" y="8066"/>
                </a:cubicBezTo>
                <a:close/>
                <a:moveTo>
                  <a:pt x="6871" y="8230"/>
                </a:moveTo>
                <a:cubicBezTo>
                  <a:pt x="6856" y="8245"/>
                  <a:pt x="6841" y="8260"/>
                  <a:pt x="6826" y="8275"/>
                </a:cubicBezTo>
                <a:cubicBezTo>
                  <a:pt x="6826" y="8275"/>
                  <a:pt x="6841" y="8290"/>
                  <a:pt x="6841" y="8290"/>
                </a:cubicBezTo>
                <a:cubicBezTo>
                  <a:pt x="6856" y="8290"/>
                  <a:pt x="6871" y="8275"/>
                  <a:pt x="6901" y="8275"/>
                </a:cubicBezTo>
                <a:cubicBezTo>
                  <a:pt x="6886" y="8245"/>
                  <a:pt x="6871" y="8230"/>
                  <a:pt x="6871" y="8230"/>
                </a:cubicBezTo>
                <a:close/>
                <a:moveTo>
                  <a:pt x="374" y="8096"/>
                </a:moveTo>
                <a:cubicBezTo>
                  <a:pt x="344" y="8096"/>
                  <a:pt x="299" y="8096"/>
                  <a:pt x="299" y="8111"/>
                </a:cubicBezTo>
                <a:cubicBezTo>
                  <a:pt x="299" y="8170"/>
                  <a:pt x="314" y="8230"/>
                  <a:pt x="329" y="8290"/>
                </a:cubicBezTo>
                <a:cubicBezTo>
                  <a:pt x="329" y="8305"/>
                  <a:pt x="374" y="8305"/>
                  <a:pt x="404" y="8320"/>
                </a:cubicBezTo>
                <a:lnTo>
                  <a:pt x="374" y="8096"/>
                </a:lnTo>
                <a:close/>
                <a:moveTo>
                  <a:pt x="13592" y="8066"/>
                </a:moveTo>
                <a:cubicBezTo>
                  <a:pt x="13577" y="8066"/>
                  <a:pt x="13562" y="8081"/>
                  <a:pt x="13562" y="8096"/>
                </a:cubicBezTo>
                <a:cubicBezTo>
                  <a:pt x="13547" y="8126"/>
                  <a:pt x="13592" y="8140"/>
                  <a:pt x="13592" y="8155"/>
                </a:cubicBezTo>
                <a:cubicBezTo>
                  <a:pt x="13577" y="8170"/>
                  <a:pt x="13577" y="8185"/>
                  <a:pt x="13562" y="8200"/>
                </a:cubicBezTo>
                <a:cubicBezTo>
                  <a:pt x="13532" y="8200"/>
                  <a:pt x="13502" y="8185"/>
                  <a:pt x="13488" y="8185"/>
                </a:cubicBezTo>
                <a:cubicBezTo>
                  <a:pt x="13502" y="8215"/>
                  <a:pt x="13517" y="8230"/>
                  <a:pt x="13532" y="8260"/>
                </a:cubicBezTo>
                <a:cubicBezTo>
                  <a:pt x="13488" y="8260"/>
                  <a:pt x="13443" y="8275"/>
                  <a:pt x="13398" y="8275"/>
                </a:cubicBezTo>
                <a:cubicBezTo>
                  <a:pt x="13398" y="8290"/>
                  <a:pt x="13398" y="8290"/>
                  <a:pt x="13398" y="8305"/>
                </a:cubicBezTo>
                <a:cubicBezTo>
                  <a:pt x="13443" y="8305"/>
                  <a:pt x="13488" y="8320"/>
                  <a:pt x="13532" y="8320"/>
                </a:cubicBezTo>
                <a:lnTo>
                  <a:pt x="13622" y="8320"/>
                </a:lnTo>
                <a:cubicBezTo>
                  <a:pt x="13622" y="8305"/>
                  <a:pt x="13607" y="8275"/>
                  <a:pt x="13607" y="8260"/>
                </a:cubicBezTo>
                <a:lnTo>
                  <a:pt x="13592" y="8260"/>
                </a:lnTo>
                <a:cubicBezTo>
                  <a:pt x="13652" y="8185"/>
                  <a:pt x="13667" y="8126"/>
                  <a:pt x="13592" y="8066"/>
                </a:cubicBezTo>
                <a:close/>
                <a:moveTo>
                  <a:pt x="4703" y="8224"/>
                </a:moveTo>
                <a:cubicBezTo>
                  <a:pt x="4699" y="8224"/>
                  <a:pt x="4695" y="8226"/>
                  <a:pt x="4690" y="8230"/>
                </a:cubicBezTo>
                <a:cubicBezTo>
                  <a:pt x="4675" y="8245"/>
                  <a:pt x="4646" y="8260"/>
                  <a:pt x="4631" y="8290"/>
                </a:cubicBezTo>
                <a:cubicBezTo>
                  <a:pt x="4631" y="8305"/>
                  <a:pt x="4646" y="8320"/>
                  <a:pt x="4660" y="8335"/>
                </a:cubicBezTo>
                <a:cubicBezTo>
                  <a:pt x="4675" y="8335"/>
                  <a:pt x="4675" y="8335"/>
                  <a:pt x="4690" y="8320"/>
                </a:cubicBezTo>
                <a:cubicBezTo>
                  <a:pt x="4705" y="8290"/>
                  <a:pt x="4720" y="8275"/>
                  <a:pt x="4735" y="8245"/>
                </a:cubicBezTo>
                <a:cubicBezTo>
                  <a:pt x="4725" y="8234"/>
                  <a:pt x="4714" y="8224"/>
                  <a:pt x="4703" y="8224"/>
                </a:cubicBezTo>
                <a:close/>
                <a:moveTo>
                  <a:pt x="658" y="8335"/>
                </a:moveTo>
                <a:cubicBezTo>
                  <a:pt x="628" y="8350"/>
                  <a:pt x="583" y="8365"/>
                  <a:pt x="553" y="8365"/>
                </a:cubicBezTo>
                <a:cubicBezTo>
                  <a:pt x="553" y="8379"/>
                  <a:pt x="568" y="8394"/>
                  <a:pt x="568" y="8409"/>
                </a:cubicBezTo>
                <a:cubicBezTo>
                  <a:pt x="598" y="8394"/>
                  <a:pt x="628" y="8379"/>
                  <a:pt x="673" y="8365"/>
                </a:cubicBezTo>
                <a:cubicBezTo>
                  <a:pt x="658" y="8350"/>
                  <a:pt x="658" y="8350"/>
                  <a:pt x="658" y="8335"/>
                </a:cubicBezTo>
                <a:close/>
                <a:moveTo>
                  <a:pt x="12875" y="8170"/>
                </a:moveTo>
                <a:cubicBezTo>
                  <a:pt x="12860" y="8185"/>
                  <a:pt x="12860" y="8200"/>
                  <a:pt x="12845" y="8200"/>
                </a:cubicBezTo>
                <a:cubicBezTo>
                  <a:pt x="12786" y="8290"/>
                  <a:pt x="12920" y="8320"/>
                  <a:pt x="12905" y="8409"/>
                </a:cubicBezTo>
                <a:lnTo>
                  <a:pt x="12965" y="8439"/>
                </a:lnTo>
                <a:cubicBezTo>
                  <a:pt x="12995" y="8409"/>
                  <a:pt x="13010" y="8379"/>
                  <a:pt x="13054" y="8350"/>
                </a:cubicBezTo>
                <a:cubicBezTo>
                  <a:pt x="13025" y="8305"/>
                  <a:pt x="13010" y="8260"/>
                  <a:pt x="12965" y="8230"/>
                </a:cubicBezTo>
                <a:cubicBezTo>
                  <a:pt x="12950" y="8200"/>
                  <a:pt x="12905" y="8185"/>
                  <a:pt x="12875" y="8170"/>
                </a:cubicBezTo>
                <a:close/>
                <a:moveTo>
                  <a:pt x="5377" y="8379"/>
                </a:moveTo>
                <a:cubicBezTo>
                  <a:pt x="5377" y="8409"/>
                  <a:pt x="5362" y="8439"/>
                  <a:pt x="5362" y="8484"/>
                </a:cubicBezTo>
                <a:lnTo>
                  <a:pt x="5392" y="8484"/>
                </a:lnTo>
                <a:cubicBezTo>
                  <a:pt x="5407" y="8454"/>
                  <a:pt x="5422" y="8439"/>
                  <a:pt x="5422" y="8409"/>
                </a:cubicBezTo>
                <a:cubicBezTo>
                  <a:pt x="5407" y="8394"/>
                  <a:pt x="5392" y="8379"/>
                  <a:pt x="5377" y="8379"/>
                </a:cubicBezTo>
                <a:close/>
                <a:moveTo>
                  <a:pt x="6169" y="8424"/>
                </a:moveTo>
                <a:cubicBezTo>
                  <a:pt x="6124" y="8439"/>
                  <a:pt x="6094" y="8439"/>
                  <a:pt x="6064" y="8454"/>
                </a:cubicBezTo>
                <a:cubicBezTo>
                  <a:pt x="6064" y="8454"/>
                  <a:pt x="6064" y="8469"/>
                  <a:pt x="6064" y="8469"/>
                </a:cubicBezTo>
                <a:cubicBezTo>
                  <a:pt x="6075" y="8480"/>
                  <a:pt x="6093" y="8490"/>
                  <a:pt x="6108" y="8490"/>
                </a:cubicBezTo>
                <a:cubicBezTo>
                  <a:pt x="6114" y="8490"/>
                  <a:pt x="6120" y="8488"/>
                  <a:pt x="6124" y="8484"/>
                </a:cubicBezTo>
                <a:cubicBezTo>
                  <a:pt x="6139" y="8484"/>
                  <a:pt x="6154" y="8454"/>
                  <a:pt x="6169" y="8439"/>
                </a:cubicBezTo>
                <a:cubicBezTo>
                  <a:pt x="6169" y="8439"/>
                  <a:pt x="6169" y="8424"/>
                  <a:pt x="6169" y="8424"/>
                </a:cubicBezTo>
                <a:close/>
                <a:moveTo>
                  <a:pt x="5079" y="8439"/>
                </a:moveTo>
                <a:cubicBezTo>
                  <a:pt x="5049" y="8439"/>
                  <a:pt x="5019" y="8454"/>
                  <a:pt x="4989" y="8469"/>
                </a:cubicBezTo>
                <a:cubicBezTo>
                  <a:pt x="4989" y="8469"/>
                  <a:pt x="4989" y="8484"/>
                  <a:pt x="5004" y="8499"/>
                </a:cubicBezTo>
                <a:cubicBezTo>
                  <a:pt x="5034" y="8484"/>
                  <a:pt x="5049" y="8484"/>
                  <a:pt x="5079" y="8469"/>
                </a:cubicBezTo>
                <a:cubicBezTo>
                  <a:pt x="5079" y="8469"/>
                  <a:pt x="5079" y="8454"/>
                  <a:pt x="5079" y="8439"/>
                </a:cubicBezTo>
                <a:close/>
                <a:moveTo>
                  <a:pt x="13622" y="8409"/>
                </a:moveTo>
                <a:cubicBezTo>
                  <a:pt x="13607" y="8424"/>
                  <a:pt x="13592" y="8439"/>
                  <a:pt x="13562" y="8469"/>
                </a:cubicBezTo>
                <a:cubicBezTo>
                  <a:pt x="13592" y="8484"/>
                  <a:pt x="13622" y="8499"/>
                  <a:pt x="13652" y="8514"/>
                </a:cubicBezTo>
                <a:cubicBezTo>
                  <a:pt x="13652" y="8484"/>
                  <a:pt x="13637" y="8439"/>
                  <a:pt x="13622" y="8409"/>
                </a:cubicBezTo>
                <a:close/>
                <a:moveTo>
                  <a:pt x="4855" y="8350"/>
                </a:moveTo>
                <a:cubicBezTo>
                  <a:pt x="4840" y="8365"/>
                  <a:pt x="4840" y="8365"/>
                  <a:pt x="4825" y="8379"/>
                </a:cubicBezTo>
                <a:cubicBezTo>
                  <a:pt x="4840" y="8409"/>
                  <a:pt x="4855" y="8439"/>
                  <a:pt x="4870" y="8469"/>
                </a:cubicBezTo>
                <a:cubicBezTo>
                  <a:pt x="4884" y="8499"/>
                  <a:pt x="4899" y="8514"/>
                  <a:pt x="4914" y="8544"/>
                </a:cubicBezTo>
                <a:cubicBezTo>
                  <a:pt x="4914" y="8514"/>
                  <a:pt x="4914" y="8484"/>
                  <a:pt x="4914" y="8454"/>
                </a:cubicBezTo>
                <a:cubicBezTo>
                  <a:pt x="4899" y="8424"/>
                  <a:pt x="4870" y="8394"/>
                  <a:pt x="4855" y="8350"/>
                </a:cubicBezTo>
                <a:close/>
                <a:moveTo>
                  <a:pt x="5781" y="8439"/>
                </a:moveTo>
                <a:cubicBezTo>
                  <a:pt x="5781" y="8469"/>
                  <a:pt x="5796" y="8514"/>
                  <a:pt x="5811" y="8544"/>
                </a:cubicBezTo>
                <a:cubicBezTo>
                  <a:pt x="5811" y="8544"/>
                  <a:pt x="5811" y="8529"/>
                  <a:pt x="5811" y="8514"/>
                </a:cubicBezTo>
                <a:cubicBezTo>
                  <a:pt x="5796" y="8484"/>
                  <a:pt x="5781" y="8454"/>
                  <a:pt x="5781" y="8439"/>
                </a:cubicBezTo>
                <a:close/>
                <a:moveTo>
                  <a:pt x="13084" y="8484"/>
                </a:moveTo>
                <a:lnTo>
                  <a:pt x="13084" y="8559"/>
                </a:lnTo>
                <a:cubicBezTo>
                  <a:pt x="13099" y="8544"/>
                  <a:pt x="13114" y="8529"/>
                  <a:pt x="13129" y="8514"/>
                </a:cubicBezTo>
                <a:cubicBezTo>
                  <a:pt x="13114" y="8514"/>
                  <a:pt x="13099" y="8499"/>
                  <a:pt x="13084" y="8484"/>
                </a:cubicBezTo>
                <a:close/>
                <a:moveTo>
                  <a:pt x="702" y="8544"/>
                </a:moveTo>
                <a:cubicBezTo>
                  <a:pt x="688" y="8559"/>
                  <a:pt x="673" y="8559"/>
                  <a:pt x="658" y="8574"/>
                </a:cubicBezTo>
                <a:cubicBezTo>
                  <a:pt x="658" y="8589"/>
                  <a:pt x="673" y="8589"/>
                  <a:pt x="688" y="8618"/>
                </a:cubicBezTo>
                <a:cubicBezTo>
                  <a:pt x="702" y="8589"/>
                  <a:pt x="717" y="8589"/>
                  <a:pt x="717" y="8574"/>
                </a:cubicBezTo>
                <a:cubicBezTo>
                  <a:pt x="717" y="8559"/>
                  <a:pt x="702" y="8559"/>
                  <a:pt x="702" y="8544"/>
                </a:cubicBezTo>
                <a:close/>
                <a:moveTo>
                  <a:pt x="404" y="8320"/>
                </a:moveTo>
                <a:cubicBezTo>
                  <a:pt x="344" y="8424"/>
                  <a:pt x="314" y="8544"/>
                  <a:pt x="434" y="8633"/>
                </a:cubicBezTo>
                <a:cubicBezTo>
                  <a:pt x="449" y="8633"/>
                  <a:pt x="493" y="8618"/>
                  <a:pt x="493" y="8603"/>
                </a:cubicBezTo>
                <a:cubicBezTo>
                  <a:pt x="493" y="8544"/>
                  <a:pt x="493" y="8484"/>
                  <a:pt x="464" y="8424"/>
                </a:cubicBezTo>
                <a:cubicBezTo>
                  <a:pt x="464" y="8394"/>
                  <a:pt x="419" y="8350"/>
                  <a:pt x="404" y="8320"/>
                </a:cubicBezTo>
                <a:close/>
                <a:moveTo>
                  <a:pt x="5870" y="8574"/>
                </a:moveTo>
                <a:cubicBezTo>
                  <a:pt x="5870" y="8603"/>
                  <a:pt x="5885" y="8618"/>
                  <a:pt x="5885" y="8633"/>
                </a:cubicBezTo>
                <a:cubicBezTo>
                  <a:pt x="5900" y="8618"/>
                  <a:pt x="5930" y="8603"/>
                  <a:pt x="5945" y="8574"/>
                </a:cubicBezTo>
                <a:close/>
                <a:moveTo>
                  <a:pt x="13114" y="8603"/>
                </a:moveTo>
                <a:cubicBezTo>
                  <a:pt x="13114" y="8633"/>
                  <a:pt x="13129" y="8648"/>
                  <a:pt x="13129" y="8663"/>
                </a:cubicBezTo>
                <a:cubicBezTo>
                  <a:pt x="13159" y="8663"/>
                  <a:pt x="13174" y="8648"/>
                  <a:pt x="13189" y="8633"/>
                </a:cubicBezTo>
                <a:cubicBezTo>
                  <a:pt x="13159" y="8618"/>
                  <a:pt x="13129" y="8618"/>
                  <a:pt x="13114" y="8603"/>
                </a:cubicBezTo>
                <a:close/>
                <a:moveTo>
                  <a:pt x="5990" y="8663"/>
                </a:moveTo>
                <a:cubicBezTo>
                  <a:pt x="5990" y="8663"/>
                  <a:pt x="5975" y="8678"/>
                  <a:pt x="5960" y="8678"/>
                </a:cubicBezTo>
                <a:cubicBezTo>
                  <a:pt x="5975" y="8708"/>
                  <a:pt x="5990" y="8723"/>
                  <a:pt x="6005" y="8753"/>
                </a:cubicBezTo>
                <a:cubicBezTo>
                  <a:pt x="6005" y="8753"/>
                  <a:pt x="6035" y="8738"/>
                  <a:pt x="6035" y="8738"/>
                </a:cubicBezTo>
                <a:cubicBezTo>
                  <a:pt x="6020" y="8708"/>
                  <a:pt x="6005" y="8678"/>
                  <a:pt x="5990" y="8663"/>
                </a:cubicBezTo>
                <a:close/>
                <a:moveTo>
                  <a:pt x="4989" y="8783"/>
                </a:moveTo>
                <a:cubicBezTo>
                  <a:pt x="4974" y="8783"/>
                  <a:pt x="4959" y="8783"/>
                  <a:pt x="4944" y="8798"/>
                </a:cubicBezTo>
                <a:cubicBezTo>
                  <a:pt x="4944" y="8798"/>
                  <a:pt x="4959" y="8828"/>
                  <a:pt x="4959" y="8828"/>
                </a:cubicBezTo>
                <a:cubicBezTo>
                  <a:pt x="4974" y="8828"/>
                  <a:pt x="4989" y="8813"/>
                  <a:pt x="5019" y="8813"/>
                </a:cubicBezTo>
                <a:cubicBezTo>
                  <a:pt x="5004" y="8798"/>
                  <a:pt x="4989" y="8783"/>
                  <a:pt x="4989" y="8783"/>
                </a:cubicBezTo>
                <a:close/>
                <a:moveTo>
                  <a:pt x="5796" y="8753"/>
                </a:moveTo>
                <a:cubicBezTo>
                  <a:pt x="5796" y="8768"/>
                  <a:pt x="5796" y="8768"/>
                  <a:pt x="5781" y="8783"/>
                </a:cubicBezTo>
                <a:cubicBezTo>
                  <a:pt x="5811" y="8813"/>
                  <a:pt x="5840" y="8828"/>
                  <a:pt x="5870" y="8842"/>
                </a:cubicBezTo>
                <a:cubicBezTo>
                  <a:pt x="5885" y="8842"/>
                  <a:pt x="5885" y="8828"/>
                  <a:pt x="5900" y="8813"/>
                </a:cubicBezTo>
                <a:lnTo>
                  <a:pt x="5796" y="8753"/>
                </a:lnTo>
                <a:close/>
                <a:moveTo>
                  <a:pt x="13219" y="8842"/>
                </a:moveTo>
                <a:cubicBezTo>
                  <a:pt x="13189" y="8872"/>
                  <a:pt x="13174" y="8887"/>
                  <a:pt x="13144" y="8917"/>
                </a:cubicBezTo>
                <a:lnTo>
                  <a:pt x="13204" y="8917"/>
                </a:lnTo>
                <a:cubicBezTo>
                  <a:pt x="13204" y="8932"/>
                  <a:pt x="13204" y="8932"/>
                  <a:pt x="13204" y="8947"/>
                </a:cubicBezTo>
                <a:cubicBezTo>
                  <a:pt x="13234" y="8932"/>
                  <a:pt x="13263" y="8902"/>
                  <a:pt x="13293" y="8887"/>
                </a:cubicBezTo>
                <a:cubicBezTo>
                  <a:pt x="13263" y="8872"/>
                  <a:pt x="13249" y="8857"/>
                  <a:pt x="13219" y="8842"/>
                </a:cubicBezTo>
                <a:close/>
                <a:moveTo>
                  <a:pt x="5915" y="8947"/>
                </a:moveTo>
                <a:cubicBezTo>
                  <a:pt x="5915" y="8962"/>
                  <a:pt x="5885" y="8977"/>
                  <a:pt x="5900" y="8977"/>
                </a:cubicBezTo>
                <a:cubicBezTo>
                  <a:pt x="5900" y="9007"/>
                  <a:pt x="5915" y="9022"/>
                  <a:pt x="5930" y="9037"/>
                </a:cubicBezTo>
                <a:cubicBezTo>
                  <a:pt x="5945" y="9022"/>
                  <a:pt x="5945" y="9007"/>
                  <a:pt x="5960" y="8992"/>
                </a:cubicBezTo>
                <a:cubicBezTo>
                  <a:pt x="5945" y="8977"/>
                  <a:pt x="5930" y="8962"/>
                  <a:pt x="5915" y="8947"/>
                </a:cubicBezTo>
                <a:close/>
                <a:moveTo>
                  <a:pt x="381" y="9052"/>
                </a:moveTo>
                <a:cubicBezTo>
                  <a:pt x="385" y="9055"/>
                  <a:pt x="389" y="9059"/>
                  <a:pt x="389" y="9067"/>
                </a:cubicBezTo>
                <a:lnTo>
                  <a:pt x="381" y="9052"/>
                </a:lnTo>
                <a:close/>
                <a:moveTo>
                  <a:pt x="13443" y="8992"/>
                </a:moveTo>
                <a:cubicBezTo>
                  <a:pt x="13428" y="9022"/>
                  <a:pt x="13413" y="9022"/>
                  <a:pt x="13398" y="9037"/>
                </a:cubicBezTo>
                <a:cubicBezTo>
                  <a:pt x="13428" y="9052"/>
                  <a:pt x="13443" y="9067"/>
                  <a:pt x="13458" y="9067"/>
                </a:cubicBezTo>
                <a:cubicBezTo>
                  <a:pt x="13473" y="9067"/>
                  <a:pt x="13488" y="9052"/>
                  <a:pt x="13488" y="9052"/>
                </a:cubicBezTo>
                <a:cubicBezTo>
                  <a:pt x="13473" y="9022"/>
                  <a:pt x="13458" y="9022"/>
                  <a:pt x="13443" y="8992"/>
                </a:cubicBezTo>
                <a:close/>
                <a:moveTo>
                  <a:pt x="5721" y="9022"/>
                </a:moveTo>
                <a:cubicBezTo>
                  <a:pt x="5691" y="9037"/>
                  <a:pt x="5661" y="9052"/>
                  <a:pt x="5631" y="9067"/>
                </a:cubicBezTo>
                <a:cubicBezTo>
                  <a:pt x="5661" y="9096"/>
                  <a:pt x="5691" y="9111"/>
                  <a:pt x="5721" y="9126"/>
                </a:cubicBezTo>
                <a:cubicBezTo>
                  <a:pt x="5721" y="9096"/>
                  <a:pt x="5721" y="9052"/>
                  <a:pt x="5721" y="9022"/>
                </a:cubicBezTo>
                <a:close/>
                <a:moveTo>
                  <a:pt x="434" y="9291"/>
                </a:moveTo>
                <a:cubicBezTo>
                  <a:pt x="449" y="9305"/>
                  <a:pt x="464" y="9335"/>
                  <a:pt x="464" y="9350"/>
                </a:cubicBezTo>
                <a:lnTo>
                  <a:pt x="434" y="9291"/>
                </a:lnTo>
                <a:close/>
                <a:moveTo>
                  <a:pt x="5751" y="9410"/>
                </a:moveTo>
                <a:cubicBezTo>
                  <a:pt x="5751" y="9425"/>
                  <a:pt x="5751" y="9440"/>
                  <a:pt x="5751" y="9470"/>
                </a:cubicBezTo>
                <a:cubicBezTo>
                  <a:pt x="5766" y="9470"/>
                  <a:pt x="5796" y="9485"/>
                  <a:pt x="5825" y="9485"/>
                </a:cubicBezTo>
                <a:cubicBezTo>
                  <a:pt x="5825" y="9485"/>
                  <a:pt x="5840" y="9440"/>
                  <a:pt x="5825" y="9440"/>
                </a:cubicBezTo>
                <a:cubicBezTo>
                  <a:pt x="5811" y="9425"/>
                  <a:pt x="5781" y="9410"/>
                  <a:pt x="5751" y="9410"/>
                </a:cubicBezTo>
                <a:close/>
                <a:moveTo>
                  <a:pt x="5572" y="9470"/>
                </a:moveTo>
                <a:cubicBezTo>
                  <a:pt x="5557" y="9500"/>
                  <a:pt x="5542" y="9530"/>
                  <a:pt x="5527" y="9559"/>
                </a:cubicBezTo>
                <a:cubicBezTo>
                  <a:pt x="5527" y="9574"/>
                  <a:pt x="5527" y="9574"/>
                  <a:pt x="5542" y="9574"/>
                </a:cubicBezTo>
                <a:cubicBezTo>
                  <a:pt x="5572" y="9544"/>
                  <a:pt x="5601" y="9530"/>
                  <a:pt x="5631" y="9500"/>
                </a:cubicBezTo>
                <a:cubicBezTo>
                  <a:pt x="5616" y="9485"/>
                  <a:pt x="5586" y="9485"/>
                  <a:pt x="5572" y="9470"/>
                </a:cubicBezTo>
                <a:close/>
                <a:moveTo>
                  <a:pt x="5930" y="9530"/>
                </a:moveTo>
                <a:cubicBezTo>
                  <a:pt x="5915" y="9559"/>
                  <a:pt x="5915" y="9589"/>
                  <a:pt x="5900" y="9619"/>
                </a:cubicBezTo>
                <a:cubicBezTo>
                  <a:pt x="5900" y="9619"/>
                  <a:pt x="5915" y="9619"/>
                  <a:pt x="5915" y="9634"/>
                </a:cubicBezTo>
                <a:cubicBezTo>
                  <a:pt x="5930" y="9604"/>
                  <a:pt x="5945" y="9574"/>
                  <a:pt x="5960" y="9559"/>
                </a:cubicBezTo>
                <a:cubicBezTo>
                  <a:pt x="5960" y="9544"/>
                  <a:pt x="5945" y="9530"/>
                  <a:pt x="5930" y="9530"/>
                </a:cubicBezTo>
                <a:close/>
                <a:moveTo>
                  <a:pt x="314" y="8798"/>
                </a:moveTo>
                <a:cubicBezTo>
                  <a:pt x="314" y="8813"/>
                  <a:pt x="299" y="8813"/>
                  <a:pt x="284" y="8813"/>
                </a:cubicBezTo>
                <a:cubicBezTo>
                  <a:pt x="299" y="8842"/>
                  <a:pt x="314" y="8887"/>
                  <a:pt x="329" y="8932"/>
                </a:cubicBezTo>
                <a:cubicBezTo>
                  <a:pt x="314" y="8962"/>
                  <a:pt x="344" y="9007"/>
                  <a:pt x="374" y="9037"/>
                </a:cubicBezTo>
                <a:cubicBezTo>
                  <a:pt x="359" y="9081"/>
                  <a:pt x="344" y="9126"/>
                  <a:pt x="344" y="9171"/>
                </a:cubicBezTo>
                <a:cubicBezTo>
                  <a:pt x="344" y="9186"/>
                  <a:pt x="389" y="9201"/>
                  <a:pt x="404" y="9201"/>
                </a:cubicBezTo>
                <a:cubicBezTo>
                  <a:pt x="419" y="9201"/>
                  <a:pt x="419" y="9216"/>
                  <a:pt x="434" y="9216"/>
                </a:cubicBezTo>
                <a:cubicBezTo>
                  <a:pt x="434" y="9246"/>
                  <a:pt x="434" y="9261"/>
                  <a:pt x="434" y="9291"/>
                </a:cubicBezTo>
                <a:lnTo>
                  <a:pt x="374" y="9291"/>
                </a:lnTo>
                <a:cubicBezTo>
                  <a:pt x="374" y="9305"/>
                  <a:pt x="374" y="9320"/>
                  <a:pt x="389" y="9335"/>
                </a:cubicBezTo>
                <a:cubicBezTo>
                  <a:pt x="404" y="9350"/>
                  <a:pt x="434" y="9380"/>
                  <a:pt x="449" y="9410"/>
                </a:cubicBezTo>
                <a:cubicBezTo>
                  <a:pt x="493" y="9485"/>
                  <a:pt x="523" y="9559"/>
                  <a:pt x="553" y="9649"/>
                </a:cubicBezTo>
                <a:cubicBezTo>
                  <a:pt x="613" y="9559"/>
                  <a:pt x="538" y="9515"/>
                  <a:pt x="508" y="9455"/>
                </a:cubicBezTo>
                <a:cubicBezTo>
                  <a:pt x="523" y="9440"/>
                  <a:pt x="538" y="9425"/>
                  <a:pt x="553" y="9410"/>
                </a:cubicBezTo>
                <a:cubicBezTo>
                  <a:pt x="568" y="9276"/>
                  <a:pt x="583" y="9126"/>
                  <a:pt x="613" y="8947"/>
                </a:cubicBezTo>
                <a:lnTo>
                  <a:pt x="613" y="8947"/>
                </a:lnTo>
                <a:cubicBezTo>
                  <a:pt x="558" y="9007"/>
                  <a:pt x="523" y="9029"/>
                  <a:pt x="499" y="9029"/>
                </a:cubicBezTo>
                <a:cubicBezTo>
                  <a:pt x="457" y="9029"/>
                  <a:pt x="447" y="8964"/>
                  <a:pt x="419" y="8917"/>
                </a:cubicBezTo>
                <a:cubicBezTo>
                  <a:pt x="404" y="8917"/>
                  <a:pt x="374" y="8902"/>
                  <a:pt x="344" y="8902"/>
                </a:cubicBezTo>
                <a:lnTo>
                  <a:pt x="344" y="8887"/>
                </a:lnTo>
                <a:cubicBezTo>
                  <a:pt x="344" y="8857"/>
                  <a:pt x="329" y="8828"/>
                  <a:pt x="314" y="8798"/>
                </a:cubicBezTo>
                <a:close/>
                <a:moveTo>
                  <a:pt x="9455" y="9649"/>
                </a:moveTo>
                <a:cubicBezTo>
                  <a:pt x="9440" y="9664"/>
                  <a:pt x="9410" y="9679"/>
                  <a:pt x="9395" y="9679"/>
                </a:cubicBezTo>
                <a:cubicBezTo>
                  <a:pt x="9395" y="9694"/>
                  <a:pt x="9395" y="9709"/>
                  <a:pt x="9410" y="9724"/>
                </a:cubicBezTo>
                <a:lnTo>
                  <a:pt x="9425" y="9724"/>
                </a:lnTo>
                <a:cubicBezTo>
                  <a:pt x="9440" y="9694"/>
                  <a:pt x="9455" y="9679"/>
                  <a:pt x="9455" y="9649"/>
                </a:cubicBezTo>
                <a:close/>
                <a:moveTo>
                  <a:pt x="807" y="9679"/>
                </a:moveTo>
                <a:cubicBezTo>
                  <a:pt x="792" y="9709"/>
                  <a:pt x="777" y="9739"/>
                  <a:pt x="747" y="9768"/>
                </a:cubicBezTo>
                <a:cubicBezTo>
                  <a:pt x="747" y="9768"/>
                  <a:pt x="777" y="9783"/>
                  <a:pt x="777" y="9783"/>
                </a:cubicBezTo>
                <a:cubicBezTo>
                  <a:pt x="792" y="9754"/>
                  <a:pt x="822" y="9739"/>
                  <a:pt x="837" y="9709"/>
                </a:cubicBezTo>
                <a:cubicBezTo>
                  <a:pt x="837" y="9709"/>
                  <a:pt x="822" y="9694"/>
                  <a:pt x="807" y="9679"/>
                </a:cubicBezTo>
                <a:close/>
                <a:moveTo>
                  <a:pt x="13099" y="9694"/>
                </a:moveTo>
                <a:cubicBezTo>
                  <a:pt x="13084" y="9724"/>
                  <a:pt x="13069" y="9739"/>
                  <a:pt x="13054" y="9768"/>
                </a:cubicBezTo>
                <a:cubicBezTo>
                  <a:pt x="13054" y="9768"/>
                  <a:pt x="13069" y="9783"/>
                  <a:pt x="13069" y="9783"/>
                </a:cubicBezTo>
                <a:cubicBezTo>
                  <a:pt x="13084" y="9768"/>
                  <a:pt x="13114" y="9739"/>
                  <a:pt x="13129" y="9724"/>
                </a:cubicBezTo>
                <a:cubicBezTo>
                  <a:pt x="13114" y="9709"/>
                  <a:pt x="13114" y="9709"/>
                  <a:pt x="13099" y="9694"/>
                </a:cubicBezTo>
                <a:close/>
                <a:moveTo>
                  <a:pt x="13413" y="9709"/>
                </a:moveTo>
                <a:cubicBezTo>
                  <a:pt x="13308" y="9724"/>
                  <a:pt x="13398" y="9768"/>
                  <a:pt x="13398" y="9813"/>
                </a:cubicBezTo>
                <a:cubicBezTo>
                  <a:pt x="13398" y="9768"/>
                  <a:pt x="13413" y="9739"/>
                  <a:pt x="13413" y="9709"/>
                </a:cubicBezTo>
                <a:close/>
                <a:moveTo>
                  <a:pt x="9443" y="9225"/>
                </a:moveTo>
                <a:cubicBezTo>
                  <a:pt x="9427" y="9225"/>
                  <a:pt x="9411" y="9227"/>
                  <a:pt x="9395" y="9231"/>
                </a:cubicBezTo>
                <a:cubicBezTo>
                  <a:pt x="9320" y="9291"/>
                  <a:pt x="9276" y="9365"/>
                  <a:pt x="9291" y="9470"/>
                </a:cubicBezTo>
                <a:cubicBezTo>
                  <a:pt x="9305" y="9485"/>
                  <a:pt x="9305" y="9515"/>
                  <a:pt x="9320" y="9530"/>
                </a:cubicBezTo>
                <a:cubicBezTo>
                  <a:pt x="9335" y="9559"/>
                  <a:pt x="9350" y="9589"/>
                  <a:pt x="9380" y="9604"/>
                </a:cubicBezTo>
                <a:cubicBezTo>
                  <a:pt x="9431" y="9604"/>
                  <a:pt x="9483" y="9571"/>
                  <a:pt x="9534" y="9571"/>
                </a:cubicBezTo>
                <a:cubicBezTo>
                  <a:pt x="9542" y="9571"/>
                  <a:pt x="9551" y="9572"/>
                  <a:pt x="9559" y="9574"/>
                </a:cubicBezTo>
                <a:cubicBezTo>
                  <a:pt x="9589" y="9574"/>
                  <a:pt x="9619" y="9571"/>
                  <a:pt x="9647" y="9571"/>
                </a:cubicBezTo>
                <a:cubicBezTo>
                  <a:pt x="9675" y="9571"/>
                  <a:pt x="9701" y="9574"/>
                  <a:pt x="9724" y="9589"/>
                </a:cubicBezTo>
                <a:lnTo>
                  <a:pt x="9679" y="9619"/>
                </a:lnTo>
                <a:cubicBezTo>
                  <a:pt x="9694" y="9634"/>
                  <a:pt x="9694" y="9649"/>
                  <a:pt x="9709" y="9679"/>
                </a:cubicBezTo>
                <a:lnTo>
                  <a:pt x="9739" y="9619"/>
                </a:lnTo>
                <a:cubicBezTo>
                  <a:pt x="9872" y="9724"/>
                  <a:pt x="10018" y="9738"/>
                  <a:pt x="10168" y="9738"/>
                </a:cubicBezTo>
                <a:cubicBezTo>
                  <a:pt x="10220" y="9738"/>
                  <a:pt x="10273" y="9736"/>
                  <a:pt x="10327" y="9736"/>
                </a:cubicBezTo>
                <a:cubicBezTo>
                  <a:pt x="10360" y="9736"/>
                  <a:pt x="10393" y="9737"/>
                  <a:pt x="10426" y="9739"/>
                </a:cubicBezTo>
                <a:cubicBezTo>
                  <a:pt x="10431" y="9741"/>
                  <a:pt x="10437" y="9743"/>
                  <a:pt x="10441" y="9743"/>
                </a:cubicBezTo>
                <a:cubicBezTo>
                  <a:pt x="10462" y="9743"/>
                  <a:pt x="10476" y="9721"/>
                  <a:pt x="10500" y="9709"/>
                </a:cubicBezTo>
                <a:cubicBezTo>
                  <a:pt x="10530" y="9679"/>
                  <a:pt x="10560" y="9664"/>
                  <a:pt x="10590" y="9634"/>
                </a:cubicBezTo>
                <a:cubicBezTo>
                  <a:pt x="10605" y="9634"/>
                  <a:pt x="10605" y="9634"/>
                  <a:pt x="10605" y="9619"/>
                </a:cubicBezTo>
                <a:cubicBezTo>
                  <a:pt x="10605" y="9697"/>
                  <a:pt x="10639" y="9741"/>
                  <a:pt x="10717" y="9741"/>
                </a:cubicBezTo>
                <a:cubicBezTo>
                  <a:pt x="10729" y="9741"/>
                  <a:pt x="10741" y="9741"/>
                  <a:pt x="10754" y="9739"/>
                </a:cubicBezTo>
                <a:cubicBezTo>
                  <a:pt x="10829" y="9739"/>
                  <a:pt x="10904" y="9739"/>
                  <a:pt x="10978" y="9694"/>
                </a:cubicBezTo>
                <a:cubicBezTo>
                  <a:pt x="11008" y="9679"/>
                  <a:pt x="11038" y="9668"/>
                  <a:pt x="11068" y="9668"/>
                </a:cubicBezTo>
                <a:cubicBezTo>
                  <a:pt x="11098" y="9668"/>
                  <a:pt x="11128" y="9679"/>
                  <a:pt x="11158" y="9709"/>
                </a:cubicBezTo>
                <a:cubicBezTo>
                  <a:pt x="11172" y="9724"/>
                  <a:pt x="11187" y="9731"/>
                  <a:pt x="11202" y="9731"/>
                </a:cubicBezTo>
                <a:cubicBezTo>
                  <a:pt x="11217" y="9731"/>
                  <a:pt x="11232" y="9724"/>
                  <a:pt x="11247" y="9709"/>
                </a:cubicBezTo>
                <a:cubicBezTo>
                  <a:pt x="11247" y="9754"/>
                  <a:pt x="11277" y="9768"/>
                  <a:pt x="11307" y="9798"/>
                </a:cubicBezTo>
                <a:cubicBezTo>
                  <a:pt x="11337" y="9828"/>
                  <a:pt x="11382" y="9858"/>
                  <a:pt x="11397" y="9918"/>
                </a:cubicBezTo>
                <a:cubicBezTo>
                  <a:pt x="11411" y="9963"/>
                  <a:pt x="11426" y="9993"/>
                  <a:pt x="11486" y="9993"/>
                </a:cubicBezTo>
                <a:cubicBezTo>
                  <a:pt x="11531" y="9993"/>
                  <a:pt x="11546" y="9948"/>
                  <a:pt x="11546" y="9903"/>
                </a:cubicBezTo>
                <a:cubicBezTo>
                  <a:pt x="11561" y="9858"/>
                  <a:pt x="11576" y="9813"/>
                  <a:pt x="11576" y="9783"/>
                </a:cubicBezTo>
                <a:cubicBezTo>
                  <a:pt x="11591" y="9649"/>
                  <a:pt x="11561" y="9544"/>
                  <a:pt x="11456" y="9470"/>
                </a:cubicBezTo>
                <a:cubicBezTo>
                  <a:pt x="11422" y="9447"/>
                  <a:pt x="11390" y="9437"/>
                  <a:pt x="11359" y="9437"/>
                </a:cubicBezTo>
                <a:cubicBezTo>
                  <a:pt x="11310" y="9437"/>
                  <a:pt x="11263" y="9463"/>
                  <a:pt x="11217" y="9500"/>
                </a:cubicBezTo>
                <a:cubicBezTo>
                  <a:pt x="11158" y="9485"/>
                  <a:pt x="11113" y="9455"/>
                  <a:pt x="11053" y="9440"/>
                </a:cubicBezTo>
                <a:lnTo>
                  <a:pt x="10978" y="9440"/>
                </a:lnTo>
                <a:cubicBezTo>
                  <a:pt x="10993" y="9470"/>
                  <a:pt x="11008" y="9485"/>
                  <a:pt x="11023" y="9530"/>
                </a:cubicBezTo>
                <a:cubicBezTo>
                  <a:pt x="10917" y="9466"/>
                  <a:pt x="10818" y="9409"/>
                  <a:pt x="10710" y="9409"/>
                </a:cubicBezTo>
                <a:cubicBezTo>
                  <a:pt x="10667" y="9409"/>
                  <a:pt x="10622" y="9418"/>
                  <a:pt x="10575" y="9440"/>
                </a:cubicBezTo>
                <a:lnTo>
                  <a:pt x="10261" y="9410"/>
                </a:lnTo>
                <a:cubicBezTo>
                  <a:pt x="10251" y="9405"/>
                  <a:pt x="10241" y="9403"/>
                  <a:pt x="10232" y="9403"/>
                </a:cubicBezTo>
                <a:cubicBezTo>
                  <a:pt x="10212" y="9403"/>
                  <a:pt x="10192" y="9410"/>
                  <a:pt x="10172" y="9410"/>
                </a:cubicBezTo>
                <a:cubicBezTo>
                  <a:pt x="10082" y="9395"/>
                  <a:pt x="9993" y="9380"/>
                  <a:pt x="9903" y="9350"/>
                </a:cubicBezTo>
                <a:cubicBezTo>
                  <a:pt x="9843" y="9335"/>
                  <a:pt x="9769" y="9320"/>
                  <a:pt x="9709" y="9291"/>
                </a:cubicBezTo>
                <a:cubicBezTo>
                  <a:pt x="9694" y="9276"/>
                  <a:pt x="9664" y="9276"/>
                  <a:pt x="9634" y="9276"/>
                </a:cubicBezTo>
                <a:cubicBezTo>
                  <a:pt x="9604" y="9276"/>
                  <a:pt x="9589" y="9261"/>
                  <a:pt x="9574" y="9261"/>
                </a:cubicBezTo>
                <a:cubicBezTo>
                  <a:pt x="9531" y="9239"/>
                  <a:pt x="9487" y="9225"/>
                  <a:pt x="9443" y="9225"/>
                </a:cubicBezTo>
                <a:close/>
                <a:moveTo>
                  <a:pt x="9604" y="9873"/>
                </a:moveTo>
                <a:cubicBezTo>
                  <a:pt x="9589" y="9873"/>
                  <a:pt x="9589" y="9888"/>
                  <a:pt x="9574" y="9888"/>
                </a:cubicBezTo>
                <a:cubicBezTo>
                  <a:pt x="9604" y="9933"/>
                  <a:pt x="9619" y="9963"/>
                  <a:pt x="9649" y="10007"/>
                </a:cubicBezTo>
                <a:cubicBezTo>
                  <a:pt x="9664" y="9993"/>
                  <a:pt x="9679" y="9993"/>
                  <a:pt x="9679" y="9993"/>
                </a:cubicBezTo>
                <a:cubicBezTo>
                  <a:pt x="9664" y="9948"/>
                  <a:pt x="9634" y="9918"/>
                  <a:pt x="9604" y="9873"/>
                </a:cubicBezTo>
                <a:close/>
                <a:moveTo>
                  <a:pt x="13771" y="9843"/>
                </a:moveTo>
                <a:lnTo>
                  <a:pt x="13712" y="10007"/>
                </a:lnTo>
                <a:cubicBezTo>
                  <a:pt x="13741" y="10007"/>
                  <a:pt x="13771" y="9993"/>
                  <a:pt x="13801" y="9978"/>
                </a:cubicBezTo>
                <a:cubicBezTo>
                  <a:pt x="13786" y="9933"/>
                  <a:pt x="13786" y="9888"/>
                  <a:pt x="13771" y="9843"/>
                </a:cubicBezTo>
                <a:close/>
                <a:moveTo>
                  <a:pt x="1031" y="10022"/>
                </a:moveTo>
                <a:cubicBezTo>
                  <a:pt x="1046" y="10037"/>
                  <a:pt x="1046" y="10052"/>
                  <a:pt x="1046" y="10067"/>
                </a:cubicBezTo>
                <a:cubicBezTo>
                  <a:pt x="1061" y="10052"/>
                  <a:pt x="1091" y="10052"/>
                  <a:pt x="1106" y="10052"/>
                </a:cubicBezTo>
                <a:cubicBezTo>
                  <a:pt x="1076" y="10037"/>
                  <a:pt x="1061" y="10022"/>
                  <a:pt x="1031" y="10022"/>
                </a:cubicBezTo>
                <a:close/>
                <a:moveTo>
                  <a:pt x="4150" y="3367"/>
                </a:moveTo>
                <a:cubicBezTo>
                  <a:pt x="4086" y="3367"/>
                  <a:pt x="4021" y="3407"/>
                  <a:pt x="3950" y="3407"/>
                </a:cubicBezTo>
                <a:cubicBezTo>
                  <a:pt x="3943" y="3407"/>
                  <a:pt x="3936" y="3407"/>
                  <a:pt x="3929" y="3406"/>
                </a:cubicBezTo>
                <a:cubicBezTo>
                  <a:pt x="3917" y="3417"/>
                  <a:pt x="3915" y="3446"/>
                  <a:pt x="3901" y="3446"/>
                </a:cubicBezTo>
                <a:cubicBezTo>
                  <a:pt x="3896" y="3446"/>
                  <a:pt x="3891" y="3443"/>
                  <a:pt x="3884" y="3436"/>
                </a:cubicBezTo>
                <a:cubicBezTo>
                  <a:pt x="3854" y="3406"/>
                  <a:pt x="3804" y="3392"/>
                  <a:pt x="3750" y="3392"/>
                </a:cubicBezTo>
                <a:cubicBezTo>
                  <a:pt x="3669" y="3392"/>
                  <a:pt x="3579" y="3421"/>
                  <a:pt x="3525" y="3466"/>
                </a:cubicBezTo>
                <a:cubicBezTo>
                  <a:pt x="3436" y="3555"/>
                  <a:pt x="3361" y="3675"/>
                  <a:pt x="3242" y="3719"/>
                </a:cubicBezTo>
                <a:cubicBezTo>
                  <a:pt x="3137" y="3764"/>
                  <a:pt x="3152" y="3794"/>
                  <a:pt x="3182" y="3854"/>
                </a:cubicBezTo>
                <a:cubicBezTo>
                  <a:pt x="3167" y="3914"/>
                  <a:pt x="3122" y="3973"/>
                  <a:pt x="3107" y="4018"/>
                </a:cubicBezTo>
                <a:cubicBezTo>
                  <a:pt x="3092" y="4272"/>
                  <a:pt x="3092" y="4511"/>
                  <a:pt x="3077" y="4750"/>
                </a:cubicBezTo>
                <a:cubicBezTo>
                  <a:pt x="3092" y="4780"/>
                  <a:pt x="3107" y="4795"/>
                  <a:pt x="3107" y="4810"/>
                </a:cubicBezTo>
                <a:cubicBezTo>
                  <a:pt x="3107" y="4870"/>
                  <a:pt x="3107" y="4929"/>
                  <a:pt x="3107" y="4989"/>
                </a:cubicBezTo>
                <a:cubicBezTo>
                  <a:pt x="3122" y="4989"/>
                  <a:pt x="3122" y="5004"/>
                  <a:pt x="3107" y="5019"/>
                </a:cubicBezTo>
                <a:cubicBezTo>
                  <a:pt x="3092" y="5034"/>
                  <a:pt x="3077" y="5064"/>
                  <a:pt x="3077" y="5079"/>
                </a:cubicBezTo>
                <a:cubicBezTo>
                  <a:pt x="3062" y="5452"/>
                  <a:pt x="3032" y="5810"/>
                  <a:pt x="3018" y="6184"/>
                </a:cubicBezTo>
                <a:cubicBezTo>
                  <a:pt x="3018" y="6259"/>
                  <a:pt x="3032" y="6333"/>
                  <a:pt x="3047" y="6423"/>
                </a:cubicBezTo>
                <a:cubicBezTo>
                  <a:pt x="2973" y="6468"/>
                  <a:pt x="3018" y="6527"/>
                  <a:pt x="3018" y="6587"/>
                </a:cubicBezTo>
                <a:cubicBezTo>
                  <a:pt x="3003" y="6841"/>
                  <a:pt x="2973" y="7095"/>
                  <a:pt x="2943" y="7349"/>
                </a:cubicBezTo>
                <a:cubicBezTo>
                  <a:pt x="2943" y="7438"/>
                  <a:pt x="2928" y="7513"/>
                  <a:pt x="2913" y="7588"/>
                </a:cubicBezTo>
                <a:cubicBezTo>
                  <a:pt x="2898" y="7737"/>
                  <a:pt x="2838" y="7902"/>
                  <a:pt x="2868" y="8051"/>
                </a:cubicBezTo>
                <a:cubicBezTo>
                  <a:pt x="2883" y="8215"/>
                  <a:pt x="2853" y="8365"/>
                  <a:pt x="2868" y="8529"/>
                </a:cubicBezTo>
                <a:cubicBezTo>
                  <a:pt x="2898" y="8872"/>
                  <a:pt x="2853" y="9231"/>
                  <a:pt x="2853" y="9574"/>
                </a:cubicBezTo>
                <a:cubicBezTo>
                  <a:pt x="2853" y="9634"/>
                  <a:pt x="2883" y="9709"/>
                  <a:pt x="2913" y="9754"/>
                </a:cubicBezTo>
                <a:cubicBezTo>
                  <a:pt x="3018" y="9888"/>
                  <a:pt x="3182" y="9918"/>
                  <a:pt x="3346" y="9948"/>
                </a:cubicBezTo>
                <a:cubicBezTo>
                  <a:pt x="3645" y="9978"/>
                  <a:pt x="3944" y="9978"/>
                  <a:pt x="4257" y="9993"/>
                </a:cubicBezTo>
                <a:cubicBezTo>
                  <a:pt x="4526" y="10007"/>
                  <a:pt x="4795" y="10022"/>
                  <a:pt x="5064" y="10037"/>
                </a:cubicBezTo>
                <a:cubicBezTo>
                  <a:pt x="5288" y="10052"/>
                  <a:pt x="5512" y="10052"/>
                  <a:pt x="5736" y="10082"/>
                </a:cubicBezTo>
                <a:cubicBezTo>
                  <a:pt x="5864" y="10104"/>
                  <a:pt x="5989" y="10121"/>
                  <a:pt x="6110" y="10121"/>
                </a:cubicBezTo>
                <a:cubicBezTo>
                  <a:pt x="6243" y="10121"/>
                  <a:pt x="6373" y="10100"/>
                  <a:pt x="6498" y="10037"/>
                </a:cubicBezTo>
                <a:cubicBezTo>
                  <a:pt x="6512" y="10022"/>
                  <a:pt x="6527" y="9963"/>
                  <a:pt x="6512" y="9933"/>
                </a:cubicBezTo>
                <a:cubicBezTo>
                  <a:pt x="6438" y="9783"/>
                  <a:pt x="6274" y="9813"/>
                  <a:pt x="6139" y="9798"/>
                </a:cubicBezTo>
                <a:cubicBezTo>
                  <a:pt x="5990" y="9768"/>
                  <a:pt x="5825" y="9754"/>
                  <a:pt x="5676" y="9724"/>
                </a:cubicBezTo>
                <a:cubicBezTo>
                  <a:pt x="5706" y="9709"/>
                  <a:pt x="5721" y="9679"/>
                  <a:pt x="5736" y="9664"/>
                </a:cubicBezTo>
                <a:cubicBezTo>
                  <a:pt x="5721" y="9649"/>
                  <a:pt x="5721" y="9649"/>
                  <a:pt x="5706" y="9634"/>
                </a:cubicBezTo>
                <a:lnTo>
                  <a:pt x="5661" y="9709"/>
                </a:lnTo>
                <a:cubicBezTo>
                  <a:pt x="5646" y="9709"/>
                  <a:pt x="5646" y="9724"/>
                  <a:pt x="5646" y="9739"/>
                </a:cubicBezTo>
                <a:cubicBezTo>
                  <a:pt x="5631" y="9754"/>
                  <a:pt x="5631" y="9768"/>
                  <a:pt x="5631" y="9783"/>
                </a:cubicBezTo>
                <a:cubicBezTo>
                  <a:pt x="5615" y="9810"/>
                  <a:pt x="5600" y="9819"/>
                  <a:pt x="5584" y="9819"/>
                </a:cubicBezTo>
                <a:cubicBezTo>
                  <a:pt x="5555" y="9819"/>
                  <a:pt x="5526" y="9788"/>
                  <a:pt x="5497" y="9768"/>
                </a:cubicBezTo>
                <a:cubicBezTo>
                  <a:pt x="5467" y="9754"/>
                  <a:pt x="5437" y="9724"/>
                  <a:pt x="5407" y="9724"/>
                </a:cubicBezTo>
                <a:cubicBezTo>
                  <a:pt x="5228" y="9694"/>
                  <a:pt x="5049" y="9679"/>
                  <a:pt x="4870" y="9664"/>
                </a:cubicBezTo>
                <a:cubicBezTo>
                  <a:pt x="4840" y="9662"/>
                  <a:pt x="4811" y="9661"/>
                  <a:pt x="4781" y="9661"/>
                </a:cubicBezTo>
                <a:cubicBezTo>
                  <a:pt x="4628" y="9661"/>
                  <a:pt x="4476" y="9681"/>
                  <a:pt x="4323" y="9681"/>
                </a:cubicBezTo>
                <a:cubicBezTo>
                  <a:pt x="4251" y="9681"/>
                  <a:pt x="4180" y="9677"/>
                  <a:pt x="4108" y="9664"/>
                </a:cubicBezTo>
                <a:cubicBezTo>
                  <a:pt x="3884" y="9619"/>
                  <a:pt x="3630" y="9634"/>
                  <a:pt x="3406" y="9619"/>
                </a:cubicBezTo>
                <a:cubicBezTo>
                  <a:pt x="3286" y="9619"/>
                  <a:pt x="3182" y="9574"/>
                  <a:pt x="3182" y="9425"/>
                </a:cubicBezTo>
                <a:cubicBezTo>
                  <a:pt x="3182" y="9335"/>
                  <a:pt x="3212" y="9246"/>
                  <a:pt x="3212" y="9156"/>
                </a:cubicBezTo>
                <a:cubicBezTo>
                  <a:pt x="3197" y="9022"/>
                  <a:pt x="3167" y="8902"/>
                  <a:pt x="3182" y="8783"/>
                </a:cubicBezTo>
                <a:cubicBezTo>
                  <a:pt x="3197" y="8394"/>
                  <a:pt x="3227" y="7991"/>
                  <a:pt x="3242" y="7603"/>
                </a:cubicBezTo>
                <a:cubicBezTo>
                  <a:pt x="3242" y="7453"/>
                  <a:pt x="3331" y="7304"/>
                  <a:pt x="3227" y="7170"/>
                </a:cubicBezTo>
                <a:cubicBezTo>
                  <a:pt x="3227" y="7155"/>
                  <a:pt x="3256" y="7125"/>
                  <a:pt x="3256" y="7110"/>
                </a:cubicBezTo>
                <a:cubicBezTo>
                  <a:pt x="3271" y="7095"/>
                  <a:pt x="3301" y="7065"/>
                  <a:pt x="3301" y="7050"/>
                </a:cubicBezTo>
                <a:cubicBezTo>
                  <a:pt x="3286" y="6871"/>
                  <a:pt x="3271" y="6692"/>
                  <a:pt x="3242" y="6512"/>
                </a:cubicBezTo>
                <a:cubicBezTo>
                  <a:pt x="3286" y="6438"/>
                  <a:pt x="3361" y="6378"/>
                  <a:pt x="3361" y="6318"/>
                </a:cubicBezTo>
                <a:cubicBezTo>
                  <a:pt x="3391" y="5960"/>
                  <a:pt x="3406" y="5616"/>
                  <a:pt x="3421" y="5258"/>
                </a:cubicBezTo>
                <a:cubicBezTo>
                  <a:pt x="3421" y="5079"/>
                  <a:pt x="3406" y="4899"/>
                  <a:pt x="3391" y="4720"/>
                </a:cubicBezTo>
                <a:cubicBezTo>
                  <a:pt x="3391" y="4720"/>
                  <a:pt x="3361" y="4720"/>
                  <a:pt x="3361" y="4705"/>
                </a:cubicBezTo>
                <a:lnTo>
                  <a:pt x="3391" y="4705"/>
                </a:lnTo>
                <a:cubicBezTo>
                  <a:pt x="3391" y="4690"/>
                  <a:pt x="3406" y="4675"/>
                  <a:pt x="3406" y="4660"/>
                </a:cubicBezTo>
                <a:cubicBezTo>
                  <a:pt x="3391" y="4466"/>
                  <a:pt x="3391" y="4287"/>
                  <a:pt x="3421" y="4093"/>
                </a:cubicBezTo>
                <a:cubicBezTo>
                  <a:pt x="3451" y="3944"/>
                  <a:pt x="3555" y="3824"/>
                  <a:pt x="3690" y="3779"/>
                </a:cubicBezTo>
                <a:cubicBezTo>
                  <a:pt x="3830" y="3744"/>
                  <a:pt x="3970" y="3730"/>
                  <a:pt x="4110" y="3730"/>
                </a:cubicBezTo>
                <a:cubicBezTo>
                  <a:pt x="4209" y="3730"/>
                  <a:pt x="4308" y="3737"/>
                  <a:pt x="4407" y="3749"/>
                </a:cubicBezTo>
                <a:cubicBezTo>
                  <a:pt x="4446" y="3749"/>
                  <a:pt x="4498" y="3702"/>
                  <a:pt x="4551" y="3702"/>
                </a:cubicBezTo>
                <a:cubicBezTo>
                  <a:pt x="4558" y="3702"/>
                  <a:pt x="4564" y="3703"/>
                  <a:pt x="4571" y="3705"/>
                </a:cubicBezTo>
                <a:cubicBezTo>
                  <a:pt x="4695" y="3730"/>
                  <a:pt x="4820" y="3738"/>
                  <a:pt x="4946" y="3738"/>
                </a:cubicBezTo>
                <a:cubicBezTo>
                  <a:pt x="5151" y="3738"/>
                  <a:pt x="5356" y="3717"/>
                  <a:pt x="5558" y="3717"/>
                </a:cubicBezTo>
                <a:cubicBezTo>
                  <a:pt x="5593" y="3717"/>
                  <a:pt x="5627" y="3718"/>
                  <a:pt x="5661" y="3719"/>
                </a:cubicBezTo>
                <a:cubicBezTo>
                  <a:pt x="5736" y="3719"/>
                  <a:pt x="5796" y="3734"/>
                  <a:pt x="5870" y="3734"/>
                </a:cubicBezTo>
                <a:cubicBezTo>
                  <a:pt x="5875" y="3735"/>
                  <a:pt x="5880" y="3735"/>
                  <a:pt x="5885" y="3735"/>
                </a:cubicBezTo>
                <a:cubicBezTo>
                  <a:pt x="5955" y="3735"/>
                  <a:pt x="6024" y="3673"/>
                  <a:pt x="6098" y="3673"/>
                </a:cubicBezTo>
                <a:cubicBezTo>
                  <a:pt x="6131" y="3673"/>
                  <a:pt x="6164" y="3685"/>
                  <a:pt x="6199" y="3719"/>
                </a:cubicBezTo>
                <a:cubicBezTo>
                  <a:pt x="6199" y="3719"/>
                  <a:pt x="6244" y="3690"/>
                  <a:pt x="6259" y="3675"/>
                </a:cubicBezTo>
                <a:cubicBezTo>
                  <a:pt x="6288" y="3660"/>
                  <a:pt x="6303" y="3645"/>
                  <a:pt x="6318" y="3630"/>
                </a:cubicBezTo>
                <a:cubicBezTo>
                  <a:pt x="6363" y="3615"/>
                  <a:pt x="6393" y="3585"/>
                  <a:pt x="6423" y="3570"/>
                </a:cubicBezTo>
                <a:cubicBezTo>
                  <a:pt x="6408" y="3540"/>
                  <a:pt x="6378" y="3510"/>
                  <a:pt x="6348" y="3495"/>
                </a:cubicBezTo>
                <a:cubicBezTo>
                  <a:pt x="6333" y="3466"/>
                  <a:pt x="6288" y="3451"/>
                  <a:pt x="6259" y="3436"/>
                </a:cubicBezTo>
                <a:cubicBezTo>
                  <a:pt x="6223" y="3400"/>
                  <a:pt x="6188" y="3385"/>
                  <a:pt x="6153" y="3385"/>
                </a:cubicBezTo>
                <a:cubicBezTo>
                  <a:pt x="6113" y="3385"/>
                  <a:pt x="6074" y="3404"/>
                  <a:pt x="6035" y="3436"/>
                </a:cubicBezTo>
                <a:cubicBezTo>
                  <a:pt x="5997" y="3448"/>
                  <a:pt x="5956" y="3453"/>
                  <a:pt x="5915" y="3453"/>
                </a:cubicBezTo>
                <a:cubicBezTo>
                  <a:pt x="5859" y="3453"/>
                  <a:pt x="5803" y="3444"/>
                  <a:pt x="5751" y="3436"/>
                </a:cubicBezTo>
                <a:cubicBezTo>
                  <a:pt x="5527" y="3421"/>
                  <a:pt x="5318" y="3391"/>
                  <a:pt x="5109" y="3391"/>
                </a:cubicBezTo>
                <a:cubicBezTo>
                  <a:pt x="5029" y="3391"/>
                  <a:pt x="4956" y="3384"/>
                  <a:pt x="4881" y="3384"/>
                </a:cubicBezTo>
                <a:cubicBezTo>
                  <a:pt x="4843" y="3384"/>
                  <a:pt x="4805" y="3386"/>
                  <a:pt x="4765" y="3391"/>
                </a:cubicBezTo>
                <a:cubicBezTo>
                  <a:pt x="4737" y="3399"/>
                  <a:pt x="4708" y="3401"/>
                  <a:pt x="4680" y="3401"/>
                </a:cubicBezTo>
                <a:cubicBezTo>
                  <a:pt x="4595" y="3401"/>
                  <a:pt x="4507" y="3376"/>
                  <a:pt x="4421" y="3376"/>
                </a:cubicBezTo>
                <a:cubicBezTo>
                  <a:pt x="4365" y="3376"/>
                  <a:pt x="4311" y="3387"/>
                  <a:pt x="4257" y="3421"/>
                </a:cubicBezTo>
                <a:cubicBezTo>
                  <a:pt x="4222" y="3380"/>
                  <a:pt x="4186" y="3367"/>
                  <a:pt x="4150" y="3367"/>
                </a:cubicBezTo>
                <a:close/>
                <a:moveTo>
                  <a:pt x="1106" y="10396"/>
                </a:moveTo>
                <a:cubicBezTo>
                  <a:pt x="1091" y="10411"/>
                  <a:pt x="1091" y="10426"/>
                  <a:pt x="1076" y="10426"/>
                </a:cubicBezTo>
                <a:cubicBezTo>
                  <a:pt x="1091" y="10441"/>
                  <a:pt x="1106" y="10456"/>
                  <a:pt x="1121" y="10456"/>
                </a:cubicBezTo>
                <a:cubicBezTo>
                  <a:pt x="1136" y="10456"/>
                  <a:pt x="1151" y="10441"/>
                  <a:pt x="1151" y="10426"/>
                </a:cubicBezTo>
                <a:cubicBezTo>
                  <a:pt x="1136" y="10426"/>
                  <a:pt x="1121" y="10411"/>
                  <a:pt x="1106" y="10396"/>
                </a:cubicBezTo>
                <a:close/>
                <a:moveTo>
                  <a:pt x="3167" y="11337"/>
                </a:moveTo>
                <a:cubicBezTo>
                  <a:pt x="3152" y="11352"/>
                  <a:pt x="3137" y="11352"/>
                  <a:pt x="3137" y="11352"/>
                </a:cubicBezTo>
                <a:cubicBezTo>
                  <a:pt x="3152" y="11382"/>
                  <a:pt x="3167" y="11411"/>
                  <a:pt x="3182" y="11441"/>
                </a:cubicBezTo>
                <a:cubicBezTo>
                  <a:pt x="3197" y="11426"/>
                  <a:pt x="3197" y="11426"/>
                  <a:pt x="3212" y="11426"/>
                </a:cubicBezTo>
                <a:cubicBezTo>
                  <a:pt x="3197" y="11396"/>
                  <a:pt x="3182" y="11367"/>
                  <a:pt x="3167" y="11337"/>
                </a:cubicBezTo>
                <a:close/>
                <a:moveTo>
                  <a:pt x="7722" y="11337"/>
                </a:moveTo>
                <a:cubicBezTo>
                  <a:pt x="7737" y="11382"/>
                  <a:pt x="7752" y="11411"/>
                  <a:pt x="7752" y="11456"/>
                </a:cubicBezTo>
                <a:cubicBezTo>
                  <a:pt x="7782" y="11411"/>
                  <a:pt x="7812" y="11382"/>
                  <a:pt x="7842" y="11337"/>
                </a:cubicBezTo>
                <a:close/>
                <a:moveTo>
                  <a:pt x="2599" y="11411"/>
                </a:moveTo>
                <a:cubicBezTo>
                  <a:pt x="2555" y="11411"/>
                  <a:pt x="2510" y="11411"/>
                  <a:pt x="2465" y="11426"/>
                </a:cubicBezTo>
                <a:cubicBezTo>
                  <a:pt x="2465" y="11441"/>
                  <a:pt x="2465" y="11456"/>
                  <a:pt x="2465" y="11486"/>
                </a:cubicBezTo>
                <a:cubicBezTo>
                  <a:pt x="2525" y="11471"/>
                  <a:pt x="2569" y="11456"/>
                  <a:pt x="2614" y="11441"/>
                </a:cubicBezTo>
                <a:cubicBezTo>
                  <a:pt x="2614" y="11426"/>
                  <a:pt x="2599" y="11426"/>
                  <a:pt x="2599" y="11411"/>
                </a:cubicBezTo>
                <a:close/>
                <a:moveTo>
                  <a:pt x="3421" y="11456"/>
                </a:moveTo>
                <a:cubicBezTo>
                  <a:pt x="3406" y="11456"/>
                  <a:pt x="3391" y="11456"/>
                  <a:pt x="3376" y="11471"/>
                </a:cubicBezTo>
                <a:cubicBezTo>
                  <a:pt x="3391" y="11471"/>
                  <a:pt x="3421" y="11471"/>
                  <a:pt x="3451" y="11486"/>
                </a:cubicBezTo>
                <a:cubicBezTo>
                  <a:pt x="3451" y="11471"/>
                  <a:pt x="3451" y="11471"/>
                  <a:pt x="3451" y="11471"/>
                </a:cubicBezTo>
                <a:cubicBezTo>
                  <a:pt x="3436" y="11456"/>
                  <a:pt x="3436" y="11456"/>
                  <a:pt x="3421" y="11456"/>
                </a:cubicBezTo>
                <a:close/>
                <a:moveTo>
                  <a:pt x="7961" y="11367"/>
                </a:moveTo>
                <a:cubicBezTo>
                  <a:pt x="7976" y="11396"/>
                  <a:pt x="8006" y="11441"/>
                  <a:pt x="8021" y="11471"/>
                </a:cubicBezTo>
                <a:lnTo>
                  <a:pt x="8021" y="11486"/>
                </a:lnTo>
                <a:cubicBezTo>
                  <a:pt x="8021" y="11456"/>
                  <a:pt x="8036" y="11426"/>
                  <a:pt x="8036" y="11396"/>
                </a:cubicBezTo>
                <a:cubicBezTo>
                  <a:pt x="8036" y="11382"/>
                  <a:pt x="8006" y="11367"/>
                  <a:pt x="7991" y="11367"/>
                </a:cubicBezTo>
                <a:close/>
                <a:moveTo>
                  <a:pt x="2898" y="11411"/>
                </a:moveTo>
                <a:cubicBezTo>
                  <a:pt x="2883" y="11411"/>
                  <a:pt x="2868" y="11426"/>
                  <a:pt x="2853" y="11426"/>
                </a:cubicBezTo>
                <a:cubicBezTo>
                  <a:pt x="2853" y="11441"/>
                  <a:pt x="2853" y="11456"/>
                  <a:pt x="2853" y="11471"/>
                </a:cubicBezTo>
                <a:cubicBezTo>
                  <a:pt x="2868" y="11486"/>
                  <a:pt x="2883" y="11486"/>
                  <a:pt x="2898" y="11501"/>
                </a:cubicBezTo>
                <a:cubicBezTo>
                  <a:pt x="2898" y="11471"/>
                  <a:pt x="2898" y="11441"/>
                  <a:pt x="2898" y="11411"/>
                </a:cubicBezTo>
                <a:close/>
                <a:moveTo>
                  <a:pt x="2883" y="11561"/>
                </a:moveTo>
                <a:cubicBezTo>
                  <a:pt x="2898" y="11591"/>
                  <a:pt x="2928" y="11606"/>
                  <a:pt x="2958" y="11621"/>
                </a:cubicBezTo>
                <a:cubicBezTo>
                  <a:pt x="2943" y="11606"/>
                  <a:pt x="2943" y="11591"/>
                  <a:pt x="2928" y="11576"/>
                </a:cubicBezTo>
                <a:cubicBezTo>
                  <a:pt x="2913" y="11576"/>
                  <a:pt x="2898" y="11576"/>
                  <a:pt x="2883" y="11561"/>
                </a:cubicBezTo>
                <a:close/>
                <a:moveTo>
                  <a:pt x="3436" y="11576"/>
                </a:moveTo>
                <a:lnTo>
                  <a:pt x="3436" y="11576"/>
                </a:lnTo>
                <a:cubicBezTo>
                  <a:pt x="3421" y="11591"/>
                  <a:pt x="3391" y="11606"/>
                  <a:pt x="3361" y="11621"/>
                </a:cubicBezTo>
                <a:lnTo>
                  <a:pt x="3421" y="11621"/>
                </a:lnTo>
                <a:cubicBezTo>
                  <a:pt x="3421" y="11606"/>
                  <a:pt x="3436" y="11591"/>
                  <a:pt x="3436" y="11576"/>
                </a:cubicBezTo>
                <a:close/>
                <a:moveTo>
                  <a:pt x="7663" y="11396"/>
                </a:moveTo>
                <a:lnTo>
                  <a:pt x="7663" y="11396"/>
                </a:lnTo>
                <a:cubicBezTo>
                  <a:pt x="7677" y="11426"/>
                  <a:pt x="7677" y="11456"/>
                  <a:pt x="7677" y="11471"/>
                </a:cubicBezTo>
                <a:cubicBezTo>
                  <a:pt x="7692" y="11471"/>
                  <a:pt x="7692" y="11486"/>
                  <a:pt x="7692" y="11486"/>
                </a:cubicBezTo>
                <a:lnTo>
                  <a:pt x="7677" y="11516"/>
                </a:lnTo>
                <a:cubicBezTo>
                  <a:pt x="7663" y="11531"/>
                  <a:pt x="7648" y="11531"/>
                  <a:pt x="7648" y="11561"/>
                </a:cubicBezTo>
                <a:cubicBezTo>
                  <a:pt x="7663" y="11561"/>
                  <a:pt x="7663" y="11561"/>
                  <a:pt x="7677" y="11576"/>
                </a:cubicBezTo>
                <a:cubicBezTo>
                  <a:pt x="7677" y="11591"/>
                  <a:pt x="7692" y="11606"/>
                  <a:pt x="7707" y="11621"/>
                </a:cubicBezTo>
                <a:cubicBezTo>
                  <a:pt x="7722" y="11650"/>
                  <a:pt x="7722" y="11665"/>
                  <a:pt x="7737" y="11680"/>
                </a:cubicBezTo>
                <a:lnTo>
                  <a:pt x="7782" y="11680"/>
                </a:lnTo>
                <a:cubicBezTo>
                  <a:pt x="7827" y="11621"/>
                  <a:pt x="7812" y="11576"/>
                  <a:pt x="7767" y="11531"/>
                </a:cubicBezTo>
                <a:cubicBezTo>
                  <a:pt x="7782" y="11531"/>
                  <a:pt x="7782" y="11516"/>
                  <a:pt x="7782" y="11501"/>
                </a:cubicBezTo>
                <a:lnTo>
                  <a:pt x="7767" y="11501"/>
                </a:lnTo>
                <a:cubicBezTo>
                  <a:pt x="7752" y="11501"/>
                  <a:pt x="7737" y="11486"/>
                  <a:pt x="7737" y="11486"/>
                </a:cubicBezTo>
                <a:cubicBezTo>
                  <a:pt x="7707" y="11456"/>
                  <a:pt x="7692" y="11426"/>
                  <a:pt x="7663" y="11396"/>
                </a:cubicBezTo>
                <a:close/>
                <a:moveTo>
                  <a:pt x="3316" y="11680"/>
                </a:moveTo>
                <a:cubicBezTo>
                  <a:pt x="3331" y="11710"/>
                  <a:pt x="3331" y="11740"/>
                  <a:pt x="3346" y="11770"/>
                </a:cubicBezTo>
                <a:cubicBezTo>
                  <a:pt x="3346" y="11775"/>
                  <a:pt x="3349" y="11777"/>
                  <a:pt x="3354" y="11777"/>
                </a:cubicBezTo>
                <a:cubicBezTo>
                  <a:pt x="3364" y="11777"/>
                  <a:pt x="3381" y="11770"/>
                  <a:pt x="3391" y="11770"/>
                </a:cubicBezTo>
                <a:cubicBezTo>
                  <a:pt x="3361" y="11740"/>
                  <a:pt x="3346" y="11710"/>
                  <a:pt x="3331" y="11680"/>
                </a:cubicBezTo>
                <a:close/>
                <a:moveTo>
                  <a:pt x="3077" y="11710"/>
                </a:moveTo>
                <a:cubicBezTo>
                  <a:pt x="3047" y="11740"/>
                  <a:pt x="3003" y="11755"/>
                  <a:pt x="2973" y="11785"/>
                </a:cubicBezTo>
                <a:cubicBezTo>
                  <a:pt x="2973" y="11800"/>
                  <a:pt x="2988" y="11815"/>
                  <a:pt x="2988" y="11815"/>
                </a:cubicBezTo>
                <a:cubicBezTo>
                  <a:pt x="3032" y="11800"/>
                  <a:pt x="3077" y="11770"/>
                  <a:pt x="3107" y="11755"/>
                </a:cubicBezTo>
                <a:cubicBezTo>
                  <a:pt x="3092" y="11740"/>
                  <a:pt x="3092" y="11725"/>
                  <a:pt x="3077" y="11710"/>
                </a:cubicBezTo>
                <a:close/>
                <a:moveTo>
                  <a:pt x="2674" y="11830"/>
                </a:moveTo>
                <a:cubicBezTo>
                  <a:pt x="2629" y="11830"/>
                  <a:pt x="2599" y="11845"/>
                  <a:pt x="2555" y="11860"/>
                </a:cubicBezTo>
                <a:lnTo>
                  <a:pt x="2674" y="11860"/>
                </a:lnTo>
                <a:cubicBezTo>
                  <a:pt x="2674" y="11845"/>
                  <a:pt x="2674" y="11830"/>
                  <a:pt x="2674" y="11830"/>
                </a:cubicBezTo>
                <a:close/>
                <a:moveTo>
                  <a:pt x="6444" y="11727"/>
                </a:moveTo>
                <a:cubicBezTo>
                  <a:pt x="6423" y="11727"/>
                  <a:pt x="6393" y="11750"/>
                  <a:pt x="6376" y="11750"/>
                </a:cubicBezTo>
                <a:cubicBezTo>
                  <a:pt x="6370" y="11750"/>
                  <a:pt x="6365" y="11747"/>
                  <a:pt x="6363" y="11740"/>
                </a:cubicBezTo>
                <a:cubicBezTo>
                  <a:pt x="6348" y="11770"/>
                  <a:pt x="6333" y="11785"/>
                  <a:pt x="6318" y="11800"/>
                </a:cubicBezTo>
                <a:cubicBezTo>
                  <a:pt x="6303" y="11815"/>
                  <a:pt x="6288" y="11815"/>
                  <a:pt x="6288" y="11845"/>
                </a:cubicBezTo>
                <a:cubicBezTo>
                  <a:pt x="6274" y="11845"/>
                  <a:pt x="6274" y="11845"/>
                  <a:pt x="6274" y="11860"/>
                </a:cubicBezTo>
                <a:cubicBezTo>
                  <a:pt x="6229" y="11860"/>
                  <a:pt x="6199" y="11874"/>
                  <a:pt x="6154" y="11889"/>
                </a:cubicBezTo>
                <a:cubicBezTo>
                  <a:pt x="6199" y="11889"/>
                  <a:pt x="6244" y="11904"/>
                  <a:pt x="6288" y="11904"/>
                </a:cubicBezTo>
                <a:cubicBezTo>
                  <a:pt x="6303" y="11904"/>
                  <a:pt x="6303" y="11889"/>
                  <a:pt x="6303" y="11874"/>
                </a:cubicBezTo>
                <a:lnTo>
                  <a:pt x="6318" y="11874"/>
                </a:lnTo>
                <a:cubicBezTo>
                  <a:pt x="6338" y="11874"/>
                  <a:pt x="6352" y="11881"/>
                  <a:pt x="6367" y="11881"/>
                </a:cubicBezTo>
                <a:cubicBezTo>
                  <a:pt x="6372" y="11881"/>
                  <a:pt x="6377" y="11880"/>
                  <a:pt x="6383" y="11879"/>
                </a:cubicBezTo>
                <a:lnTo>
                  <a:pt x="6383" y="11879"/>
                </a:lnTo>
                <a:cubicBezTo>
                  <a:pt x="6378" y="11884"/>
                  <a:pt x="6378" y="11894"/>
                  <a:pt x="6378" y="11904"/>
                </a:cubicBezTo>
                <a:cubicBezTo>
                  <a:pt x="6378" y="11919"/>
                  <a:pt x="6378" y="11934"/>
                  <a:pt x="6378" y="11934"/>
                </a:cubicBezTo>
                <a:cubicBezTo>
                  <a:pt x="6423" y="11919"/>
                  <a:pt x="6453" y="11904"/>
                  <a:pt x="6498" y="11889"/>
                </a:cubicBezTo>
                <a:cubicBezTo>
                  <a:pt x="6468" y="11874"/>
                  <a:pt x="6438" y="11874"/>
                  <a:pt x="6408" y="11874"/>
                </a:cubicBezTo>
                <a:cubicBezTo>
                  <a:pt x="6438" y="11845"/>
                  <a:pt x="6453" y="11830"/>
                  <a:pt x="6468" y="11800"/>
                </a:cubicBezTo>
                <a:cubicBezTo>
                  <a:pt x="6473" y="11743"/>
                  <a:pt x="6462" y="11727"/>
                  <a:pt x="6444" y="11727"/>
                </a:cubicBezTo>
                <a:close/>
                <a:moveTo>
                  <a:pt x="1692" y="11262"/>
                </a:moveTo>
                <a:cubicBezTo>
                  <a:pt x="1673" y="11262"/>
                  <a:pt x="1651" y="11277"/>
                  <a:pt x="1628" y="11292"/>
                </a:cubicBezTo>
                <a:cubicBezTo>
                  <a:pt x="1599" y="11307"/>
                  <a:pt x="1569" y="11337"/>
                  <a:pt x="1539" y="11382"/>
                </a:cubicBezTo>
                <a:lnTo>
                  <a:pt x="1464" y="11277"/>
                </a:lnTo>
                <a:lnTo>
                  <a:pt x="1464" y="11277"/>
                </a:lnTo>
                <a:cubicBezTo>
                  <a:pt x="1478" y="11347"/>
                  <a:pt x="1426" y="11458"/>
                  <a:pt x="1557" y="11458"/>
                </a:cubicBezTo>
                <a:cubicBezTo>
                  <a:pt x="1565" y="11458"/>
                  <a:pt x="1574" y="11457"/>
                  <a:pt x="1584" y="11456"/>
                </a:cubicBezTo>
                <a:lnTo>
                  <a:pt x="1614" y="11456"/>
                </a:lnTo>
                <a:cubicBezTo>
                  <a:pt x="1673" y="11546"/>
                  <a:pt x="1718" y="11635"/>
                  <a:pt x="1778" y="11740"/>
                </a:cubicBezTo>
                <a:cubicBezTo>
                  <a:pt x="1793" y="11755"/>
                  <a:pt x="1793" y="11755"/>
                  <a:pt x="1808" y="11770"/>
                </a:cubicBezTo>
                <a:cubicBezTo>
                  <a:pt x="1853" y="11785"/>
                  <a:pt x="1897" y="11785"/>
                  <a:pt x="1912" y="11800"/>
                </a:cubicBezTo>
                <a:cubicBezTo>
                  <a:pt x="1897" y="11830"/>
                  <a:pt x="1882" y="11860"/>
                  <a:pt x="1867" y="11889"/>
                </a:cubicBezTo>
                <a:cubicBezTo>
                  <a:pt x="1917" y="11889"/>
                  <a:pt x="1967" y="11929"/>
                  <a:pt x="2017" y="11929"/>
                </a:cubicBezTo>
                <a:cubicBezTo>
                  <a:pt x="2042" y="11929"/>
                  <a:pt x="2067" y="11919"/>
                  <a:pt x="2092" y="11889"/>
                </a:cubicBezTo>
                <a:cubicBezTo>
                  <a:pt x="2136" y="11874"/>
                  <a:pt x="2181" y="11860"/>
                  <a:pt x="2241" y="11845"/>
                </a:cubicBezTo>
                <a:lnTo>
                  <a:pt x="2241" y="11845"/>
                </a:lnTo>
                <a:cubicBezTo>
                  <a:pt x="2196" y="11889"/>
                  <a:pt x="2181" y="11919"/>
                  <a:pt x="2121" y="11994"/>
                </a:cubicBezTo>
                <a:cubicBezTo>
                  <a:pt x="2241" y="11979"/>
                  <a:pt x="2330" y="11979"/>
                  <a:pt x="2420" y="11964"/>
                </a:cubicBezTo>
                <a:cubicBezTo>
                  <a:pt x="2480" y="11949"/>
                  <a:pt x="2540" y="11934"/>
                  <a:pt x="2525" y="11860"/>
                </a:cubicBezTo>
                <a:cubicBezTo>
                  <a:pt x="2525" y="11830"/>
                  <a:pt x="2510" y="11800"/>
                  <a:pt x="2480" y="11785"/>
                </a:cubicBezTo>
                <a:cubicBezTo>
                  <a:pt x="2465" y="11770"/>
                  <a:pt x="2450" y="11759"/>
                  <a:pt x="2435" y="11759"/>
                </a:cubicBezTo>
                <a:cubicBezTo>
                  <a:pt x="2420" y="11759"/>
                  <a:pt x="2405" y="11770"/>
                  <a:pt x="2390" y="11800"/>
                </a:cubicBezTo>
                <a:cubicBezTo>
                  <a:pt x="2390" y="11810"/>
                  <a:pt x="2398" y="11821"/>
                  <a:pt x="2392" y="11821"/>
                </a:cubicBezTo>
                <a:cubicBezTo>
                  <a:pt x="2389" y="11821"/>
                  <a:pt x="2384" y="11819"/>
                  <a:pt x="2375" y="11815"/>
                </a:cubicBezTo>
                <a:cubicBezTo>
                  <a:pt x="2375" y="11695"/>
                  <a:pt x="2256" y="11725"/>
                  <a:pt x="2196" y="11695"/>
                </a:cubicBezTo>
                <a:cubicBezTo>
                  <a:pt x="2196" y="11680"/>
                  <a:pt x="2196" y="11680"/>
                  <a:pt x="2196" y="11680"/>
                </a:cubicBezTo>
                <a:cubicBezTo>
                  <a:pt x="2211" y="11591"/>
                  <a:pt x="2136" y="11591"/>
                  <a:pt x="2092" y="11576"/>
                </a:cubicBezTo>
                <a:cubicBezTo>
                  <a:pt x="2017" y="11561"/>
                  <a:pt x="1972" y="11546"/>
                  <a:pt x="1987" y="11471"/>
                </a:cubicBezTo>
                <a:cubicBezTo>
                  <a:pt x="1972" y="11456"/>
                  <a:pt x="1972" y="11441"/>
                  <a:pt x="1972" y="11426"/>
                </a:cubicBezTo>
                <a:cubicBezTo>
                  <a:pt x="1946" y="11418"/>
                  <a:pt x="1925" y="11409"/>
                  <a:pt x="1906" y="11409"/>
                </a:cubicBezTo>
                <a:cubicBezTo>
                  <a:pt x="1893" y="11409"/>
                  <a:pt x="1880" y="11414"/>
                  <a:pt x="1867" y="11426"/>
                </a:cubicBezTo>
                <a:cubicBezTo>
                  <a:pt x="1808" y="11426"/>
                  <a:pt x="1748" y="11396"/>
                  <a:pt x="1733" y="11322"/>
                </a:cubicBezTo>
                <a:cubicBezTo>
                  <a:pt x="1726" y="11277"/>
                  <a:pt x="1711" y="11262"/>
                  <a:pt x="1692" y="11262"/>
                </a:cubicBezTo>
                <a:close/>
                <a:moveTo>
                  <a:pt x="4048" y="11934"/>
                </a:moveTo>
                <a:cubicBezTo>
                  <a:pt x="4048" y="11934"/>
                  <a:pt x="4048" y="11949"/>
                  <a:pt x="4048" y="11949"/>
                </a:cubicBezTo>
                <a:cubicBezTo>
                  <a:pt x="4033" y="11949"/>
                  <a:pt x="4048" y="11964"/>
                  <a:pt x="4048" y="11964"/>
                </a:cubicBezTo>
                <a:cubicBezTo>
                  <a:pt x="4048" y="11979"/>
                  <a:pt x="4048" y="11994"/>
                  <a:pt x="4048" y="11994"/>
                </a:cubicBezTo>
                <a:cubicBezTo>
                  <a:pt x="4078" y="11994"/>
                  <a:pt x="4108" y="11979"/>
                  <a:pt x="4123" y="11979"/>
                </a:cubicBezTo>
                <a:cubicBezTo>
                  <a:pt x="4108" y="11964"/>
                  <a:pt x="4093" y="11949"/>
                  <a:pt x="4078" y="11934"/>
                </a:cubicBezTo>
                <a:close/>
                <a:moveTo>
                  <a:pt x="1001" y="11815"/>
                </a:moveTo>
                <a:cubicBezTo>
                  <a:pt x="956" y="11889"/>
                  <a:pt x="912" y="11964"/>
                  <a:pt x="837" y="12069"/>
                </a:cubicBezTo>
                <a:cubicBezTo>
                  <a:pt x="867" y="12061"/>
                  <a:pt x="900" y="12061"/>
                  <a:pt x="928" y="12061"/>
                </a:cubicBezTo>
                <a:cubicBezTo>
                  <a:pt x="956" y="12061"/>
                  <a:pt x="979" y="12061"/>
                  <a:pt x="986" y="12054"/>
                </a:cubicBezTo>
                <a:cubicBezTo>
                  <a:pt x="1016" y="11979"/>
                  <a:pt x="1031" y="11904"/>
                  <a:pt x="1046" y="11830"/>
                </a:cubicBezTo>
                <a:cubicBezTo>
                  <a:pt x="1031" y="11830"/>
                  <a:pt x="1016" y="11815"/>
                  <a:pt x="1001" y="11815"/>
                </a:cubicBezTo>
                <a:close/>
                <a:moveTo>
                  <a:pt x="5945" y="11889"/>
                </a:moveTo>
                <a:lnTo>
                  <a:pt x="5975" y="11919"/>
                </a:lnTo>
                <a:cubicBezTo>
                  <a:pt x="5930" y="11919"/>
                  <a:pt x="5915" y="11934"/>
                  <a:pt x="5885" y="11949"/>
                </a:cubicBezTo>
                <a:cubicBezTo>
                  <a:pt x="5840" y="12009"/>
                  <a:pt x="5781" y="11994"/>
                  <a:pt x="5721" y="12009"/>
                </a:cubicBezTo>
                <a:cubicBezTo>
                  <a:pt x="5721" y="11994"/>
                  <a:pt x="5721" y="11994"/>
                  <a:pt x="5721" y="11994"/>
                </a:cubicBezTo>
                <a:cubicBezTo>
                  <a:pt x="5721" y="11994"/>
                  <a:pt x="5721" y="11994"/>
                  <a:pt x="5721" y="11979"/>
                </a:cubicBezTo>
                <a:lnTo>
                  <a:pt x="5751" y="11919"/>
                </a:lnTo>
                <a:lnTo>
                  <a:pt x="5751" y="11919"/>
                </a:lnTo>
                <a:cubicBezTo>
                  <a:pt x="5736" y="11949"/>
                  <a:pt x="5646" y="11919"/>
                  <a:pt x="5676" y="11964"/>
                </a:cubicBezTo>
                <a:cubicBezTo>
                  <a:pt x="5654" y="11964"/>
                  <a:pt x="5631" y="11972"/>
                  <a:pt x="5611" y="11972"/>
                </a:cubicBezTo>
                <a:cubicBezTo>
                  <a:pt x="5590" y="11972"/>
                  <a:pt x="5572" y="11964"/>
                  <a:pt x="5557" y="11934"/>
                </a:cubicBezTo>
                <a:cubicBezTo>
                  <a:pt x="5512" y="11994"/>
                  <a:pt x="5482" y="12039"/>
                  <a:pt x="5452" y="12098"/>
                </a:cubicBezTo>
                <a:cubicBezTo>
                  <a:pt x="5480" y="12121"/>
                  <a:pt x="5506" y="12130"/>
                  <a:pt x="5531" y="12130"/>
                </a:cubicBezTo>
                <a:cubicBezTo>
                  <a:pt x="5587" y="12130"/>
                  <a:pt x="5639" y="12085"/>
                  <a:pt x="5691" y="12054"/>
                </a:cubicBezTo>
                <a:cubicBezTo>
                  <a:pt x="5706" y="12084"/>
                  <a:pt x="5736" y="12113"/>
                  <a:pt x="5751" y="12143"/>
                </a:cubicBezTo>
                <a:cubicBezTo>
                  <a:pt x="5775" y="12147"/>
                  <a:pt x="5800" y="12150"/>
                  <a:pt x="5824" y="12150"/>
                </a:cubicBezTo>
                <a:cubicBezTo>
                  <a:pt x="5886" y="12150"/>
                  <a:pt x="5942" y="12130"/>
                  <a:pt x="5975" y="12054"/>
                </a:cubicBezTo>
                <a:cubicBezTo>
                  <a:pt x="6012" y="12084"/>
                  <a:pt x="6046" y="12098"/>
                  <a:pt x="6079" y="12098"/>
                </a:cubicBezTo>
                <a:cubicBezTo>
                  <a:pt x="6113" y="12098"/>
                  <a:pt x="6147" y="12084"/>
                  <a:pt x="6184" y="12054"/>
                </a:cubicBezTo>
                <a:lnTo>
                  <a:pt x="6109" y="12054"/>
                </a:lnTo>
                <a:lnTo>
                  <a:pt x="6035" y="11964"/>
                </a:lnTo>
                <a:cubicBezTo>
                  <a:pt x="6049" y="11949"/>
                  <a:pt x="6049" y="11934"/>
                  <a:pt x="6064" y="11919"/>
                </a:cubicBezTo>
                <a:cubicBezTo>
                  <a:pt x="6020" y="11904"/>
                  <a:pt x="5990" y="11889"/>
                  <a:pt x="5945" y="11889"/>
                </a:cubicBezTo>
                <a:close/>
                <a:moveTo>
                  <a:pt x="3466" y="11710"/>
                </a:moveTo>
                <a:cubicBezTo>
                  <a:pt x="3451" y="11725"/>
                  <a:pt x="3466" y="11770"/>
                  <a:pt x="3451" y="11800"/>
                </a:cubicBezTo>
                <a:lnTo>
                  <a:pt x="3391" y="11830"/>
                </a:lnTo>
                <a:lnTo>
                  <a:pt x="3361" y="11830"/>
                </a:lnTo>
                <a:cubicBezTo>
                  <a:pt x="3301" y="11845"/>
                  <a:pt x="3271" y="11874"/>
                  <a:pt x="3242" y="11919"/>
                </a:cubicBezTo>
                <a:cubicBezTo>
                  <a:pt x="3153" y="11864"/>
                  <a:pt x="3073" y="11833"/>
                  <a:pt x="2982" y="11833"/>
                </a:cubicBezTo>
                <a:cubicBezTo>
                  <a:pt x="2951" y="11833"/>
                  <a:pt x="2918" y="11837"/>
                  <a:pt x="2883" y="11845"/>
                </a:cubicBezTo>
                <a:cubicBezTo>
                  <a:pt x="2853" y="11845"/>
                  <a:pt x="2838" y="11860"/>
                  <a:pt x="2808" y="11874"/>
                </a:cubicBezTo>
                <a:cubicBezTo>
                  <a:pt x="2804" y="11877"/>
                  <a:pt x="2800" y="11878"/>
                  <a:pt x="2797" y="11878"/>
                </a:cubicBezTo>
                <a:cubicBezTo>
                  <a:pt x="2772" y="11878"/>
                  <a:pt x="2763" y="11816"/>
                  <a:pt x="2738" y="11816"/>
                </a:cubicBezTo>
                <a:cubicBezTo>
                  <a:pt x="2729" y="11816"/>
                  <a:pt x="2718" y="11823"/>
                  <a:pt x="2704" y="11845"/>
                </a:cubicBezTo>
                <a:cubicBezTo>
                  <a:pt x="2659" y="11919"/>
                  <a:pt x="2719" y="11934"/>
                  <a:pt x="2764" y="11964"/>
                </a:cubicBezTo>
                <a:cubicBezTo>
                  <a:pt x="2778" y="12020"/>
                  <a:pt x="2801" y="12033"/>
                  <a:pt x="2829" y="12033"/>
                </a:cubicBezTo>
                <a:cubicBezTo>
                  <a:pt x="2854" y="12033"/>
                  <a:pt x="2883" y="12022"/>
                  <a:pt x="2910" y="12022"/>
                </a:cubicBezTo>
                <a:cubicBezTo>
                  <a:pt x="2916" y="12022"/>
                  <a:pt x="2922" y="12022"/>
                  <a:pt x="2928" y="12024"/>
                </a:cubicBezTo>
                <a:cubicBezTo>
                  <a:pt x="2988" y="12050"/>
                  <a:pt x="3044" y="12076"/>
                  <a:pt x="3097" y="12076"/>
                </a:cubicBezTo>
                <a:cubicBezTo>
                  <a:pt x="3136" y="12076"/>
                  <a:pt x="3174" y="12062"/>
                  <a:pt x="3212" y="12024"/>
                </a:cubicBezTo>
                <a:cubicBezTo>
                  <a:pt x="3254" y="12073"/>
                  <a:pt x="3296" y="12099"/>
                  <a:pt x="3338" y="12099"/>
                </a:cubicBezTo>
                <a:cubicBezTo>
                  <a:pt x="3385" y="12099"/>
                  <a:pt x="3433" y="12065"/>
                  <a:pt x="3481" y="11994"/>
                </a:cubicBezTo>
                <a:lnTo>
                  <a:pt x="3585" y="11994"/>
                </a:lnTo>
                <a:cubicBezTo>
                  <a:pt x="3570" y="12039"/>
                  <a:pt x="3540" y="12084"/>
                  <a:pt x="3525" y="12143"/>
                </a:cubicBezTo>
                <a:cubicBezTo>
                  <a:pt x="3570" y="12143"/>
                  <a:pt x="3630" y="12158"/>
                  <a:pt x="3675" y="12173"/>
                </a:cubicBezTo>
                <a:lnTo>
                  <a:pt x="3854" y="12173"/>
                </a:lnTo>
                <a:cubicBezTo>
                  <a:pt x="3884" y="12158"/>
                  <a:pt x="3914" y="12158"/>
                  <a:pt x="3944" y="12143"/>
                </a:cubicBezTo>
                <a:cubicBezTo>
                  <a:pt x="3929" y="12084"/>
                  <a:pt x="4048" y="12054"/>
                  <a:pt x="3988" y="11979"/>
                </a:cubicBezTo>
                <a:cubicBezTo>
                  <a:pt x="3973" y="11972"/>
                  <a:pt x="3958" y="11968"/>
                  <a:pt x="3944" y="11968"/>
                </a:cubicBezTo>
                <a:cubicBezTo>
                  <a:pt x="3929" y="11968"/>
                  <a:pt x="3914" y="11972"/>
                  <a:pt x="3899" y="11979"/>
                </a:cubicBezTo>
                <a:cubicBezTo>
                  <a:pt x="3884" y="11979"/>
                  <a:pt x="3869" y="12009"/>
                  <a:pt x="3854" y="12024"/>
                </a:cubicBezTo>
                <a:cubicBezTo>
                  <a:pt x="3824" y="11979"/>
                  <a:pt x="3779" y="11964"/>
                  <a:pt x="3720" y="11949"/>
                </a:cubicBezTo>
                <a:cubicBezTo>
                  <a:pt x="3734" y="11919"/>
                  <a:pt x="3720" y="11904"/>
                  <a:pt x="3705" y="11874"/>
                </a:cubicBezTo>
                <a:cubicBezTo>
                  <a:pt x="3705" y="11874"/>
                  <a:pt x="3705" y="11860"/>
                  <a:pt x="3705" y="11860"/>
                </a:cubicBezTo>
                <a:cubicBezTo>
                  <a:pt x="3690" y="11845"/>
                  <a:pt x="3675" y="11830"/>
                  <a:pt x="3660" y="11830"/>
                </a:cubicBezTo>
                <a:cubicBezTo>
                  <a:pt x="3600" y="11830"/>
                  <a:pt x="3570" y="11874"/>
                  <a:pt x="3540" y="11904"/>
                </a:cubicBezTo>
                <a:cubicBezTo>
                  <a:pt x="3525" y="11934"/>
                  <a:pt x="3510" y="11934"/>
                  <a:pt x="3481" y="11934"/>
                </a:cubicBezTo>
                <a:cubicBezTo>
                  <a:pt x="3481" y="11934"/>
                  <a:pt x="3481" y="11919"/>
                  <a:pt x="3481" y="11904"/>
                </a:cubicBezTo>
                <a:cubicBezTo>
                  <a:pt x="3555" y="11904"/>
                  <a:pt x="3570" y="11860"/>
                  <a:pt x="3570" y="11800"/>
                </a:cubicBezTo>
                <a:cubicBezTo>
                  <a:pt x="3555" y="11770"/>
                  <a:pt x="3540" y="11740"/>
                  <a:pt x="3525" y="11710"/>
                </a:cubicBezTo>
                <a:close/>
                <a:moveTo>
                  <a:pt x="5186" y="12005"/>
                </a:moveTo>
                <a:cubicBezTo>
                  <a:pt x="5170" y="12005"/>
                  <a:pt x="5154" y="12006"/>
                  <a:pt x="5138" y="12009"/>
                </a:cubicBezTo>
                <a:cubicBezTo>
                  <a:pt x="5064" y="12009"/>
                  <a:pt x="4989" y="12024"/>
                  <a:pt x="4914" y="12024"/>
                </a:cubicBezTo>
                <a:cubicBezTo>
                  <a:pt x="4795" y="12039"/>
                  <a:pt x="4675" y="12054"/>
                  <a:pt x="4571" y="12054"/>
                </a:cubicBezTo>
                <a:cubicBezTo>
                  <a:pt x="4541" y="12054"/>
                  <a:pt x="4515" y="12057"/>
                  <a:pt x="4491" y="12057"/>
                </a:cubicBezTo>
                <a:cubicBezTo>
                  <a:pt x="4466" y="12057"/>
                  <a:pt x="4444" y="12054"/>
                  <a:pt x="4421" y="12039"/>
                </a:cubicBezTo>
                <a:cubicBezTo>
                  <a:pt x="4382" y="12026"/>
                  <a:pt x="4344" y="12020"/>
                  <a:pt x="4307" y="12020"/>
                </a:cubicBezTo>
                <a:cubicBezTo>
                  <a:pt x="4217" y="12020"/>
                  <a:pt x="4133" y="12052"/>
                  <a:pt x="4048" y="12084"/>
                </a:cubicBezTo>
                <a:cubicBezTo>
                  <a:pt x="4063" y="12113"/>
                  <a:pt x="4078" y="12158"/>
                  <a:pt x="4093" y="12158"/>
                </a:cubicBezTo>
                <a:cubicBezTo>
                  <a:pt x="4168" y="12173"/>
                  <a:pt x="4257" y="12173"/>
                  <a:pt x="4332" y="12173"/>
                </a:cubicBezTo>
                <a:lnTo>
                  <a:pt x="4347" y="12173"/>
                </a:lnTo>
                <a:cubicBezTo>
                  <a:pt x="4392" y="12173"/>
                  <a:pt x="4436" y="12169"/>
                  <a:pt x="4481" y="12169"/>
                </a:cubicBezTo>
                <a:cubicBezTo>
                  <a:pt x="4526" y="12169"/>
                  <a:pt x="4571" y="12173"/>
                  <a:pt x="4616" y="12188"/>
                </a:cubicBezTo>
                <a:cubicBezTo>
                  <a:pt x="4645" y="12196"/>
                  <a:pt x="4674" y="12200"/>
                  <a:pt x="4703" y="12200"/>
                </a:cubicBezTo>
                <a:cubicBezTo>
                  <a:pt x="4777" y="12200"/>
                  <a:pt x="4850" y="12176"/>
                  <a:pt x="4914" y="12143"/>
                </a:cubicBezTo>
                <a:cubicBezTo>
                  <a:pt x="4934" y="12173"/>
                  <a:pt x="4954" y="12222"/>
                  <a:pt x="4986" y="12222"/>
                </a:cubicBezTo>
                <a:cubicBezTo>
                  <a:pt x="5003" y="12222"/>
                  <a:pt x="5023" y="12209"/>
                  <a:pt x="5049" y="12173"/>
                </a:cubicBezTo>
                <a:cubicBezTo>
                  <a:pt x="5056" y="12166"/>
                  <a:pt x="5079" y="12162"/>
                  <a:pt x="5103" y="12162"/>
                </a:cubicBezTo>
                <a:cubicBezTo>
                  <a:pt x="5127" y="12162"/>
                  <a:pt x="5153" y="12166"/>
                  <a:pt x="5168" y="12173"/>
                </a:cubicBezTo>
                <a:cubicBezTo>
                  <a:pt x="5205" y="12191"/>
                  <a:pt x="5239" y="12200"/>
                  <a:pt x="5269" y="12200"/>
                </a:cubicBezTo>
                <a:cubicBezTo>
                  <a:pt x="5340" y="12200"/>
                  <a:pt x="5396" y="12156"/>
                  <a:pt x="5437" y="12084"/>
                </a:cubicBezTo>
                <a:cubicBezTo>
                  <a:pt x="5437" y="12039"/>
                  <a:pt x="5407" y="12009"/>
                  <a:pt x="5377" y="12009"/>
                </a:cubicBezTo>
                <a:cubicBezTo>
                  <a:pt x="5358" y="12012"/>
                  <a:pt x="5340" y="12013"/>
                  <a:pt x="5322" y="12013"/>
                </a:cubicBezTo>
                <a:cubicBezTo>
                  <a:pt x="5274" y="12013"/>
                  <a:pt x="5229" y="12005"/>
                  <a:pt x="5186" y="12005"/>
                </a:cubicBezTo>
                <a:close/>
                <a:moveTo>
                  <a:pt x="9325" y="9811"/>
                </a:moveTo>
                <a:cubicBezTo>
                  <a:pt x="9280" y="9811"/>
                  <a:pt x="9238" y="9836"/>
                  <a:pt x="9201" y="9873"/>
                </a:cubicBezTo>
                <a:cubicBezTo>
                  <a:pt x="9186" y="10037"/>
                  <a:pt x="9171" y="10202"/>
                  <a:pt x="9156" y="10366"/>
                </a:cubicBezTo>
                <a:cubicBezTo>
                  <a:pt x="9156" y="10396"/>
                  <a:pt x="9126" y="10426"/>
                  <a:pt x="9126" y="10470"/>
                </a:cubicBezTo>
                <a:cubicBezTo>
                  <a:pt x="9111" y="10500"/>
                  <a:pt x="9126" y="10530"/>
                  <a:pt x="9141" y="10560"/>
                </a:cubicBezTo>
                <a:cubicBezTo>
                  <a:pt x="9126" y="10635"/>
                  <a:pt x="9126" y="10695"/>
                  <a:pt x="9111" y="10769"/>
                </a:cubicBezTo>
                <a:lnTo>
                  <a:pt x="9096" y="10769"/>
                </a:lnTo>
                <a:cubicBezTo>
                  <a:pt x="9096" y="10769"/>
                  <a:pt x="9096" y="10784"/>
                  <a:pt x="9111" y="10784"/>
                </a:cubicBezTo>
                <a:cubicBezTo>
                  <a:pt x="9111" y="10874"/>
                  <a:pt x="9111" y="10948"/>
                  <a:pt x="9111" y="11023"/>
                </a:cubicBezTo>
                <a:cubicBezTo>
                  <a:pt x="9081" y="11038"/>
                  <a:pt x="9081" y="11053"/>
                  <a:pt x="9096" y="11083"/>
                </a:cubicBezTo>
                <a:cubicBezTo>
                  <a:pt x="9081" y="11128"/>
                  <a:pt x="9067" y="11172"/>
                  <a:pt x="9067" y="11217"/>
                </a:cubicBezTo>
                <a:cubicBezTo>
                  <a:pt x="9007" y="11262"/>
                  <a:pt x="9052" y="11292"/>
                  <a:pt x="9052" y="11337"/>
                </a:cubicBezTo>
                <a:cubicBezTo>
                  <a:pt x="8992" y="11606"/>
                  <a:pt x="8932" y="11874"/>
                  <a:pt x="8872" y="12128"/>
                </a:cubicBezTo>
                <a:cubicBezTo>
                  <a:pt x="8828" y="12308"/>
                  <a:pt x="8932" y="12502"/>
                  <a:pt x="9096" y="12517"/>
                </a:cubicBezTo>
                <a:cubicBezTo>
                  <a:pt x="9335" y="12532"/>
                  <a:pt x="9574" y="12532"/>
                  <a:pt x="9813" y="12532"/>
                </a:cubicBezTo>
                <a:cubicBezTo>
                  <a:pt x="10007" y="12532"/>
                  <a:pt x="10202" y="12502"/>
                  <a:pt x="10396" y="12487"/>
                </a:cubicBezTo>
                <a:cubicBezTo>
                  <a:pt x="10426" y="12487"/>
                  <a:pt x="10470" y="12502"/>
                  <a:pt x="10500" y="12502"/>
                </a:cubicBezTo>
                <a:cubicBezTo>
                  <a:pt x="10545" y="12519"/>
                  <a:pt x="10588" y="12527"/>
                  <a:pt x="10630" y="12527"/>
                </a:cubicBezTo>
                <a:cubicBezTo>
                  <a:pt x="10700" y="12527"/>
                  <a:pt x="10769" y="12504"/>
                  <a:pt x="10844" y="12457"/>
                </a:cubicBezTo>
                <a:cubicBezTo>
                  <a:pt x="10874" y="12397"/>
                  <a:pt x="10874" y="12337"/>
                  <a:pt x="10799" y="12323"/>
                </a:cubicBezTo>
                <a:cubicBezTo>
                  <a:pt x="10709" y="12308"/>
                  <a:pt x="10635" y="12218"/>
                  <a:pt x="10545" y="12203"/>
                </a:cubicBezTo>
                <a:cubicBezTo>
                  <a:pt x="10500" y="12173"/>
                  <a:pt x="10456" y="12173"/>
                  <a:pt x="10411" y="12158"/>
                </a:cubicBezTo>
                <a:cubicBezTo>
                  <a:pt x="10325" y="12147"/>
                  <a:pt x="10237" y="12142"/>
                  <a:pt x="10149" y="12142"/>
                </a:cubicBezTo>
                <a:cubicBezTo>
                  <a:pt x="10006" y="12142"/>
                  <a:pt x="9862" y="12155"/>
                  <a:pt x="9724" y="12173"/>
                </a:cubicBezTo>
                <a:cubicBezTo>
                  <a:pt x="9714" y="12175"/>
                  <a:pt x="9704" y="12175"/>
                  <a:pt x="9694" y="12175"/>
                </a:cubicBezTo>
                <a:cubicBezTo>
                  <a:pt x="9628" y="12175"/>
                  <a:pt x="9558" y="12150"/>
                  <a:pt x="9491" y="12150"/>
                </a:cubicBezTo>
                <a:cubicBezTo>
                  <a:pt x="9458" y="12150"/>
                  <a:pt x="9426" y="12156"/>
                  <a:pt x="9395" y="12173"/>
                </a:cubicBezTo>
                <a:cubicBezTo>
                  <a:pt x="9395" y="12173"/>
                  <a:pt x="9380" y="12188"/>
                  <a:pt x="9380" y="12188"/>
                </a:cubicBezTo>
                <a:cubicBezTo>
                  <a:pt x="9365" y="12188"/>
                  <a:pt x="9365" y="12173"/>
                  <a:pt x="9365" y="12173"/>
                </a:cubicBezTo>
                <a:cubicBezTo>
                  <a:pt x="9320" y="12113"/>
                  <a:pt x="9350" y="12054"/>
                  <a:pt x="9365" y="11994"/>
                </a:cubicBezTo>
                <a:cubicBezTo>
                  <a:pt x="9410" y="11755"/>
                  <a:pt x="9455" y="11516"/>
                  <a:pt x="9410" y="11262"/>
                </a:cubicBezTo>
                <a:cubicBezTo>
                  <a:pt x="9395" y="11217"/>
                  <a:pt x="9395" y="11187"/>
                  <a:pt x="9410" y="11143"/>
                </a:cubicBezTo>
                <a:cubicBezTo>
                  <a:pt x="9440" y="11023"/>
                  <a:pt x="9425" y="10919"/>
                  <a:pt x="9440" y="10799"/>
                </a:cubicBezTo>
                <a:cubicBezTo>
                  <a:pt x="9470" y="10590"/>
                  <a:pt x="9440" y="10381"/>
                  <a:pt x="9470" y="10157"/>
                </a:cubicBezTo>
                <a:cubicBezTo>
                  <a:pt x="9485" y="10067"/>
                  <a:pt x="9530" y="9933"/>
                  <a:pt x="9410" y="9843"/>
                </a:cubicBezTo>
                <a:cubicBezTo>
                  <a:pt x="9382" y="9820"/>
                  <a:pt x="9353" y="9811"/>
                  <a:pt x="9325" y="9811"/>
                </a:cubicBezTo>
                <a:close/>
                <a:moveTo>
                  <a:pt x="11411" y="10097"/>
                </a:moveTo>
                <a:cubicBezTo>
                  <a:pt x="11397" y="10097"/>
                  <a:pt x="11367" y="10127"/>
                  <a:pt x="11337" y="10127"/>
                </a:cubicBezTo>
                <a:cubicBezTo>
                  <a:pt x="11337" y="10172"/>
                  <a:pt x="11352" y="10202"/>
                  <a:pt x="11352" y="10246"/>
                </a:cubicBezTo>
                <a:cubicBezTo>
                  <a:pt x="11322" y="10306"/>
                  <a:pt x="11337" y="10351"/>
                  <a:pt x="11382" y="10396"/>
                </a:cubicBezTo>
                <a:cubicBezTo>
                  <a:pt x="11367" y="10396"/>
                  <a:pt x="11352" y="10411"/>
                  <a:pt x="11337" y="10441"/>
                </a:cubicBezTo>
                <a:cubicBezTo>
                  <a:pt x="11337" y="10456"/>
                  <a:pt x="11352" y="10485"/>
                  <a:pt x="11337" y="10515"/>
                </a:cubicBezTo>
                <a:cubicBezTo>
                  <a:pt x="11322" y="10515"/>
                  <a:pt x="11307" y="10530"/>
                  <a:pt x="11307" y="10530"/>
                </a:cubicBezTo>
                <a:cubicBezTo>
                  <a:pt x="11172" y="10709"/>
                  <a:pt x="11172" y="10709"/>
                  <a:pt x="11322" y="10874"/>
                </a:cubicBezTo>
                <a:lnTo>
                  <a:pt x="11307" y="10859"/>
                </a:lnTo>
                <a:cubicBezTo>
                  <a:pt x="11247" y="10904"/>
                  <a:pt x="11232" y="10963"/>
                  <a:pt x="11262" y="11008"/>
                </a:cubicBezTo>
                <a:cubicBezTo>
                  <a:pt x="11292" y="11098"/>
                  <a:pt x="11292" y="11172"/>
                  <a:pt x="11247" y="11262"/>
                </a:cubicBezTo>
                <a:cubicBezTo>
                  <a:pt x="11187" y="11396"/>
                  <a:pt x="11277" y="11546"/>
                  <a:pt x="11247" y="11680"/>
                </a:cubicBezTo>
                <a:cubicBezTo>
                  <a:pt x="11247" y="11725"/>
                  <a:pt x="11262" y="11755"/>
                  <a:pt x="11247" y="11800"/>
                </a:cubicBezTo>
                <a:cubicBezTo>
                  <a:pt x="11217" y="11934"/>
                  <a:pt x="11217" y="11964"/>
                  <a:pt x="11292" y="11964"/>
                </a:cubicBezTo>
                <a:cubicBezTo>
                  <a:pt x="11247" y="11994"/>
                  <a:pt x="11202" y="12024"/>
                  <a:pt x="11217" y="12084"/>
                </a:cubicBezTo>
                <a:cubicBezTo>
                  <a:pt x="11262" y="12263"/>
                  <a:pt x="11172" y="12263"/>
                  <a:pt x="11053" y="12263"/>
                </a:cubicBezTo>
                <a:cubicBezTo>
                  <a:pt x="11023" y="12263"/>
                  <a:pt x="10993" y="12278"/>
                  <a:pt x="10963" y="12293"/>
                </a:cubicBezTo>
                <a:cubicBezTo>
                  <a:pt x="10948" y="12308"/>
                  <a:pt x="10933" y="12337"/>
                  <a:pt x="10933" y="12367"/>
                </a:cubicBezTo>
                <a:cubicBezTo>
                  <a:pt x="10904" y="12457"/>
                  <a:pt x="10993" y="12502"/>
                  <a:pt x="11008" y="12576"/>
                </a:cubicBezTo>
                <a:lnTo>
                  <a:pt x="11038" y="12576"/>
                </a:lnTo>
                <a:cubicBezTo>
                  <a:pt x="11053" y="12591"/>
                  <a:pt x="11083" y="12591"/>
                  <a:pt x="11098" y="12591"/>
                </a:cubicBezTo>
                <a:cubicBezTo>
                  <a:pt x="11128" y="12591"/>
                  <a:pt x="11158" y="12576"/>
                  <a:pt x="11172" y="12576"/>
                </a:cubicBezTo>
                <a:cubicBezTo>
                  <a:pt x="11206" y="12582"/>
                  <a:pt x="11240" y="12588"/>
                  <a:pt x="11272" y="12588"/>
                </a:cubicBezTo>
                <a:cubicBezTo>
                  <a:pt x="11326" y="12588"/>
                  <a:pt x="11374" y="12572"/>
                  <a:pt x="11411" y="12517"/>
                </a:cubicBezTo>
                <a:cubicBezTo>
                  <a:pt x="11441" y="12457"/>
                  <a:pt x="11471" y="12382"/>
                  <a:pt x="11516" y="12308"/>
                </a:cubicBezTo>
                <a:cubicBezTo>
                  <a:pt x="11576" y="12233"/>
                  <a:pt x="11591" y="12143"/>
                  <a:pt x="11531" y="12054"/>
                </a:cubicBezTo>
                <a:cubicBezTo>
                  <a:pt x="11501" y="11994"/>
                  <a:pt x="11471" y="11934"/>
                  <a:pt x="11441" y="11889"/>
                </a:cubicBezTo>
                <a:cubicBezTo>
                  <a:pt x="11426" y="11860"/>
                  <a:pt x="11426" y="11845"/>
                  <a:pt x="11411" y="11830"/>
                </a:cubicBezTo>
                <a:cubicBezTo>
                  <a:pt x="11486" y="11830"/>
                  <a:pt x="11471" y="11725"/>
                  <a:pt x="11516" y="11710"/>
                </a:cubicBezTo>
                <a:cubicBezTo>
                  <a:pt x="11471" y="11606"/>
                  <a:pt x="11546" y="11471"/>
                  <a:pt x="11441" y="11382"/>
                </a:cubicBezTo>
                <a:cubicBezTo>
                  <a:pt x="11426" y="11382"/>
                  <a:pt x="11441" y="11367"/>
                  <a:pt x="11441" y="11352"/>
                </a:cubicBezTo>
                <a:cubicBezTo>
                  <a:pt x="11441" y="11292"/>
                  <a:pt x="11441" y="11247"/>
                  <a:pt x="11441" y="11202"/>
                </a:cubicBezTo>
                <a:cubicBezTo>
                  <a:pt x="11441" y="11158"/>
                  <a:pt x="11441" y="11128"/>
                  <a:pt x="11441" y="11083"/>
                </a:cubicBezTo>
                <a:cubicBezTo>
                  <a:pt x="11456" y="11068"/>
                  <a:pt x="11501" y="11053"/>
                  <a:pt x="11501" y="11038"/>
                </a:cubicBezTo>
                <a:cubicBezTo>
                  <a:pt x="11501" y="10889"/>
                  <a:pt x="11501" y="10754"/>
                  <a:pt x="11501" y="10620"/>
                </a:cubicBezTo>
                <a:cubicBezTo>
                  <a:pt x="11456" y="10575"/>
                  <a:pt x="11486" y="10560"/>
                  <a:pt x="11531" y="10530"/>
                </a:cubicBezTo>
                <a:cubicBezTo>
                  <a:pt x="11531" y="10485"/>
                  <a:pt x="11546" y="10456"/>
                  <a:pt x="11546" y="10411"/>
                </a:cubicBezTo>
                <a:cubicBezTo>
                  <a:pt x="11546" y="10366"/>
                  <a:pt x="11516" y="10366"/>
                  <a:pt x="11486" y="10366"/>
                </a:cubicBezTo>
                <a:cubicBezTo>
                  <a:pt x="11531" y="10321"/>
                  <a:pt x="11606" y="10276"/>
                  <a:pt x="11516" y="10187"/>
                </a:cubicBezTo>
                <a:cubicBezTo>
                  <a:pt x="11531" y="10187"/>
                  <a:pt x="11546" y="10172"/>
                  <a:pt x="11561" y="10157"/>
                </a:cubicBezTo>
                <a:cubicBezTo>
                  <a:pt x="11516" y="10142"/>
                  <a:pt x="11471" y="10112"/>
                  <a:pt x="11411" y="10097"/>
                </a:cubicBezTo>
                <a:close/>
                <a:moveTo>
                  <a:pt x="13360" y="12880"/>
                </a:moveTo>
                <a:cubicBezTo>
                  <a:pt x="13324" y="12880"/>
                  <a:pt x="13301" y="12909"/>
                  <a:pt x="13278" y="12920"/>
                </a:cubicBezTo>
                <a:cubicBezTo>
                  <a:pt x="13263" y="12935"/>
                  <a:pt x="13263" y="12950"/>
                  <a:pt x="13278" y="12965"/>
                </a:cubicBezTo>
                <a:cubicBezTo>
                  <a:pt x="13311" y="12985"/>
                  <a:pt x="13333" y="12993"/>
                  <a:pt x="13349" y="12993"/>
                </a:cubicBezTo>
                <a:cubicBezTo>
                  <a:pt x="13392" y="12993"/>
                  <a:pt x="13387" y="12934"/>
                  <a:pt x="13398" y="12890"/>
                </a:cubicBezTo>
                <a:cubicBezTo>
                  <a:pt x="13384" y="12883"/>
                  <a:pt x="13371" y="12880"/>
                  <a:pt x="13360" y="12880"/>
                </a:cubicBezTo>
                <a:close/>
                <a:moveTo>
                  <a:pt x="13876" y="13741"/>
                </a:moveTo>
                <a:lnTo>
                  <a:pt x="13876" y="13741"/>
                </a:lnTo>
                <a:cubicBezTo>
                  <a:pt x="13861" y="13756"/>
                  <a:pt x="13846" y="13771"/>
                  <a:pt x="13831" y="13801"/>
                </a:cubicBezTo>
                <a:cubicBezTo>
                  <a:pt x="13816" y="13846"/>
                  <a:pt x="13801" y="13876"/>
                  <a:pt x="13801" y="13921"/>
                </a:cubicBezTo>
                <a:cubicBezTo>
                  <a:pt x="13786" y="13936"/>
                  <a:pt x="13771" y="13951"/>
                  <a:pt x="13756" y="13965"/>
                </a:cubicBezTo>
                <a:cubicBezTo>
                  <a:pt x="13786" y="13980"/>
                  <a:pt x="13816" y="13980"/>
                  <a:pt x="13846" y="13995"/>
                </a:cubicBezTo>
                <a:cubicBezTo>
                  <a:pt x="13861" y="13906"/>
                  <a:pt x="13876" y="13816"/>
                  <a:pt x="13876" y="13741"/>
                </a:cubicBezTo>
                <a:close/>
                <a:moveTo>
                  <a:pt x="13263" y="13980"/>
                </a:moveTo>
                <a:cubicBezTo>
                  <a:pt x="13249" y="13980"/>
                  <a:pt x="13234" y="13995"/>
                  <a:pt x="13219" y="14010"/>
                </a:cubicBezTo>
                <a:cubicBezTo>
                  <a:pt x="13234" y="14010"/>
                  <a:pt x="13234" y="14040"/>
                  <a:pt x="13249" y="14040"/>
                </a:cubicBezTo>
                <a:cubicBezTo>
                  <a:pt x="13263" y="14040"/>
                  <a:pt x="13278" y="14025"/>
                  <a:pt x="13308" y="14010"/>
                </a:cubicBezTo>
                <a:cubicBezTo>
                  <a:pt x="13293" y="13995"/>
                  <a:pt x="13278" y="13980"/>
                  <a:pt x="13263" y="13980"/>
                </a:cubicBezTo>
                <a:close/>
                <a:moveTo>
                  <a:pt x="6468" y="13637"/>
                </a:moveTo>
                <a:cubicBezTo>
                  <a:pt x="6468" y="13741"/>
                  <a:pt x="6468" y="13846"/>
                  <a:pt x="6468" y="13951"/>
                </a:cubicBezTo>
                <a:cubicBezTo>
                  <a:pt x="6483" y="13965"/>
                  <a:pt x="6498" y="13965"/>
                  <a:pt x="6512" y="13965"/>
                </a:cubicBezTo>
                <a:cubicBezTo>
                  <a:pt x="6483" y="13980"/>
                  <a:pt x="6468" y="14010"/>
                  <a:pt x="6468" y="14040"/>
                </a:cubicBezTo>
                <a:cubicBezTo>
                  <a:pt x="6408" y="14100"/>
                  <a:pt x="6438" y="14145"/>
                  <a:pt x="6498" y="14175"/>
                </a:cubicBezTo>
                <a:cubicBezTo>
                  <a:pt x="6512" y="14175"/>
                  <a:pt x="6512" y="14160"/>
                  <a:pt x="6527" y="14160"/>
                </a:cubicBezTo>
                <a:cubicBezTo>
                  <a:pt x="6527" y="14145"/>
                  <a:pt x="6542" y="14115"/>
                  <a:pt x="6557" y="14115"/>
                </a:cubicBezTo>
                <a:cubicBezTo>
                  <a:pt x="6587" y="14115"/>
                  <a:pt x="6602" y="14130"/>
                  <a:pt x="6617" y="14130"/>
                </a:cubicBezTo>
                <a:cubicBezTo>
                  <a:pt x="6617" y="14160"/>
                  <a:pt x="6632" y="14190"/>
                  <a:pt x="6647" y="14219"/>
                </a:cubicBezTo>
                <a:lnTo>
                  <a:pt x="6662" y="14219"/>
                </a:lnTo>
                <a:cubicBezTo>
                  <a:pt x="6692" y="14204"/>
                  <a:pt x="6707" y="14190"/>
                  <a:pt x="6737" y="14175"/>
                </a:cubicBezTo>
                <a:cubicBezTo>
                  <a:pt x="6722" y="14175"/>
                  <a:pt x="6722" y="14160"/>
                  <a:pt x="6722" y="14160"/>
                </a:cubicBezTo>
                <a:cubicBezTo>
                  <a:pt x="6692" y="14145"/>
                  <a:pt x="6662" y="14145"/>
                  <a:pt x="6632" y="14130"/>
                </a:cubicBezTo>
                <a:cubicBezTo>
                  <a:pt x="6647" y="14130"/>
                  <a:pt x="6647" y="14115"/>
                  <a:pt x="6662" y="14115"/>
                </a:cubicBezTo>
                <a:cubicBezTo>
                  <a:pt x="6662" y="14100"/>
                  <a:pt x="6662" y="14070"/>
                  <a:pt x="6662" y="14055"/>
                </a:cubicBezTo>
                <a:cubicBezTo>
                  <a:pt x="6662" y="14025"/>
                  <a:pt x="6647" y="13995"/>
                  <a:pt x="6647" y="13980"/>
                </a:cubicBezTo>
                <a:lnTo>
                  <a:pt x="6647" y="13936"/>
                </a:lnTo>
                <a:cubicBezTo>
                  <a:pt x="6662" y="13906"/>
                  <a:pt x="6647" y="13876"/>
                  <a:pt x="6632" y="13861"/>
                </a:cubicBezTo>
                <a:cubicBezTo>
                  <a:pt x="6587" y="13816"/>
                  <a:pt x="6617" y="13786"/>
                  <a:pt x="6632" y="13741"/>
                </a:cubicBezTo>
                <a:cubicBezTo>
                  <a:pt x="6602" y="13652"/>
                  <a:pt x="6527" y="13667"/>
                  <a:pt x="6468" y="13637"/>
                </a:cubicBezTo>
                <a:close/>
                <a:moveTo>
                  <a:pt x="7416" y="14432"/>
                </a:moveTo>
                <a:cubicBezTo>
                  <a:pt x="7409" y="14432"/>
                  <a:pt x="7401" y="14436"/>
                  <a:pt x="7394" y="14443"/>
                </a:cubicBezTo>
                <a:cubicBezTo>
                  <a:pt x="7364" y="14458"/>
                  <a:pt x="7349" y="14458"/>
                  <a:pt x="7334" y="14473"/>
                </a:cubicBezTo>
                <a:cubicBezTo>
                  <a:pt x="7326" y="14469"/>
                  <a:pt x="7319" y="14467"/>
                  <a:pt x="7313" y="14467"/>
                </a:cubicBezTo>
                <a:cubicBezTo>
                  <a:pt x="7298" y="14467"/>
                  <a:pt x="7293" y="14481"/>
                  <a:pt x="7304" y="14503"/>
                </a:cubicBezTo>
                <a:cubicBezTo>
                  <a:pt x="7409" y="14518"/>
                  <a:pt x="7513" y="14533"/>
                  <a:pt x="7618" y="14548"/>
                </a:cubicBezTo>
                <a:cubicBezTo>
                  <a:pt x="7618" y="14548"/>
                  <a:pt x="7618" y="14533"/>
                  <a:pt x="7603" y="14533"/>
                </a:cubicBezTo>
                <a:cubicBezTo>
                  <a:pt x="7603" y="14518"/>
                  <a:pt x="7603" y="14503"/>
                  <a:pt x="7588" y="14503"/>
                </a:cubicBezTo>
                <a:cubicBezTo>
                  <a:pt x="7528" y="14488"/>
                  <a:pt x="7483" y="14458"/>
                  <a:pt x="7439" y="14443"/>
                </a:cubicBezTo>
                <a:cubicBezTo>
                  <a:pt x="7431" y="14436"/>
                  <a:pt x="7424" y="14432"/>
                  <a:pt x="7416" y="14432"/>
                </a:cubicBezTo>
                <a:close/>
                <a:moveTo>
                  <a:pt x="13127" y="14508"/>
                </a:moveTo>
                <a:cubicBezTo>
                  <a:pt x="13114" y="14508"/>
                  <a:pt x="13102" y="14516"/>
                  <a:pt x="13084" y="14533"/>
                </a:cubicBezTo>
                <a:cubicBezTo>
                  <a:pt x="13084" y="14533"/>
                  <a:pt x="13084" y="14548"/>
                  <a:pt x="13084" y="14548"/>
                </a:cubicBezTo>
                <a:cubicBezTo>
                  <a:pt x="13099" y="14563"/>
                  <a:pt x="13114" y="14578"/>
                  <a:pt x="13129" y="14593"/>
                </a:cubicBezTo>
                <a:cubicBezTo>
                  <a:pt x="13144" y="14563"/>
                  <a:pt x="13159" y="14548"/>
                  <a:pt x="13159" y="14518"/>
                </a:cubicBezTo>
                <a:cubicBezTo>
                  <a:pt x="13147" y="14512"/>
                  <a:pt x="13137" y="14508"/>
                  <a:pt x="13127" y="14508"/>
                </a:cubicBezTo>
                <a:close/>
                <a:moveTo>
                  <a:pt x="13502" y="14593"/>
                </a:moveTo>
                <a:cubicBezTo>
                  <a:pt x="13502" y="14608"/>
                  <a:pt x="13488" y="14608"/>
                  <a:pt x="13488" y="14608"/>
                </a:cubicBezTo>
                <a:cubicBezTo>
                  <a:pt x="13488" y="14608"/>
                  <a:pt x="13488" y="14608"/>
                  <a:pt x="13488" y="14593"/>
                </a:cubicBezTo>
                <a:close/>
                <a:moveTo>
                  <a:pt x="13771" y="14070"/>
                </a:moveTo>
                <a:cubicBezTo>
                  <a:pt x="13741" y="14085"/>
                  <a:pt x="13712" y="14100"/>
                  <a:pt x="13682" y="14130"/>
                </a:cubicBezTo>
                <a:cubicBezTo>
                  <a:pt x="13726" y="14145"/>
                  <a:pt x="13756" y="14145"/>
                  <a:pt x="13786" y="14160"/>
                </a:cubicBezTo>
                <a:cubicBezTo>
                  <a:pt x="13756" y="14175"/>
                  <a:pt x="13726" y="14190"/>
                  <a:pt x="13712" y="14204"/>
                </a:cubicBezTo>
                <a:cubicBezTo>
                  <a:pt x="13667" y="14234"/>
                  <a:pt x="13667" y="14279"/>
                  <a:pt x="13637" y="14324"/>
                </a:cubicBezTo>
                <a:cubicBezTo>
                  <a:pt x="13623" y="14406"/>
                  <a:pt x="13597" y="14475"/>
                  <a:pt x="13513" y="14475"/>
                </a:cubicBezTo>
                <a:cubicBezTo>
                  <a:pt x="13505" y="14475"/>
                  <a:pt x="13497" y="14475"/>
                  <a:pt x="13488" y="14473"/>
                </a:cubicBezTo>
                <a:cubicBezTo>
                  <a:pt x="13473" y="14473"/>
                  <a:pt x="13443" y="14488"/>
                  <a:pt x="13443" y="14518"/>
                </a:cubicBezTo>
                <a:lnTo>
                  <a:pt x="13398" y="14473"/>
                </a:lnTo>
                <a:cubicBezTo>
                  <a:pt x="13383" y="14473"/>
                  <a:pt x="13353" y="14488"/>
                  <a:pt x="13338" y="14503"/>
                </a:cubicBezTo>
                <a:lnTo>
                  <a:pt x="13338" y="14653"/>
                </a:lnTo>
                <a:cubicBezTo>
                  <a:pt x="13323" y="14667"/>
                  <a:pt x="13323" y="14667"/>
                  <a:pt x="13308" y="14667"/>
                </a:cubicBezTo>
                <a:cubicBezTo>
                  <a:pt x="13278" y="14712"/>
                  <a:pt x="13234" y="14712"/>
                  <a:pt x="13189" y="14712"/>
                </a:cubicBezTo>
                <a:cubicBezTo>
                  <a:pt x="13144" y="14727"/>
                  <a:pt x="13114" y="14757"/>
                  <a:pt x="13129" y="14817"/>
                </a:cubicBezTo>
                <a:cubicBezTo>
                  <a:pt x="13203" y="14817"/>
                  <a:pt x="13277" y="14825"/>
                  <a:pt x="13348" y="14825"/>
                </a:cubicBezTo>
                <a:cubicBezTo>
                  <a:pt x="13462" y="14825"/>
                  <a:pt x="13569" y="14803"/>
                  <a:pt x="13652" y="14682"/>
                </a:cubicBezTo>
                <a:cubicBezTo>
                  <a:pt x="13771" y="14653"/>
                  <a:pt x="13622" y="14593"/>
                  <a:pt x="13667" y="14548"/>
                </a:cubicBezTo>
                <a:cubicBezTo>
                  <a:pt x="13726" y="14473"/>
                  <a:pt x="13771" y="14399"/>
                  <a:pt x="13801" y="14324"/>
                </a:cubicBezTo>
                <a:cubicBezTo>
                  <a:pt x="13861" y="14219"/>
                  <a:pt x="13876" y="14130"/>
                  <a:pt x="13771" y="14070"/>
                </a:cubicBezTo>
                <a:close/>
                <a:moveTo>
                  <a:pt x="8081" y="14847"/>
                </a:moveTo>
                <a:lnTo>
                  <a:pt x="8081" y="14847"/>
                </a:lnTo>
                <a:cubicBezTo>
                  <a:pt x="8155" y="14981"/>
                  <a:pt x="8260" y="15101"/>
                  <a:pt x="8424" y="15130"/>
                </a:cubicBezTo>
                <a:cubicBezTo>
                  <a:pt x="8305" y="15041"/>
                  <a:pt x="8185" y="14936"/>
                  <a:pt x="8081" y="148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8"/>
          <p:cNvSpPr txBox="1"/>
          <p:nvPr/>
        </p:nvSpPr>
        <p:spPr>
          <a:xfrm>
            <a:off x="672600" y="1216300"/>
            <a:ext cx="77514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Char char="●"/>
            </a:pPr>
            <a:r>
              <a:rPr lang="en" sz="18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Challenge:</a:t>
            </a:r>
          </a:p>
          <a:p>
            <a:pPr marL="460375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8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single object version of SketchyCOCO had sketches that </a:t>
            </a:r>
            <a:r>
              <a:rPr lang="en" sz="18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don’t</a:t>
            </a:r>
            <a:r>
              <a:rPr lang="en" sz="18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describe the </a:t>
            </a:r>
            <a:r>
              <a:rPr lang="en" sz="18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shape</a:t>
            </a:r>
            <a:r>
              <a:rPr lang="en" sz="18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and </a:t>
            </a:r>
            <a:r>
              <a:rPr lang="en" sz="18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pose</a:t>
            </a:r>
            <a:r>
              <a:rPr lang="en" sz="18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of the real image and the real image was a </a:t>
            </a:r>
            <a:r>
              <a:rPr lang="en" sz="18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badly cropped version on a white background</a:t>
            </a:r>
            <a:r>
              <a:rPr lang="en" sz="18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of the scene images which </a:t>
            </a:r>
            <a:r>
              <a:rPr lang="en" sz="18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destroyed</a:t>
            </a:r>
            <a:r>
              <a:rPr lang="en" sz="18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the images.</a:t>
            </a:r>
            <a:endParaRPr sz="18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47" name="Google Shape;1047;p8"/>
          <p:cNvSpPr txBox="1"/>
          <p:nvPr/>
        </p:nvSpPr>
        <p:spPr>
          <a:xfrm>
            <a:off x="2311050" y="2910705"/>
            <a:ext cx="452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Solution: </a:t>
            </a:r>
            <a:r>
              <a:rPr lang="en" sz="1800" dirty="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800" b="1" dirty="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Collect a Custom Dataset</a:t>
            </a:r>
            <a:endParaRPr sz="1800" b="1" dirty="0">
              <a:solidFill>
                <a:srgbClr val="C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e906823ad7_0_283"/>
          <p:cNvSpPr/>
          <p:nvPr/>
        </p:nvSpPr>
        <p:spPr>
          <a:xfrm rot="9855045">
            <a:off x="3058290" y="-1448213"/>
            <a:ext cx="1838739" cy="2004959"/>
          </a:xfrm>
          <a:custGeom>
            <a:avLst/>
            <a:gdLst/>
            <a:ahLst/>
            <a:cxnLst/>
            <a:rect l="l" t="t" r="r" b="b"/>
            <a:pathLst>
              <a:path w="13876" h="15131" extrusionOk="0">
                <a:moveTo>
                  <a:pt x="9933" y="0"/>
                </a:moveTo>
                <a:cubicBezTo>
                  <a:pt x="9933" y="0"/>
                  <a:pt x="9933" y="15"/>
                  <a:pt x="9933" y="15"/>
                </a:cubicBezTo>
                <a:cubicBezTo>
                  <a:pt x="9948" y="30"/>
                  <a:pt x="9978" y="45"/>
                  <a:pt x="10007" y="60"/>
                </a:cubicBezTo>
                <a:cubicBezTo>
                  <a:pt x="10007" y="60"/>
                  <a:pt x="10022" y="45"/>
                  <a:pt x="10022" y="30"/>
                </a:cubicBezTo>
                <a:cubicBezTo>
                  <a:pt x="9993" y="15"/>
                  <a:pt x="9963" y="15"/>
                  <a:pt x="9933" y="0"/>
                </a:cubicBezTo>
                <a:close/>
                <a:moveTo>
                  <a:pt x="7752" y="284"/>
                </a:moveTo>
                <a:cubicBezTo>
                  <a:pt x="7737" y="284"/>
                  <a:pt x="7722" y="299"/>
                  <a:pt x="7707" y="299"/>
                </a:cubicBezTo>
                <a:cubicBezTo>
                  <a:pt x="7722" y="344"/>
                  <a:pt x="7752" y="374"/>
                  <a:pt x="7767" y="419"/>
                </a:cubicBezTo>
                <a:lnTo>
                  <a:pt x="7812" y="419"/>
                </a:lnTo>
                <a:cubicBezTo>
                  <a:pt x="7797" y="374"/>
                  <a:pt x="7767" y="329"/>
                  <a:pt x="7752" y="284"/>
                </a:cubicBezTo>
                <a:close/>
                <a:moveTo>
                  <a:pt x="6557" y="478"/>
                </a:moveTo>
                <a:lnTo>
                  <a:pt x="6557" y="538"/>
                </a:lnTo>
                <a:cubicBezTo>
                  <a:pt x="6587" y="508"/>
                  <a:pt x="6632" y="493"/>
                  <a:pt x="6662" y="478"/>
                </a:cubicBezTo>
                <a:close/>
                <a:moveTo>
                  <a:pt x="5375" y="163"/>
                </a:moveTo>
                <a:cubicBezTo>
                  <a:pt x="5263" y="163"/>
                  <a:pt x="5149" y="208"/>
                  <a:pt x="5019" y="299"/>
                </a:cubicBezTo>
                <a:cubicBezTo>
                  <a:pt x="5019" y="299"/>
                  <a:pt x="5019" y="299"/>
                  <a:pt x="5019" y="299"/>
                </a:cubicBezTo>
                <a:lnTo>
                  <a:pt x="5019" y="299"/>
                </a:lnTo>
                <a:cubicBezTo>
                  <a:pt x="5016" y="304"/>
                  <a:pt x="5012" y="309"/>
                  <a:pt x="5009" y="314"/>
                </a:cubicBezTo>
                <a:lnTo>
                  <a:pt x="5009" y="314"/>
                </a:lnTo>
                <a:cubicBezTo>
                  <a:pt x="4980" y="342"/>
                  <a:pt x="4905" y="338"/>
                  <a:pt x="4944" y="404"/>
                </a:cubicBezTo>
                <a:cubicBezTo>
                  <a:pt x="4929" y="419"/>
                  <a:pt x="4929" y="419"/>
                  <a:pt x="4914" y="419"/>
                </a:cubicBezTo>
                <a:cubicBezTo>
                  <a:pt x="4899" y="404"/>
                  <a:pt x="4870" y="374"/>
                  <a:pt x="4840" y="344"/>
                </a:cubicBezTo>
                <a:cubicBezTo>
                  <a:pt x="4825" y="389"/>
                  <a:pt x="4810" y="434"/>
                  <a:pt x="4795" y="463"/>
                </a:cubicBezTo>
                <a:lnTo>
                  <a:pt x="4840" y="463"/>
                </a:lnTo>
                <a:lnTo>
                  <a:pt x="4840" y="478"/>
                </a:lnTo>
                <a:cubicBezTo>
                  <a:pt x="4825" y="493"/>
                  <a:pt x="4825" y="523"/>
                  <a:pt x="4840" y="538"/>
                </a:cubicBezTo>
                <a:cubicBezTo>
                  <a:pt x="4865" y="551"/>
                  <a:pt x="4888" y="556"/>
                  <a:pt x="4909" y="556"/>
                </a:cubicBezTo>
                <a:cubicBezTo>
                  <a:pt x="4986" y="556"/>
                  <a:pt x="5035" y="487"/>
                  <a:pt x="5094" y="463"/>
                </a:cubicBezTo>
                <a:lnTo>
                  <a:pt x="5109" y="449"/>
                </a:lnTo>
                <a:cubicBezTo>
                  <a:pt x="5123" y="449"/>
                  <a:pt x="5153" y="449"/>
                  <a:pt x="5168" y="463"/>
                </a:cubicBezTo>
                <a:cubicBezTo>
                  <a:pt x="5207" y="476"/>
                  <a:pt x="5245" y="511"/>
                  <a:pt x="5293" y="511"/>
                </a:cubicBezTo>
                <a:cubicBezTo>
                  <a:pt x="5301" y="511"/>
                  <a:pt x="5309" y="510"/>
                  <a:pt x="5318" y="508"/>
                </a:cubicBezTo>
                <a:cubicBezTo>
                  <a:pt x="5348" y="493"/>
                  <a:pt x="5377" y="478"/>
                  <a:pt x="5407" y="478"/>
                </a:cubicBezTo>
                <a:cubicBezTo>
                  <a:pt x="5437" y="478"/>
                  <a:pt x="5467" y="478"/>
                  <a:pt x="5482" y="463"/>
                </a:cubicBezTo>
                <a:lnTo>
                  <a:pt x="5527" y="478"/>
                </a:lnTo>
                <a:cubicBezTo>
                  <a:pt x="5527" y="478"/>
                  <a:pt x="5527" y="493"/>
                  <a:pt x="5527" y="493"/>
                </a:cubicBezTo>
                <a:cubicBezTo>
                  <a:pt x="5542" y="493"/>
                  <a:pt x="5542" y="508"/>
                  <a:pt x="5557" y="508"/>
                </a:cubicBezTo>
                <a:cubicBezTo>
                  <a:pt x="5581" y="508"/>
                  <a:pt x="5604" y="511"/>
                  <a:pt x="5628" y="511"/>
                </a:cubicBezTo>
                <a:cubicBezTo>
                  <a:pt x="5664" y="511"/>
                  <a:pt x="5700" y="505"/>
                  <a:pt x="5736" y="478"/>
                </a:cubicBezTo>
                <a:cubicBezTo>
                  <a:pt x="5736" y="493"/>
                  <a:pt x="5751" y="508"/>
                  <a:pt x="5766" y="523"/>
                </a:cubicBezTo>
                <a:cubicBezTo>
                  <a:pt x="5781" y="523"/>
                  <a:pt x="5796" y="538"/>
                  <a:pt x="5811" y="538"/>
                </a:cubicBezTo>
                <a:cubicBezTo>
                  <a:pt x="5818" y="536"/>
                  <a:pt x="5825" y="536"/>
                  <a:pt x="5833" y="536"/>
                </a:cubicBezTo>
                <a:cubicBezTo>
                  <a:pt x="5862" y="536"/>
                  <a:pt x="5895" y="547"/>
                  <a:pt x="5927" y="547"/>
                </a:cubicBezTo>
                <a:cubicBezTo>
                  <a:pt x="5954" y="547"/>
                  <a:pt x="5980" y="539"/>
                  <a:pt x="6005" y="508"/>
                </a:cubicBezTo>
                <a:cubicBezTo>
                  <a:pt x="6005" y="493"/>
                  <a:pt x="6005" y="478"/>
                  <a:pt x="6005" y="463"/>
                </a:cubicBezTo>
                <a:cubicBezTo>
                  <a:pt x="6026" y="474"/>
                  <a:pt x="6047" y="485"/>
                  <a:pt x="6073" y="485"/>
                </a:cubicBezTo>
                <a:cubicBezTo>
                  <a:pt x="6084" y="485"/>
                  <a:pt x="6096" y="483"/>
                  <a:pt x="6109" y="478"/>
                </a:cubicBezTo>
                <a:cubicBezTo>
                  <a:pt x="6119" y="476"/>
                  <a:pt x="6128" y="475"/>
                  <a:pt x="6137" y="475"/>
                </a:cubicBezTo>
                <a:cubicBezTo>
                  <a:pt x="6192" y="475"/>
                  <a:pt x="6220" y="514"/>
                  <a:pt x="6259" y="553"/>
                </a:cubicBezTo>
                <a:cubicBezTo>
                  <a:pt x="6267" y="554"/>
                  <a:pt x="6275" y="555"/>
                  <a:pt x="6283" y="555"/>
                </a:cubicBezTo>
                <a:cubicBezTo>
                  <a:pt x="6387" y="555"/>
                  <a:pt x="6349" y="459"/>
                  <a:pt x="6363" y="389"/>
                </a:cubicBezTo>
                <a:lnTo>
                  <a:pt x="6363" y="389"/>
                </a:lnTo>
                <a:lnTo>
                  <a:pt x="6438" y="419"/>
                </a:lnTo>
                <a:cubicBezTo>
                  <a:pt x="6426" y="384"/>
                  <a:pt x="6424" y="349"/>
                  <a:pt x="6388" y="349"/>
                </a:cubicBezTo>
                <a:cubicBezTo>
                  <a:pt x="6378" y="349"/>
                  <a:pt x="6365" y="352"/>
                  <a:pt x="6348" y="359"/>
                </a:cubicBezTo>
                <a:cubicBezTo>
                  <a:pt x="6333" y="329"/>
                  <a:pt x="6318" y="284"/>
                  <a:pt x="6303" y="284"/>
                </a:cubicBezTo>
                <a:cubicBezTo>
                  <a:pt x="6213" y="294"/>
                  <a:pt x="6129" y="345"/>
                  <a:pt x="6047" y="345"/>
                </a:cubicBezTo>
                <a:cubicBezTo>
                  <a:pt x="6008" y="345"/>
                  <a:pt x="5969" y="333"/>
                  <a:pt x="5930" y="299"/>
                </a:cubicBezTo>
                <a:cubicBezTo>
                  <a:pt x="5915" y="314"/>
                  <a:pt x="5900" y="344"/>
                  <a:pt x="5885" y="359"/>
                </a:cubicBezTo>
                <a:cubicBezTo>
                  <a:pt x="5825" y="329"/>
                  <a:pt x="5751" y="329"/>
                  <a:pt x="5706" y="284"/>
                </a:cubicBezTo>
                <a:cubicBezTo>
                  <a:pt x="5589" y="204"/>
                  <a:pt x="5483" y="163"/>
                  <a:pt x="5375" y="163"/>
                </a:cubicBezTo>
                <a:close/>
                <a:moveTo>
                  <a:pt x="8102" y="346"/>
                </a:moveTo>
                <a:cubicBezTo>
                  <a:pt x="8019" y="346"/>
                  <a:pt x="7938" y="361"/>
                  <a:pt x="7916" y="389"/>
                </a:cubicBezTo>
                <a:cubicBezTo>
                  <a:pt x="7902" y="419"/>
                  <a:pt x="7857" y="404"/>
                  <a:pt x="7812" y="419"/>
                </a:cubicBezTo>
                <a:cubicBezTo>
                  <a:pt x="7767" y="493"/>
                  <a:pt x="7827" y="538"/>
                  <a:pt x="7887" y="568"/>
                </a:cubicBezTo>
                <a:cubicBezTo>
                  <a:pt x="7902" y="568"/>
                  <a:pt x="7916" y="583"/>
                  <a:pt x="7931" y="583"/>
                </a:cubicBezTo>
                <a:cubicBezTo>
                  <a:pt x="8002" y="573"/>
                  <a:pt x="8072" y="522"/>
                  <a:pt x="8143" y="522"/>
                </a:cubicBezTo>
                <a:cubicBezTo>
                  <a:pt x="8177" y="522"/>
                  <a:pt x="8211" y="534"/>
                  <a:pt x="8245" y="568"/>
                </a:cubicBezTo>
                <a:cubicBezTo>
                  <a:pt x="8290" y="553"/>
                  <a:pt x="8290" y="538"/>
                  <a:pt x="8290" y="508"/>
                </a:cubicBezTo>
                <a:cubicBezTo>
                  <a:pt x="8290" y="463"/>
                  <a:pt x="8320" y="434"/>
                  <a:pt x="8305" y="404"/>
                </a:cubicBezTo>
                <a:cubicBezTo>
                  <a:pt x="8289" y="364"/>
                  <a:pt x="8194" y="346"/>
                  <a:pt x="8102" y="346"/>
                </a:cubicBezTo>
                <a:close/>
                <a:moveTo>
                  <a:pt x="8531" y="497"/>
                </a:moveTo>
                <a:cubicBezTo>
                  <a:pt x="8506" y="497"/>
                  <a:pt x="8491" y="516"/>
                  <a:pt x="8469" y="553"/>
                </a:cubicBezTo>
                <a:cubicBezTo>
                  <a:pt x="8489" y="578"/>
                  <a:pt x="8509" y="586"/>
                  <a:pt x="8529" y="586"/>
                </a:cubicBezTo>
                <a:cubicBezTo>
                  <a:pt x="8569" y="586"/>
                  <a:pt x="8608" y="553"/>
                  <a:pt x="8648" y="553"/>
                </a:cubicBezTo>
                <a:cubicBezTo>
                  <a:pt x="8589" y="516"/>
                  <a:pt x="8555" y="497"/>
                  <a:pt x="8531" y="497"/>
                </a:cubicBezTo>
                <a:close/>
                <a:moveTo>
                  <a:pt x="6408" y="478"/>
                </a:moveTo>
                <a:cubicBezTo>
                  <a:pt x="6393" y="478"/>
                  <a:pt x="6363" y="478"/>
                  <a:pt x="6363" y="493"/>
                </a:cubicBezTo>
                <a:cubicBezTo>
                  <a:pt x="6363" y="508"/>
                  <a:pt x="6363" y="538"/>
                  <a:pt x="6363" y="553"/>
                </a:cubicBezTo>
                <a:cubicBezTo>
                  <a:pt x="6378" y="583"/>
                  <a:pt x="6393" y="598"/>
                  <a:pt x="6408" y="613"/>
                </a:cubicBezTo>
                <a:cubicBezTo>
                  <a:pt x="6408" y="598"/>
                  <a:pt x="6408" y="583"/>
                  <a:pt x="6408" y="553"/>
                </a:cubicBezTo>
                <a:cubicBezTo>
                  <a:pt x="6408" y="538"/>
                  <a:pt x="6408" y="508"/>
                  <a:pt x="6408" y="478"/>
                </a:cubicBezTo>
                <a:close/>
                <a:moveTo>
                  <a:pt x="4003" y="314"/>
                </a:moveTo>
                <a:cubicBezTo>
                  <a:pt x="3869" y="329"/>
                  <a:pt x="3749" y="359"/>
                  <a:pt x="3630" y="389"/>
                </a:cubicBezTo>
                <a:lnTo>
                  <a:pt x="3570" y="389"/>
                </a:lnTo>
                <a:cubicBezTo>
                  <a:pt x="3481" y="367"/>
                  <a:pt x="3368" y="328"/>
                  <a:pt x="3297" y="328"/>
                </a:cubicBezTo>
                <a:cubicBezTo>
                  <a:pt x="3272" y="328"/>
                  <a:pt x="3253" y="332"/>
                  <a:pt x="3242" y="344"/>
                </a:cubicBezTo>
                <a:cubicBezTo>
                  <a:pt x="3204" y="376"/>
                  <a:pt x="3172" y="387"/>
                  <a:pt x="3141" y="387"/>
                </a:cubicBezTo>
                <a:cubicBezTo>
                  <a:pt x="3080" y="387"/>
                  <a:pt x="3029" y="343"/>
                  <a:pt x="2974" y="343"/>
                </a:cubicBezTo>
                <a:cubicBezTo>
                  <a:pt x="2969" y="343"/>
                  <a:pt x="2963" y="343"/>
                  <a:pt x="2958" y="344"/>
                </a:cubicBezTo>
                <a:cubicBezTo>
                  <a:pt x="2943" y="344"/>
                  <a:pt x="2928" y="359"/>
                  <a:pt x="2913" y="359"/>
                </a:cubicBezTo>
                <a:cubicBezTo>
                  <a:pt x="2704" y="404"/>
                  <a:pt x="2480" y="434"/>
                  <a:pt x="2256" y="478"/>
                </a:cubicBezTo>
                <a:cubicBezTo>
                  <a:pt x="2151" y="508"/>
                  <a:pt x="2017" y="493"/>
                  <a:pt x="1972" y="643"/>
                </a:cubicBezTo>
                <a:cubicBezTo>
                  <a:pt x="2032" y="658"/>
                  <a:pt x="2077" y="658"/>
                  <a:pt x="2121" y="658"/>
                </a:cubicBezTo>
                <a:cubicBezTo>
                  <a:pt x="2151" y="643"/>
                  <a:pt x="2166" y="628"/>
                  <a:pt x="2181" y="613"/>
                </a:cubicBezTo>
                <a:cubicBezTo>
                  <a:pt x="2196" y="583"/>
                  <a:pt x="2226" y="583"/>
                  <a:pt x="2256" y="583"/>
                </a:cubicBezTo>
                <a:cubicBezTo>
                  <a:pt x="2286" y="598"/>
                  <a:pt x="2301" y="598"/>
                  <a:pt x="2330" y="598"/>
                </a:cubicBezTo>
                <a:cubicBezTo>
                  <a:pt x="2435" y="568"/>
                  <a:pt x="2540" y="553"/>
                  <a:pt x="2644" y="538"/>
                </a:cubicBezTo>
                <a:cubicBezTo>
                  <a:pt x="2674" y="553"/>
                  <a:pt x="2689" y="568"/>
                  <a:pt x="2719" y="568"/>
                </a:cubicBezTo>
                <a:cubicBezTo>
                  <a:pt x="2736" y="554"/>
                  <a:pt x="2754" y="549"/>
                  <a:pt x="2771" y="549"/>
                </a:cubicBezTo>
                <a:cubicBezTo>
                  <a:pt x="2813" y="549"/>
                  <a:pt x="2853" y="580"/>
                  <a:pt x="2885" y="580"/>
                </a:cubicBezTo>
                <a:cubicBezTo>
                  <a:pt x="2895" y="580"/>
                  <a:pt x="2905" y="576"/>
                  <a:pt x="2913" y="568"/>
                </a:cubicBezTo>
                <a:cubicBezTo>
                  <a:pt x="2966" y="515"/>
                  <a:pt x="3020" y="507"/>
                  <a:pt x="3073" y="507"/>
                </a:cubicBezTo>
                <a:cubicBezTo>
                  <a:pt x="3094" y="507"/>
                  <a:pt x="3116" y="508"/>
                  <a:pt x="3137" y="508"/>
                </a:cubicBezTo>
                <a:cubicBezTo>
                  <a:pt x="3167" y="523"/>
                  <a:pt x="3197" y="538"/>
                  <a:pt x="3242" y="553"/>
                </a:cubicBezTo>
                <a:cubicBezTo>
                  <a:pt x="3245" y="556"/>
                  <a:pt x="3247" y="557"/>
                  <a:pt x="3249" y="557"/>
                </a:cubicBezTo>
                <a:cubicBezTo>
                  <a:pt x="3262" y="557"/>
                  <a:pt x="3255" y="500"/>
                  <a:pt x="3273" y="500"/>
                </a:cubicBezTo>
                <a:cubicBezTo>
                  <a:pt x="3279" y="500"/>
                  <a:pt x="3288" y="507"/>
                  <a:pt x="3301" y="523"/>
                </a:cubicBezTo>
                <a:cubicBezTo>
                  <a:pt x="3318" y="546"/>
                  <a:pt x="3337" y="553"/>
                  <a:pt x="3357" y="553"/>
                </a:cubicBezTo>
                <a:cubicBezTo>
                  <a:pt x="3389" y="553"/>
                  <a:pt x="3423" y="532"/>
                  <a:pt x="3451" y="523"/>
                </a:cubicBezTo>
                <a:cubicBezTo>
                  <a:pt x="3495" y="508"/>
                  <a:pt x="3555" y="508"/>
                  <a:pt x="3600" y="478"/>
                </a:cubicBezTo>
                <a:lnTo>
                  <a:pt x="3615" y="478"/>
                </a:lnTo>
                <a:cubicBezTo>
                  <a:pt x="3642" y="475"/>
                  <a:pt x="3669" y="474"/>
                  <a:pt x="3696" y="474"/>
                </a:cubicBezTo>
                <a:cubicBezTo>
                  <a:pt x="3804" y="474"/>
                  <a:pt x="3914" y="493"/>
                  <a:pt x="4033" y="493"/>
                </a:cubicBezTo>
                <a:cubicBezTo>
                  <a:pt x="4048" y="493"/>
                  <a:pt x="4048" y="493"/>
                  <a:pt x="4063" y="478"/>
                </a:cubicBezTo>
                <a:cubicBezTo>
                  <a:pt x="4108" y="463"/>
                  <a:pt x="4168" y="463"/>
                  <a:pt x="4212" y="463"/>
                </a:cubicBezTo>
                <a:cubicBezTo>
                  <a:pt x="4212" y="478"/>
                  <a:pt x="4212" y="478"/>
                  <a:pt x="4227" y="493"/>
                </a:cubicBezTo>
                <a:cubicBezTo>
                  <a:pt x="4287" y="508"/>
                  <a:pt x="4332" y="508"/>
                  <a:pt x="4377" y="523"/>
                </a:cubicBezTo>
                <a:lnTo>
                  <a:pt x="4586" y="508"/>
                </a:lnTo>
                <a:lnTo>
                  <a:pt x="4616" y="523"/>
                </a:lnTo>
                <a:lnTo>
                  <a:pt x="4660" y="523"/>
                </a:lnTo>
                <a:cubicBezTo>
                  <a:pt x="4705" y="508"/>
                  <a:pt x="4750" y="493"/>
                  <a:pt x="4765" y="449"/>
                </a:cubicBezTo>
                <a:cubicBezTo>
                  <a:pt x="4765" y="412"/>
                  <a:pt x="4794" y="347"/>
                  <a:pt x="4742" y="347"/>
                </a:cubicBezTo>
                <a:cubicBezTo>
                  <a:pt x="4730" y="347"/>
                  <a:pt x="4713" y="350"/>
                  <a:pt x="4690" y="359"/>
                </a:cubicBezTo>
                <a:cubicBezTo>
                  <a:pt x="4680" y="364"/>
                  <a:pt x="4670" y="366"/>
                  <a:pt x="4660" y="366"/>
                </a:cubicBezTo>
                <a:cubicBezTo>
                  <a:pt x="4639" y="366"/>
                  <a:pt x="4616" y="359"/>
                  <a:pt x="4586" y="359"/>
                </a:cubicBezTo>
                <a:lnTo>
                  <a:pt x="4227" y="359"/>
                </a:lnTo>
                <a:cubicBezTo>
                  <a:pt x="4153" y="344"/>
                  <a:pt x="4078" y="314"/>
                  <a:pt x="4003" y="314"/>
                </a:cubicBezTo>
                <a:close/>
                <a:moveTo>
                  <a:pt x="7513" y="553"/>
                </a:moveTo>
                <a:lnTo>
                  <a:pt x="7513" y="553"/>
                </a:lnTo>
                <a:cubicBezTo>
                  <a:pt x="7453" y="568"/>
                  <a:pt x="7424" y="583"/>
                  <a:pt x="7379" y="583"/>
                </a:cubicBezTo>
                <a:cubicBezTo>
                  <a:pt x="7359" y="583"/>
                  <a:pt x="7332" y="570"/>
                  <a:pt x="7308" y="570"/>
                </a:cubicBezTo>
                <a:cubicBezTo>
                  <a:pt x="7296" y="570"/>
                  <a:pt x="7284" y="573"/>
                  <a:pt x="7274" y="583"/>
                </a:cubicBezTo>
                <a:cubicBezTo>
                  <a:pt x="7319" y="613"/>
                  <a:pt x="7364" y="643"/>
                  <a:pt x="7409" y="673"/>
                </a:cubicBezTo>
                <a:cubicBezTo>
                  <a:pt x="7439" y="643"/>
                  <a:pt x="7468" y="613"/>
                  <a:pt x="7513" y="553"/>
                </a:cubicBezTo>
                <a:close/>
                <a:moveTo>
                  <a:pt x="6333" y="702"/>
                </a:moveTo>
                <a:lnTo>
                  <a:pt x="6333" y="702"/>
                </a:lnTo>
                <a:cubicBezTo>
                  <a:pt x="6348" y="732"/>
                  <a:pt x="6348" y="762"/>
                  <a:pt x="6348" y="792"/>
                </a:cubicBezTo>
                <a:lnTo>
                  <a:pt x="6393" y="792"/>
                </a:lnTo>
                <a:cubicBezTo>
                  <a:pt x="6378" y="762"/>
                  <a:pt x="6348" y="732"/>
                  <a:pt x="6333" y="702"/>
                </a:cubicBezTo>
                <a:close/>
                <a:moveTo>
                  <a:pt x="8424" y="613"/>
                </a:moveTo>
                <a:cubicBezTo>
                  <a:pt x="8394" y="643"/>
                  <a:pt x="8365" y="658"/>
                  <a:pt x="8335" y="673"/>
                </a:cubicBezTo>
                <a:cubicBezTo>
                  <a:pt x="8320" y="658"/>
                  <a:pt x="8320" y="643"/>
                  <a:pt x="8305" y="628"/>
                </a:cubicBezTo>
                <a:cubicBezTo>
                  <a:pt x="8297" y="624"/>
                  <a:pt x="8289" y="622"/>
                  <a:pt x="8281" y="622"/>
                </a:cubicBezTo>
                <a:cubicBezTo>
                  <a:pt x="8260" y="622"/>
                  <a:pt x="8241" y="636"/>
                  <a:pt x="8230" y="658"/>
                </a:cubicBezTo>
                <a:cubicBezTo>
                  <a:pt x="8230" y="658"/>
                  <a:pt x="8230" y="673"/>
                  <a:pt x="8215" y="673"/>
                </a:cubicBezTo>
                <a:cubicBezTo>
                  <a:pt x="8215" y="687"/>
                  <a:pt x="8215" y="717"/>
                  <a:pt x="8215" y="732"/>
                </a:cubicBezTo>
                <a:cubicBezTo>
                  <a:pt x="8226" y="754"/>
                  <a:pt x="8237" y="768"/>
                  <a:pt x="8254" y="768"/>
                </a:cubicBezTo>
                <a:cubicBezTo>
                  <a:pt x="8260" y="768"/>
                  <a:pt x="8267" y="766"/>
                  <a:pt x="8275" y="762"/>
                </a:cubicBezTo>
                <a:cubicBezTo>
                  <a:pt x="8305" y="732"/>
                  <a:pt x="8320" y="717"/>
                  <a:pt x="8335" y="687"/>
                </a:cubicBezTo>
                <a:cubicBezTo>
                  <a:pt x="8365" y="717"/>
                  <a:pt x="8394" y="747"/>
                  <a:pt x="8424" y="777"/>
                </a:cubicBezTo>
                <a:cubicBezTo>
                  <a:pt x="8454" y="777"/>
                  <a:pt x="8469" y="777"/>
                  <a:pt x="8499" y="792"/>
                </a:cubicBezTo>
                <a:cubicBezTo>
                  <a:pt x="8469" y="732"/>
                  <a:pt x="8439" y="687"/>
                  <a:pt x="8424" y="643"/>
                </a:cubicBezTo>
                <a:cubicBezTo>
                  <a:pt x="8424" y="628"/>
                  <a:pt x="8424" y="628"/>
                  <a:pt x="8424" y="613"/>
                </a:cubicBezTo>
                <a:close/>
                <a:moveTo>
                  <a:pt x="9406" y="699"/>
                </a:moveTo>
                <a:cubicBezTo>
                  <a:pt x="9376" y="699"/>
                  <a:pt x="9343" y="705"/>
                  <a:pt x="9309" y="705"/>
                </a:cubicBezTo>
                <a:cubicBezTo>
                  <a:pt x="9298" y="705"/>
                  <a:pt x="9287" y="704"/>
                  <a:pt x="9276" y="702"/>
                </a:cubicBezTo>
                <a:lnTo>
                  <a:pt x="9276" y="702"/>
                </a:lnTo>
                <a:cubicBezTo>
                  <a:pt x="9335" y="732"/>
                  <a:pt x="9380" y="762"/>
                  <a:pt x="9425" y="792"/>
                </a:cubicBezTo>
                <a:lnTo>
                  <a:pt x="9455" y="792"/>
                </a:lnTo>
                <a:cubicBezTo>
                  <a:pt x="9470" y="777"/>
                  <a:pt x="9500" y="762"/>
                  <a:pt x="9515" y="762"/>
                </a:cubicBezTo>
                <a:cubicBezTo>
                  <a:pt x="9485" y="710"/>
                  <a:pt x="9447" y="699"/>
                  <a:pt x="9406" y="699"/>
                </a:cubicBezTo>
                <a:close/>
                <a:moveTo>
                  <a:pt x="9111" y="777"/>
                </a:moveTo>
                <a:cubicBezTo>
                  <a:pt x="9081" y="777"/>
                  <a:pt x="9067" y="792"/>
                  <a:pt x="9081" y="822"/>
                </a:cubicBezTo>
                <a:cubicBezTo>
                  <a:pt x="9096" y="822"/>
                  <a:pt x="9096" y="837"/>
                  <a:pt x="9111" y="852"/>
                </a:cubicBezTo>
                <a:cubicBezTo>
                  <a:pt x="9126" y="822"/>
                  <a:pt x="9141" y="807"/>
                  <a:pt x="9171" y="792"/>
                </a:cubicBezTo>
                <a:cubicBezTo>
                  <a:pt x="9141" y="792"/>
                  <a:pt x="9126" y="777"/>
                  <a:pt x="9111" y="777"/>
                </a:cubicBezTo>
                <a:close/>
                <a:moveTo>
                  <a:pt x="8763" y="558"/>
                </a:moveTo>
                <a:cubicBezTo>
                  <a:pt x="8747" y="558"/>
                  <a:pt x="8729" y="568"/>
                  <a:pt x="8708" y="598"/>
                </a:cubicBezTo>
                <a:cubicBezTo>
                  <a:pt x="8693" y="598"/>
                  <a:pt x="8693" y="613"/>
                  <a:pt x="8693" y="613"/>
                </a:cubicBezTo>
                <a:lnTo>
                  <a:pt x="8678" y="613"/>
                </a:lnTo>
                <a:lnTo>
                  <a:pt x="8618" y="643"/>
                </a:lnTo>
                <a:lnTo>
                  <a:pt x="8648" y="673"/>
                </a:lnTo>
                <a:cubicBezTo>
                  <a:pt x="8648" y="673"/>
                  <a:pt x="8633" y="673"/>
                  <a:pt x="8633" y="687"/>
                </a:cubicBezTo>
                <a:cubicBezTo>
                  <a:pt x="8633" y="702"/>
                  <a:pt x="8633" y="732"/>
                  <a:pt x="8663" y="747"/>
                </a:cubicBezTo>
                <a:lnTo>
                  <a:pt x="8693" y="747"/>
                </a:lnTo>
                <a:cubicBezTo>
                  <a:pt x="8693" y="777"/>
                  <a:pt x="8708" y="792"/>
                  <a:pt x="8708" y="807"/>
                </a:cubicBezTo>
                <a:lnTo>
                  <a:pt x="8738" y="807"/>
                </a:lnTo>
                <a:cubicBezTo>
                  <a:pt x="8723" y="792"/>
                  <a:pt x="8723" y="762"/>
                  <a:pt x="8708" y="747"/>
                </a:cubicBezTo>
                <a:cubicBezTo>
                  <a:pt x="8738" y="747"/>
                  <a:pt x="8753" y="732"/>
                  <a:pt x="8768" y="732"/>
                </a:cubicBezTo>
                <a:lnTo>
                  <a:pt x="8798" y="792"/>
                </a:lnTo>
                <a:cubicBezTo>
                  <a:pt x="8783" y="807"/>
                  <a:pt x="8783" y="807"/>
                  <a:pt x="8783" y="822"/>
                </a:cubicBezTo>
                <a:cubicBezTo>
                  <a:pt x="8792" y="860"/>
                  <a:pt x="8805" y="872"/>
                  <a:pt x="8819" y="872"/>
                </a:cubicBezTo>
                <a:cubicBezTo>
                  <a:pt x="8845" y="872"/>
                  <a:pt x="8875" y="832"/>
                  <a:pt x="8903" y="832"/>
                </a:cubicBezTo>
                <a:cubicBezTo>
                  <a:pt x="8908" y="832"/>
                  <a:pt x="8912" y="834"/>
                  <a:pt x="8917" y="837"/>
                </a:cubicBezTo>
                <a:cubicBezTo>
                  <a:pt x="8917" y="822"/>
                  <a:pt x="8902" y="807"/>
                  <a:pt x="8902" y="792"/>
                </a:cubicBezTo>
                <a:cubicBezTo>
                  <a:pt x="8887" y="762"/>
                  <a:pt x="8872" y="747"/>
                  <a:pt x="8857" y="732"/>
                </a:cubicBezTo>
                <a:lnTo>
                  <a:pt x="8887" y="613"/>
                </a:lnTo>
                <a:lnTo>
                  <a:pt x="8887" y="613"/>
                </a:lnTo>
                <a:cubicBezTo>
                  <a:pt x="8883" y="614"/>
                  <a:pt x="8879" y="614"/>
                  <a:pt x="8876" y="614"/>
                </a:cubicBezTo>
                <a:cubicBezTo>
                  <a:pt x="8829" y="614"/>
                  <a:pt x="8800" y="558"/>
                  <a:pt x="8763" y="558"/>
                </a:cubicBezTo>
                <a:close/>
                <a:moveTo>
                  <a:pt x="5996" y="652"/>
                </a:moveTo>
                <a:cubicBezTo>
                  <a:pt x="5974" y="652"/>
                  <a:pt x="5952" y="666"/>
                  <a:pt x="5930" y="687"/>
                </a:cubicBezTo>
                <a:cubicBezTo>
                  <a:pt x="5811" y="777"/>
                  <a:pt x="5945" y="837"/>
                  <a:pt x="5975" y="897"/>
                </a:cubicBezTo>
                <a:cubicBezTo>
                  <a:pt x="5984" y="906"/>
                  <a:pt x="5992" y="909"/>
                  <a:pt x="5999" y="909"/>
                </a:cubicBezTo>
                <a:cubicBezTo>
                  <a:pt x="6014" y="909"/>
                  <a:pt x="6024" y="892"/>
                  <a:pt x="6035" y="882"/>
                </a:cubicBezTo>
                <a:cubicBezTo>
                  <a:pt x="6049" y="837"/>
                  <a:pt x="6049" y="792"/>
                  <a:pt x="6064" y="762"/>
                </a:cubicBezTo>
                <a:cubicBezTo>
                  <a:pt x="6049" y="732"/>
                  <a:pt x="6049" y="702"/>
                  <a:pt x="6035" y="673"/>
                </a:cubicBezTo>
                <a:cubicBezTo>
                  <a:pt x="6035" y="673"/>
                  <a:pt x="6035" y="673"/>
                  <a:pt x="6020" y="658"/>
                </a:cubicBezTo>
                <a:cubicBezTo>
                  <a:pt x="6012" y="654"/>
                  <a:pt x="6004" y="652"/>
                  <a:pt x="5996" y="652"/>
                </a:cubicBezTo>
                <a:close/>
                <a:moveTo>
                  <a:pt x="9425" y="792"/>
                </a:moveTo>
                <a:cubicBezTo>
                  <a:pt x="9395" y="792"/>
                  <a:pt x="9365" y="807"/>
                  <a:pt x="9350" y="822"/>
                </a:cubicBezTo>
                <a:cubicBezTo>
                  <a:pt x="9320" y="822"/>
                  <a:pt x="9291" y="814"/>
                  <a:pt x="9264" y="814"/>
                </a:cubicBezTo>
                <a:cubicBezTo>
                  <a:pt x="9238" y="814"/>
                  <a:pt x="9216" y="822"/>
                  <a:pt x="9201" y="852"/>
                </a:cubicBezTo>
                <a:cubicBezTo>
                  <a:pt x="9201" y="867"/>
                  <a:pt x="9201" y="882"/>
                  <a:pt x="9201" y="897"/>
                </a:cubicBezTo>
                <a:cubicBezTo>
                  <a:pt x="9246" y="912"/>
                  <a:pt x="9276" y="956"/>
                  <a:pt x="9320" y="956"/>
                </a:cubicBezTo>
                <a:cubicBezTo>
                  <a:pt x="9335" y="941"/>
                  <a:pt x="9335" y="941"/>
                  <a:pt x="9350" y="926"/>
                </a:cubicBezTo>
                <a:lnTo>
                  <a:pt x="9425" y="792"/>
                </a:lnTo>
                <a:close/>
                <a:moveTo>
                  <a:pt x="9679" y="852"/>
                </a:moveTo>
                <a:cubicBezTo>
                  <a:pt x="9649" y="867"/>
                  <a:pt x="9634" y="882"/>
                  <a:pt x="9604" y="897"/>
                </a:cubicBezTo>
                <a:cubicBezTo>
                  <a:pt x="9634" y="926"/>
                  <a:pt x="9679" y="941"/>
                  <a:pt x="9709" y="971"/>
                </a:cubicBezTo>
                <a:cubicBezTo>
                  <a:pt x="9709" y="926"/>
                  <a:pt x="9694" y="897"/>
                  <a:pt x="9679" y="852"/>
                </a:cubicBezTo>
                <a:close/>
                <a:moveTo>
                  <a:pt x="9544" y="897"/>
                </a:moveTo>
                <a:cubicBezTo>
                  <a:pt x="9530" y="897"/>
                  <a:pt x="9530" y="912"/>
                  <a:pt x="9515" y="912"/>
                </a:cubicBezTo>
                <a:cubicBezTo>
                  <a:pt x="9515" y="912"/>
                  <a:pt x="9515" y="926"/>
                  <a:pt x="9515" y="941"/>
                </a:cubicBezTo>
                <a:cubicBezTo>
                  <a:pt x="9515" y="956"/>
                  <a:pt x="9515" y="971"/>
                  <a:pt x="9515" y="986"/>
                </a:cubicBezTo>
                <a:lnTo>
                  <a:pt x="9544" y="986"/>
                </a:lnTo>
                <a:cubicBezTo>
                  <a:pt x="9544" y="956"/>
                  <a:pt x="9544" y="926"/>
                  <a:pt x="9544" y="897"/>
                </a:cubicBezTo>
                <a:close/>
                <a:moveTo>
                  <a:pt x="1778" y="912"/>
                </a:moveTo>
                <a:cubicBezTo>
                  <a:pt x="1748" y="956"/>
                  <a:pt x="1718" y="986"/>
                  <a:pt x="1703" y="1016"/>
                </a:cubicBezTo>
                <a:cubicBezTo>
                  <a:pt x="1718" y="1031"/>
                  <a:pt x="1733" y="1031"/>
                  <a:pt x="1748" y="1046"/>
                </a:cubicBezTo>
                <a:cubicBezTo>
                  <a:pt x="1763" y="1001"/>
                  <a:pt x="1793" y="971"/>
                  <a:pt x="1808" y="926"/>
                </a:cubicBezTo>
                <a:cubicBezTo>
                  <a:pt x="1793" y="926"/>
                  <a:pt x="1778" y="926"/>
                  <a:pt x="1778" y="912"/>
                </a:cubicBezTo>
                <a:close/>
                <a:moveTo>
                  <a:pt x="9918" y="822"/>
                </a:moveTo>
                <a:cubicBezTo>
                  <a:pt x="9888" y="837"/>
                  <a:pt x="9888" y="852"/>
                  <a:pt x="9888" y="882"/>
                </a:cubicBezTo>
                <a:lnTo>
                  <a:pt x="9903" y="882"/>
                </a:lnTo>
                <a:lnTo>
                  <a:pt x="9858" y="897"/>
                </a:lnTo>
                <a:cubicBezTo>
                  <a:pt x="9858" y="912"/>
                  <a:pt x="9858" y="941"/>
                  <a:pt x="9858" y="956"/>
                </a:cubicBezTo>
                <a:cubicBezTo>
                  <a:pt x="9903" y="986"/>
                  <a:pt x="9933" y="1031"/>
                  <a:pt x="9978" y="1076"/>
                </a:cubicBezTo>
                <a:lnTo>
                  <a:pt x="9918" y="1195"/>
                </a:lnTo>
                <a:lnTo>
                  <a:pt x="9948" y="1195"/>
                </a:lnTo>
                <a:cubicBezTo>
                  <a:pt x="9948" y="1165"/>
                  <a:pt x="9963" y="1136"/>
                  <a:pt x="9978" y="1106"/>
                </a:cubicBezTo>
                <a:cubicBezTo>
                  <a:pt x="10007" y="1091"/>
                  <a:pt x="10037" y="1091"/>
                  <a:pt x="10067" y="1076"/>
                </a:cubicBezTo>
                <a:cubicBezTo>
                  <a:pt x="10022" y="1016"/>
                  <a:pt x="9963" y="956"/>
                  <a:pt x="9918" y="912"/>
                </a:cubicBezTo>
                <a:cubicBezTo>
                  <a:pt x="9939" y="882"/>
                  <a:pt x="9955" y="872"/>
                  <a:pt x="9969" y="872"/>
                </a:cubicBezTo>
                <a:cubicBezTo>
                  <a:pt x="10003" y="872"/>
                  <a:pt x="10020" y="941"/>
                  <a:pt x="10052" y="941"/>
                </a:cubicBezTo>
                <a:cubicBezTo>
                  <a:pt x="10067" y="897"/>
                  <a:pt x="10082" y="852"/>
                  <a:pt x="10097" y="822"/>
                </a:cubicBezTo>
                <a:cubicBezTo>
                  <a:pt x="10052" y="822"/>
                  <a:pt x="10007" y="822"/>
                  <a:pt x="9948" y="837"/>
                </a:cubicBezTo>
                <a:cubicBezTo>
                  <a:pt x="9933" y="837"/>
                  <a:pt x="9933" y="822"/>
                  <a:pt x="9918" y="822"/>
                </a:cubicBezTo>
                <a:close/>
                <a:moveTo>
                  <a:pt x="10363" y="772"/>
                </a:moveTo>
                <a:cubicBezTo>
                  <a:pt x="10350" y="772"/>
                  <a:pt x="10331" y="778"/>
                  <a:pt x="10306" y="792"/>
                </a:cubicBezTo>
                <a:cubicBezTo>
                  <a:pt x="10232" y="837"/>
                  <a:pt x="10217" y="912"/>
                  <a:pt x="10142" y="926"/>
                </a:cubicBezTo>
                <a:cubicBezTo>
                  <a:pt x="10127" y="971"/>
                  <a:pt x="10157" y="1001"/>
                  <a:pt x="10187" y="1016"/>
                </a:cubicBezTo>
                <a:lnTo>
                  <a:pt x="10082" y="1076"/>
                </a:lnTo>
                <a:cubicBezTo>
                  <a:pt x="10097" y="1091"/>
                  <a:pt x="10112" y="1106"/>
                  <a:pt x="10112" y="1106"/>
                </a:cubicBezTo>
                <a:cubicBezTo>
                  <a:pt x="10142" y="1106"/>
                  <a:pt x="10172" y="1091"/>
                  <a:pt x="10202" y="1076"/>
                </a:cubicBezTo>
                <a:cubicBezTo>
                  <a:pt x="10202" y="1061"/>
                  <a:pt x="10202" y="1046"/>
                  <a:pt x="10202" y="1031"/>
                </a:cubicBezTo>
                <a:cubicBezTo>
                  <a:pt x="10210" y="1034"/>
                  <a:pt x="10218" y="1035"/>
                  <a:pt x="10225" y="1035"/>
                </a:cubicBezTo>
                <a:cubicBezTo>
                  <a:pt x="10227" y="1035"/>
                  <a:pt x="10229" y="1035"/>
                  <a:pt x="10231" y="1035"/>
                </a:cubicBezTo>
                <a:lnTo>
                  <a:pt x="10231" y="1035"/>
                </a:lnTo>
                <a:cubicBezTo>
                  <a:pt x="10218" y="1041"/>
                  <a:pt x="10208" y="1056"/>
                  <a:pt x="10202" y="1076"/>
                </a:cubicBezTo>
                <a:lnTo>
                  <a:pt x="10232" y="1225"/>
                </a:lnTo>
                <a:cubicBezTo>
                  <a:pt x="10246" y="1165"/>
                  <a:pt x="10276" y="1106"/>
                  <a:pt x="10291" y="1046"/>
                </a:cubicBezTo>
                <a:cubicBezTo>
                  <a:pt x="10276" y="1036"/>
                  <a:pt x="10262" y="1031"/>
                  <a:pt x="10250" y="1030"/>
                </a:cubicBezTo>
                <a:lnTo>
                  <a:pt x="10250" y="1030"/>
                </a:lnTo>
                <a:cubicBezTo>
                  <a:pt x="10273" y="1022"/>
                  <a:pt x="10294" y="1004"/>
                  <a:pt x="10321" y="986"/>
                </a:cubicBezTo>
                <a:lnTo>
                  <a:pt x="10351" y="986"/>
                </a:lnTo>
                <a:cubicBezTo>
                  <a:pt x="10361" y="996"/>
                  <a:pt x="10371" y="1027"/>
                  <a:pt x="10391" y="1027"/>
                </a:cubicBezTo>
                <a:cubicBezTo>
                  <a:pt x="10400" y="1027"/>
                  <a:pt x="10411" y="1020"/>
                  <a:pt x="10426" y="1001"/>
                </a:cubicBezTo>
                <a:cubicBezTo>
                  <a:pt x="10456" y="956"/>
                  <a:pt x="10381" y="897"/>
                  <a:pt x="10426" y="852"/>
                </a:cubicBezTo>
                <a:cubicBezTo>
                  <a:pt x="10403" y="829"/>
                  <a:pt x="10406" y="772"/>
                  <a:pt x="10363" y="772"/>
                </a:cubicBezTo>
                <a:close/>
                <a:moveTo>
                  <a:pt x="9903" y="1255"/>
                </a:moveTo>
                <a:cubicBezTo>
                  <a:pt x="9888" y="1255"/>
                  <a:pt x="9873" y="1270"/>
                  <a:pt x="9858" y="1285"/>
                </a:cubicBezTo>
                <a:cubicBezTo>
                  <a:pt x="9873" y="1285"/>
                  <a:pt x="9873" y="1300"/>
                  <a:pt x="9903" y="1315"/>
                </a:cubicBezTo>
                <a:cubicBezTo>
                  <a:pt x="9903" y="1300"/>
                  <a:pt x="9918" y="1285"/>
                  <a:pt x="9933" y="1270"/>
                </a:cubicBezTo>
                <a:cubicBezTo>
                  <a:pt x="9918" y="1270"/>
                  <a:pt x="9903" y="1255"/>
                  <a:pt x="9903" y="1255"/>
                </a:cubicBezTo>
                <a:close/>
                <a:moveTo>
                  <a:pt x="10545" y="1285"/>
                </a:moveTo>
                <a:cubicBezTo>
                  <a:pt x="10545" y="1300"/>
                  <a:pt x="10530" y="1300"/>
                  <a:pt x="10530" y="1315"/>
                </a:cubicBezTo>
                <a:cubicBezTo>
                  <a:pt x="10530" y="1315"/>
                  <a:pt x="10545" y="1330"/>
                  <a:pt x="10545" y="1345"/>
                </a:cubicBezTo>
                <a:cubicBezTo>
                  <a:pt x="10560" y="1345"/>
                  <a:pt x="10560" y="1330"/>
                  <a:pt x="10575" y="1315"/>
                </a:cubicBezTo>
                <a:cubicBezTo>
                  <a:pt x="10560" y="1300"/>
                  <a:pt x="10560" y="1300"/>
                  <a:pt x="10545" y="1285"/>
                </a:cubicBezTo>
                <a:close/>
                <a:moveTo>
                  <a:pt x="10411" y="1270"/>
                </a:moveTo>
                <a:cubicBezTo>
                  <a:pt x="10381" y="1285"/>
                  <a:pt x="10366" y="1285"/>
                  <a:pt x="10336" y="1300"/>
                </a:cubicBezTo>
                <a:lnTo>
                  <a:pt x="10291" y="1300"/>
                </a:lnTo>
                <a:cubicBezTo>
                  <a:pt x="10321" y="1330"/>
                  <a:pt x="10366" y="1345"/>
                  <a:pt x="10396" y="1360"/>
                </a:cubicBezTo>
                <a:lnTo>
                  <a:pt x="10411" y="1345"/>
                </a:lnTo>
                <a:cubicBezTo>
                  <a:pt x="10426" y="1330"/>
                  <a:pt x="10426" y="1300"/>
                  <a:pt x="10411" y="1270"/>
                </a:cubicBezTo>
                <a:close/>
                <a:moveTo>
                  <a:pt x="1270" y="1210"/>
                </a:moveTo>
                <a:cubicBezTo>
                  <a:pt x="1240" y="1225"/>
                  <a:pt x="1225" y="1225"/>
                  <a:pt x="1195" y="1240"/>
                </a:cubicBezTo>
                <a:lnTo>
                  <a:pt x="1240" y="1270"/>
                </a:lnTo>
                <a:cubicBezTo>
                  <a:pt x="1240" y="1300"/>
                  <a:pt x="1240" y="1345"/>
                  <a:pt x="1240" y="1375"/>
                </a:cubicBezTo>
                <a:cubicBezTo>
                  <a:pt x="1255" y="1360"/>
                  <a:pt x="1270" y="1345"/>
                  <a:pt x="1300" y="1330"/>
                </a:cubicBezTo>
                <a:cubicBezTo>
                  <a:pt x="1285" y="1315"/>
                  <a:pt x="1270" y="1300"/>
                  <a:pt x="1270" y="1270"/>
                </a:cubicBezTo>
                <a:cubicBezTo>
                  <a:pt x="1270" y="1270"/>
                  <a:pt x="1270" y="1255"/>
                  <a:pt x="1270" y="1255"/>
                </a:cubicBezTo>
                <a:lnTo>
                  <a:pt x="1270" y="1210"/>
                </a:lnTo>
                <a:close/>
                <a:moveTo>
                  <a:pt x="10516" y="995"/>
                </a:moveTo>
                <a:cubicBezTo>
                  <a:pt x="10496" y="995"/>
                  <a:pt x="10476" y="1004"/>
                  <a:pt x="10456" y="1031"/>
                </a:cubicBezTo>
                <a:cubicBezTo>
                  <a:pt x="10441" y="1091"/>
                  <a:pt x="10485" y="1106"/>
                  <a:pt x="10530" y="1136"/>
                </a:cubicBezTo>
                <a:lnTo>
                  <a:pt x="10515" y="1165"/>
                </a:lnTo>
                <a:cubicBezTo>
                  <a:pt x="10545" y="1180"/>
                  <a:pt x="10560" y="1195"/>
                  <a:pt x="10575" y="1210"/>
                </a:cubicBezTo>
                <a:cubicBezTo>
                  <a:pt x="10620" y="1285"/>
                  <a:pt x="10650" y="1345"/>
                  <a:pt x="10680" y="1389"/>
                </a:cubicBezTo>
                <a:cubicBezTo>
                  <a:pt x="10709" y="1360"/>
                  <a:pt x="10724" y="1345"/>
                  <a:pt x="10754" y="1330"/>
                </a:cubicBezTo>
                <a:cubicBezTo>
                  <a:pt x="10764" y="1331"/>
                  <a:pt x="10773" y="1331"/>
                  <a:pt x="10780" y="1331"/>
                </a:cubicBezTo>
                <a:cubicBezTo>
                  <a:pt x="10869" y="1331"/>
                  <a:pt x="10758" y="1253"/>
                  <a:pt x="10799" y="1225"/>
                </a:cubicBezTo>
                <a:cubicBezTo>
                  <a:pt x="10769" y="1210"/>
                  <a:pt x="10724" y="1210"/>
                  <a:pt x="10695" y="1195"/>
                </a:cubicBezTo>
                <a:cubicBezTo>
                  <a:pt x="10665" y="1165"/>
                  <a:pt x="10650" y="1165"/>
                  <a:pt x="10620" y="1165"/>
                </a:cubicBezTo>
                <a:cubicBezTo>
                  <a:pt x="10620" y="1180"/>
                  <a:pt x="10605" y="1180"/>
                  <a:pt x="10605" y="1180"/>
                </a:cubicBezTo>
                <a:lnTo>
                  <a:pt x="10605" y="1136"/>
                </a:lnTo>
                <a:cubicBezTo>
                  <a:pt x="10635" y="1136"/>
                  <a:pt x="10650" y="1121"/>
                  <a:pt x="10665" y="1106"/>
                </a:cubicBezTo>
                <a:cubicBezTo>
                  <a:pt x="10615" y="1106"/>
                  <a:pt x="10690" y="1002"/>
                  <a:pt x="10638" y="1002"/>
                </a:cubicBezTo>
                <a:cubicBezTo>
                  <a:pt x="10628" y="1002"/>
                  <a:pt x="10612" y="1006"/>
                  <a:pt x="10590" y="1016"/>
                </a:cubicBezTo>
                <a:cubicBezTo>
                  <a:pt x="10565" y="1008"/>
                  <a:pt x="10541" y="995"/>
                  <a:pt x="10516" y="995"/>
                </a:cubicBezTo>
                <a:close/>
                <a:moveTo>
                  <a:pt x="777" y="1389"/>
                </a:moveTo>
                <a:cubicBezTo>
                  <a:pt x="777" y="1419"/>
                  <a:pt x="762" y="1434"/>
                  <a:pt x="747" y="1449"/>
                </a:cubicBezTo>
                <a:lnTo>
                  <a:pt x="777" y="1389"/>
                </a:lnTo>
                <a:close/>
                <a:moveTo>
                  <a:pt x="10433" y="1348"/>
                </a:moveTo>
                <a:cubicBezTo>
                  <a:pt x="10426" y="1348"/>
                  <a:pt x="10418" y="1352"/>
                  <a:pt x="10411" y="1360"/>
                </a:cubicBezTo>
                <a:lnTo>
                  <a:pt x="10396" y="1360"/>
                </a:lnTo>
                <a:cubicBezTo>
                  <a:pt x="10426" y="1389"/>
                  <a:pt x="10456" y="1419"/>
                  <a:pt x="10485" y="1449"/>
                </a:cubicBezTo>
                <a:cubicBezTo>
                  <a:pt x="10485" y="1419"/>
                  <a:pt x="10470" y="1389"/>
                  <a:pt x="10456" y="1360"/>
                </a:cubicBezTo>
                <a:cubicBezTo>
                  <a:pt x="10448" y="1352"/>
                  <a:pt x="10441" y="1348"/>
                  <a:pt x="10433" y="1348"/>
                </a:cubicBezTo>
                <a:close/>
                <a:moveTo>
                  <a:pt x="5915" y="1061"/>
                </a:moveTo>
                <a:cubicBezTo>
                  <a:pt x="5885" y="1106"/>
                  <a:pt x="5855" y="1151"/>
                  <a:pt x="5825" y="1180"/>
                </a:cubicBezTo>
                <a:cubicBezTo>
                  <a:pt x="5811" y="1195"/>
                  <a:pt x="5796" y="1225"/>
                  <a:pt x="5781" y="1240"/>
                </a:cubicBezTo>
                <a:cubicBezTo>
                  <a:pt x="5751" y="1300"/>
                  <a:pt x="5721" y="1345"/>
                  <a:pt x="5646" y="1345"/>
                </a:cubicBezTo>
                <a:cubicBezTo>
                  <a:pt x="5631" y="1345"/>
                  <a:pt x="5616" y="1360"/>
                  <a:pt x="5601" y="1375"/>
                </a:cubicBezTo>
                <a:cubicBezTo>
                  <a:pt x="5586" y="1419"/>
                  <a:pt x="5542" y="1449"/>
                  <a:pt x="5497" y="1464"/>
                </a:cubicBezTo>
                <a:cubicBezTo>
                  <a:pt x="5467" y="1479"/>
                  <a:pt x="5407" y="1479"/>
                  <a:pt x="5437" y="1539"/>
                </a:cubicBezTo>
                <a:cubicBezTo>
                  <a:pt x="5447" y="1567"/>
                  <a:pt x="5468" y="1578"/>
                  <a:pt x="5494" y="1578"/>
                </a:cubicBezTo>
                <a:cubicBezTo>
                  <a:pt x="5509" y="1578"/>
                  <a:pt x="5525" y="1574"/>
                  <a:pt x="5542" y="1569"/>
                </a:cubicBezTo>
                <a:cubicBezTo>
                  <a:pt x="5586" y="1539"/>
                  <a:pt x="5646" y="1524"/>
                  <a:pt x="5691" y="1509"/>
                </a:cubicBezTo>
                <a:cubicBezTo>
                  <a:pt x="5900" y="1464"/>
                  <a:pt x="5975" y="1300"/>
                  <a:pt x="5990" y="1106"/>
                </a:cubicBezTo>
                <a:cubicBezTo>
                  <a:pt x="5990" y="1091"/>
                  <a:pt x="5975" y="1076"/>
                  <a:pt x="5960" y="1061"/>
                </a:cubicBezTo>
                <a:close/>
                <a:moveTo>
                  <a:pt x="1285" y="1046"/>
                </a:moveTo>
                <a:lnTo>
                  <a:pt x="1285" y="1046"/>
                </a:lnTo>
                <a:cubicBezTo>
                  <a:pt x="1210" y="1076"/>
                  <a:pt x="1136" y="1106"/>
                  <a:pt x="1061" y="1136"/>
                </a:cubicBezTo>
                <a:cubicBezTo>
                  <a:pt x="1016" y="1210"/>
                  <a:pt x="971" y="1285"/>
                  <a:pt x="912" y="1360"/>
                </a:cubicBezTo>
                <a:cubicBezTo>
                  <a:pt x="867" y="1375"/>
                  <a:pt x="822" y="1375"/>
                  <a:pt x="777" y="1389"/>
                </a:cubicBezTo>
                <a:lnTo>
                  <a:pt x="777" y="1389"/>
                </a:lnTo>
                <a:lnTo>
                  <a:pt x="777" y="1389"/>
                </a:lnTo>
                <a:cubicBezTo>
                  <a:pt x="747" y="1404"/>
                  <a:pt x="702" y="1404"/>
                  <a:pt x="673" y="1419"/>
                </a:cubicBezTo>
                <a:cubicBezTo>
                  <a:pt x="643" y="1434"/>
                  <a:pt x="628" y="1479"/>
                  <a:pt x="598" y="1509"/>
                </a:cubicBezTo>
                <a:cubicBezTo>
                  <a:pt x="608" y="1530"/>
                  <a:pt x="604" y="1564"/>
                  <a:pt x="621" y="1564"/>
                </a:cubicBezTo>
                <a:cubicBezTo>
                  <a:pt x="628" y="1564"/>
                  <a:pt x="639" y="1557"/>
                  <a:pt x="658" y="1539"/>
                </a:cubicBezTo>
                <a:cubicBezTo>
                  <a:pt x="658" y="1534"/>
                  <a:pt x="663" y="1532"/>
                  <a:pt x="670" y="1532"/>
                </a:cubicBezTo>
                <a:cubicBezTo>
                  <a:pt x="684" y="1532"/>
                  <a:pt x="707" y="1539"/>
                  <a:pt x="717" y="1539"/>
                </a:cubicBezTo>
                <a:cubicBezTo>
                  <a:pt x="777" y="1509"/>
                  <a:pt x="837" y="1494"/>
                  <a:pt x="897" y="1479"/>
                </a:cubicBezTo>
                <a:lnTo>
                  <a:pt x="897" y="1479"/>
                </a:lnTo>
                <a:cubicBezTo>
                  <a:pt x="882" y="1509"/>
                  <a:pt x="867" y="1539"/>
                  <a:pt x="867" y="1569"/>
                </a:cubicBezTo>
                <a:cubicBezTo>
                  <a:pt x="878" y="1580"/>
                  <a:pt x="892" y="1585"/>
                  <a:pt x="906" y="1585"/>
                </a:cubicBezTo>
                <a:cubicBezTo>
                  <a:pt x="929" y="1585"/>
                  <a:pt x="953" y="1572"/>
                  <a:pt x="971" y="1554"/>
                </a:cubicBezTo>
                <a:cubicBezTo>
                  <a:pt x="1001" y="1539"/>
                  <a:pt x="1031" y="1539"/>
                  <a:pt x="1061" y="1524"/>
                </a:cubicBezTo>
                <a:lnTo>
                  <a:pt x="1091" y="1524"/>
                </a:lnTo>
                <a:cubicBezTo>
                  <a:pt x="1091" y="1524"/>
                  <a:pt x="1091" y="1539"/>
                  <a:pt x="1091" y="1539"/>
                </a:cubicBezTo>
                <a:cubicBezTo>
                  <a:pt x="1102" y="1561"/>
                  <a:pt x="1113" y="1575"/>
                  <a:pt x="1129" y="1575"/>
                </a:cubicBezTo>
                <a:cubicBezTo>
                  <a:pt x="1136" y="1575"/>
                  <a:pt x="1143" y="1573"/>
                  <a:pt x="1151" y="1569"/>
                </a:cubicBezTo>
                <a:lnTo>
                  <a:pt x="1210" y="1569"/>
                </a:lnTo>
                <a:cubicBezTo>
                  <a:pt x="1240" y="1509"/>
                  <a:pt x="1195" y="1494"/>
                  <a:pt x="1165" y="1494"/>
                </a:cubicBezTo>
                <a:cubicBezTo>
                  <a:pt x="1173" y="1492"/>
                  <a:pt x="1181" y="1491"/>
                  <a:pt x="1190" y="1491"/>
                </a:cubicBezTo>
                <a:cubicBezTo>
                  <a:pt x="1211" y="1491"/>
                  <a:pt x="1234" y="1496"/>
                  <a:pt x="1254" y="1496"/>
                </a:cubicBezTo>
                <a:cubicBezTo>
                  <a:pt x="1286" y="1496"/>
                  <a:pt x="1308" y="1484"/>
                  <a:pt x="1300" y="1419"/>
                </a:cubicBezTo>
                <a:cubicBezTo>
                  <a:pt x="1285" y="1389"/>
                  <a:pt x="1270" y="1375"/>
                  <a:pt x="1240" y="1375"/>
                </a:cubicBezTo>
                <a:cubicBezTo>
                  <a:pt x="1225" y="1375"/>
                  <a:pt x="1210" y="1375"/>
                  <a:pt x="1180" y="1360"/>
                </a:cubicBezTo>
                <a:cubicBezTo>
                  <a:pt x="1210" y="1345"/>
                  <a:pt x="1210" y="1315"/>
                  <a:pt x="1195" y="1285"/>
                </a:cubicBezTo>
                <a:cubicBezTo>
                  <a:pt x="1195" y="1270"/>
                  <a:pt x="1195" y="1255"/>
                  <a:pt x="1195" y="1240"/>
                </a:cubicBezTo>
                <a:cubicBezTo>
                  <a:pt x="1210" y="1210"/>
                  <a:pt x="1225" y="1180"/>
                  <a:pt x="1240" y="1151"/>
                </a:cubicBezTo>
                <a:cubicBezTo>
                  <a:pt x="1255" y="1106"/>
                  <a:pt x="1315" y="1106"/>
                  <a:pt x="1285" y="1046"/>
                </a:cubicBezTo>
                <a:close/>
                <a:moveTo>
                  <a:pt x="4675" y="658"/>
                </a:moveTo>
                <a:cubicBezTo>
                  <a:pt x="4556" y="673"/>
                  <a:pt x="4601" y="762"/>
                  <a:pt x="4601" y="837"/>
                </a:cubicBezTo>
                <a:cubicBezTo>
                  <a:pt x="4616" y="912"/>
                  <a:pt x="4616" y="1001"/>
                  <a:pt x="4646" y="1061"/>
                </a:cubicBezTo>
                <a:cubicBezTo>
                  <a:pt x="4690" y="1151"/>
                  <a:pt x="4780" y="1225"/>
                  <a:pt x="4795" y="1315"/>
                </a:cubicBezTo>
                <a:cubicBezTo>
                  <a:pt x="4840" y="1479"/>
                  <a:pt x="4929" y="1539"/>
                  <a:pt x="5064" y="1599"/>
                </a:cubicBezTo>
                <a:lnTo>
                  <a:pt x="5064" y="1584"/>
                </a:lnTo>
                <a:cubicBezTo>
                  <a:pt x="5095" y="1607"/>
                  <a:pt x="5127" y="1627"/>
                  <a:pt x="5156" y="1627"/>
                </a:cubicBezTo>
                <a:cubicBezTo>
                  <a:pt x="5182" y="1627"/>
                  <a:pt x="5207" y="1611"/>
                  <a:pt x="5228" y="1569"/>
                </a:cubicBezTo>
                <a:cubicBezTo>
                  <a:pt x="5243" y="1509"/>
                  <a:pt x="5183" y="1509"/>
                  <a:pt x="5138" y="1509"/>
                </a:cubicBezTo>
                <a:cubicBezTo>
                  <a:pt x="5064" y="1494"/>
                  <a:pt x="5004" y="1449"/>
                  <a:pt x="4974" y="1375"/>
                </a:cubicBezTo>
                <a:cubicBezTo>
                  <a:pt x="4985" y="1359"/>
                  <a:pt x="4997" y="1354"/>
                  <a:pt x="5011" y="1354"/>
                </a:cubicBezTo>
                <a:cubicBezTo>
                  <a:pt x="5030" y="1354"/>
                  <a:pt x="5051" y="1363"/>
                  <a:pt x="5073" y="1363"/>
                </a:cubicBezTo>
                <a:cubicBezTo>
                  <a:pt x="5080" y="1363"/>
                  <a:pt x="5087" y="1362"/>
                  <a:pt x="5094" y="1360"/>
                </a:cubicBezTo>
                <a:cubicBezTo>
                  <a:pt x="5183" y="1345"/>
                  <a:pt x="5273" y="1330"/>
                  <a:pt x="5303" y="1225"/>
                </a:cubicBezTo>
                <a:cubicBezTo>
                  <a:pt x="5280" y="1192"/>
                  <a:pt x="5260" y="1181"/>
                  <a:pt x="5240" y="1181"/>
                </a:cubicBezTo>
                <a:cubicBezTo>
                  <a:pt x="5207" y="1181"/>
                  <a:pt x="5176" y="1210"/>
                  <a:pt x="5138" y="1210"/>
                </a:cubicBezTo>
                <a:cubicBezTo>
                  <a:pt x="5110" y="1215"/>
                  <a:pt x="5085" y="1217"/>
                  <a:pt x="5063" y="1217"/>
                </a:cubicBezTo>
                <a:cubicBezTo>
                  <a:pt x="4948" y="1217"/>
                  <a:pt x="4924" y="1147"/>
                  <a:pt x="4974" y="971"/>
                </a:cubicBezTo>
                <a:cubicBezTo>
                  <a:pt x="5048" y="940"/>
                  <a:pt x="5092" y="922"/>
                  <a:pt x="5128" y="922"/>
                </a:cubicBezTo>
                <a:cubicBezTo>
                  <a:pt x="5179" y="922"/>
                  <a:pt x="5215" y="958"/>
                  <a:pt x="5303" y="1046"/>
                </a:cubicBezTo>
                <a:cubicBezTo>
                  <a:pt x="5323" y="1056"/>
                  <a:pt x="5337" y="1080"/>
                  <a:pt x="5357" y="1080"/>
                </a:cubicBezTo>
                <a:cubicBezTo>
                  <a:pt x="5367" y="1080"/>
                  <a:pt x="5378" y="1075"/>
                  <a:pt x="5392" y="1061"/>
                </a:cubicBezTo>
                <a:cubicBezTo>
                  <a:pt x="5407" y="1046"/>
                  <a:pt x="5407" y="1016"/>
                  <a:pt x="5392" y="986"/>
                </a:cubicBezTo>
                <a:cubicBezTo>
                  <a:pt x="5362" y="897"/>
                  <a:pt x="5318" y="822"/>
                  <a:pt x="5228" y="792"/>
                </a:cubicBezTo>
                <a:cubicBezTo>
                  <a:pt x="5183" y="777"/>
                  <a:pt x="5138" y="777"/>
                  <a:pt x="5094" y="777"/>
                </a:cubicBezTo>
                <a:cubicBezTo>
                  <a:pt x="5049" y="792"/>
                  <a:pt x="5004" y="807"/>
                  <a:pt x="4944" y="807"/>
                </a:cubicBezTo>
                <a:cubicBezTo>
                  <a:pt x="4929" y="822"/>
                  <a:pt x="4914" y="822"/>
                  <a:pt x="4914" y="822"/>
                </a:cubicBezTo>
                <a:cubicBezTo>
                  <a:pt x="4870" y="852"/>
                  <a:pt x="4840" y="882"/>
                  <a:pt x="4825" y="912"/>
                </a:cubicBezTo>
                <a:cubicBezTo>
                  <a:pt x="4795" y="941"/>
                  <a:pt x="4780" y="986"/>
                  <a:pt x="4780" y="1016"/>
                </a:cubicBezTo>
                <a:cubicBezTo>
                  <a:pt x="4765" y="971"/>
                  <a:pt x="4735" y="926"/>
                  <a:pt x="4735" y="867"/>
                </a:cubicBezTo>
                <a:cubicBezTo>
                  <a:pt x="4720" y="822"/>
                  <a:pt x="4765" y="792"/>
                  <a:pt x="4795" y="747"/>
                </a:cubicBezTo>
                <a:cubicBezTo>
                  <a:pt x="4810" y="732"/>
                  <a:pt x="4810" y="717"/>
                  <a:pt x="4795" y="687"/>
                </a:cubicBezTo>
                <a:cubicBezTo>
                  <a:pt x="4765" y="658"/>
                  <a:pt x="4720" y="658"/>
                  <a:pt x="4675" y="658"/>
                </a:cubicBezTo>
                <a:close/>
                <a:moveTo>
                  <a:pt x="789" y="1594"/>
                </a:moveTo>
                <a:cubicBezTo>
                  <a:pt x="769" y="1594"/>
                  <a:pt x="736" y="1608"/>
                  <a:pt x="658" y="1643"/>
                </a:cubicBezTo>
                <a:lnTo>
                  <a:pt x="807" y="1643"/>
                </a:lnTo>
                <a:cubicBezTo>
                  <a:pt x="822" y="1643"/>
                  <a:pt x="822" y="1628"/>
                  <a:pt x="822" y="1614"/>
                </a:cubicBezTo>
                <a:cubicBezTo>
                  <a:pt x="810" y="1601"/>
                  <a:pt x="802" y="1594"/>
                  <a:pt x="789" y="1594"/>
                </a:cubicBezTo>
                <a:close/>
                <a:moveTo>
                  <a:pt x="461" y="1496"/>
                </a:moveTo>
                <a:cubicBezTo>
                  <a:pt x="444" y="1496"/>
                  <a:pt x="429" y="1499"/>
                  <a:pt x="419" y="1509"/>
                </a:cubicBezTo>
                <a:cubicBezTo>
                  <a:pt x="359" y="1554"/>
                  <a:pt x="329" y="1628"/>
                  <a:pt x="284" y="1688"/>
                </a:cubicBezTo>
                <a:cubicBezTo>
                  <a:pt x="389" y="1628"/>
                  <a:pt x="508" y="1628"/>
                  <a:pt x="568" y="1509"/>
                </a:cubicBezTo>
                <a:cubicBezTo>
                  <a:pt x="538" y="1509"/>
                  <a:pt x="495" y="1496"/>
                  <a:pt x="461" y="1496"/>
                </a:cubicBezTo>
                <a:close/>
                <a:moveTo>
                  <a:pt x="10605" y="1584"/>
                </a:moveTo>
                <a:cubicBezTo>
                  <a:pt x="10530" y="1673"/>
                  <a:pt x="10605" y="1673"/>
                  <a:pt x="10665" y="1688"/>
                </a:cubicBezTo>
                <a:cubicBezTo>
                  <a:pt x="10672" y="1688"/>
                  <a:pt x="10680" y="1692"/>
                  <a:pt x="10689" y="1692"/>
                </a:cubicBezTo>
                <a:cubicBezTo>
                  <a:pt x="10698" y="1692"/>
                  <a:pt x="10709" y="1688"/>
                  <a:pt x="10724" y="1673"/>
                </a:cubicBezTo>
                <a:lnTo>
                  <a:pt x="10635" y="1599"/>
                </a:lnTo>
                <a:cubicBezTo>
                  <a:pt x="10620" y="1584"/>
                  <a:pt x="10620" y="1584"/>
                  <a:pt x="10605" y="1584"/>
                </a:cubicBezTo>
                <a:close/>
                <a:moveTo>
                  <a:pt x="10948" y="1658"/>
                </a:moveTo>
                <a:cubicBezTo>
                  <a:pt x="10889" y="1658"/>
                  <a:pt x="10844" y="1673"/>
                  <a:pt x="10784" y="1673"/>
                </a:cubicBezTo>
                <a:cubicBezTo>
                  <a:pt x="10784" y="1688"/>
                  <a:pt x="10799" y="1703"/>
                  <a:pt x="10814" y="1703"/>
                </a:cubicBezTo>
                <a:cubicBezTo>
                  <a:pt x="10859" y="1688"/>
                  <a:pt x="10904" y="1673"/>
                  <a:pt x="10948" y="1658"/>
                </a:cubicBezTo>
                <a:close/>
                <a:moveTo>
                  <a:pt x="523" y="1703"/>
                </a:moveTo>
                <a:cubicBezTo>
                  <a:pt x="434" y="1808"/>
                  <a:pt x="583" y="1823"/>
                  <a:pt x="568" y="1882"/>
                </a:cubicBezTo>
                <a:lnTo>
                  <a:pt x="613" y="1882"/>
                </a:lnTo>
                <a:lnTo>
                  <a:pt x="628" y="1867"/>
                </a:lnTo>
                <a:cubicBezTo>
                  <a:pt x="658" y="1882"/>
                  <a:pt x="688" y="1897"/>
                  <a:pt x="717" y="1912"/>
                </a:cubicBezTo>
                <a:cubicBezTo>
                  <a:pt x="747" y="1882"/>
                  <a:pt x="777" y="1852"/>
                  <a:pt x="807" y="1823"/>
                </a:cubicBezTo>
                <a:cubicBezTo>
                  <a:pt x="747" y="1793"/>
                  <a:pt x="688" y="1763"/>
                  <a:pt x="628" y="1733"/>
                </a:cubicBezTo>
                <a:cubicBezTo>
                  <a:pt x="598" y="1718"/>
                  <a:pt x="553" y="1718"/>
                  <a:pt x="523" y="1703"/>
                </a:cubicBezTo>
                <a:close/>
                <a:moveTo>
                  <a:pt x="10948" y="1972"/>
                </a:moveTo>
                <a:cubicBezTo>
                  <a:pt x="10948" y="1987"/>
                  <a:pt x="10963" y="1987"/>
                  <a:pt x="10978" y="1987"/>
                </a:cubicBezTo>
                <a:lnTo>
                  <a:pt x="10919" y="1987"/>
                </a:lnTo>
                <a:cubicBezTo>
                  <a:pt x="10933" y="1987"/>
                  <a:pt x="10933" y="1972"/>
                  <a:pt x="10948" y="1972"/>
                </a:cubicBezTo>
                <a:close/>
                <a:moveTo>
                  <a:pt x="1180" y="2002"/>
                </a:moveTo>
                <a:cubicBezTo>
                  <a:pt x="1180" y="2032"/>
                  <a:pt x="1180" y="2062"/>
                  <a:pt x="1180" y="2106"/>
                </a:cubicBezTo>
                <a:cubicBezTo>
                  <a:pt x="1240" y="2062"/>
                  <a:pt x="1285" y="2032"/>
                  <a:pt x="1180" y="2002"/>
                </a:cubicBezTo>
                <a:close/>
                <a:moveTo>
                  <a:pt x="10739" y="1823"/>
                </a:moveTo>
                <a:lnTo>
                  <a:pt x="10695" y="1912"/>
                </a:lnTo>
                <a:cubicBezTo>
                  <a:pt x="10683" y="1909"/>
                  <a:pt x="10673" y="1908"/>
                  <a:pt x="10665" y="1908"/>
                </a:cubicBezTo>
                <a:cubicBezTo>
                  <a:pt x="10591" y="1908"/>
                  <a:pt x="10659" y="2018"/>
                  <a:pt x="10605" y="2032"/>
                </a:cubicBezTo>
                <a:cubicBezTo>
                  <a:pt x="10590" y="2047"/>
                  <a:pt x="10590" y="2077"/>
                  <a:pt x="10590" y="2091"/>
                </a:cubicBezTo>
                <a:cubicBezTo>
                  <a:pt x="10590" y="2091"/>
                  <a:pt x="10620" y="2106"/>
                  <a:pt x="10635" y="2106"/>
                </a:cubicBezTo>
                <a:cubicBezTo>
                  <a:pt x="10635" y="2091"/>
                  <a:pt x="10635" y="2077"/>
                  <a:pt x="10635" y="2047"/>
                </a:cubicBezTo>
                <a:lnTo>
                  <a:pt x="10724" y="1927"/>
                </a:lnTo>
                <a:cubicBezTo>
                  <a:pt x="10739" y="1897"/>
                  <a:pt x="10754" y="1852"/>
                  <a:pt x="10784" y="1823"/>
                </a:cubicBezTo>
                <a:close/>
                <a:moveTo>
                  <a:pt x="10933" y="1763"/>
                </a:moveTo>
                <a:cubicBezTo>
                  <a:pt x="10933" y="1823"/>
                  <a:pt x="10948" y="1867"/>
                  <a:pt x="10948" y="1912"/>
                </a:cubicBezTo>
                <a:lnTo>
                  <a:pt x="10889" y="1912"/>
                </a:lnTo>
                <a:cubicBezTo>
                  <a:pt x="10889" y="1942"/>
                  <a:pt x="10874" y="1972"/>
                  <a:pt x="10874" y="1987"/>
                </a:cubicBezTo>
                <a:cubicBezTo>
                  <a:pt x="10859" y="2017"/>
                  <a:pt x="10844" y="2047"/>
                  <a:pt x="10829" y="2077"/>
                </a:cubicBezTo>
                <a:cubicBezTo>
                  <a:pt x="10871" y="2097"/>
                  <a:pt x="10912" y="2125"/>
                  <a:pt x="10954" y="2125"/>
                </a:cubicBezTo>
                <a:cubicBezTo>
                  <a:pt x="10972" y="2125"/>
                  <a:pt x="10990" y="2120"/>
                  <a:pt x="11008" y="2106"/>
                </a:cubicBezTo>
                <a:cubicBezTo>
                  <a:pt x="11023" y="2091"/>
                  <a:pt x="11023" y="2077"/>
                  <a:pt x="11038" y="2062"/>
                </a:cubicBezTo>
                <a:cubicBezTo>
                  <a:pt x="11053" y="2047"/>
                  <a:pt x="11053" y="2032"/>
                  <a:pt x="11038" y="2017"/>
                </a:cubicBezTo>
                <a:cubicBezTo>
                  <a:pt x="11023" y="2002"/>
                  <a:pt x="11023" y="1987"/>
                  <a:pt x="11023" y="1972"/>
                </a:cubicBezTo>
                <a:cubicBezTo>
                  <a:pt x="11023" y="1957"/>
                  <a:pt x="11038" y="1942"/>
                  <a:pt x="11038" y="1927"/>
                </a:cubicBezTo>
                <a:cubicBezTo>
                  <a:pt x="10978" y="1882"/>
                  <a:pt x="11053" y="1763"/>
                  <a:pt x="10933" y="1763"/>
                </a:cubicBezTo>
                <a:close/>
                <a:moveTo>
                  <a:pt x="1284" y="2160"/>
                </a:moveTo>
                <a:cubicBezTo>
                  <a:pt x="1264" y="2160"/>
                  <a:pt x="1248" y="2179"/>
                  <a:pt x="1240" y="2226"/>
                </a:cubicBezTo>
                <a:cubicBezTo>
                  <a:pt x="1285" y="2211"/>
                  <a:pt x="1315" y="2211"/>
                  <a:pt x="1345" y="2196"/>
                </a:cubicBezTo>
                <a:cubicBezTo>
                  <a:pt x="1324" y="2175"/>
                  <a:pt x="1302" y="2160"/>
                  <a:pt x="1284" y="2160"/>
                </a:cubicBezTo>
                <a:close/>
                <a:moveTo>
                  <a:pt x="6423" y="2121"/>
                </a:moveTo>
                <a:cubicBezTo>
                  <a:pt x="6423" y="2151"/>
                  <a:pt x="6408" y="2181"/>
                  <a:pt x="6408" y="2241"/>
                </a:cubicBezTo>
                <a:cubicBezTo>
                  <a:pt x="6438" y="2196"/>
                  <a:pt x="6453" y="2181"/>
                  <a:pt x="6438" y="2181"/>
                </a:cubicBezTo>
                <a:cubicBezTo>
                  <a:pt x="6438" y="2151"/>
                  <a:pt x="6423" y="2136"/>
                  <a:pt x="6423" y="2121"/>
                </a:cubicBezTo>
                <a:close/>
                <a:moveTo>
                  <a:pt x="10963" y="2166"/>
                </a:moveTo>
                <a:cubicBezTo>
                  <a:pt x="10933" y="2181"/>
                  <a:pt x="10904" y="2196"/>
                  <a:pt x="10874" y="2226"/>
                </a:cubicBezTo>
                <a:cubicBezTo>
                  <a:pt x="10874" y="2226"/>
                  <a:pt x="10874" y="2241"/>
                  <a:pt x="10874" y="2256"/>
                </a:cubicBezTo>
                <a:cubicBezTo>
                  <a:pt x="10904" y="2241"/>
                  <a:pt x="10948" y="2226"/>
                  <a:pt x="10978" y="2211"/>
                </a:cubicBezTo>
                <a:cubicBezTo>
                  <a:pt x="10978" y="2196"/>
                  <a:pt x="10963" y="2181"/>
                  <a:pt x="10963" y="2166"/>
                </a:cubicBezTo>
                <a:close/>
                <a:moveTo>
                  <a:pt x="1524" y="2181"/>
                </a:moveTo>
                <a:cubicBezTo>
                  <a:pt x="1509" y="2181"/>
                  <a:pt x="1494" y="2196"/>
                  <a:pt x="1494" y="2196"/>
                </a:cubicBezTo>
                <a:cubicBezTo>
                  <a:pt x="1509" y="2226"/>
                  <a:pt x="1524" y="2256"/>
                  <a:pt x="1539" y="2286"/>
                </a:cubicBezTo>
                <a:cubicBezTo>
                  <a:pt x="1554" y="2271"/>
                  <a:pt x="1569" y="2271"/>
                  <a:pt x="1584" y="2256"/>
                </a:cubicBezTo>
                <a:cubicBezTo>
                  <a:pt x="1554" y="2226"/>
                  <a:pt x="1539" y="2211"/>
                  <a:pt x="1524" y="2181"/>
                </a:cubicBezTo>
                <a:close/>
                <a:moveTo>
                  <a:pt x="10667" y="2213"/>
                </a:moveTo>
                <a:cubicBezTo>
                  <a:pt x="10631" y="2213"/>
                  <a:pt x="10599" y="2230"/>
                  <a:pt x="10575" y="2286"/>
                </a:cubicBezTo>
                <a:lnTo>
                  <a:pt x="10754" y="2286"/>
                </a:lnTo>
                <a:cubicBezTo>
                  <a:pt x="10754" y="2271"/>
                  <a:pt x="10769" y="2241"/>
                  <a:pt x="10769" y="2241"/>
                </a:cubicBezTo>
                <a:cubicBezTo>
                  <a:pt x="10734" y="2227"/>
                  <a:pt x="10699" y="2213"/>
                  <a:pt x="10667" y="2213"/>
                </a:cubicBezTo>
                <a:close/>
                <a:moveTo>
                  <a:pt x="520" y="1862"/>
                </a:moveTo>
                <a:cubicBezTo>
                  <a:pt x="487" y="1862"/>
                  <a:pt x="456" y="1879"/>
                  <a:pt x="434" y="1912"/>
                </a:cubicBezTo>
                <a:cubicBezTo>
                  <a:pt x="449" y="2017"/>
                  <a:pt x="478" y="2106"/>
                  <a:pt x="508" y="2211"/>
                </a:cubicBezTo>
                <a:cubicBezTo>
                  <a:pt x="510" y="2210"/>
                  <a:pt x="512" y="2210"/>
                  <a:pt x="513" y="2210"/>
                </a:cubicBezTo>
                <a:cubicBezTo>
                  <a:pt x="540" y="2210"/>
                  <a:pt x="527" y="2303"/>
                  <a:pt x="551" y="2303"/>
                </a:cubicBezTo>
                <a:cubicBezTo>
                  <a:pt x="560" y="2303"/>
                  <a:pt x="575" y="2291"/>
                  <a:pt x="598" y="2256"/>
                </a:cubicBezTo>
                <a:cubicBezTo>
                  <a:pt x="628" y="2211"/>
                  <a:pt x="628" y="2151"/>
                  <a:pt x="658" y="2091"/>
                </a:cubicBezTo>
                <a:cubicBezTo>
                  <a:pt x="688" y="1987"/>
                  <a:pt x="598" y="1942"/>
                  <a:pt x="553" y="1867"/>
                </a:cubicBezTo>
                <a:cubicBezTo>
                  <a:pt x="542" y="1864"/>
                  <a:pt x="531" y="1862"/>
                  <a:pt x="520" y="1862"/>
                </a:cubicBezTo>
                <a:close/>
                <a:moveTo>
                  <a:pt x="1210" y="2226"/>
                </a:moveTo>
                <a:cubicBezTo>
                  <a:pt x="1195" y="2241"/>
                  <a:pt x="1180" y="2256"/>
                  <a:pt x="1165" y="2271"/>
                </a:cubicBezTo>
                <a:cubicBezTo>
                  <a:pt x="1165" y="2286"/>
                  <a:pt x="1180" y="2301"/>
                  <a:pt x="1180" y="2301"/>
                </a:cubicBezTo>
                <a:cubicBezTo>
                  <a:pt x="1195" y="2301"/>
                  <a:pt x="1210" y="2315"/>
                  <a:pt x="1225" y="2315"/>
                </a:cubicBezTo>
                <a:cubicBezTo>
                  <a:pt x="1225" y="2286"/>
                  <a:pt x="1210" y="2256"/>
                  <a:pt x="1210" y="2226"/>
                </a:cubicBezTo>
                <a:close/>
                <a:moveTo>
                  <a:pt x="1285" y="2256"/>
                </a:moveTo>
                <a:cubicBezTo>
                  <a:pt x="1300" y="2286"/>
                  <a:pt x="1330" y="2301"/>
                  <a:pt x="1345" y="2315"/>
                </a:cubicBezTo>
                <a:lnTo>
                  <a:pt x="1375" y="2315"/>
                </a:lnTo>
                <a:cubicBezTo>
                  <a:pt x="1390" y="2301"/>
                  <a:pt x="1390" y="2301"/>
                  <a:pt x="1404" y="2286"/>
                </a:cubicBezTo>
                <a:cubicBezTo>
                  <a:pt x="1390" y="2271"/>
                  <a:pt x="1375" y="2256"/>
                  <a:pt x="1345" y="2256"/>
                </a:cubicBezTo>
                <a:close/>
                <a:moveTo>
                  <a:pt x="986" y="2211"/>
                </a:moveTo>
                <a:cubicBezTo>
                  <a:pt x="986" y="2256"/>
                  <a:pt x="986" y="2301"/>
                  <a:pt x="1001" y="2330"/>
                </a:cubicBezTo>
                <a:cubicBezTo>
                  <a:pt x="1031" y="2360"/>
                  <a:pt x="1076" y="2375"/>
                  <a:pt x="1121" y="2405"/>
                </a:cubicBezTo>
                <a:cubicBezTo>
                  <a:pt x="1151" y="2345"/>
                  <a:pt x="1121" y="2315"/>
                  <a:pt x="1091" y="2286"/>
                </a:cubicBezTo>
                <a:cubicBezTo>
                  <a:pt x="1061" y="2256"/>
                  <a:pt x="1031" y="2241"/>
                  <a:pt x="986" y="2211"/>
                </a:cubicBezTo>
                <a:close/>
                <a:moveTo>
                  <a:pt x="1371" y="2384"/>
                </a:moveTo>
                <a:cubicBezTo>
                  <a:pt x="1367" y="2384"/>
                  <a:pt x="1360" y="2395"/>
                  <a:pt x="1360" y="2405"/>
                </a:cubicBezTo>
                <a:cubicBezTo>
                  <a:pt x="1345" y="2435"/>
                  <a:pt x="1330" y="2450"/>
                  <a:pt x="1315" y="2480"/>
                </a:cubicBezTo>
                <a:cubicBezTo>
                  <a:pt x="1345" y="2450"/>
                  <a:pt x="1375" y="2420"/>
                  <a:pt x="1404" y="2405"/>
                </a:cubicBezTo>
                <a:cubicBezTo>
                  <a:pt x="1404" y="2390"/>
                  <a:pt x="1390" y="2390"/>
                  <a:pt x="1375" y="2390"/>
                </a:cubicBezTo>
                <a:cubicBezTo>
                  <a:pt x="1375" y="2386"/>
                  <a:pt x="1373" y="2384"/>
                  <a:pt x="1371" y="2384"/>
                </a:cubicBezTo>
                <a:close/>
                <a:moveTo>
                  <a:pt x="837" y="2450"/>
                </a:moveTo>
                <a:cubicBezTo>
                  <a:pt x="837" y="2480"/>
                  <a:pt x="852" y="2495"/>
                  <a:pt x="867" y="2525"/>
                </a:cubicBezTo>
                <a:cubicBezTo>
                  <a:pt x="882" y="2495"/>
                  <a:pt x="882" y="2465"/>
                  <a:pt x="897" y="2450"/>
                </a:cubicBezTo>
                <a:close/>
                <a:moveTo>
                  <a:pt x="7765" y="2373"/>
                </a:moveTo>
                <a:cubicBezTo>
                  <a:pt x="7736" y="2373"/>
                  <a:pt x="7707" y="2385"/>
                  <a:pt x="7677" y="2420"/>
                </a:cubicBezTo>
                <a:cubicBezTo>
                  <a:pt x="7663" y="2435"/>
                  <a:pt x="7633" y="2450"/>
                  <a:pt x="7618" y="2450"/>
                </a:cubicBezTo>
                <a:cubicBezTo>
                  <a:pt x="7588" y="2510"/>
                  <a:pt x="7618" y="2525"/>
                  <a:pt x="7663" y="2540"/>
                </a:cubicBezTo>
                <a:cubicBezTo>
                  <a:pt x="7711" y="2540"/>
                  <a:pt x="7760" y="2553"/>
                  <a:pt x="7809" y="2553"/>
                </a:cubicBezTo>
                <a:cubicBezTo>
                  <a:pt x="7850" y="2553"/>
                  <a:pt x="7891" y="2544"/>
                  <a:pt x="7931" y="2510"/>
                </a:cubicBezTo>
                <a:cubicBezTo>
                  <a:pt x="7976" y="2525"/>
                  <a:pt x="8036" y="2525"/>
                  <a:pt x="8081" y="2540"/>
                </a:cubicBezTo>
                <a:cubicBezTo>
                  <a:pt x="8111" y="2480"/>
                  <a:pt x="8066" y="2465"/>
                  <a:pt x="8021" y="2450"/>
                </a:cubicBezTo>
                <a:cubicBezTo>
                  <a:pt x="7991" y="2435"/>
                  <a:pt x="7946" y="2450"/>
                  <a:pt x="7902" y="2420"/>
                </a:cubicBezTo>
                <a:cubicBezTo>
                  <a:pt x="7856" y="2402"/>
                  <a:pt x="7811" y="2373"/>
                  <a:pt x="7765" y="2373"/>
                </a:cubicBezTo>
                <a:close/>
                <a:moveTo>
                  <a:pt x="10046" y="2535"/>
                </a:moveTo>
                <a:cubicBezTo>
                  <a:pt x="10043" y="2535"/>
                  <a:pt x="10040" y="2537"/>
                  <a:pt x="10037" y="2540"/>
                </a:cubicBezTo>
                <a:cubicBezTo>
                  <a:pt x="10037" y="2540"/>
                  <a:pt x="10022" y="2554"/>
                  <a:pt x="10022" y="2569"/>
                </a:cubicBezTo>
                <a:cubicBezTo>
                  <a:pt x="10022" y="2584"/>
                  <a:pt x="10037" y="2584"/>
                  <a:pt x="10052" y="2599"/>
                </a:cubicBezTo>
                <a:cubicBezTo>
                  <a:pt x="10052" y="2584"/>
                  <a:pt x="10067" y="2569"/>
                  <a:pt x="10067" y="2554"/>
                </a:cubicBezTo>
                <a:cubicBezTo>
                  <a:pt x="10067" y="2554"/>
                  <a:pt x="10058" y="2535"/>
                  <a:pt x="10046" y="2535"/>
                </a:cubicBezTo>
                <a:close/>
                <a:moveTo>
                  <a:pt x="11038" y="2480"/>
                </a:moveTo>
                <a:lnTo>
                  <a:pt x="11038" y="2480"/>
                </a:lnTo>
                <a:cubicBezTo>
                  <a:pt x="11023" y="2495"/>
                  <a:pt x="10993" y="2510"/>
                  <a:pt x="10978" y="2510"/>
                </a:cubicBezTo>
                <a:cubicBezTo>
                  <a:pt x="10993" y="2540"/>
                  <a:pt x="10993" y="2569"/>
                  <a:pt x="11008" y="2599"/>
                </a:cubicBezTo>
                <a:cubicBezTo>
                  <a:pt x="11113" y="2584"/>
                  <a:pt x="11023" y="2525"/>
                  <a:pt x="11038" y="2480"/>
                </a:cubicBezTo>
                <a:close/>
                <a:moveTo>
                  <a:pt x="11411" y="2375"/>
                </a:moveTo>
                <a:cubicBezTo>
                  <a:pt x="11397" y="2375"/>
                  <a:pt x="11382" y="2390"/>
                  <a:pt x="11367" y="2405"/>
                </a:cubicBezTo>
                <a:cubicBezTo>
                  <a:pt x="11397" y="2435"/>
                  <a:pt x="11441" y="2450"/>
                  <a:pt x="11471" y="2480"/>
                </a:cubicBezTo>
                <a:cubicBezTo>
                  <a:pt x="11441" y="2525"/>
                  <a:pt x="11411" y="2569"/>
                  <a:pt x="11382" y="2614"/>
                </a:cubicBezTo>
                <a:cubicBezTo>
                  <a:pt x="11382" y="2629"/>
                  <a:pt x="11397" y="2629"/>
                  <a:pt x="11411" y="2644"/>
                </a:cubicBezTo>
                <a:cubicBezTo>
                  <a:pt x="11441" y="2584"/>
                  <a:pt x="11471" y="2540"/>
                  <a:pt x="11501" y="2480"/>
                </a:cubicBezTo>
                <a:cubicBezTo>
                  <a:pt x="11531" y="2390"/>
                  <a:pt x="11426" y="2420"/>
                  <a:pt x="11411" y="2375"/>
                </a:cubicBezTo>
                <a:close/>
                <a:moveTo>
                  <a:pt x="717" y="2510"/>
                </a:moveTo>
                <a:lnTo>
                  <a:pt x="688" y="2629"/>
                </a:lnTo>
                <a:cubicBezTo>
                  <a:pt x="702" y="2637"/>
                  <a:pt x="714" y="2640"/>
                  <a:pt x="723" y="2640"/>
                </a:cubicBezTo>
                <a:cubicBezTo>
                  <a:pt x="732" y="2640"/>
                  <a:pt x="740" y="2637"/>
                  <a:pt x="747" y="2629"/>
                </a:cubicBezTo>
                <a:cubicBezTo>
                  <a:pt x="762" y="2614"/>
                  <a:pt x="762" y="2614"/>
                  <a:pt x="762" y="2599"/>
                </a:cubicBezTo>
                <a:cubicBezTo>
                  <a:pt x="762" y="2614"/>
                  <a:pt x="777" y="2629"/>
                  <a:pt x="807" y="2659"/>
                </a:cubicBezTo>
                <a:cubicBezTo>
                  <a:pt x="837" y="2644"/>
                  <a:pt x="867" y="2644"/>
                  <a:pt x="897" y="2629"/>
                </a:cubicBezTo>
                <a:lnTo>
                  <a:pt x="1001" y="2629"/>
                </a:lnTo>
                <a:cubicBezTo>
                  <a:pt x="1016" y="2614"/>
                  <a:pt x="1016" y="2584"/>
                  <a:pt x="1001" y="2569"/>
                </a:cubicBezTo>
                <a:cubicBezTo>
                  <a:pt x="971" y="2584"/>
                  <a:pt x="927" y="2599"/>
                  <a:pt x="897" y="2614"/>
                </a:cubicBezTo>
                <a:cubicBezTo>
                  <a:pt x="867" y="2584"/>
                  <a:pt x="852" y="2569"/>
                  <a:pt x="837" y="2540"/>
                </a:cubicBezTo>
                <a:cubicBezTo>
                  <a:pt x="792" y="2540"/>
                  <a:pt x="777" y="2554"/>
                  <a:pt x="762" y="2569"/>
                </a:cubicBezTo>
                <a:cubicBezTo>
                  <a:pt x="762" y="2540"/>
                  <a:pt x="747" y="2525"/>
                  <a:pt x="717" y="2510"/>
                </a:cubicBezTo>
                <a:close/>
                <a:moveTo>
                  <a:pt x="9390" y="2245"/>
                </a:moveTo>
                <a:cubicBezTo>
                  <a:pt x="9373" y="2245"/>
                  <a:pt x="9355" y="2248"/>
                  <a:pt x="9335" y="2256"/>
                </a:cubicBezTo>
                <a:cubicBezTo>
                  <a:pt x="9305" y="2256"/>
                  <a:pt x="9291" y="2271"/>
                  <a:pt x="9261" y="2271"/>
                </a:cubicBezTo>
                <a:cubicBezTo>
                  <a:pt x="9111" y="2301"/>
                  <a:pt x="8962" y="2330"/>
                  <a:pt x="8828" y="2345"/>
                </a:cubicBezTo>
                <a:cubicBezTo>
                  <a:pt x="8798" y="2345"/>
                  <a:pt x="8783" y="2360"/>
                  <a:pt x="8768" y="2360"/>
                </a:cubicBezTo>
                <a:cubicBezTo>
                  <a:pt x="8768" y="2390"/>
                  <a:pt x="8783" y="2420"/>
                  <a:pt x="8798" y="2450"/>
                </a:cubicBezTo>
                <a:cubicBezTo>
                  <a:pt x="8810" y="2456"/>
                  <a:pt x="8820" y="2460"/>
                  <a:pt x="8828" y="2460"/>
                </a:cubicBezTo>
                <a:cubicBezTo>
                  <a:pt x="8840" y="2460"/>
                  <a:pt x="8849" y="2452"/>
                  <a:pt x="8857" y="2435"/>
                </a:cubicBezTo>
                <a:cubicBezTo>
                  <a:pt x="8946" y="2413"/>
                  <a:pt x="9027" y="2374"/>
                  <a:pt x="9111" y="2374"/>
                </a:cubicBezTo>
                <a:cubicBezTo>
                  <a:pt x="9141" y="2374"/>
                  <a:pt x="9170" y="2379"/>
                  <a:pt x="9201" y="2390"/>
                </a:cubicBezTo>
                <a:cubicBezTo>
                  <a:pt x="9261" y="2405"/>
                  <a:pt x="9305" y="2405"/>
                  <a:pt x="9350" y="2420"/>
                </a:cubicBezTo>
                <a:cubicBezTo>
                  <a:pt x="9395" y="2435"/>
                  <a:pt x="9440" y="2435"/>
                  <a:pt x="9455" y="2465"/>
                </a:cubicBezTo>
                <a:cubicBezTo>
                  <a:pt x="9470" y="2480"/>
                  <a:pt x="9485" y="2495"/>
                  <a:pt x="9500" y="2510"/>
                </a:cubicBezTo>
                <a:cubicBezTo>
                  <a:pt x="9530" y="2525"/>
                  <a:pt x="9574" y="2525"/>
                  <a:pt x="9604" y="2554"/>
                </a:cubicBezTo>
                <a:cubicBezTo>
                  <a:pt x="9604" y="2569"/>
                  <a:pt x="9619" y="2569"/>
                  <a:pt x="9634" y="2584"/>
                </a:cubicBezTo>
                <a:cubicBezTo>
                  <a:pt x="9647" y="2611"/>
                  <a:pt x="9661" y="2661"/>
                  <a:pt x="9706" y="2661"/>
                </a:cubicBezTo>
                <a:cubicBezTo>
                  <a:pt x="9711" y="2661"/>
                  <a:pt x="9717" y="2661"/>
                  <a:pt x="9724" y="2659"/>
                </a:cubicBezTo>
                <a:cubicBezTo>
                  <a:pt x="9769" y="2644"/>
                  <a:pt x="9769" y="2599"/>
                  <a:pt x="9769" y="2554"/>
                </a:cubicBezTo>
                <a:cubicBezTo>
                  <a:pt x="9769" y="2510"/>
                  <a:pt x="9709" y="2495"/>
                  <a:pt x="9679" y="2450"/>
                </a:cubicBezTo>
                <a:cubicBezTo>
                  <a:pt x="9679" y="2405"/>
                  <a:pt x="9619" y="2420"/>
                  <a:pt x="9604" y="2405"/>
                </a:cubicBezTo>
                <a:cubicBezTo>
                  <a:pt x="9589" y="2390"/>
                  <a:pt x="9574" y="2375"/>
                  <a:pt x="9574" y="2375"/>
                </a:cubicBezTo>
                <a:cubicBezTo>
                  <a:pt x="9512" y="2326"/>
                  <a:pt x="9471" y="2245"/>
                  <a:pt x="9390" y="2245"/>
                </a:cubicBezTo>
                <a:close/>
                <a:moveTo>
                  <a:pt x="11083" y="2674"/>
                </a:moveTo>
                <a:cubicBezTo>
                  <a:pt x="11083" y="2704"/>
                  <a:pt x="11083" y="2734"/>
                  <a:pt x="11098" y="2764"/>
                </a:cubicBezTo>
                <a:cubicBezTo>
                  <a:pt x="11098" y="2764"/>
                  <a:pt x="11113" y="2749"/>
                  <a:pt x="11128" y="2734"/>
                </a:cubicBezTo>
                <a:cubicBezTo>
                  <a:pt x="11113" y="2719"/>
                  <a:pt x="11098" y="2704"/>
                  <a:pt x="11083" y="2674"/>
                </a:cubicBezTo>
                <a:close/>
                <a:moveTo>
                  <a:pt x="10575" y="2674"/>
                </a:moveTo>
                <a:cubicBezTo>
                  <a:pt x="10560" y="2689"/>
                  <a:pt x="10545" y="2719"/>
                  <a:pt x="10530" y="2734"/>
                </a:cubicBezTo>
                <a:cubicBezTo>
                  <a:pt x="10545" y="2749"/>
                  <a:pt x="10575" y="2764"/>
                  <a:pt x="10605" y="2779"/>
                </a:cubicBezTo>
                <a:cubicBezTo>
                  <a:pt x="10590" y="2734"/>
                  <a:pt x="10575" y="2704"/>
                  <a:pt x="10575" y="2674"/>
                </a:cubicBezTo>
                <a:close/>
                <a:moveTo>
                  <a:pt x="10754" y="2301"/>
                </a:moveTo>
                <a:cubicBezTo>
                  <a:pt x="10739" y="2315"/>
                  <a:pt x="10739" y="2330"/>
                  <a:pt x="10724" y="2330"/>
                </a:cubicBezTo>
                <a:lnTo>
                  <a:pt x="10724" y="2345"/>
                </a:lnTo>
                <a:cubicBezTo>
                  <a:pt x="10680" y="2345"/>
                  <a:pt x="10620" y="2360"/>
                  <a:pt x="10575" y="2375"/>
                </a:cubicBezTo>
                <a:cubicBezTo>
                  <a:pt x="10590" y="2405"/>
                  <a:pt x="10590" y="2450"/>
                  <a:pt x="10605" y="2480"/>
                </a:cubicBezTo>
                <a:lnTo>
                  <a:pt x="10665" y="2480"/>
                </a:lnTo>
                <a:cubicBezTo>
                  <a:pt x="10680" y="2450"/>
                  <a:pt x="10709" y="2435"/>
                  <a:pt x="10739" y="2405"/>
                </a:cubicBezTo>
                <a:cubicBezTo>
                  <a:pt x="10739" y="2405"/>
                  <a:pt x="10739" y="2405"/>
                  <a:pt x="10739" y="2420"/>
                </a:cubicBezTo>
                <a:cubicBezTo>
                  <a:pt x="10724" y="2420"/>
                  <a:pt x="10724" y="2420"/>
                  <a:pt x="10709" y="2435"/>
                </a:cubicBezTo>
                <a:cubicBezTo>
                  <a:pt x="10709" y="2450"/>
                  <a:pt x="10709" y="2465"/>
                  <a:pt x="10709" y="2480"/>
                </a:cubicBezTo>
                <a:cubicBezTo>
                  <a:pt x="10709" y="2510"/>
                  <a:pt x="10724" y="2525"/>
                  <a:pt x="10695" y="2554"/>
                </a:cubicBezTo>
                <a:cubicBezTo>
                  <a:pt x="10695" y="2554"/>
                  <a:pt x="10695" y="2569"/>
                  <a:pt x="10695" y="2569"/>
                </a:cubicBezTo>
                <a:cubicBezTo>
                  <a:pt x="10709" y="2584"/>
                  <a:pt x="10709" y="2599"/>
                  <a:pt x="10724" y="2599"/>
                </a:cubicBezTo>
                <a:cubicBezTo>
                  <a:pt x="10739" y="2614"/>
                  <a:pt x="10754" y="2622"/>
                  <a:pt x="10767" y="2622"/>
                </a:cubicBezTo>
                <a:cubicBezTo>
                  <a:pt x="10780" y="2622"/>
                  <a:pt x="10792" y="2614"/>
                  <a:pt x="10799" y="2599"/>
                </a:cubicBezTo>
                <a:lnTo>
                  <a:pt x="10799" y="2599"/>
                </a:lnTo>
                <a:cubicBezTo>
                  <a:pt x="10829" y="2644"/>
                  <a:pt x="10754" y="2629"/>
                  <a:pt x="10754" y="2659"/>
                </a:cubicBezTo>
                <a:cubicBezTo>
                  <a:pt x="10739" y="2704"/>
                  <a:pt x="10709" y="2749"/>
                  <a:pt x="10695" y="2793"/>
                </a:cubicBezTo>
                <a:cubicBezTo>
                  <a:pt x="10739" y="2764"/>
                  <a:pt x="10784" y="2734"/>
                  <a:pt x="10844" y="2719"/>
                </a:cubicBezTo>
                <a:cubicBezTo>
                  <a:pt x="10874" y="2704"/>
                  <a:pt x="10889" y="2674"/>
                  <a:pt x="10889" y="2644"/>
                </a:cubicBezTo>
                <a:cubicBezTo>
                  <a:pt x="10889" y="2644"/>
                  <a:pt x="10889" y="2644"/>
                  <a:pt x="10904" y="2629"/>
                </a:cubicBezTo>
                <a:cubicBezTo>
                  <a:pt x="10904" y="2599"/>
                  <a:pt x="10919" y="2554"/>
                  <a:pt x="10919" y="2525"/>
                </a:cubicBezTo>
                <a:cubicBezTo>
                  <a:pt x="10919" y="2480"/>
                  <a:pt x="10904" y="2435"/>
                  <a:pt x="10904" y="2405"/>
                </a:cubicBezTo>
                <a:cubicBezTo>
                  <a:pt x="10889" y="2345"/>
                  <a:pt x="10829" y="2360"/>
                  <a:pt x="10814" y="2345"/>
                </a:cubicBezTo>
                <a:cubicBezTo>
                  <a:pt x="10784" y="2330"/>
                  <a:pt x="10769" y="2315"/>
                  <a:pt x="10754" y="2301"/>
                </a:cubicBezTo>
                <a:close/>
                <a:moveTo>
                  <a:pt x="10963" y="2673"/>
                </a:moveTo>
                <a:cubicBezTo>
                  <a:pt x="10943" y="2673"/>
                  <a:pt x="10928" y="2685"/>
                  <a:pt x="10919" y="2704"/>
                </a:cubicBezTo>
                <a:cubicBezTo>
                  <a:pt x="10904" y="2749"/>
                  <a:pt x="10933" y="2793"/>
                  <a:pt x="10948" y="2823"/>
                </a:cubicBezTo>
                <a:cubicBezTo>
                  <a:pt x="10993" y="2823"/>
                  <a:pt x="11023" y="2808"/>
                  <a:pt x="11068" y="2808"/>
                </a:cubicBezTo>
                <a:cubicBezTo>
                  <a:pt x="11098" y="2808"/>
                  <a:pt x="11098" y="2793"/>
                  <a:pt x="11098" y="2764"/>
                </a:cubicBezTo>
                <a:lnTo>
                  <a:pt x="11008" y="2689"/>
                </a:lnTo>
                <a:cubicBezTo>
                  <a:pt x="10991" y="2677"/>
                  <a:pt x="10976" y="2673"/>
                  <a:pt x="10963" y="2673"/>
                </a:cubicBezTo>
                <a:close/>
                <a:moveTo>
                  <a:pt x="1419" y="2808"/>
                </a:moveTo>
                <a:cubicBezTo>
                  <a:pt x="1404" y="2823"/>
                  <a:pt x="1375" y="2838"/>
                  <a:pt x="1360" y="2853"/>
                </a:cubicBezTo>
                <a:cubicBezTo>
                  <a:pt x="1345" y="2883"/>
                  <a:pt x="1360" y="2898"/>
                  <a:pt x="1390" y="2898"/>
                </a:cubicBezTo>
                <a:cubicBezTo>
                  <a:pt x="1390" y="2883"/>
                  <a:pt x="1404" y="2883"/>
                  <a:pt x="1404" y="2883"/>
                </a:cubicBezTo>
                <a:cubicBezTo>
                  <a:pt x="1419" y="2883"/>
                  <a:pt x="1419" y="2868"/>
                  <a:pt x="1434" y="2853"/>
                </a:cubicBezTo>
                <a:cubicBezTo>
                  <a:pt x="1434" y="2838"/>
                  <a:pt x="1419" y="2823"/>
                  <a:pt x="1419" y="2808"/>
                </a:cubicBezTo>
                <a:close/>
                <a:moveTo>
                  <a:pt x="792" y="2644"/>
                </a:moveTo>
                <a:cubicBezTo>
                  <a:pt x="777" y="2644"/>
                  <a:pt x="762" y="2659"/>
                  <a:pt x="747" y="2674"/>
                </a:cubicBezTo>
                <a:cubicBezTo>
                  <a:pt x="732" y="2674"/>
                  <a:pt x="732" y="2689"/>
                  <a:pt x="717" y="2704"/>
                </a:cubicBezTo>
                <a:cubicBezTo>
                  <a:pt x="717" y="2734"/>
                  <a:pt x="717" y="2764"/>
                  <a:pt x="732" y="2793"/>
                </a:cubicBezTo>
                <a:cubicBezTo>
                  <a:pt x="722" y="2793"/>
                  <a:pt x="719" y="2787"/>
                  <a:pt x="718" y="2787"/>
                </a:cubicBezTo>
                <a:cubicBezTo>
                  <a:pt x="717" y="2787"/>
                  <a:pt x="717" y="2788"/>
                  <a:pt x="717" y="2793"/>
                </a:cubicBezTo>
                <a:cubicBezTo>
                  <a:pt x="717" y="2764"/>
                  <a:pt x="717" y="2749"/>
                  <a:pt x="702" y="2734"/>
                </a:cubicBezTo>
                <a:cubicBezTo>
                  <a:pt x="702" y="2719"/>
                  <a:pt x="702" y="2719"/>
                  <a:pt x="688" y="2719"/>
                </a:cubicBezTo>
                <a:cubicBezTo>
                  <a:pt x="658" y="2734"/>
                  <a:pt x="628" y="2764"/>
                  <a:pt x="598" y="2793"/>
                </a:cubicBezTo>
                <a:cubicBezTo>
                  <a:pt x="613" y="2808"/>
                  <a:pt x="613" y="2823"/>
                  <a:pt x="628" y="2838"/>
                </a:cubicBezTo>
                <a:lnTo>
                  <a:pt x="658" y="2838"/>
                </a:lnTo>
                <a:cubicBezTo>
                  <a:pt x="688" y="2853"/>
                  <a:pt x="732" y="2883"/>
                  <a:pt x="777" y="2898"/>
                </a:cubicBezTo>
                <a:cubicBezTo>
                  <a:pt x="792" y="2913"/>
                  <a:pt x="807" y="2913"/>
                  <a:pt x="822" y="2928"/>
                </a:cubicBezTo>
                <a:cubicBezTo>
                  <a:pt x="822" y="2898"/>
                  <a:pt x="837" y="2883"/>
                  <a:pt x="837" y="2853"/>
                </a:cubicBezTo>
                <a:cubicBezTo>
                  <a:pt x="856" y="2848"/>
                  <a:pt x="870" y="2846"/>
                  <a:pt x="881" y="2846"/>
                </a:cubicBezTo>
                <a:cubicBezTo>
                  <a:pt x="939" y="2846"/>
                  <a:pt x="897" y="2905"/>
                  <a:pt x="897" y="2943"/>
                </a:cubicBezTo>
                <a:lnTo>
                  <a:pt x="912" y="2943"/>
                </a:lnTo>
                <a:cubicBezTo>
                  <a:pt x="927" y="2928"/>
                  <a:pt x="949" y="2928"/>
                  <a:pt x="971" y="2928"/>
                </a:cubicBezTo>
                <a:cubicBezTo>
                  <a:pt x="994" y="2928"/>
                  <a:pt x="1016" y="2928"/>
                  <a:pt x="1031" y="2913"/>
                </a:cubicBezTo>
                <a:cubicBezTo>
                  <a:pt x="1085" y="2806"/>
                  <a:pt x="1042" y="2746"/>
                  <a:pt x="913" y="2746"/>
                </a:cubicBezTo>
                <a:cubicBezTo>
                  <a:pt x="899" y="2746"/>
                  <a:pt x="883" y="2747"/>
                  <a:pt x="867" y="2749"/>
                </a:cubicBezTo>
                <a:cubicBezTo>
                  <a:pt x="837" y="2719"/>
                  <a:pt x="822" y="2689"/>
                  <a:pt x="807" y="2659"/>
                </a:cubicBezTo>
                <a:cubicBezTo>
                  <a:pt x="807" y="2659"/>
                  <a:pt x="792" y="2659"/>
                  <a:pt x="792" y="2644"/>
                </a:cubicBezTo>
                <a:close/>
                <a:moveTo>
                  <a:pt x="10560" y="2838"/>
                </a:moveTo>
                <a:cubicBezTo>
                  <a:pt x="10560" y="2853"/>
                  <a:pt x="10545" y="2868"/>
                  <a:pt x="10530" y="2883"/>
                </a:cubicBezTo>
                <a:cubicBezTo>
                  <a:pt x="10545" y="2913"/>
                  <a:pt x="10560" y="2928"/>
                  <a:pt x="10575" y="2943"/>
                </a:cubicBezTo>
                <a:cubicBezTo>
                  <a:pt x="10575" y="2913"/>
                  <a:pt x="10575" y="2883"/>
                  <a:pt x="10560" y="2838"/>
                </a:cubicBezTo>
                <a:close/>
                <a:moveTo>
                  <a:pt x="11128" y="2823"/>
                </a:moveTo>
                <a:cubicBezTo>
                  <a:pt x="11113" y="2823"/>
                  <a:pt x="11083" y="2838"/>
                  <a:pt x="11068" y="2838"/>
                </a:cubicBezTo>
                <a:cubicBezTo>
                  <a:pt x="11053" y="2868"/>
                  <a:pt x="11023" y="2898"/>
                  <a:pt x="11008" y="2928"/>
                </a:cubicBezTo>
                <a:cubicBezTo>
                  <a:pt x="11023" y="2928"/>
                  <a:pt x="11053" y="2943"/>
                  <a:pt x="11068" y="2943"/>
                </a:cubicBezTo>
                <a:cubicBezTo>
                  <a:pt x="11083" y="2928"/>
                  <a:pt x="11098" y="2913"/>
                  <a:pt x="11098" y="2883"/>
                </a:cubicBezTo>
                <a:cubicBezTo>
                  <a:pt x="11113" y="2868"/>
                  <a:pt x="11113" y="2853"/>
                  <a:pt x="11128" y="2823"/>
                </a:cubicBezTo>
                <a:close/>
                <a:moveTo>
                  <a:pt x="7304" y="2764"/>
                </a:moveTo>
                <a:cubicBezTo>
                  <a:pt x="7289" y="2779"/>
                  <a:pt x="7259" y="2793"/>
                  <a:pt x="7244" y="2793"/>
                </a:cubicBezTo>
                <a:cubicBezTo>
                  <a:pt x="7244" y="2868"/>
                  <a:pt x="7259" y="2928"/>
                  <a:pt x="7274" y="3003"/>
                </a:cubicBezTo>
                <a:lnTo>
                  <a:pt x="7334" y="2973"/>
                </a:lnTo>
                <a:cubicBezTo>
                  <a:pt x="7334" y="2973"/>
                  <a:pt x="7334" y="2958"/>
                  <a:pt x="7334" y="2958"/>
                </a:cubicBezTo>
                <a:cubicBezTo>
                  <a:pt x="7334" y="2913"/>
                  <a:pt x="7319" y="2868"/>
                  <a:pt x="7319" y="2823"/>
                </a:cubicBezTo>
                <a:cubicBezTo>
                  <a:pt x="7319" y="2808"/>
                  <a:pt x="7319" y="2779"/>
                  <a:pt x="7304" y="2764"/>
                </a:cubicBezTo>
                <a:close/>
                <a:moveTo>
                  <a:pt x="10515" y="3092"/>
                </a:moveTo>
                <a:lnTo>
                  <a:pt x="10470" y="3182"/>
                </a:lnTo>
                <a:cubicBezTo>
                  <a:pt x="10485" y="3167"/>
                  <a:pt x="10515" y="3152"/>
                  <a:pt x="10545" y="3137"/>
                </a:cubicBezTo>
                <a:cubicBezTo>
                  <a:pt x="10545" y="3122"/>
                  <a:pt x="10530" y="3107"/>
                  <a:pt x="10515" y="3092"/>
                </a:cubicBezTo>
                <a:close/>
                <a:moveTo>
                  <a:pt x="10351" y="3152"/>
                </a:moveTo>
                <a:cubicBezTo>
                  <a:pt x="10381" y="3182"/>
                  <a:pt x="10411" y="3212"/>
                  <a:pt x="10456" y="3242"/>
                </a:cubicBezTo>
                <a:lnTo>
                  <a:pt x="10470" y="3182"/>
                </a:lnTo>
                <a:lnTo>
                  <a:pt x="10470" y="3167"/>
                </a:lnTo>
                <a:cubicBezTo>
                  <a:pt x="10426" y="3167"/>
                  <a:pt x="10381" y="3152"/>
                  <a:pt x="10351" y="3152"/>
                </a:cubicBezTo>
                <a:close/>
                <a:moveTo>
                  <a:pt x="10919" y="3227"/>
                </a:moveTo>
                <a:cubicBezTo>
                  <a:pt x="10919" y="3256"/>
                  <a:pt x="10919" y="3271"/>
                  <a:pt x="10919" y="3286"/>
                </a:cubicBezTo>
                <a:cubicBezTo>
                  <a:pt x="10933" y="3286"/>
                  <a:pt x="10948" y="3271"/>
                  <a:pt x="10963" y="3256"/>
                </a:cubicBezTo>
                <a:cubicBezTo>
                  <a:pt x="10948" y="3242"/>
                  <a:pt x="10933" y="3242"/>
                  <a:pt x="10919" y="3227"/>
                </a:cubicBezTo>
                <a:close/>
                <a:moveTo>
                  <a:pt x="11539" y="2700"/>
                </a:moveTo>
                <a:cubicBezTo>
                  <a:pt x="11527" y="2700"/>
                  <a:pt x="11506" y="2707"/>
                  <a:pt x="11471" y="2719"/>
                </a:cubicBezTo>
                <a:cubicBezTo>
                  <a:pt x="11441" y="2734"/>
                  <a:pt x="11456" y="2764"/>
                  <a:pt x="11441" y="2793"/>
                </a:cubicBezTo>
                <a:cubicBezTo>
                  <a:pt x="11382" y="2823"/>
                  <a:pt x="11322" y="2853"/>
                  <a:pt x="11277" y="2883"/>
                </a:cubicBezTo>
                <a:cubicBezTo>
                  <a:pt x="11248" y="2874"/>
                  <a:pt x="11214" y="2840"/>
                  <a:pt x="11181" y="2840"/>
                </a:cubicBezTo>
                <a:cubicBezTo>
                  <a:pt x="11162" y="2840"/>
                  <a:pt x="11144" y="2851"/>
                  <a:pt x="11128" y="2883"/>
                </a:cubicBezTo>
                <a:cubicBezTo>
                  <a:pt x="11128" y="2913"/>
                  <a:pt x="11098" y="2928"/>
                  <a:pt x="11083" y="2928"/>
                </a:cubicBezTo>
                <a:cubicBezTo>
                  <a:pt x="11083" y="2928"/>
                  <a:pt x="11068" y="2943"/>
                  <a:pt x="11068" y="2943"/>
                </a:cubicBezTo>
                <a:cubicBezTo>
                  <a:pt x="11083" y="2973"/>
                  <a:pt x="11113" y="3003"/>
                  <a:pt x="11128" y="3032"/>
                </a:cubicBezTo>
                <a:cubicBezTo>
                  <a:pt x="11113" y="3047"/>
                  <a:pt x="11113" y="3077"/>
                  <a:pt x="11098" y="3092"/>
                </a:cubicBezTo>
                <a:cubicBezTo>
                  <a:pt x="11143" y="3092"/>
                  <a:pt x="11172" y="3107"/>
                  <a:pt x="11202" y="3107"/>
                </a:cubicBezTo>
                <a:cubicBezTo>
                  <a:pt x="11217" y="3107"/>
                  <a:pt x="11217" y="3122"/>
                  <a:pt x="11217" y="3122"/>
                </a:cubicBezTo>
                <a:cubicBezTo>
                  <a:pt x="11217" y="3137"/>
                  <a:pt x="11202" y="3152"/>
                  <a:pt x="11202" y="3167"/>
                </a:cubicBezTo>
                <a:cubicBezTo>
                  <a:pt x="11195" y="3160"/>
                  <a:pt x="11185" y="3150"/>
                  <a:pt x="11175" y="3150"/>
                </a:cubicBezTo>
                <a:cubicBezTo>
                  <a:pt x="11163" y="3150"/>
                  <a:pt x="11151" y="3163"/>
                  <a:pt x="11143" y="3212"/>
                </a:cubicBezTo>
                <a:cubicBezTo>
                  <a:pt x="11143" y="3212"/>
                  <a:pt x="11143" y="3227"/>
                  <a:pt x="11143" y="3227"/>
                </a:cubicBezTo>
                <a:lnTo>
                  <a:pt x="11202" y="3242"/>
                </a:lnTo>
                <a:cubicBezTo>
                  <a:pt x="11202" y="3256"/>
                  <a:pt x="11202" y="3256"/>
                  <a:pt x="11202" y="3271"/>
                </a:cubicBezTo>
                <a:cubicBezTo>
                  <a:pt x="11217" y="3286"/>
                  <a:pt x="11247" y="3301"/>
                  <a:pt x="11262" y="3301"/>
                </a:cubicBezTo>
                <a:lnTo>
                  <a:pt x="11307" y="3301"/>
                </a:lnTo>
                <a:cubicBezTo>
                  <a:pt x="11426" y="3256"/>
                  <a:pt x="11367" y="3152"/>
                  <a:pt x="11397" y="3077"/>
                </a:cubicBezTo>
                <a:cubicBezTo>
                  <a:pt x="11397" y="3062"/>
                  <a:pt x="11411" y="3032"/>
                  <a:pt x="11397" y="3017"/>
                </a:cubicBezTo>
                <a:lnTo>
                  <a:pt x="11397" y="3017"/>
                </a:lnTo>
                <a:cubicBezTo>
                  <a:pt x="11411" y="3032"/>
                  <a:pt x="11426" y="3032"/>
                  <a:pt x="11441" y="3032"/>
                </a:cubicBezTo>
                <a:cubicBezTo>
                  <a:pt x="11501" y="3032"/>
                  <a:pt x="11561" y="3017"/>
                  <a:pt x="11621" y="3017"/>
                </a:cubicBezTo>
                <a:cubicBezTo>
                  <a:pt x="11621" y="3003"/>
                  <a:pt x="11621" y="3003"/>
                  <a:pt x="11606" y="3003"/>
                </a:cubicBezTo>
                <a:cubicBezTo>
                  <a:pt x="11426" y="3003"/>
                  <a:pt x="11650" y="2913"/>
                  <a:pt x="11591" y="2883"/>
                </a:cubicBezTo>
                <a:cubicBezTo>
                  <a:pt x="11576" y="2853"/>
                  <a:pt x="11576" y="2823"/>
                  <a:pt x="11576" y="2793"/>
                </a:cubicBezTo>
                <a:cubicBezTo>
                  <a:pt x="11576" y="2793"/>
                  <a:pt x="11546" y="2779"/>
                  <a:pt x="11546" y="2764"/>
                </a:cubicBezTo>
                <a:cubicBezTo>
                  <a:pt x="11555" y="2718"/>
                  <a:pt x="11559" y="2700"/>
                  <a:pt x="11539" y="2700"/>
                </a:cubicBezTo>
                <a:close/>
                <a:moveTo>
                  <a:pt x="10799" y="3256"/>
                </a:moveTo>
                <a:cubicBezTo>
                  <a:pt x="10799" y="3271"/>
                  <a:pt x="10799" y="3271"/>
                  <a:pt x="10799" y="3286"/>
                </a:cubicBezTo>
                <a:cubicBezTo>
                  <a:pt x="10784" y="3301"/>
                  <a:pt x="10784" y="3331"/>
                  <a:pt x="10799" y="3346"/>
                </a:cubicBezTo>
                <a:cubicBezTo>
                  <a:pt x="10829" y="3361"/>
                  <a:pt x="10844" y="3361"/>
                  <a:pt x="10859" y="3376"/>
                </a:cubicBezTo>
                <a:cubicBezTo>
                  <a:pt x="10889" y="3376"/>
                  <a:pt x="10904" y="3376"/>
                  <a:pt x="10904" y="3346"/>
                </a:cubicBezTo>
                <a:cubicBezTo>
                  <a:pt x="10889" y="3331"/>
                  <a:pt x="10889" y="3331"/>
                  <a:pt x="10874" y="3316"/>
                </a:cubicBezTo>
                <a:cubicBezTo>
                  <a:pt x="10859" y="3301"/>
                  <a:pt x="10829" y="3271"/>
                  <a:pt x="10799" y="3256"/>
                </a:cubicBezTo>
                <a:close/>
                <a:moveTo>
                  <a:pt x="11038" y="3316"/>
                </a:moveTo>
                <a:cubicBezTo>
                  <a:pt x="11008" y="3316"/>
                  <a:pt x="10978" y="3331"/>
                  <a:pt x="10948" y="3346"/>
                </a:cubicBezTo>
                <a:cubicBezTo>
                  <a:pt x="10948" y="3361"/>
                  <a:pt x="10948" y="3391"/>
                  <a:pt x="10948" y="3406"/>
                </a:cubicBezTo>
                <a:lnTo>
                  <a:pt x="10978" y="3406"/>
                </a:lnTo>
                <a:cubicBezTo>
                  <a:pt x="10993" y="3376"/>
                  <a:pt x="11008" y="3346"/>
                  <a:pt x="11038" y="3316"/>
                </a:cubicBezTo>
                <a:close/>
                <a:moveTo>
                  <a:pt x="10799" y="3436"/>
                </a:moveTo>
                <a:cubicBezTo>
                  <a:pt x="10784" y="3451"/>
                  <a:pt x="10784" y="3466"/>
                  <a:pt x="10769" y="3480"/>
                </a:cubicBezTo>
                <a:cubicBezTo>
                  <a:pt x="10799" y="3480"/>
                  <a:pt x="10829" y="3466"/>
                  <a:pt x="10844" y="3451"/>
                </a:cubicBezTo>
                <a:cubicBezTo>
                  <a:pt x="10844" y="3451"/>
                  <a:pt x="10844" y="3451"/>
                  <a:pt x="10844" y="3436"/>
                </a:cubicBezTo>
                <a:close/>
                <a:moveTo>
                  <a:pt x="8523" y="2822"/>
                </a:moveTo>
                <a:cubicBezTo>
                  <a:pt x="8516" y="2822"/>
                  <a:pt x="8508" y="2822"/>
                  <a:pt x="8499" y="2823"/>
                </a:cubicBezTo>
                <a:cubicBezTo>
                  <a:pt x="8484" y="2868"/>
                  <a:pt x="8454" y="2928"/>
                  <a:pt x="8454" y="2973"/>
                </a:cubicBezTo>
                <a:cubicBezTo>
                  <a:pt x="8499" y="3152"/>
                  <a:pt x="8544" y="3316"/>
                  <a:pt x="8708" y="3406"/>
                </a:cubicBezTo>
                <a:cubicBezTo>
                  <a:pt x="8768" y="3436"/>
                  <a:pt x="8842" y="3451"/>
                  <a:pt x="8902" y="3466"/>
                </a:cubicBezTo>
                <a:cubicBezTo>
                  <a:pt x="8947" y="3480"/>
                  <a:pt x="8977" y="3495"/>
                  <a:pt x="9022" y="3495"/>
                </a:cubicBezTo>
                <a:cubicBezTo>
                  <a:pt x="9022" y="3480"/>
                  <a:pt x="9022" y="3451"/>
                  <a:pt x="9022" y="3436"/>
                </a:cubicBezTo>
                <a:cubicBezTo>
                  <a:pt x="8977" y="3376"/>
                  <a:pt x="8917" y="3346"/>
                  <a:pt x="8872" y="3316"/>
                </a:cubicBezTo>
                <a:cubicBezTo>
                  <a:pt x="8854" y="3310"/>
                  <a:pt x="8835" y="3306"/>
                  <a:pt x="8818" y="3306"/>
                </a:cubicBezTo>
                <a:cubicBezTo>
                  <a:pt x="8793" y="3306"/>
                  <a:pt x="8770" y="3314"/>
                  <a:pt x="8753" y="3331"/>
                </a:cubicBezTo>
                <a:cubicBezTo>
                  <a:pt x="8753" y="3286"/>
                  <a:pt x="8723" y="3256"/>
                  <a:pt x="8693" y="3227"/>
                </a:cubicBezTo>
                <a:cubicBezTo>
                  <a:pt x="8633" y="3182"/>
                  <a:pt x="8604" y="3107"/>
                  <a:pt x="8604" y="3032"/>
                </a:cubicBezTo>
                <a:cubicBezTo>
                  <a:pt x="8618" y="3017"/>
                  <a:pt x="8618" y="3003"/>
                  <a:pt x="8604" y="2988"/>
                </a:cubicBezTo>
                <a:cubicBezTo>
                  <a:pt x="8575" y="2931"/>
                  <a:pt x="8640" y="2822"/>
                  <a:pt x="8523" y="2822"/>
                </a:cubicBezTo>
                <a:close/>
                <a:moveTo>
                  <a:pt x="10232" y="3421"/>
                </a:moveTo>
                <a:lnTo>
                  <a:pt x="10232" y="3421"/>
                </a:lnTo>
                <a:cubicBezTo>
                  <a:pt x="10157" y="3436"/>
                  <a:pt x="10127" y="3451"/>
                  <a:pt x="10097" y="3466"/>
                </a:cubicBezTo>
                <a:cubicBezTo>
                  <a:pt x="10097" y="3466"/>
                  <a:pt x="10112" y="3480"/>
                  <a:pt x="10112" y="3495"/>
                </a:cubicBezTo>
                <a:cubicBezTo>
                  <a:pt x="10142" y="3480"/>
                  <a:pt x="10172" y="3466"/>
                  <a:pt x="10232" y="3421"/>
                </a:cubicBezTo>
                <a:close/>
                <a:moveTo>
                  <a:pt x="11815" y="3391"/>
                </a:moveTo>
                <a:cubicBezTo>
                  <a:pt x="11800" y="3421"/>
                  <a:pt x="11785" y="3451"/>
                  <a:pt x="11770" y="3466"/>
                </a:cubicBezTo>
                <a:cubicBezTo>
                  <a:pt x="11770" y="3480"/>
                  <a:pt x="11800" y="3510"/>
                  <a:pt x="11815" y="3510"/>
                </a:cubicBezTo>
                <a:cubicBezTo>
                  <a:pt x="11845" y="3510"/>
                  <a:pt x="11860" y="3480"/>
                  <a:pt x="11889" y="3451"/>
                </a:cubicBezTo>
                <a:cubicBezTo>
                  <a:pt x="11860" y="3436"/>
                  <a:pt x="11830" y="3421"/>
                  <a:pt x="11815" y="3391"/>
                </a:cubicBezTo>
                <a:close/>
                <a:moveTo>
                  <a:pt x="11217" y="3436"/>
                </a:moveTo>
                <a:cubicBezTo>
                  <a:pt x="11217" y="3466"/>
                  <a:pt x="11217" y="3495"/>
                  <a:pt x="11202" y="3510"/>
                </a:cubicBezTo>
                <a:cubicBezTo>
                  <a:pt x="11232" y="3525"/>
                  <a:pt x="11247" y="3540"/>
                  <a:pt x="11262" y="3540"/>
                </a:cubicBezTo>
                <a:cubicBezTo>
                  <a:pt x="11247" y="3510"/>
                  <a:pt x="11232" y="3480"/>
                  <a:pt x="11217" y="3436"/>
                </a:cubicBezTo>
                <a:close/>
                <a:moveTo>
                  <a:pt x="9853" y="2808"/>
                </a:moveTo>
                <a:cubicBezTo>
                  <a:pt x="9815" y="2808"/>
                  <a:pt x="9788" y="2828"/>
                  <a:pt x="9769" y="2868"/>
                </a:cubicBezTo>
                <a:cubicBezTo>
                  <a:pt x="9798" y="2928"/>
                  <a:pt x="9739" y="2958"/>
                  <a:pt x="9724" y="3003"/>
                </a:cubicBezTo>
                <a:cubicBezTo>
                  <a:pt x="9739" y="3092"/>
                  <a:pt x="9709" y="3152"/>
                  <a:pt x="9649" y="3197"/>
                </a:cubicBezTo>
                <a:cubicBezTo>
                  <a:pt x="9574" y="3256"/>
                  <a:pt x="9530" y="3316"/>
                  <a:pt x="9485" y="3376"/>
                </a:cubicBezTo>
                <a:cubicBezTo>
                  <a:pt x="9470" y="3391"/>
                  <a:pt x="9455" y="3391"/>
                  <a:pt x="9455" y="3406"/>
                </a:cubicBezTo>
                <a:cubicBezTo>
                  <a:pt x="9425" y="3451"/>
                  <a:pt x="9365" y="3480"/>
                  <a:pt x="9395" y="3555"/>
                </a:cubicBezTo>
                <a:cubicBezTo>
                  <a:pt x="9410" y="3560"/>
                  <a:pt x="9425" y="3562"/>
                  <a:pt x="9440" y="3562"/>
                </a:cubicBezTo>
                <a:cubicBezTo>
                  <a:pt x="9470" y="3562"/>
                  <a:pt x="9500" y="3555"/>
                  <a:pt x="9530" y="3555"/>
                </a:cubicBezTo>
                <a:cubicBezTo>
                  <a:pt x="9619" y="3451"/>
                  <a:pt x="9709" y="3346"/>
                  <a:pt x="9798" y="3242"/>
                </a:cubicBezTo>
                <a:cubicBezTo>
                  <a:pt x="9843" y="3182"/>
                  <a:pt x="9858" y="3107"/>
                  <a:pt x="9888" y="3032"/>
                </a:cubicBezTo>
                <a:cubicBezTo>
                  <a:pt x="9918" y="2988"/>
                  <a:pt x="9873" y="2913"/>
                  <a:pt x="9918" y="2868"/>
                </a:cubicBezTo>
                <a:cubicBezTo>
                  <a:pt x="9933" y="2853"/>
                  <a:pt x="9918" y="2838"/>
                  <a:pt x="9918" y="2823"/>
                </a:cubicBezTo>
                <a:cubicBezTo>
                  <a:pt x="9893" y="2813"/>
                  <a:pt x="9871" y="2808"/>
                  <a:pt x="9853" y="2808"/>
                </a:cubicBezTo>
                <a:close/>
                <a:moveTo>
                  <a:pt x="9231" y="3525"/>
                </a:moveTo>
                <a:cubicBezTo>
                  <a:pt x="9216" y="3555"/>
                  <a:pt x="9216" y="3585"/>
                  <a:pt x="9201" y="3600"/>
                </a:cubicBezTo>
                <a:lnTo>
                  <a:pt x="9305" y="3600"/>
                </a:lnTo>
                <a:cubicBezTo>
                  <a:pt x="9291" y="3585"/>
                  <a:pt x="9261" y="3555"/>
                  <a:pt x="9231" y="3525"/>
                </a:cubicBezTo>
                <a:close/>
                <a:moveTo>
                  <a:pt x="10575" y="3540"/>
                </a:moveTo>
                <a:cubicBezTo>
                  <a:pt x="10560" y="3555"/>
                  <a:pt x="10545" y="3555"/>
                  <a:pt x="10530" y="3570"/>
                </a:cubicBezTo>
                <a:cubicBezTo>
                  <a:pt x="10530" y="3585"/>
                  <a:pt x="10545" y="3600"/>
                  <a:pt x="10545" y="3600"/>
                </a:cubicBezTo>
                <a:cubicBezTo>
                  <a:pt x="10575" y="3600"/>
                  <a:pt x="10590" y="3585"/>
                  <a:pt x="10605" y="3570"/>
                </a:cubicBezTo>
                <a:cubicBezTo>
                  <a:pt x="10590" y="3555"/>
                  <a:pt x="10575" y="3540"/>
                  <a:pt x="10575" y="3540"/>
                </a:cubicBezTo>
                <a:close/>
                <a:moveTo>
                  <a:pt x="10993" y="3391"/>
                </a:moveTo>
                <a:cubicBezTo>
                  <a:pt x="10978" y="3421"/>
                  <a:pt x="10948" y="3436"/>
                  <a:pt x="10933" y="3466"/>
                </a:cubicBezTo>
                <a:cubicBezTo>
                  <a:pt x="10933" y="3480"/>
                  <a:pt x="10933" y="3495"/>
                  <a:pt x="10948" y="3510"/>
                </a:cubicBezTo>
                <a:cubicBezTo>
                  <a:pt x="10963" y="3540"/>
                  <a:pt x="10993" y="3570"/>
                  <a:pt x="11008" y="3600"/>
                </a:cubicBezTo>
                <a:cubicBezTo>
                  <a:pt x="11031" y="3641"/>
                  <a:pt x="11047" y="3656"/>
                  <a:pt x="11059" y="3656"/>
                </a:cubicBezTo>
                <a:cubicBezTo>
                  <a:pt x="11087" y="3656"/>
                  <a:pt x="11097" y="3580"/>
                  <a:pt x="11128" y="3570"/>
                </a:cubicBezTo>
                <a:cubicBezTo>
                  <a:pt x="11128" y="3555"/>
                  <a:pt x="11143" y="3540"/>
                  <a:pt x="11143" y="3525"/>
                </a:cubicBezTo>
                <a:cubicBezTo>
                  <a:pt x="11172" y="3451"/>
                  <a:pt x="11172" y="3406"/>
                  <a:pt x="11098" y="3391"/>
                </a:cubicBezTo>
                <a:close/>
                <a:moveTo>
                  <a:pt x="538" y="2823"/>
                </a:moveTo>
                <a:cubicBezTo>
                  <a:pt x="508" y="2868"/>
                  <a:pt x="434" y="2913"/>
                  <a:pt x="449" y="2958"/>
                </a:cubicBezTo>
                <a:cubicBezTo>
                  <a:pt x="464" y="3107"/>
                  <a:pt x="449" y="3256"/>
                  <a:pt x="314" y="3361"/>
                </a:cubicBezTo>
                <a:cubicBezTo>
                  <a:pt x="314" y="3361"/>
                  <a:pt x="329" y="3391"/>
                  <a:pt x="344" y="3406"/>
                </a:cubicBezTo>
                <a:lnTo>
                  <a:pt x="284" y="3436"/>
                </a:lnTo>
                <a:cubicBezTo>
                  <a:pt x="210" y="3480"/>
                  <a:pt x="120" y="3510"/>
                  <a:pt x="135" y="3630"/>
                </a:cubicBezTo>
                <a:cubicBezTo>
                  <a:pt x="159" y="3646"/>
                  <a:pt x="184" y="3658"/>
                  <a:pt x="206" y="3658"/>
                </a:cubicBezTo>
                <a:cubicBezTo>
                  <a:pt x="224" y="3658"/>
                  <a:pt x="241" y="3650"/>
                  <a:pt x="254" y="3630"/>
                </a:cubicBezTo>
                <a:cubicBezTo>
                  <a:pt x="284" y="3585"/>
                  <a:pt x="344" y="3585"/>
                  <a:pt x="374" y="3555"/>
                </a:cubicBezTo>
                <a:cubicBezTo>
                  <a:pt x="389" y="3540"/>
                  <a:pt x="389" y="3525"/>
                  <a:pt x="389" y="3495"/>
                </a:cubicBezTo>
                <a:cubicBezTo>
                  <a:pt x="389" y="3495"/>
                  <a:pt x="389" y="3495"/>
                  <a:pt x="389" y="3480"/>
                </a:cubicBezTo>
                <a:cubicBezTo>
                  <a:pt x="464" y="3466"/>
                  <a:pt x="493" y="3391"/>
                  <a:pt x="553" y="3331"/>
                </a:cubicBezTo>
                <a:cubicBezTo>
                  <a:pt x="568" y="3316"/>
                  <a:pt x="553" y="3286"/>
                  <a:pt x="538" y="3271"/>
                </a:cubicBezTo>
                <a:cubicBezTo>
                  <a:pt x="568" y="3256"/>
                  <a:pt x="583" y="3242"/>
                  <a:pt x="583" y="3212"/>
                </a:cubicBezTo>
                <a:cubicBezTo>
                  <a:pt x="583" y="3197"/>
                  <a:pt x="583" y="3167"/>
                  <a:pt x="583" y="3137"/>
                </a:cubicBezTo>
                <a:cubicBezTo>
                  <a:pt x="583" y="3122"/>
                  <a:pt x="583" y="3122"/>
                  <a:pt x="568" y="3107"/>
                </a:cubicBezTo>
                <a:cubicBezTo>
                  <a:pt x="553" y="3017"/>
                  <a:pt x="658" y="2973"/>
                  <a:pt x="628" y="2883"/>
                </a:cubicBezTo>
                <a:cubicBezTo>
                  <a:pt x="598" y="2868"/>
                  <a:pt x="568" y="2853"/>
                  <a:pt x="538" y="2823"/>
                </a:cubicBezTo>
                <a:close/>
                <a:moveTo>
                  <a:pt x="11658" y="3160"/>
                </a:moveTo>
                <a:cubicBezTo>
                  <a:pt x="11639" y="3160"/>
                  <a:pt x="11616" y="3167"/>
                  <a:pt x="11606" y="3167"/>
                </a:cubicBezTo>
                <a:cubicBezTo>
                  <a:pt x="11606" y="3197"/>
                  <a:pt x="11606" y="3212"/>
                  <a:pt x="11606" y="3242"/>
                </a:cubicBezTo>
                <a:cubicBezTo>
                  <a:pt x="11591" y="3256"/>
                  <a:pt x="11591" y="3271"/>
                  <a:pt x="11591" y="3286"/>
                </a:cubicBezTo>
                <a:cubicBezTo>
                  <a:pt x="11546" y="3271"/>
                  <a:pt x="11516" y="3242"/>
                  <a:pt x="11486" y="3227"/>
                </a:cubicBezTo>
                <a:cubicBezTo>
                  <a:pt x="11426" y="3256"/>
                  <a:pt x="11352" y="3286"/>
                  <a:pt x="11292" y="3316"/>
                </a:cubicBezTo>
                <a:cubicBezTo>
                  <a:pt x="11277" y="3331"/>
                  <a:pt x="11262" y="3346"/>
                  <a:pt x="11262" y="3361"/>
                </a:cubicBezTo>
                <a:cubicBezTo>
                  <a:pt x="11277" y="3406"/>
                  <a:pt x="11277" y="3466"/>
                  <a:pt x="11322" y="3480"/>
                </a:cubicBezTo>
                <a:cubicBezTo>
                  <a:pt x="11352" y="3495"/>
                  <a:pt x="11411" y="3495"/>
                  <a:pt x="11367" y="3555"/>
                </a:cubicBezTo>
                <a:cubicBezTo>
                  <a:pt x="11367" y="3570"/>
                  <a:pt x="11382" y="3570"/>
                  <a:pt x="11397" y="3570"/>
                </a:cubicBezTo>
                <a:cubicBezTo>
                  <a:pt x="11403" y="3583"/>
                  <a:pt x="11414" y="3587"/>
                  <a:pt x="11428" y="3587"/>
                </a:cubicBezTo>
                <a:cubicBezTo>
                  <a:pt x="11453" y="3587"/>
                  <a:pt x="11484" y="3574"/>
                  <a:pt x="11508" y="3574"/>
                </a:cubicBezTo>
                <a:cubicBezTo>
                  <a:pt x="11534" y="3574"/>
                  <a:pt x="11550" y="3590"/>
                  <a:pt x="11531" y="3660"/>
                </a:cubicBezTo>
                <a:cubicBezTo>
                  <a:pt x="11538" y="3667"/>
                  <a:pt x="11550" y="3671"/>
                  <a:pt x="11559" y="3671"/>
                </a:cubicBezTo>
                <a:cubicBezTo>
                  <a:pt x="11568" y="3671"/>
                  <a:pt x="11576" y="3667"/>
                  <a:pt x="11576" y="3660"/>
                </a:cubicBezTo>
                <a:cubicBezTo>
                  <a:pt x="11591" y="3600"/>
                  <a:pt x="11606" y="3555"/>
                  <a:pt x="11606" y="3510"/>
                </a:cubicBezTo>
                <a:cubicBezTo>
                  <a:pt x="11591" y="3495"/>
                  <a:pt x="11546" y="3510"/>
                  <a:pt x="11531" y="3480"/>
                </a:cubicBezTo>
                <a:lnTo>
                  <a:pt x="11561" y="3480"/>
                </a:lnTo>
                <a:cubicBezTo>
                  <a:pt x="11546" y="3451"/>
                  <a:pt x="11531" y="3436"/>
                  <a:pt x="11531" y="3406"/>
                </a:cubicBezTo>
                <a:lnTo>
                  <a:pt x="11635" y="3406"/>
                </a:lnTo>
                <a:lnTo>
                  <a:pt x="11725" y="3331"/>
                </a:lnTo>
                <a:cubicBezTo>
                  <a:pt x="11695" y="3316"/>
                  <a:pt x="11680" y="3316"/>
                  <a:pt x="11665" y="3316"/>
                </a:cubicBezTo>
                <a:cubicBezTo>
                  <a:pt x="11665" y="3286"/>
                  <a:pt x="11680" y="3271"/>
                  <a:pt x="11680" y="3242"/>
                </a:cubicBezTo>
                <a:cubicBezTo>
                  <a:pt x="11680" y="3212"/>
                  <a:pt x="11695" y="3182"/>
                  <a:pt x="11680" y="3167"/>
                </a:cubicBezTo>
                <a:cubicBezTo>
                  <a:pt x="11675" y="3162"/>
                  <a:pt x="11667" y="3160"/>
                  <a:pt x="11658" y="3160"/>
                </a:cubicBezTo>
                <a:close/>
                <a:moveTo>
                  <a:pt x="7684" y="2985"/>
                </a:moveTo>
                <a:cubicBezTo>
                  <a:pt x="7607" y="2985"/>
                  <a:pt x="7530" y="3017"/>
                  <a:pt x="7453" y="3017"/>
                </a:cubicBezTo>
                <a:lnTo>
                  <a:pt x="7409" y="3017"/>
                </a:lnTo>
                <a:cubicBezTo>
                  <a:pt x="7387" y="3039"/>
                  <a:pt x="7365" y="3053"/>
                  <a:pt x="7343" y="3053"/>
                </a:cubicBezTo>
                <a:cubicBezTo>
                  <a:pt x="7335" y="3053"/>
                  <a:pt x="7327" y="3051"/>
                  <a:pt x="7319" y="3047"/>
                </a:cubicBezTo>
                <a:cubicBezTo>
                  <a:pt x="7259" y="3062"/>
                  <a:pt x="7304" y="3122"/>
                  <a:pt x="7274" y="3152"/>
                </a:cubicBezTo>
                <a:cubicBezTo>
                  <a:pt x="7229" y="3167"/>
                  <a:pt x="7200" y="3197"/>
                  <a:pt x="7155" y="3227"/>
                </a:cubicBezTo>
                <a:cubicBezTo>
                  <a:pt x="7125" y="3256"/>
                  <a:pt x="7065" y="3271"/>
                  <a:pt x="7125" y="3331"/>
                </a:cubicBezTo>
                <a:lnTo>
                  <a:pt x="7155" y="3331"/>
                </a:lnTo>
                <a:cubicBezTo>
                  <a:pt x="7205" y="3331"/>
                  <a:pt x="7248" y="3278"/>
                  <a:pt x="7293" y="3278"/>
                </a:cubicBezTo>
                <a:cubicBezTo>
                  <a:pt x="7316" y="3278"/>
                  <a:pt x="7339" y="3291"/>
                  <a:pt x="7364" y="3331"/>
                </a:cubicBezTo>
                <a:cubicBezTo>
                  <a:pt x="7424" y="3376"/>
                  <a:pt x="7498" y="3391"/>
                  <a:pt x="7558" y="3421"/>
                </a:cubicBezTo>
                <a:cubicBezTo>
                  <a:pt x="7573" y="3428"/>
                  <a:pt x="7584" y="3432"/>
                  <a:pt x="7593" y="3432"/>
                </a:cubicBezTo>
                <a:cubicBezTo>
                  <a:pt x="7603" y="3432"/>
                  <a:pt x="7610" y="3428"/>
                  <a:pt x="7618" y="3421"/>
                </a:cubicBezTo>
                <a:cubicBezTo>
                  <a:pt x="7638" y="3416"/>
                  <a:pt x="7659" y="3414"/>
                  <a:pt x="7681" y="3414"/>
                </a:cubicBezTo>
                <a:cubicBezTo>
                  <a:pt x="7726" y="3414"/>
                  <a:pt x="7772" y="3421"/>
                  <a:pt x="7812" y="3421"/>
                </a:cubicBezTo>
                <a:lnTo>
                  <a:pt x="7842" y="3421"/>
                </a:lnTo>
                <a:cubicBezTo>
                  <a:pt x="7976" y="3421"/>
                  <a:pt x="8081" y="3466"/>
                  <a:pt x="8140" y="3600"/>
                </a:cubicBezTo>
                <a:cubicBezTo>
                  <a:pt x="8151" y="3644"/>
                  <a:pt x="8186" y="3671"/>
                  <a:pt x="8222" y="3671"/>
                </a:cubicBezTo>
                <a:cubicBezTo>
                  <a:pt x="8235" y="3671"/>
                  <a:pt x="8248" y="3668"/>
                  <a:pt x="8260" y="3660"/>
                </a:cubicBezTo>
                <a:cubicBezTo>
                  <a:pt x="8335" y="3630"/>
                  <a:pt x="8260" y="3585"/>
                  <a:pt x="8245" y="3540"/>
                </a:cubicBezTo>
                <a:cubicBezTo>
                  <a:pt x="8245" y="3510"/>
                  <a:pt x="8230" y="3480"/>
                  <a:pt x="8215" y="3451"/>
                </a:cubicBezTo>
                <a:cubicBezTo>
                  <a:pt x="8215" y="3436"/>
                  <a:pt x="8200" y="3436"/>
                  <a:pt x="8185" y="3436"/>
                </a:cubicBezTo>
                <a:cubicBezTo>
                  <a:pt x="8155" y="3391"/>
                  <a:pt x="8140" y="3361"/>
                  <a:pt x="8111" y="3316"/>
                </a:cubicBezTo>
                <a:cubicBezTo>
                  <a:pt x="8126" y="3286"/>
                  <a:pt x="8096" y="3256"/>
                  <a:pt x="8081" y="3227"/>
                </a:cubicBezTo>
                <a:cubicBezTo>
                  <a:pt x="8036" y="3137"/>
                  <a:pt x="7931" y="3122"/>
                  <a:pt x="7872" y="3062"/>
                </a:cubicBezTo>
                <a:cubicBezTo>
                  <a:pt x="7827" y="3032"/>
                  <a:pt x="7782" y="3003"/>
                  <a:pt x="7722" y="2988"/>
                </a:cubicBezTo>
                <a:cubicBezTo>
                  <a:pt x="7709" y="2985"/>
                  <a:pt x="7697" y="2985"/>
                  <a:pt x="7684" y="2985"/>
                </a:cubicBezTo>
                <a:close/>
                <a:moveTo>
                  <a:pt x="9948" y="3719"/>
                </a:moveTo>
                <a:cubicBezTo>
                  <a:pt x="9948" y="3719"/>
                  <a:pt x="9948" y="3734"/>
                  <a:pt x="9948" y="3734"/>
                </a:cubicBezTo>
                <a:cubicBezTo>
                  <a:pt x="9978" y="3749"/>
                  <a:pt x="10007" y="3749"/>
                  <a:pt x="10037" y="3764"/>
                </a:cubicBezTo>
                <a:cubicBezTo>
                  <a:pt x="10052" y="3749"/>
                  <a:pt x="10052" y="3734"/>
                  <a:pt x="10052" y="3719"/>
                </a:cubicBezTo>
                <a:close/>
                <a:moveTo>
                  <a:pt x="11158" y="3719"/>
                </a:moveTo>
                <a:lnTo>
                  <a:pt x="11158" y="3719"/>
                </a:lnTo>
                <a:cubicBezTo>
                  <a:pt x="11172" y="3749"/>
                  <a:pt x="11172" y="3779"/>
                  <a:pt x="11187" y="3809"/>
                </a:cubicBezTo>
                <a:cubicBezTo>
                  <a:pt x="11187" y="3794"/>
                  <a:pt x="11202" y="3779"/>
                  <a:pt x="11202" y="3779"/>
                </a:cubicBezTo>
                <a:cubicBezTo>
                  <a:pt x="11187" y="3764"/>
                  <a:pt x="11172" y="3734"/>
                  <a:pt x="11158" y="3719"/>
                </a:cubicBezTo>
                <a:close/>
                <a:moveTo>
                  <a:pt x="10470" y="3869"/>
                </a:moveTo>
                <a:cubicBezTo>
                  <a:pt x="10456" y="3869"/>
                  <a:pt x="10441" y="3899"/>
                  <a:pt x="10426" y="3899"/>
                </a:cubicBezTo>
                <a:cubicBezTo>
                  <a:pt x="10436" y="3909"/>
                  <a:pt x="10447" y="3920"/>
                  <a:pt x="10457" y="3920"/>
                </a:cubicBezTo>
                <a:cubicBezTo>
                  <a:pt x="10462" y="3920"/>
                  <a:pt x="10466" y="3918"/>
                  <a:pt x="10470" y="3914"/>
                </a:cubicBezTo>
                <a:cubicBezTo>
                  <a:pt x="10485" y="3914"/>
                  <a:pt x="10500" y="3914"/>
                  <a:pt x="10530" y="3884"/>
                </a:cubicBezTo>
                <a:cubicBezTo>
                  <a:pt x="10500" y="3869"/>
                  <a:pt x="10470" y="3869"/>
                  <a:pt x="10470" y="3869"/>
                </a:cubicBezTo>
                <a:close/>
                <a:moveTo>
                  <a:pt x="269" y="3869"/>
                </a:moveTo>
                <a:cubicBezTo>
                  <a:pt x="254" y="3869"/>
                  <a:pt x="225" y="3884"/>
                  <a:pt x="210" y="3899"/>
                </a:cubicBezTo>
                <a:cubicBezTo>
                  <a:pt x="225" y="3914"/>
                  <a:pt x="239" y="3929"/>
                  <a:pt x="254" y="3944"/>
                </a:cubicBezTo>
                <a:cubicBezTo>
                  <a:pt x="284" y="3929"/>
                  <a:pt x="314" y="3929"/>
                  <a:pt x="329" y="3914"/>
                </a:cubicBezTo>
                <a:cubicBezTo>
                  <a:pt x="314" y="3899"/>
                  <a:pt x="284" y="3884"/>
                  <a:pt x="269" y="3869"/>
                </a:cubicBezTo>
                <a:close/>
                <a:moveTo>
                  <a:pt x="11083" y="3828"/>
                </a:moveTo>
                <a:cubicBezTo>
                  <a:pt x="11022" y="3828"/>
                  <a:pt x="11015" y="3906"/>
                  <a:pt x="10978" y="3944"/>
                </a:cubicBezTo>
                <a:cubicBezTo>
                  <a:pt x="10978" y="3958"/>
                  <a:pt x="10993" y="3958"/>
                  <a:pt x="10993" y="3958"/>
                </a:cubicBezTo>
                <a:cubicBezTo>
                  <a:pt x="10993" y="3958"/>
                  <a:pt x="10978" y="3973"/>
                  <a:pt x="10978" y="3973"/>
                </a:cubicBezTo>
                <a:cubicBezTo>
                  <a:pt x="10963" y="3988"/>
                  <a:pt x="10963" y="4003"/>
                  <a:pt x="10978" y="4018"/>
                </a:cubicBezTo>
                <a:cubicBezTo>
                  <a:pt x="10991" y="4023"/>
                  <a:pt x="11003" y="4024"/>
                  <a:pt x="11014" y="4024"/>
                </a:cubicBezTo>
                <a:cubicBezTo>
                  <a:pt x="11041" y="4024"/>
                  <a:pt x="11062" y="4014"/>
                  <a:pt x="11083" y="4003"/>
                </a:cubicBezTo>
                <a:cubicBezTo>
                  <a:pt x="11098" y="3973"/>
                  <a:pt x="11113" y="3958"/>
                  <a:pt x="11098" y="3929"/>
                </a:cubicBezTo>
                <a:cubicBezTo>
                  <a:pt x="11113" y="3899"/>
                  <a:pt x="11113" y="3884"/>
                  <a:pt x="11128" y="3869"/>
                </a:cubicBezTo>
                <a:cubicBezTo>
                  <a:pt x="11128" y="3854"/>
                  <a:pt x="11128" y="3839"/>
                  <a:pt x="11128" y="3839"/>
                </a:cubicBezTo>
                <a:cubicBezTo>
                  <a:pt x="11110" y="3831"/>
                  <a:pt x="11095" y="3828"/>
                  <a:pt x="11083" y="3828"/>
                </a:cubicBezTo>
                <a:close/>
                <a:moveTo>
                  <a:pt x="10889" y="3540"/>
                </a:moveTo>
                <a:cubicBezTo>
                  <a:pt x="10829" y="3645"/>
                  <a:pt x="10754" y="3749"/>
                  <a:pt x="10695" y="3854"/>
                </a:cubicBezTo>
                <a:lnTo>
                  <a:pt x="10680" y="3869"/>
                </a:lnTo>
                <a:cubicBezTo>
                  <a:pt x="10665" y="3914"/>
                  <a:pt x="10650" y="3944"/>
                  <a:pt x="10635" y="3973"/>
                </a:cubicBezTo>
                <a:cubicBezTo>
                  <a:pt x="10650" y="4003"/>
                  <a:pt x="10680" y="4033"/>
                  <a:pt x="10695" y="4063"/>
                </a:cubicBezTo>
                <a:cubicBezTo>
                  <a:pt x="10695" y="4048"/>
                  <a:pt x="10695" y="4018"/>
                  <a:pt x="10695" y="3988"/>
                </a:cubicBezTo>
                <a:cubicBezTo>
                  <a:pt x="10709" y="4003"/>
                  <a:pt x="10739" y="4003"/>
                  <a:pt x="10754" y="4003"/>
                </a:cubicBezTo>
                <a:cubicBezTo>
                  <a:pt x="10769" y="3988"/>
                  <a:pt x="10784" y="3988"/>
                  <a:pt x="10799" y="3973"/>
                </a:cubicBezTo>
                <a:lnTo>
                  <a:pt x="10874" y="3914"/>
                </a:lnTo>
                <a:lnTo>
                  <a:pt x="10829" y="3839"/>
                </a:lnTo>
                <a:lnTo>
                  <a:pt x="10948" y="3809"/>
                </a:lnTo>
                <a:cubicBezTo>
                  <a:pt x="10933" y="3794"/>
                  <a:pt x="10933" y="3794"/>
                  <a:pt x="10919" y="3794"/>
                </a:cubicBezTo>
                <a:lnTo>
                  <a:pt x="10859" y="3794"/>
                </a:lnTo>
                <a:cubicBezTo>
                  <a:pt x="10874" y="3749"/>
                  <a:pt x="10889" y="3705"/>
                  <a:pt x="10904" y="3660"/>
                </a:cubicBezTo>
                <a:cubicBezTo>
                  <a:pt x="10919" y="3630"/>
                  <a:pt x="10919" y="3585"/>
                  <a:pt x="10889" y="3540"/>
                </a:cubicBezTo>
                <a:close/>
                <a:moveTo>
                  <a:pt x="60" y="3899"/>
                </a:moveTo>
                <a:cubicBezTo>
                  <a:pt x="45" y="3973"/>
                  <a:pt x="15" y="4063"/>
                  <a:pt x="0" y="4153"/>
                </a:cubicBezTo>
                <a:cubicBezTo>
                  <a:pt x="0" y="4153"/>
                  <a:pt x="15" y="4168"/>
                  <a:pt x="30" y="4168"/>
                </a:cubicBezTo>
                <a:cubicBezTo>
                  <a:pt x="105" y="4153"/>
                  <a:pt x="135" y="4093"/>
                  <a:pt x="135" y="4033"/>
                </a:cubicBezTo>
                <a:cubicBezTo>
                  <a:pt x="210" y="3973"/>
                  <a:pt x="210" y="3944"/>
                  <a:pt x="120" y="3914"/>
                </a:cubicBezTo>
                <a:cubicBezTo>
                  <a:pt x="90" y="3914"/>
                  <a:pt x="75" y="3899"/>
                  <a:pt x="60" y="3899"/>
                </a:cubicBezTo>
                <a:close/>
                <a:moveTo>
                  <a:pt x="11471" y="3779"/>
                </a:moveTo>
                <a:cubicBezTo>
                  <a:pt x="11456" y="3809"/>
                  <a:pt x="11426" y="3824"/>
                  <a:pt x="11411" y="3839"/>
                </a:cubicBezTo>
                <a:lnTo>
                  <a:pt x="11337" y="3869"/>
                </a:lnTo>
                <a:cubicBezTo>
                  <a:pt x="11331" y="3867"/>
                  <a:pt x="11325" y="3866"/>
                  <a:pt x="11321" y="3866"/>
                </a:cubicBezTo>
                <a:cubicBezTo>
                  <a:pt x="11292" y="3866"/>
                  <a:pt x="11290" y="3903"/>
                  <a:pt x="11277" y="3929"/>
                </a:cubicBezTo>
                <a:lnTo>
                  <a:pt x="11277" y="3899"/>
                </a:lnTo>
                <a:cubicBezTo>
                  <a:pt x="11232" y="3899"/>
                  <a:pt x="11202" y="3914"/>
                  <a:pt x="11158" y="3914"/>
                </a:cubicBezTo>
                <a:cubicBezTo>
                  <a:pt x="11158" y="3914"/>
                  <a:pt x="11172" y="3929"/>
                  <a:pt x="11172" y="3929"/>
                </a:cubicBezTo>
                <a:lnTo>
                  <a:pt x="11262" y="3944"/>
                </a:lnTo>
                <a:cubicBezTo>
                  <a:pt x="11247" y="3958"/>
                  <a:pt x="11247" y="3958"/>
                  <a:pt x="11247" y="3973"/>
                </a:cubicBezTo>
                <a:cubicBezTo>
                  <a:pt x="11247" y="4003"/>
                  <a:pt x="11262" y="4018"/>
                  <a:pt x="11277" y="4048"/>
                </a:cubicBezTo>
                <a:cubicBezTo>
                  <a:pt x="11277" y="4048"/>
                  <a:pt x="11277" y="4063"/>
                  <a:pt x="11277" y="4063"/>
                </a:cubicBezTo>
                <a:cubicBezTo>
                  <a:pt x="11277" y="4063"/>
                  <a:pt x="11277" y="4048"/>
                  <a:pt x="11262" y="4048"/>
                </a:cubicBezTo>
                <a:cubicBezTo>
                  <a:pt x="11247" y="4048"/>
                  <a:pt x="11232" y="4048"/>
                  <a:pt x="11202" y="4063"/>
                </a:cubicBezTo>
                <a:cubicBezTo>
                  <a:pt x="11187" y="4108"/>
                  <a:pt x="11217" y="4138"/>
                  <a:pt x="11232" y="4182"/>
                </a:cubicBezTo>
                <a:cubicBezTo>
                  <a:pt x="11232" y="4182"/>
                  <a:pt x="11247" y="4197"/>
                  <a:pt x="11232" y="4197"/>
                </a:cubicBezTo>
                <a:cubicBezTo>
                  <a:pt x="11251" y="4210"/>
                  <a:pt x="11265" y="4215"/>
                  <a:pt x="11275" y="4215"/>
                </a:cubicBezTo>
                <a:cubicBezTo>
                  <a:pt x="11290" y="4215"/>
                  <a:pt x="11298" y="4206"/>
                  <a:pt x="11307" y="4197"/>
                </a:cubicBezTo>
                <a:cubicBezTo>
                  <a:pt x="11307" y="4212"/>
                  <a:pt x="11307" y="4227"/>
                  <a:pt x="11322" y="4242"/>
                </a:cubicBezTo>
                <a:cubicBezTo>
                  <a:pt x="11337" y="4250"/>
                  <a:pt x="11348" y="4253"/>
                  <a:pt x="11357" y="4253"/>
                </a:cubicBezTo>
                <a:cubicBezTo>
                  <a:pt x="11367" y="4253"/>
                  <a:pt x="11374" y="4250"/>
                  <a:pt x="11382" y="4242"/>
                </a:cubicBezTo>
                <a:cubicBezTo>
                  <a:pt x="11397" y="4227"/>
                  <a:pt x="11397" y="4212"/>
                  <a:pt x="11411" y="4212"/>
                </a:cubicBezTo>
                <a:cubicBezTo>
                  <a:pt x="11426" y="4182"/>
                  <a:pt x="11456" y="4182"/>
                  <a:pt x="11486" y="4182"/>
                </a:cubicBezTo>
                <a:cubicBezTo>
                  <a:pt x="11606" y="4078"/>
                  <a:pt x="11471" y="4048"/>
                  <a:pt x="11441" y="3973"/>
                </a:cubicBezTo>
                <a:cubicBezTo>
                  <a:pt x="11411" y="3973"/>
                  <a:pt x="11397" y="3958"/>
                  <a:pt x="11411" y="3929"/>
                </a:cubicBezTo>
                <a:cubicBezTo>
                  <a:pt x="11411" y="3914"/>
                  <a:pt x="11411" y="3899"/>
                  <a:pt x="11411" y="3884"/>
                </a:cubicBezTo>
                <a:cubicBezTo>
                  <a:pt x="11441" y="3869"/>
                  <a:pt x="11456" y="3854"/>
                  <a:pt x="11486" y="3824"/>
                </a:cubicBezTo>
                <a:cubicBezTo>
                  <a:pt x="11486" y="3824"/>
                  <a:pt x="11471" y="3794"/>
                  <a:pt x="11471" y="3779"/>
                </a:cubicBezTo>
                <a:close/>
                <a:moveTo>
                  <a:pt x="10739" y="4197"/>
                </a:moveTo>
                <a:cubicBezTo>
                  <a:pt x="10724" y="4227"/>
                  <a:pt x="10724" y="4242"/>
                  <a:pt x="10709" y="4272"/>
                </a:cubicBezTo>
                <a:lnTo>
                  <a:pt x="10769" y="4272"/>
                </a:lnTo>
                <a:cubicBezTo>
                  <a:pt x="10769" y="4242"/>
                  <a:pt x="10754" y="4227"/>
                  <a:pt x="10739" y="4197"/>
                </a:cubicBezTo>
                <a:close/>
                <a:moveTo>
                  <a:pt x="10037" y="4257"/>
                </a:moveTo>
                <a:cubicBezTo>
                  <a:pt x="10022" y="4257"/>
                  <a:pt x="10022" y="4272"/>
                  <a:pt x="10007" y="4272"/>
                </a:cubicBezTo>
                <a:cubicBezTo>
                  <a:pt x="10022" y="4287"/>
                  <a:pt x="10022" y="4302"/>
                  <a:pt x="10037" y="4317"/>
                </a:cubicBezTo>
                <a:cubicBezTo>
                  <a:pt x="10052" y="4302"/>
                  <a:pt x="10067" y="4287"/>
                  <a:pt x="10082" y="4287"/>
                </a:cubicBezTo>
                <a:cubicBezTo>
                  <a:pt x="10067" y="4272"/>
                  <a:pt x="10052" y="4257"/>
                  <a:pt x="10037" y="4257"/>
                </a:cubicBezTo>
                <a:close/>
                <a:moveTo>
                  <a:pt x="10530" y="4242"/>
                </a:moveTo>
                <a:cubicBezTo>
                  <a:pt x="10545" y="4257"/>
                  <a:pt x="10560" y="4287"/>
                  <a:pt x="10575" y="4317"/>
                </a:cubicBezTo>
                <a:cubicBezTo>
                  <a:pt x="10575" y="4302"/>
                  <a:pt x="10590" y="4287"/>
                  <a:pt x="10605" y="4272"/>
                </a:cubicBezTo>
                <a:cubicBezTo>
                  <a:pt x="10575" y="4257"/>
                  <a:pt x="10545" y="4242"/>
                  <a:pt x="10530" y="4242"/>
                </a:cubicBezTo>
                <a:close/>
                <a:moveTo>
                  <a:pt x="8732" y="3767"/>
                </a:moveTo>
                <a:cubicBezTo>
                  <a:pt x="8702" y="3767"/>
                  <a:pt x="8674" y="3777"/>
                  <a:pt x="8648" y="3809"/>
                </a:cubicBezTo>
                <a:cubicBezTo>
                  <a:pt x="8708" y="3929"/>
                  <a:pt x="8813" y="4003"/>
                  <a:pt x="8857" y="4138"/>
                </a:cubicBezTo>
                <a:cubicBezTo>
                  <a:pt x="8872" y="4182"/>
                  <a:pt x="8917" y="4272"/>
                  <a:pt x="8977" y="4317"/>
                </a:cubicBezTo>
                <a:cubicBezTo>
                  <a:pt x="8992" y="4332"/>
                  <a:pt x="9018" y="4336"/>
                  <a:pt x="9048" y="4336"/>
                </a:cubicBezTo>
                <a:cubicBezTo>
                  <a:pt x="9078" y="4336"/>
                  <a:pt x="9111" y="4332"/>
                  <a:pt x="9141" y="4332"/>
                </a:cubicBezTo>
                <a:cubicBezTo>
                  <a:pt x="9126" y="4302"/>
                  <a:pt x="9111" y="4287"/>
                  <a:pt x="9111" y="4257"/>
                </a:cubicBezTo>
                <a:cubicBezTo>
                  <a:pt x="9111" y="4257"/>
                  <a:pt x="9141" y="4242"/>
                  <a:pt x="9156" y="4227"/>
                </a:cubicBezTo>
                <a:cubicBezTo>
                  <a:pt x="9171" y="4212"/>
                  <a:pt x="9201" y="4182"/>
                  <a:pt x="9201" y="4182"/>
                </a:cubicBezTo>
                <a:cubicBezTo>
                  <a:pt x="9156" y="4093"/>
                  <a:pt x="9096" y="4003"/>
                  <a:pt x="9052" y="3914"/>
                </a:cubicBezTo>
                <a:cubicBezTo>
                  <a:pt x="8992" y="3884"/>
                  <a:pt x="8917" y="3854"/>
                  <a:pt x="8857" y="3809"/>
                </a:cubicBezTo>
                <a:lnTo>
                  <a:pt x="8857" y="3794"/>
                </a:lnTo>
                <a:cubicBezTo>
                  <a:pt x="8815" y="3786"/>
                  <a:pt x="8772" y="3767"/>
                  <a:pt x="8732" y="3767"/>
                </a:cubicBezTo>
                <a:close/>
                <a:moveTo>
                  <a:pt x="10952" y="4106"/>
                </a:moveTo>
                <a:cubicBezTo>
                  <a:pt x="10941" y="4106"/>
                  <a:pt x="10930" y="4111"/>
                  <a:pt x="10919" y="4123"/>
                </a:cubicBezTo>
                <a:cubicBezTo>
                  <a:pt x="10904" y="4153"/>
                  <a:pt x="10889" y="4182"/>
                  <a:pt x="10874" y="4212"/>
                </a:cubicBezTo>
                <a:cubicBezTo>
                  <a:pt x="10874" y="4227"/>
                  <a:pt x="10874" y="4227"/>
                  <a:pt x="10889" y="4242"/>
                </a:cubicBezTo>
                <a:cubicBezTo>
                  <a:pt x="10904" y="4257"/>
                  <a:pt x="10919" y="4272"/>
                  <a:pt x="10919" y="4302"/>
                </a:cubicBezTo>
                <a:lnTo>
                  <a:pt x="10948" y="4302"/>
                </a:lnTo>
                <a:cubicBezTo>
                  <a:pt x="10960" y="4306"/>
                  <a:pt x="10970" y="4308"/>
                  <a:pt x="10979" y="4308"/>
                </a:cubicBezTo>
                <a:cubicBezTo>
                  <a:pt x="11006" y="4308"/>
                  <a:pt x="11023" y="4291"/>
                  <a:pt x="11023" y="4257"/>
                </a:cubicBezTo>
                <a:cubicBezTo>
                  <a:pt x="11023" y="4257"/>
                  <a:pt x="11023" y="4257"/>
                  <a:pt x="11023" y="4242"/>
                </a:cubicBezTo>
                <a:cubicBezTo>
                  <a:pt x="11038" y="4257"/>
                  <a:pt x="11053" y="4257"/>
                  <a:pt x="11068" y="4257"/>
                </a:cubicBezTo>
                <a:cubicBezTo>
                  <a:pt x="11068" y="4272"/>
                  <a:pt x="11068" y="4272"/>
                  <a:pt x="11053" y="4272"/>
                </a:cubicBezTo>
                <a:cubicBezTo>
                  <a:pt x="11053" y="4287"/>
                  <a:pt x="11053" y="4302"/>
                  <a:pt x="11068" y="4332"/>
                </a:cubicBezTo>
                <a:cubicBezTo>
                  <a:pt x="11113" y="4347"/>
                  <a:pt x="11172" y="4377"/>
                  <a:pt x="11232" y="4407"/>
                </a:cubicBezTo>
                <a:cubicBezTo>
                  <a:pt x="11217" y="4362"/>
                  <a:pt x="11187" y="4332"/>
                  <a:pt x="11172" y="4302"/>
                </a:cubicBezTo>
                <a:lnTo>
                  <a:pt x="11128" y="4302"/>
                </a:lnTo>
                <a:cubicBezTo>
                  <a:pt x="11143" y="4257"/>
                  <a:pt x="11143" y="4212"/>
                  <a:pt x="11158" y="4153"/>
                </a:cubicBezTo>
                <a:cubicBezTo>
                  <a:pt x="11113" y="4153"/>
                  <a:pt x="11068" y="4138"/>
                  <a:pt x="11038" y="4123"/>
                </a:cubicBezTo>
                <a:cubicBezTo>
                  <a:pt x="11023" y="4138"/>
                  <a:pt x="11008" y="4138"/>
                  <a:pt x="10993" y="4138"/>
                </a:cubicBezTo>
                <a:cubicBezTo>
                  <a:pt x="10984" y="4119"/>
                  <a:pt x="10969" y="4106"/>
                  <a:pt x="10952" y="4106"/>
                </a:cubicBezTo>
                <a:close/>
                <a:moveTo>
                  <a:pt x="523" y="4332"/>
                </a:moveTo>
                <a:cubicBezTo>
                  <a:pt x="523" y="4332"/>
                  <a:pt x="508" y="4347"/>
                  <a:pt x="478" y="4362"/>
                </a:cubicBezTo>
                <a:cubicBezTo>
                  <a:pt x="508" y="4392"/>
                  <a:pt x="523" y="4421"/>
                  <a:pt x="553" y="4436"/>
                </a:cubicBezTo>
                <a:cubicBezTo>
                  <a:pt x="553" y="4436"/>
                  <a:pt x="598" y="4407"/>
                  <a:pt x="583" y="4392"/>
                </a:cubicBezTo>
                <a:cubicBezTo>
                  <a:pt x="568" y="4377"/>
                  <a:pt x="553" y="4347"/>
                  <a:pt x="523" y="4332"/>
                </a:cubicBezTo>
                <a:close/>
                <a:moveTo>
                  <a:pt x="11030" y="4330"/>
                </a:moveTo>
                <a:cubicBezTo>
                  <a:pt x="11013" y="4330"/>
                  <a:pt x="10996" y="4338"/>
                  <a:pt x="10978" y="4347"/>
                </a:cubicBezTo>
                <a:cubicBezTo>
                  <a:pt x="10948" y="4392"/>
                  <a:pt x="10919" y="4421"/>
                  <a:pt x="10889" y="4466"/>
                </a:cubicBezTo>
                <a:cubicBezTo>
                  <a:pt x="10896" y="4465"/>
                  <a:pt x="10905" y="4464"/>
                  <a:pt x="10914" y="4464"/>
                </a:cubicBezTo>
                <a:cubicBezTo>
                  <a:pt x="10942" y="4464"/>
                  <a:pt x="10973" y="4469"/>
                  <a:pt x="11002" y="4469"/>
                </a:cubicBezTo>
                <a:cubicBezTo>
                  <a:pt x="11054" y="4469"/>
                  <a:pt x="11094" y="4451"/>
                  <a:pt x="11068" y="4347"/>
                </a:cubicBezTo>
                <a:cubicBezTo>
                  <a:pt x="11055" y="4334"/>
                  <a:pt x="11043" y="4330"/>
                  <a:pt x="11030" y="4330"/>
                </a:cubicBezTo>
                <a:close/>
                <a:moveTo>
                  <a:pt x="10695" y="4377"/>
                </a:moveTo>
                <a:cubicBezTo>
                  <a:pt x="10680" y="4392"/>
                  <a:pt x="10665" y="4392"/>
                  <a:pt x="10650" y="4407"/>
                </a:cubicBezTo>
                <a:cubicBezTo>
                  <a:pt x="10695" y="4436"/>
                  <a:pt x="10724" y="4451"/>
                  <a:pt x="10769" y="4481"/>
                </a:cubicBezTo>
                <a:cubicBezTo>
                  <a:pt x="10769" y="4466"/>
                  <a:pt x="10784" y="4466"/>
                  <a:pt x="10784" y="4451"/>
                </a:cubicBezTo>
                <a:cubicBezTo>
                  <a:pt x="10754" y="4421"/>
                  <a:pt x="10724" y="4407"/>
                  <a:pt x="10695" y="4377"/>
                </a:cubicBezTo>
                <a:close/>
                <a:moveTo>
                  <a:pt x="11352" y="4407"/>
                </a:moveTo>
                <a:cubicBezTo>
                  <a:pt x="11322" y="4436"/>
                  <a:pt x="11217" y="4392"/>
                  <a:pt x="11262" y="4496"/>
                </a:cubicBezTo>
                <a:cubicBezTo>
                  <a:pt x="11292" y="4496"/>
                  <a:pt x="11322" y="4496"/>
                  <a:pt x="11352" y="4481"/>
                </a:cubicBezTo>
                <a:cubicBezTo>
                  <a:pt x="11367" y="4466"/>
                  <a:pt x="11367" y="4451"/>
                  <a:pt x="11382" y="4436"/>
                </a:cubicBezTo>
                <a:cubicBezTo>
                  <a:pt x="11382" y="4436"/>
                  <a:pt x="11382" y="4421"/>
                  <a:pt x="11382" y="4407"/>
                </a:cubicBezTo>
                <a:close/>
                <a:moveTo>
                  <a:pt x="11299" y="4515"/>
                </a:moveTo>
                <a:cubicBezTo>
                  <a:pt x="11292" y="4515"/>
                  <a:pt x="11284" y="4519"/>
                  <a:pt x="11277" y="4526"/>
                </a:cubicBezTo>
                <a:cubicBezTo>
                  <a:pt x="11247" y="4541"/>
                  <a:pt x="11217" y="4556"/>
                  <a:pt x="11187" y="4571"/>
                </a:cubicBezTo>
                <a:cubicBezTo>
                  <a:pt x="11187" y="4586"/>
                  <a:pt x="11187" y="4586"/>
                  <a:pt x="11187" y="4601"/>
                </a:cubicBezTo>
                <a:cubicBezTo>
                  <a:pt x="11232" y="4586"/>
                  <a:pt x="11277" y="4586"/>
                  <a:pt x="11337" y="4586"/>
                </a:cubicBezTo>
                <a:cubicBezTo>
                  <a:pt x="11337" y="4556"/>
                  <a:pt x="11337" y="4541"/>
                  <a:pt x="11322" y="4526"/>
                </a:cubicBezTo>
                <a:cubicBezTo>
                  <a:pt x="11314" y="4519"/>
                  <a:pt x="11307" y="4515"/>
                  <a:pt x="11299" y="4515"/>
                </a:cubicBezTo>
                <a:close/>
                <a:moveTo>
                  <a:pt x="10889" y="4556"/>
                </a:moveTo>
                <a:cubicBezTo>
                  <a:pt x="10859" y="4556"/>
                  <a:pt x="10829" y="4571"/>
                  <a:pt x="10799" y="4586"/>
                </a:cubicBezTo>
                <a:cubicBezTo>
                  <a:pt x="10859" y="4601"/>
                  <a:pt x="10919" y="4616"/>
                  <a:pt x="10978" y="4645"/>
                </a:cubicBezTo>
                <a:cubicBezTo>
                  <a:pt x="10948" y="4616"/>
                  <a:pt x="10919" y="4586"/>
                  <a:pt x="10889" y="4556"/>
                </a:cubicBezTo>
                <a:close/>
                <a:moveTo>
                  <a:pt x="10545" y="4556"/>
                </a:moveTo>
                <a:cubicBezTo>
                  <a:pt x="10545" y="4571"/>
                  <a:pt x="10560" y="4601"/>
                  <a:pt x="10560" y="4631"/>
                </a:cubicBezTo>
                <a:cubicBezTo>
                  <a:pt x="10605" y="4645"/>
                  <a:pt x="10665" y="4675"/>
                  <a:pt x="10724" y="4690"/>
                </a:cubicBezTo>
                <a:cubicBezTo>
                  <a:pt x="10724" y="4660"/>
                  <a:pt x="10739" y="4616"/>
                  <a:pt x="10739" y="4586"/>
                </a:cubicBezTo>
                <a:cubicBezTo>
                  <a:pt x="10680" y="4571"/>
                  <a:pt x="10605" y="4571"/>
                  <a:pt x="10545" y="4556"/>
                </a:cubicBezTo>
                <a:close/>
                <a:moveTo>
                  <a:pt x="10022" y="4675"/>
                </a:moveTo>
                <a:cubicBezTo>
                  <a:pt x="10007" y="4675"/>
                  <a:pt x="9993" y="4690"/>
                  <a:pt x="9978" y="4705"/>
                </a:cubicBezTo>
                <a:cubicBezTo>
                  <a:pt x="9993" y="4705"/>
                  <a:pt x="9993" y="4720"/>
                  <a:pt x="10007" y="4720"/>
                </a:cubicBezTo>
                <a:cubicBezTo>
                  <a:pt x="10022" y="4720"/>
                  <a:pt x="10037" y="4705"/>
                  <a:pt x="10052" y="4690"/>
                </a:cubicBezTo>
                <a:cubicBezTo>
                  <a:pt x="10037" y="4675"/>
                  <a:pt x="10022" y="4675"/>
                  <a:pt x="10022" y="4675"/>
                </a:cubicBezTo>
                <a:close/>
                <a:moveTo>
                  <a:pt x="11041" y="4635"/>
                </a:moveTo>
                <a:cubicBezTo>
                  <a:pt x="11022" y="4635"/>
                  <a:pt x="10999" y="4640"/>
                  <a:pt x="10978" y="4645"/>
                </a:cubicBezTo>
                <a:cubicBezTo>
                  <a:pt x="11008" y="4660"/>
                  <a:pt x="11038" y="4690"/>
                  <a:pt x="11068" y="4720"/>
                </a:cubicBezTo>
                <a:cubicBezTo>
                  <a:pt x="11097" y="4653"/>
                  <a:pt x="11076" y="4635"/>
                  <a:pt x="11041" y="4635"/>
                </a:cubicBezTo>
                <a:close/>
                <a:moveTo>
                  <a:pt x="11292" y="4631"/>
                </a:moveTo>
                <a:cubicBezTo>
                  <a:pt x="11232" y="4645"/>
                  <a:pt x="11202" y="4660"/>
                  <a:pt x="11158" y="4675"/>
                </a:cubicBezTo>
                <a:cubicBezTo>
                  <a:pt x="11172" y="4720"/>
                  <a:pt x="11187" y="4765"/>
                  <a:pt x="11202" y="4810"/>
                </a:cubicBezTo>
                <a:cubicBezTo>
                  <a:pt x="11232" y="4795"/>
                  <a:pt x="11217" y="4765"/>
                  <a:pt x="11232" y="4750"/>
                </a:cubicBezTo>
                <a:cubicBezTo>
                  <a:pt x="11247" y="4720"/>
                  <a:pt x="11262" y="4690"/>
                  <a:pt x="11292" y="4631"/>
                </a:cubicBezTo>
                <a:close/>
                <a:moveTo>
                  <a:pt x="10485" y="4840"/>
                </a:moveTo>
                <a:cubicBezTo>
                  <a:pt x="10470" y="4855"/>
                  <a:pt x="10456" y="4870"/>
                  <a:pt x="10426" y="4884"/>
                </a:cubicBezTo>
                <a:cubicBezTo>
                  <a:pt x="10441" y="4899"/>
                  <a:pt x="10456" y="4899"/>
                  <a:pt x="10470" y="4914"/>
                </a:cubicBezTo>
                <a:cubicBezTo>
                  <a:pt x="10485" y="4899"/>
                  <a:pt x="10500" y="4884"/>
                  <a:pt x="10515" y="4855"/>
                </a:cubicBezTo>
                <a:cubicBezTo>
                  <a:pt x="10500" y="4855"/>
                  <a:pt x="10485" y="4840"/>
                  <a:pt x="10485" y="4840"/>
                </a:cubicBezTo>
                <a:close/>
                <a:moveTo>
                  <a:pt x="11352" y="4855"/>
                </a:moveTo>
                <a:cubicBezTo>
                  <a:pt x="11352" y="4855"/>
                  <a:pt x="11337" y="4870"/>
                  <a:pt x="11322" y="4870"/>
                </a:cubicBezTo>
                <a:cubicBezTo>
                  <a:pt x="11322" y="4884"/>
                  <a:pt x="11307" y="4884"/>
                  <a:pt x="11292" y="4899"/>
                </a:cubicBezTo>
                <a:cubicBezTo>
                  <a:pt x="11307" y="4899"/>
                  <a:pt x="11307" y="4914"/>
                  <a:pt x="11307" y="4914"/>
                </a:cubicBezTo>
                <a:cubicBezTo>
                  <a:pt x="11352" y="4929"/>
                  <a:pt x="11411" y="4929"/>
                  <a:pt x="11471" y="4929"/>
                </a:cubicBezTo>
                <a:cubicBezTo>
                  <a:pt x="11471" y="4914"/>
                  <a:pt x="11471" y="4899"/>
                  <a:pt x="11471" y="4899"/>
                </a:cubicBezTo>
                <a:cubicBezTo>
                  <a:pt x="11426" y="4884"/>
                  <a:pt x="11397" y="4870"/>
                  <a:pt x="11352" y="4855"/>
                </a:cubicBezTo>
                <a:close/>
                <a:moveTo>
                  <a:pt x="11038" y="4870"/>
                </a:moveTo>
                <a:cubicBezTo>
                  <a:pt x="10993" y="4899"/>
                  <a:pt x="10963" y="4929"/>
                  <a:pt x="10919" y="4959"/>
                </a:cubicBezTo>
                <a:cubicBezTo>
                  <a:pt x="10933" y="4974"/>
                  <a:pt x="10933" y="4989"/>
                  <a:pt x="10933" y="5019"/>
                </a:cubicBezTo>
                <a:cubicBezTo>
                  <a:pt x="10948" y="5019"/>
                  <a:pt x="10963" y="5034"/>
                  <a:pt x="10978" y="5034"/>
                </a:cubicBezTo>
                <a:cubicBezTo>
                  <a:pt x="11038" y="5034"/>
                  <a:pt x="11083" y="5019"/>
                  <a:pt x="11098" y="4959"/>
                </a:cubicBezTo>
                <a:cubicBezTo>
                  <a:pt x="11113" y="4914"/>
                  <a:pt x="11098" y="4870"/>
                  <a:pt x="11038" y="4870"/>
                </a:cubicBezTo>
                <a:close/>
                <a:moveTo>
                  <a:pt x="6806" y="3529"/>
                </a:moveTo>
                <a:cubicBezTo>
                  <a:pt x="6796" y="3529"/>
                  <a:pt x="6789" y="3533"/>
                  <a:pt x="6781" y="3540"/>
                </a:cubicBezTo>
                <a:cubicBezTo>
                  <a:pt x="6766" y="3585"/>
                  <a:pt x="6751" y="3630"/>
                  <a:pt x="6751" y="3675"/>
                </a:cubicBezTo>
                <a:cubicBezTo>
                  <a:pt x="6766" y="3764"/>
                  <a:pt x="6811" y="3854"/>
                  <a:pt x="6811" y="3944"/>
                </a:cubicBezTo>
                <a:cubicBezTo>
                  <a:pt x="6781" y="4123"/>
                  <a:pt x="6856" y="4257"/>
                  <a:pt x="6990" y="4377"/>
                </a:cubicBezTo>
                <a:cubicBezTo>
                  <a:pt x="7095" y="4481"/>
                  <a:pt x="7170" y="4616"/>
                  <a:pt x="7170" y="4765"/>
                </a:cubicBezTo>
                <a:cubicBezTo>
                  <a:pt x="7185" y="4855"/>
                  <a:pt x="7244" y="4855"/>
                  <a:pt x="7289" y="4870"/>
                </a:cubicBezTo>
                <a:cubicBezTo>
                  <a:pt x="7364" y="4929"/>
                  <a:pt x="7439" y="4989"/>
                  <a:pt x="7498" y="5049"/>
                </a:cubicBezTo>
                <a:cubicBezTo>
                  <a:pt x="7513" y="5034"/>
                  <a:pt x="7513" y="5019"/>
                  <a:pt x="7513" y="5004"/>
                </a:cubicBezTo>
                <a:cubicBezTo>
                  <a:pt x="7453" y="4899"/>
                  <a:pt x="7379" y="4810"/>
                  <a:pt x="7334" y="4690"/>
                </a:cubicBezTo>
                <a:cubicBezTo>
                  <a:pt x="7304" y="4601"/>
                  <a:pt x="7289" y="4526"/>
                  <a:pt x="7424" y="4511"/>
                </a:cubicBezTo>
                <a:cubicBezTo>
                  <a:pt x="7430" y="4509"/>
                  <a:pt x="7437" y="4509"/>
                  <a:pt x="7444" y="4509"/>
                </a:cubicBezTo>
                <a:cubicBezTo>
                  <a:pt x="7482" y="4509"/>
                  <a:pt x="7514" y="4534"/>
                  <a:pt x="7545" y="4534"/>
                </a:cubicBezTo>
                <a:cubicBezTo>
                  <a:pt x="7555" y="4534"/>
                  <a:pt x="7564" y="4532"/>
                  <a:pt x="7573" y="4526"/>
                </a:cubicBezTo>
                <a:cubicBezTo>
                  <a:pt x="7677" y="4496"/>
                  <a:pt x="7767" y="4466"/>
                  <a:pt x="7872" y="4436"/>
                </a:cubicBezTo>
                <a:cubicBezTo>
                  <a:pt x="7902" y="4421"/>
                  <a:pt x="7931" y="4392"/>
                  <a:pt x="7946" y="4362"/>
                </a:cubicBezTo>
                <a:cubicBezTo>
                  <a:pt x="7946" y="4347"/>
                  <a:pt x="7961" y="4347"/>
                  <a:pt x="7961" y="4332"/>
                </a:cubicBezTo>
                <a:cubicBezTo>
                  <a:pt x="7991" y="4302"/>
                  <a:pt x="8036" y="4287"/>
                  <a:pt x="8066" y="4257"/>
                </a:cubicBezTo>
                <a:cubicBezTo>
                  <a:pt x="8081" y="4227"/>
                  <a:pt x="8111" y="4212"/>
                  <a:pt x="8111" y="4182"/>
                </a:cubicBezTo>
                <a:cubicBezTo>
                  <a:pt x="8111" y="4138"/>
                  <a:pt x="8111" y="4108"/>
                  <a:pt x="8111" y="4063"/>
                </a:cubicBezTo>
                <a:cubicBezTo>
                  <a:pt x="8111" y="4063"/>
                  <a:pt x="8096" y="4048"/>
                  <a:pt x="8096" y="4048"/>
                </a:cubicBezTo>
                <a:cubicBezTo>
                  <a:pt x="8051" y="4018"/>
                  <a:pt x="8006" y="4003"/>
                  <a:pt x="7961" y="3973"/>
                </a:cubicBezTo>
                <a:cubicBezTo>
                  <a:pt x="7931" y="3958"/>
                  <a:pt x="7902" y="3958"/>
                  <a:pt x="7872" y="3958"/>
                </a:cubicBezTo>
                <a:cubicBezTo>
                  <a:pt x="7860" y="3955"/>
                  <a:pt x="7848" y="3954"/>
                  <a:pt x="7837" y="3954"/>
                </a:cubicBezTo>
                <a:cubicBezTo>
                  <a:pt x="7794" y="3954"/>
                  <a:pt x="7758" y="3973"/>
                  <a:pt x="7722" y="3973"/>
                </a:cubicBezTo>
                <a:lnTo>
                  <a:pt x="7677" y="3973"/>
                </a:lnTo>
                <a:cubicBezTo>
                  <a:pt x="7663" y="3978"/>
                  <a:pt x="7649" y="3980"/>
                  <a:pt x="7637" y="3980"/>
                </a:cubicBezTo>
                <a:cubicBezTo>
                  <a:pt x="7611" y="3980"/>
                  <a:pt x="7588" y="3973"/>
                  <a:pt x="7558" y="3973"/>
                </a:cubicBezTo>
                <a:cubicBezTo>
                  <a:pt x="7538" y="3967"/>
                  <a:pt x="7519" y="3964"/>
                  <a:pt x="7502" y="3964"/>
                </a:cubicBezTo>
                <a:cubicBezTo>
                  <a:pt x="7441" y="3964"/>
                  <a:pt x="7395" y="3998"/>
                  <a:pt x="7349" y="4033"/>
                </a:cubicBezTo>
                <a:cubicBezTo>
                  <a:pt x="7319" y="4063"/>
                  <a:pt x="7304" y="4078"/>
                  <a:pt x="7274" y="4093"/>
                </a:cubicBezTo>
                <a:cubicBezTo>
                  <a:pt x="7259" y="4108"/>
                  <a:pt x="7229" y="4123"/>
                  <a:pt x="7214" y="4153"/>
                </a:cubicBezTo>
                <a:cubicBezTo>
                  <a:pt x="7200" y="4168"/>
                  <a:pt x="7185" y="4182"/>
                  <a:pt x="7170" y="4197"/>
                </a:cubicBezTo>
                <a:cubicBezTo>
                  <a:pt x="7156" y="4224"/>
                  <a:pt x="7167" y="4274"/>
                  <a:pt x="7127" y="4274"/>
                </a:cubicBezTo>
                <a:cubicBezTo>
                  <a:pt x="7122" y="4274"/>
                  <a:pt x="7116" y="4274"/>
                  <a:pt x="7110" y="4272"/>
                </a:cubicBezTo>
                <a:cubicBezTo>
                  <a:pt x="7065" y="4272"/>
                  <a:pt x="7050" y="4242"/>
                  <a:pt x="7035" y="4197"/>
                </a:cubicBezTo>
                <a:cubicBezTo>
                  <a:pt x="7035" y="4182"/>
                  <a:pt x="7035" y="4168"/>
                  <a:pt x="7020" y="4153"/>
                </a:cubicBezTo>
                <a:cubicBezTo>
                  <a:pt x="6946" y="4123"/>
                  <a:pt x="6946" y="4063"/>
                  <a:pt x="6946" y="4003"/>
                </a:cubicBezTo>
                <a:cubicBezTo>
                  <a:pt x="6961" y="3944"/>
                  <a:pt x="6976" y="3884"/>
                  <a:pt x="6946" y="3839"/>
                </a:cubicBezTo>
                <a:cubicBezTo>
                  <a:pt x="6931" y="3794"/>
                  <a:pt x="6916" y="3764"/>
                  <a:pt x="6901" y="3734"/>
                </a:cubicBezTo>
                <a:cubicBezTo>
                  <a:pt x="6856" y="3675"/>
                  <a:pt x="6871" y="3600"/>
                  <a:pt x="6841" y="3540"/>
                </a:cubicBezTo>
                <a:cubicBezTo>
                  <a:pt x="6826" y="3533"/>
                  <a:pt x="6815" y="3529"/>
                  <a:pt x="6806" y="3529"/>
                </a:cubicBezTo>
                <a:close/>
                <a:moveTo>
                  <a:pt x="10441" y="4944"/>
                </a:moveTo>
                <a:cubicBezTo>
                  <a:pt x="10441" y="4944"/>
                  <a:pt x="10426" y="4959"/>
                  <a:pt x="10426" y="4974"/>
                </a:cubicBezTo>
                <a:cubicBezTo>
                  <a:pt x="10456" y="5004"/>
                  <a:pt x="10500" y="5034"/>
                  <a:pt x="10545" y="5064"/>
                </a:cubicBezTo>
                <a:cubicBezTo>
                  <a:pt x="10545" y="5064"/>
                  <a:pt x="10560" y="5049"/>
                  <a:pt x="10560" y="5034"/>
                </a:cubicBezTo>
                <a:cubicBezTo>
                  <a:pt x="10515" y="5004"/>
                  <a:pt x="10485" y="4974"/>
                  <a:pt x="10441" y="4944"/>
                </a:cubicBezTo>
                <a:close/>
                <a:moveTo>
                  <a:pt x="11158" y="5064"/>
                </a:moveTo>
                <a:cubicBezTo>
                  <a:pt x="11158" y="5079"/>
                  <a:pt x="11158" y="5094"/>
                  <a:pt x="11158" y="5094"/>
                </a:cubicBezTo>
                <a:cubicBezTo>
                  <a:pt x="11172" y="5094"/>
                  <a:pt x="11202" y="5094"/>
                  <a:pt x="11232" y="5109"/>
                </a:cubicBezTo>
                <a:cubicBezTo>
                  <a:pt x="11202" y="5094"/>
                  <a:pt x="11172" y="5079"/>
                  <a:pt x="11158" y="5064"/>
                </a:cubicBezTo>
                <a:close/>
                <a:moveTo>
                  <a:pt x="9843" y="5064"/>
                </a:moveTo>
                <a:cubicBezTo>
                  <a:pt x="9798" y="5079"/>
                  <a:pt x="9754" y="5094"/>
                  <a:pt x="9724" y="5109"/>
                </a:cubicBezTo>
                <a:cubicBezTo>
                  <a:pt x="9724" y="5123"/>
                  <a:pt x="9724" y="5138"/>
                  <a:pt x="9724" y="5153"/>
                </a:cubicBezTo>
                <a:cubicBezTo>
                  <a:pt x="9769" y="5138"/>
                  <a:pt x="9813" y="5123"/>
                  <a:pt x="9858" y="5109"/>
                </a:cubicBezTo>
                <a:cubicBezTo>
                  <a:pt x="9843" y="5094"/>
                  <a:pt x="9843" y="5079"/>
                  <a:pt x="9843" y="5064"/>
                </a:cubicBezTo>
                <a:close/>
                <a:moveTo>
                  <a:pt x="11008" y="5049"/>
                </a:moveTo>
                <a:cubicBezTo>
                  <a:pt x="10993" y="5049"/>
                  <a:pt x="10993" y="5064"/>
                  <a:pt x="10978" y="5064"/>
                </a:cubicBezTo>
                <a:cubicBezTo>
                  <a:pt x="10978" y="5094"/>
                  <a:pt x="10963" y="5123"/>
                  <a:pt x="10948" y="5138"/>
                </a:cubicBezTo>
                <a:cubicBezTo>
                  <a:pt x="10978" y="5153"/>
                  <a:pt x="11008" y="5153"/>
                  <a:pt x="11038" y="5153"/>
                </a:cubicBezTo>
                <a:lnTo>
                  <a:pt x="11008" y="5049"/>
                </a:lnTo>
                <a:close/>
                <a:moveTo>
                  <a:pt x="11486" y="4974"/>
                </a:moveTo>
                <a:cubicBezTo>
                  <a:pt x="11441" y="5019"/>
                  <a:pt x="11397" y="5079"/>
                  <a:pt x="11352" y="5123"/>
                </a:cubicBezTo>
                <a:cubicBezTo>
                  <a:pt x="11367" y="5123"/>
                  <a:pt x="11397" y="5109"/>
                  <a:pt x="11411" y="5109"/>
                </a:cubicBezTo>
                <a:cubicBezTo>
                  <a:pt x="11426" y="5123"/>
                  <a:pt x="11441" y="5138"/>
                  <a:pt x="11471" y="5153"/>
                </a:cubicBezTo>
                <a:cubicBezTo>
                  <a:pt x="11471" y="5123"/>
                  <a:pt x="11486" y="5079"/>
                  <a:pt x="11501" y="5049"/>
                </a:cubicBezTo>
                <a:cubicBezTo>
                  <a:pt x="11501" y="5019"/>
                  <a:pt x="11486" y="5004"/>
                  <a:pt x="11486" y="4974"/>
                </a:cubicBezTo>
                <a:close/>
                <a:moveTo>
                  <a:pt x="11128" y="5138"/>
                </a:moveTo>
                <a:cubicBezTo>
                  <a:pt x="11098" y="5138"/>
                  <a:pt x="11068" y="5153"/>
                  <a:pt x="11038" y="5153"/>
                </a:cubicBezTo>
                <a:cubicBezTo>
                  <a:pt x="11053" y="5183"/>
                  <a:pt x="11068" y="5198"/>
                  <a:pt x="11083" y="5213"/>
                </a:cubicBezTo>
                <a:cubicBezTo>
                  <a:pt x="11093" y="5218"/>
                  <a:pt x="11103" y="5220"/>
                  <a:pt x="11113" y="5220"/>
                </a:cubicBezTo>
                <a:cubicBezTo>
                  <a:pt x="11133" y="5220"/>
                  <a:pt x="11153" y="5213"/>
                  <a:pt x="11172" y="5213"/>
                </a:cubicBezTo>
                <a:cubicBezTo>
                  <a:pt x="11158" y="5183"/>
                  <a:pt x="11143" y="5168"/>
                  <a:pt x="11128" y="5138"/>
                </a:cubicBezTo>
                <a:close/>
                <a:moveTo>
                  <a:pt x="10172" y="5153"/>
                </a:moveTo>
                <a:lnTo>
                  <a:pt x="10172" y="5153"/>
                </a:lnTo>
                <a:cubicBezTo>
                  <a:pt x="10142" y="5183"/>
                  <a:pt x="10112" y="5213"/>
                  <a:pt x="10082" y="5243"/>
                </a:cubicBezTo>
                <a:cubicBezTo>
                  <a:pt x="10097" y="5258"/>
                  <a:pt x="10112" y="5258"/>
                  <a:pt x="10127" y="5273"/>
                </a:cubicBezTo>
                <a:cubicBezTo>
                  <a:pt x="10142" y="5228"/>
                  <a:pt x="10157" y="5198"/>
                  <a:pt x="10172" y="5153"/>
                </a:cubicBezTo>
                <a:close/>
                <a:moveTo>
                  <a:pt x="9201" y="4750"/>
                </a:moveTo>
                <a:cubicBezTo>
                  <a:pt x="9067" y="4765"/>
                  <a:pt x="9156" y="4825"/>
                  <a:pt x="9171" y="4870"/>
                </a:cubicBezTo>
                <a:cubicBezTo>
                  <a:pt x="9305" y="4959"/>
                  <a:pt x="9365" y="5094"/>
                  <a:pt x="9425" y="5243"/>
                </a:cubicBezTo>
                <a:cubicBezTo>
                  <a:pt x="9425" y="5271"/>
                  <a:pt x="9437" y="5282"/>
                  <a:pt x="9453" y="5282"/>
                </a:cubicBezTo>
                <a:cubicBezTo>
                  <a:pt x="9463" y="5282"/>
                  <a:pt x="9474" y="5278"/>
                  <a:pt x="9485" y="5273"/>
                </a:cubicBezTo>
                <a:cubicBezTo>
                  <a:pt x="9470" y="5213"/>
                  <a:pt x="9470" y="5153"/>
                  <a:pt x="9455" y="5094"/>
                </a:cubicBezTo>
                <a:cubicBezTo>
                  <a:pt x="9425" y="4989"/>
                  <a:pt x="9380" y="4884"/>
                  <a:pt x="9335" y="4795"/>
                </a:cubicBezTo>
                <a:cubicBezTo>
                  <a:pt x="9291" y="4780"/>
                  <a:pt x="9246" y="4765"/>
                  <a:pt x="9201" y="4750"/>
                </a:cubicBezTo>
                <a:close/>
                <a:moveTo>
                  <a:pt x="11322" y="5123"/>
                </a:moveTo>
                <a:cubicBezTo>
                  <a:pt x="11292" y="5168"/>
                  <a:pt x="11262" y="5198"/>
                  <a:pt x="11232" y="5243"/>
                </a:cubicBezTo>
                <a:lnTo>
                  <a:pt x="11172" y="5243"/>
                </a:lnTo>
                <a:cubicBezTo>
                  <a:pt x="11187" y="5273"/>
                  <a:pt x="11202" y="5303"/>
                  <a:pt x="11202" y="5333"/>
                </a:cubicBezTo>
                <a:cubicBezTo>
                  <a:pt x="11232" y="5303"/>
                  <a:pt x="11247" y="5273"/>
                  <a:pt x="11262" y="5243"/>
                </a:cubicBezTo>
                <a:cubicBezTo>
                  <a:pt x="11271" y="5244"/>
                  <a:pt x="11279" y="5245"/>
                  <a:pt x="11286" y="5245"/>
                </a:cubicBezTo>
                <a:cubicBezTo>
                  <a:pt x="11357" y="5245"/>
                  <a:pt x="11308" y="5181"/>
                  <a:pt x="11322" y="5153"/>
                </a:cubicBezTo>
                <a:cubicBezTo>
                  <a:pt x="11322" y="5138"/>
                  <a:pt x="11322" y="5138"/>
                  <a:pt x="11322" y="5123"/>
                </a:cubicBezTo>
                <a:close/>
                <a:moveTo>
                  <a:pt x="11576" y="5288"/>
                </a:moveTo>
                <a:cubicBezTo>
                  <a:pt x="11561" y="5303"/>
                  <a:pt x="11546" y="5318"/>
                  <a:pt x="11546" y="5333"/>
                </a:cubicBezTo>
                <a:cubicBezTo>
                  <a:pt x="11546" y="5333"/>
                  <a:pt x="11576" y="5347"/>
                  <a:pt x="11576" y="5347"/>
                </a:cubicBezTo>
                <a:cubicBezTo>
                  <a:pt x="11591" y="5333"/>
                  <a:pt x="11591" y="5318"/>
                  <a:pt x="11606" y="5303"/>
                </a:cubicBezTo>
                <a:cubicBezTo>
                  <a:pt x="11591" y="5288"/>
                  <a:pt x="11576" y="5288"/>
                  <a:pt x="11576" y="5288"/>
                </a:cubicBezTo>
                <a:close/>
                <a:moveTo>
                  <a:pt x="10366" y="5333"/>
                </a:moveTo>
                <a:cubicBezTo>
                  <a:pt x="10351" y="5333"/>
                  <a:pt x="10336" y="5347"/>
                  <a:pt x="10321" y="5362"/>
                </a:cubicBezTo>
                <a:cubicBezTo>
                  <a:pt x="10336" y="5377"/>
                  <a:pt x="10336" y="5392"/>
                  <a:pt x="10351" y="5392"/>
                </a:cubicBezTo>
                <a:cubicBezTo>
                  <a:pt x="10366" y="5392"/>
                  <a:pt x="10381" y="5377"/>
                  <a:pt x="10396" y="5362"/>
                </a:cubicBezTo>
                <a:cubicBezTo>
                  <a:pt x="10381" y="5362"/>
                  <a:pt x="10381" y="5333"/>
                  <a:pt x="10366" y="5333"/>
                </a:cubicBezTo>
                <a:close/>
                <a:moveTo>
                  <a:pt x="10948" y="5347"/>
                </a:moveTo>
                <a:cubicBezTo>
                  <a:pt x="10919" y="5347"/>
                  <a:pt x="10904" y="5347"/>
                  <a:pt x="10874" y="5362"/>
                </a:cubicBezTo>
                <a:lnTo>
                  <a:pt x="10919" y="5407"/>
                </a:lnTo>
                <a:cubicBezTo>
                  <a:pt x="10933" y="5392"/>
                  <a:pt x="10933" y="5362"/>
                  <a:pt x="10948" y="5347"/>
                </a:cubicBezTo>
                <a:close/>
                <a:moveTo>
                  <a:pt x="9769" y="5392"/>
                </a:moveTo>
                <a:cubicBezTo>
                  <a:pt x="9769" y="5392"/>
                  <a:pt x="9754" y="5407"/>
                  <a:pt x="9754" y="5407"/>
                </a:cubicBezTo>
                <a:cubicBezTo>
                  <a:pt x="9769" y="5422"/>
                  <a:pt x="9783" y="5422"/>
                  <a:pt x="9783" y="5422"/>
                </a:cubicBezTo>
                <a:lnTo>
                  <a:pt x="9843" y="5422"/>
                </a:lnTo>
                <a:cubicBezTo>
                  <a:pt x="9813" y="5407"/>
                  <a:pt x="9798" y="5392"/>
                  <a:pt x="9769" y="5392"/>
                </a:cubicBezTo>
                <a:close/>
                <a:moveTo>
                  <a:pt x="10695" y="5407"/>
                </a:moveTo>
                <a:cubicBezTo>
                  <a:pt x="10671" y="5419"/>
                  <a:pt x="10647" y="5431"/>
                  <a:pt x="10624" y="5443"/>
                </a:cubicBezTo>
                <a:lnTo>
                  <a:pt x="10624" y="5443"/>
                </a:lnTo>
                <a:cubicBezTo>
                  <a:pt x="10618" y="5441"/>
                  <a:pt x="10611" y="5439"/>
                  <a:pt x="10605" y="5437"/>
                </a:cubicBezTo>
                <a:lnTo>
                  <a:pt x="10605" y="5452"/>
                </a:lnTo>
                <a:cubicBezTo>
                  <a:pt x="10611" y="5449"/>
                  <a:pt x="10617" y="5446"/>
                  <a:pt x="10624" y="5443"/>
                </a:cubicBezTo>
                <a:lnTo>
                  <a:pt x="10624" y="5443"/>
                </a:lnTo>
                <a:cubicBezTo>
                  <a:pt x="10658" y="5452"/>
                  <a:pt x="10684" y="5452"/>
                  <a:pt x="10709" y="5452"/>
                </a:cubicBezTo>
                <a:cubicBezTo>
                  <a:pt x="10709" y="5437"/>
                  <a:pt x="10709" y="5422"/>
                  <a:pt x="10695" y="5407"/>
                </a:cubicBezTo>
                <a:close/>
                <a:moveTo>
                  <a:pt x="11128" y="5362"/>
                </a:moveTo>
                <a:cubicBezTo>
                  <a:pt x="11128" y="5377"/>
                  <a:pt x="11113" y="5407"/>
                  <a:pt x="11113" y="5407"/>
                </a:cubicBezTo>
                <a:cubicBezTo>
                  <a:pt x="11143" y="5422"/>
                  <a:pt x="11158" y="5437"/>
                  <a:pt x="11187" y="5452"/>
                </a:cubicBezTo>
                <a:cubicBezTo>
                  <a:pt x="11187" y="5437"/>
                  <a:pt x="11187" y="5422"/>
                  <a:pt x="11187" y="5407"/>
                </a:cubicBezTo>
                <a:cubicBezTo>
                  <a:pt x="11172" y="5392"/>
                  <a:pt x="11158" y="5377"/>
                  <a:pt x="11128" y="5362"/>
                </a:cubicBezTo>
                <a:close/>
                <a:moveTo>
                  <a:pt x="10411" y="5422"/>
                </a:moveTo>
                <a:cubicBezTo>
                  <a:pt x="10411" y="5422"/>
                  <a:pt x="10396" y="5452"/>
                  <a:pt x="10396" y="5467"/>
                </a:cubicBezTo>
                <a:lnTo>
                  <a:pt x="10500" y="5467"/>
                </a:lnTo>
                <a:cubicBezTo>
                  <a:pt x="10500" y="5452"/>
                  <a:pt x="10500" y="5452"/>
                  <a:pt x="10485" y="5452"/>
                </a:cubicBezTo>
                <a:cubicBezTo>
                  <a:pt x="10470" y="5437"/>
                  <a:pt x="10441" y="5422"/>
                  <a:pt x="10411" y="5422"/>
                </a:cubicBezTo>
                <a:close/>
                <a:moveTo>
                  <a:pt x="10261" y="5482"/>
                </a:moveTo>
                <a:cubicBezTo>
                  <a:pt x="10232" y="5497"/>
                  <a:pt x="10187" y="5512"/>
                  <a:pt x="10142" y="5527"/>
                </a:cubicBezTo>
                <a:cubicBezTo>
                  <a:pt x="10142" y="5542"/>
                  <a:pt x="10142" y="5542"/>
                  <a:pt x="10142" y="5557"/>
                </a:cubicBezTo>
                <a:cubicBezTo>
                  <a:pt x="10187" y="5542"/>
                  <a:pt x="10232" y="5527"/>
                  <a:pt x="10276" y="5512"/>
                </a:cubicBezTo>
                <a:cubicBezTo>
                  <a:pt x="10276" y="5512"/>
                  <a:pt x="10261" y="5497"/>
                  <a:pt x="10261" y="5482"/>
                </a:cubicBezTo>
                <a:close/>
                <a:moveTo>
                  <a:pt x="10635" y="5542"/>
                </a:moveTo>
                <a:cubicBezTo>
                  <a:pt x="10650" y="5557"/>
                  <a:pt x="10680" y="5586"/>
                  <a:pt x="10695" y="5616"/>
                </a:cubicBezTo>
                <a:cubicBezTo>
                  <a:pt x="10695" y="5601"/>
                  <a:pt x="10695" y="5586"/>
                  <a:pt x="10695" y="5557"/>
                </a:cubicBezTo>
                <a:cubicBezTo>
                  <a:pt x="10665" y="5557"/>
                  <a:pt x="10650" y="5542"/>
                  <a:pt x="10635" y="5542"/>
                </a:cubicBezTo>
                <a:close/>
                <a:moveTo>
                  <a:pt x="11068" y="5527"/>
                </a:moveTo>
                <a:cubicBezTo>
                  <a:pt x="11068" y="5557"/>
                  <a:pt x="11083" y="5586"/>
                  <a:pt x="11098" y="5616"/>
                </a:cubicBezTo>
                <a:cubicBezTo>
                  <a:pt x="11128" y="5601"/>
                  <a:pt x="11158" y="5586"/>
                  <a:pt x="11187" y="5572"/>
                </a:cubicBezTo>
                <a:cubicBezTo>
                  <a:pt x="11143" y="5557"/>
                  <a:pt x="11098" y="5542"/>
                  <a:pt x="11068" y="5527"/>
                </a:cubicBezTo>
                <a:close/>
                <a:moveTo>
                  <a:pt x="11436" y="5229"/>
                </a:moveTo>
                <a:cubicBezTo>
                  <a:pt x="11384" y="5229"/>
                  <a:pt x="11360" y="5286"/>
                  <a:pt x="11337" y="5333"/>
                </a:cubicBezTo>
                <a:cubicBezTo>
                  <a:pt x="11337" y="5347"/>
                  <a:pt x="11337" y="5362"/>
                  <a:pt x="11337" y="5377"/>
                </a:cubicBezTo>
                <a:cubicBezTo>
                  <a:pt x="11307" y="5392"/>
                  <a:pt x="11277" y="5422"/>
                  <a:pt x="11232" y="5437"/>
                </a:cubicBezTo>
                <a:lnTo>
                  <a:pt x="11217" y="5527"/>
                </a:lnTo>
                <a:cubicBezTo>
                  <a:pt x="11232" y="5542"/>
                  <a:pt x="11232" y="5542"/>
                  <a:pt x="11247" y="5542"/>
                </a:cubicBezTo>
                <a:cubicBezTo>
                  <a:pt x="11277" y="5557"/>
                  <a:pt x="11292" y="5572"/>
                  <a:pt x="11322" y="5586"/>
                </a:cubicBezTo>
                <a:cubicBezTo>
                  <a:pt x="11322" y="5601"/>
                  <a:pt x="11322" y="5601"/>
                  <a:pt x="11322" y="5616"/>
                </a:cubicBezTo>
                <a:cubicBezTo>
                  <a:pt x="11352" y="5646"/>
                  <a:pt x="11397" y="5646"/>
                  <a:pt x="11441" y="5676"/>
                </a:cubicBezTo>
                <a:cubicBezTo>
                  <a:pt x="11501" y="5646"/>
                  <a:pt x="11546" y="5601"/>
                  <a:pt x="11501" y="5527"/>
                </a:cubicBezTo>
                <a:lnTo>
                  <a:pt x="11516" y="5422"/>
                </a:lnTo>
                <a:cubicBezTo>
                  <a:pt x="11516" y="5362"/>
                  <a:pt x="11501" y="5303"/>
                  <a:pt x="11486" y="5243"/>
                </a:cubicBezTo>
                <a:cubicBezTo>
                  <a:pt x="11467" y="5233"/>
                  <a:pt x="11451" y="5229"/>
                  <a:pt x="11436" y="5229"/>
                </a:cubicBezTo>
                <a:close/>
                <a:moveTo>
                  <a:pt x="11322" y="5646"/>
                </a:moveTo>
                <a:cubicBezTo>
                  <a:pt x="11292" y="5661"/>
                  <a:pt x="11247" y="5691"/>
                  <a:pt x="11202" y="5706"/>
                </a:cubicBezTo>
                <a:lnTo>
                  <a:pt x="11262" y="5706"/>
                </a:lnTo>
                <a:cubicBezTo>
                  <a:pt x="11292" y="5706"/>
                  <a:pt x="11307" y="5691"/>
                  <a:pt x="11322" y="5676"/>
                </a:cubicBezTo>
                <a:cubicBezTo>
                  <a:pt x="11322" y="5661"/>
                  <a:pt x="11322" y="5661"/>
                  <a:pt x="11322" y="5646"/>
                </a:cubicBezTo>
                <a:close/>
                <a:moveTo>
                  <a:pt x="10232" y="5691"/>
                </a:moveTo>
                <a:cubicBezTo>
                  <a:pt x="10232" y="5706"/>
                  <a:pt x="10217" y="5721"/>
                  <a:pt x="10217" y="5721"/>
                </a:cubicBezTo>
                <a:cubicBezTo>
                  <a:pt x="10246" y="5751"/>
                  <a:pt x="10291" y="5766"/>
                  <a:pt x="10321" y="5781"/>
                </a:cubicBezTo>
                <a:cubicBezTo>
                  <a:pt x="10351" y="5796"/>
                  <a:pt x="10381" y="5796"/>
                  <a:pt x="10411" y="5810"/>
                </a:cubicBezTo>
                <a:cubicBezTo>
                  <a:pt x="10351" y="5766"/>
                  <a:pt x="10291" y="5736"/>
                  <a:pt x="10232" y="5691"/>
                </a:cubicBezTo>
                <a:close/>
                <a:moveTo>
                  <a:pt x="10695" y="5870"/>
                </a:moveTo>
                <a:cubicBezTo>
                  <a:pt x="10680" y="5885"/>
                  <a:pt x="10680" y="5885"/>
                  <a:pt x="10665" y="5900"/>
                </a:cubicBezTo>
                <a:cubicBezTo>
                  <a:pt x="10680" y="5930"/>
                  <a:pt x="10695" y="5945"/>
                  <a:pt x="10709" y="5975"/>
                </a:cubicBezTo>
                <a:cubicBezTo>
                  <a:pt x="10724" y="5975"/>
                  <a:pt x="10739" y="5960"/>
                  <a:pt x="10739" y="5945"/>
                </a:cubicBezTo>
                <a:cubicBezTo>
                  <a:pt x="10724" y="5930"/>
                  <a:pt x="10709" y="5900"/>
                  <a:pt x="10695" y="5870"/>
                </a:cubicBezTo>
                <a:close/>
                <a:moveTo>
                  <a:pt x="8185" y="5094"/>
                </a:moveTo>
                <a:cubicBezTo>
                  <a:pt x="8140" y="5183"/>
                  <a:pt x="8155" y="5422"/>
                  <a:pt x="8215" y="5482"/>
                </a:cubicBezTo>
                <a:cubicBezTo>
                  <a:pt x="8290" y="5557"/>
                  <a:pt x="8394" y="5631"/>
                  <a:pt x="8439" y="5721"/>
                </a:cubicBezTo>
                <a:cubicBezTo>
                  <a:pt x="8499" y="5870"/>
                  <a:pt x="8604" y="5945"/>
                  <a:pt x="8768" y="5960"/>
                </a:cubicBezTo>
                <a:cubicBezTo>
                  <a:pt x="8792" y="5976"/>
                  <a:pt x="8812" y="5988"/>
                  <a:pt x="8833" y="5988"/>
                </a:cubicBezTo>
                <a:cubicBezTo>
                  <a:pt x="8850" y="5988"/>
                  <a:pt x="8867" y="5980"/>
                  <a:pt x="8887" y="5960"/>
                </a:cubicBezTo>
                <a:cubicBezTo>
                  <a:pt x="8962" y="5930"/>
                  <a:pt x="9052" y="5855"/>
                  <a:pt x="9141" y="5855"/>
                </a:cubicBezTo>
                <a:cubicBezTo>
                  <a:pt x="9305" y="5840"/>
                  <a:pt x="9395" y="5736"/>
                  <a:pt x="9455" y="5601"/>
                </a:cubicBezTo>
                <a:cubicBezTo>
                  <a:pt x="9485" y="5542"/>
                  <a:pt x="9485" y="5497"/>
                  <a:pt x="9395" y="5467"/>
                </a:cubicBezTo>
                <a:cubicBezTo>
                  <a:pt x="9395" y="5482"/>
                  <a:pt x="9395" y="5497"/>
                  <a:pt x="9395" y="5497"/>
                </a:cubicBezTo>
                <a:cubicBezTo>
                  <a:pt x="9350" y="5542"/>
                  <a:pt x="9365" y="5616"/>
                  <a:pt x="9291" y="5631"/>
                </a:cubicBezTo>
                <a:cubicBezTo>
                  <a:pt x="9276" y="5631"/>
                  <a:pt x="9276" y="5646"/>
                  <a:pt x="9261" y="5646"/>
                </a:cubicBezTo>
                <a:cubicBezTo>
                  <a:pt x="9261" y="5676"/>
                  <a:pt x="9231" y="5706"/>
                  <a:pt x="9201" y="5706"/>
                </a:cubicBezTo>
                <a:cubicBezTo>
                  <a:pt x="9081" y="5721"/>
                  <a:pt x="8962" y="5766"/>
                  <a:pt x="8857" y="5810"/>
                </a:cubicBezTo>
                <a:cubicBezTo>
                  <a:pt x="8823" y="5824"/>
                  <a:pt x="8788" y="5835"/>
                  <a:pt x="8755" y="5835"/>
                </a:cubicBezTo>
                <a:cubicBezTo>
                  <a:pt x="8717" y="5835"/>
                  <a:pt x="8680" y="5821"/>
                  <a:pt x="8648" y="5781"/>
                </a:cubicBezTo>
                <a:cubicBezTo>
                  <a:pt x="8633" y="5766"/>
                  <a:pt x="8633" y="5766"/>
                  <a:pt x="8618" y="5766"/>
                </a:cubicBezTo>
                <a:cubicBezTo>
                  <a:pt x="8574" y="5751"/>
                  <a:pt x="8544" y="5736"/>
                  <a:pt x="8529" y="5676"/>
                </a:cubicBezTo>
                <a:cubicBezTo>
                  <a:pt x="8484" y="5586"/>
                  <a:pt x="8424" y="5482"/>
                  <a:pt x="8335" y="5422"/>
                </a:cubicBezTo>
                <a:cubicBezTo>
                  <a:pt x="8290" y="5392"/>
                  <a:pt x="8290" y="5362"/>
                  <a:pt x="8275" y="5318"/>
                </a:cubicBezTo>
                <a:cubicBezTo>
                  <a:pt x="8260" y="5273"/>
                  <a:pt x="8260" y="5213"/>
                  <a:pt x="8260" y="5153"/>
                </a:cubicBezTo>
                <a:cubicBezTo>
                  <a:pt x="8245" y="5123"/>
                  <a:pt x="8245" y="5094"/>
                  <a:pt x="8185" y="5094"/>
                </a:cubicBezTo>
                <a:close/>
                <a:moveTo>
                  <a:pt x="11008" y="5781"/>
                </a:moveTo>
                <a:cubicBezTo>
                  <a:pt x="10963" y="5855"/>
                  <a:pt x="10904" y="5915"/>
                  <a:pt x="10859" y="5990"/>
                </a:cubicBezTo>
                <a:cubicBezTo>
                  <a:pt x="10933" y="5943"/>
                  <a:pt x="11008" y="5920"/>
                  <a:pt x="11086" y="5920"/>
                </a:cubicBezTo>
                <a:cubicBezTo>
                  <a:pt x="11133" y="5920"/>
                  <a:pt x="11182" y="5928"/>
                  <a:pt x="11232" y="5945"/>
                </a:cubicBezTo>
                <a:cubicBezTo>
                  <a:pt x="11232" y="5915"/>
                  <a:pt x="11232" y="5900"/>
                  <a:pt x="11232" y="5870"/>
                </a:cubicBezTo>
                <a:lnTo>
                  <a:pt x="11352" y="5870"/>
                </a:lnTo>
                <a:cubicBezTo>
                  <a:pt x="11322" y="5855"/>
                  <a:pt x="11292" y="5840"/>
                  <a:pt x="11262" y="5825"/>
                </a:cubicBezTo>
                <a:cubicBezTo>
                  <a:pt x="11247" y="5825"/>
                  <a:pt x="11247" y="5825"/>
                  <a:pt x="11232" y="5810"/>
                </a:cubicBezTo>
                <a:cubicBezTo>
                  <a:pt x="11217" y="5840"/>
                  <a:pt x="11187" y="5855"/>
                  <a:pt x="11172" y="5870"/>
                </a:cubicBezTo>
                <a:lnTo>
                  <a:pt x="11008" y="5781"/>
                </a:lnTo>
                <a:close/>
                <a:moveTo>
                  <a:pt x="10261" y="5930"/>
                </a:moveTo>
                <a:cubicBezTo>
                  <a:pt x="10246" y="5960"/>
                  <a:pt x="10217" y="5975"/>
                  <a:pt x="10202" y="5990"/>
                </a:cubicBezTo>
                <a:cubicBezTo>
                  <a:pt x="10217" y="6020"/>
                  <a:pt x="10246" y="6049"/>
                  <a:pt x="10261" y="6079"/>
                </a:cubicBezTo>
                <a:cubicBezTo>
                  <a:pt x="10321" y="6079"/>
                  <a:pt x="10351" y="6035"/>
                  <a:pt x="10366" y="5990"/>
                </a:cubicBezTo>
                <a:cubicBezTo>
                  <a:pt x="10366" y="5975"/>
                  <a:pt x="10366" y="5945"/>
                  <a:pt x="10381" y="5930"/>
                </a:cubicBezTo>
                <a:close/>
                <a:moveTo>
                  <a:pt x="7887" y="6064"/>
                </a:moveTo>
                <a:cubicBezTo>
                  <a:pt x="7857" y="6124"/>
                  <a:pt x="7842" y="6139"/>
                  <a:pt x="7842" y="6154"/>
                </a:cubicBezTo>
                <a:cubicBezTo>
                  <a:pt x="7842" y="6184"/>
                  <a:pt x="7857" y="6199"/>
                  <a:pt x="7872" y="6214"/>
                </a:cubicBezTo>
                <a:cubicBezTo>
                  <a:pt x="7887" y="6199"/>
                  <a:pt x="7902" y="6199"/>
                  <a:pt x="7902" y="6184"/>
                </a:cubicBezTo>
                <a:cubicBezTo>
                  <a:pt x="7916" y="6154"/>
                  <a:pt x="7902" y="6124"/>
                  <a:pt x="7887" y="6064"/>
                </a:cubicBezTo>
                <a:close/>
                <a:moveTo>
                  <a:pt x="314" y="4810"/>
                </a:moveTo>
                <a:cubicBezTo>
                  <a:pt x="299" y="4825"/>
                  <a:pt x="284" y="4840"/>
                  <a:pt x="284" y="4840"/>
                </a:cubicBezTo>
                <a:cubicBezTo>
                  <a:pt x="284" y="5109"/>
                  <a:pt x="284" y="5362"/>
                  <a:pt x="299" y="5631"/>
                </a:cubicBezTo>
                <a:cubicBezTo>
                  <a:pt x="299" y="5646"/>
                  <a:pt x="329" y="5661"/>
                  <a:pt x="344" y="5676"/>
                </a:cubicBezTo>
                <a:cubicBezTo>
                  <a:pt x="329" y="5781"/>
                  <a:pt x="299" y="5870"/>
                  <a:pt x="314" y="5975"/>
                </a:cubicBezTo>
                <a:cubicBezTo>
                  <a:pt x="329" y="6079"/>
                  <a:pt x="239" y="6214"/>
                  <a:pt x="374" y="6303"/>
                </a:cubicBezTo>
                <a:cubicBezTo>
                  <a:pt x="374" y="6244"/>
                  <a:pt x="389" y="6199"/>
                  <a:pt x="404" y="6139"/>
                </a:cubicBezTo>
                <a:lnTo>
                  <a:pt x="389" y="6139"/>
                </a:lnTo>
                <a:cubicBezTo>
                  <a:pt x="389" y="6064"/>
                  <a:pt x="404" y="5990"/>
                  <a:pt x="434" y="5930"/>
                </a:cubicBezTo>
                <a:cubicBezTo>
                  <a:pt x="478" y="5825"/>
                  <a:pt x="434" y="5736"/>
                  <a:pt x="359" y="5676"/>
                </a:cubicBezTo>
                <a:cubicBezTo>
                  <a:pt x="359" y="5676"/>
                  <a:pt x="374" y="5676"/>
                  <a:pt x="374" y="5661"/>
                </a:cubicBezTo>
                <a:cubicBezTo>
                  <a:pt x="389" y="5646"/>
                  <a:pt x="434" y="5631"/>
                  <a:pt x="449" y="5601"/>
                </a:cubicBezTo>
                <a:cubicBezTo>
                  <a:pt x="464" y="5572"/>
                  <a:pt x="464" y="5527"/>
                  <a:pt x="449" y="5497"/>
                </a:cubicBezTo>
                <a:cubicBezTo>
                  <a:pt x="404" y="5422"/>
                  <a:pt x="404" y="5318"/>
                  <a:pt x="404" y="5228"/>
                </a:cubicBezTo>
                <a:cubicBezTo>
                  <a:pt x="389" y="5168"/>
                  <a:pt x="449" y="5123"/>
                  <a:pt x="404" y="5064"/>
                </a:cubicBezTo>
                <a:cubicBezTo>
                  <a:pt x="404" y="5049"/>
                  <a:pt x="419" y="5034"/>
                  <a:pt x="434" y="5019"/>
                </a:cubicBezTo>
                <a:cubicBezTo>
                  <a:pt x="434" y="5004"/>
                  <a:pt x="434" y="4989"/>
                  <a:pt x="449" y="4974"/>
                </a:cubicBezTo>
                <a:cubicBezTo>
                  <a:pt x="344" y="4974"/>
                  <a:pt x="329" y="4884"/>
                  <a:pt x="314" y="4810"/>
                </a:cubicBezTo>
                <a:close/>
                <a:moveTo>
                  <a:pt x="10515" y="6303"/>
                </a:moveTo>
                <a:cubicBezTo>
                  <a:pt x="10515" y="6318"/>
                  <a:pt x="10515" y="6348"/>
                  <a:pt x="10515" y="6363"/>
                </a:cubicBezTo>
                <a:cubicBezTo>
                  <a:pt x="10545" y="6348"/>
                  <a:pt x="10575" y="6333"/>
                  <a:pt x="10605" y="6318"/>
                </a:cubicBezTo>
                <a:cubicBezTo>
                  <a:pt x="10575" y="6303"/>
                  <a:pt x="10545" y="6303"/>
                  <a:pt x="10515" y="6303"/>
                </a:cubicBezTo>
                <a:close/>
                <a:moveTo>
                  <a:pt x="10217" y="6303"/>
                </a:moveTo>
                <a:cubicBezTo>
                  <a:pt x="10172" y="6333"/>
                  <a:pt x="10142" y="6363"/>
                  <a:pt x="10112" y="6393"/>
                </a:cubicBezTo>
                <a:cubicBezTo>
                  <a:pt x="10127" y="6408"/>
                  <a:pt x="10127" y="6423"/>
                  <a:pt x="10142" y="6423"/>
                </a:cubicBezTo>
                <a:cubicBezTo>
                  <a:pt x="10172" y="6393"/>
                  <a:pt x="10217" y="6378"/>
                  <a:pt x="10246" y="6348"/>
                </a:cubicBezTo>
                <a:cubicBezTo>
                  <a:pt x="10232" y="6333"/>
                  <a:pt x="10217" y="6318"/>
                  <a:pt x="10217" y="6303"/>
                </a:cubicBezTo>
                <a:close/>
                <a:moveTo>
                  <a:pt x="3122" y="6438"/>
                </a:moveTo>
                <a:cubicBezTo>
                  <a:pt x="3122" y="6448"/>
                  <a:pt x="3122" y="6459"/>
                  <a:pt x="3112" y="6459"/>
                </a:cubicBezTo>
                <a:cubicBezTo>
                  <a:pt x="3107" y="6459"/>
                  <a:pt x="3101" y="6457"/>
                  <a:pt x="3092" y="6453"/>
                </a:cubicBezTo>
                <a:cubicBezTo>
                  <a:pt x="3107" y="6453"/>
                  <a:pt x="3107" y="6438"/>
                  <a:pt x="3122" y="6438"/>
                </a:cubicBezTo>
                <a:close/>
                <a:moveTo>
                  <a:pt x="10635" y="6527"/>
                </a:moveTo>
                <a:cubicBezTo>
                  <a:pt x="10605" y="6557"/>
                  <a:pt x="10575" y="6587"/>
                  <a:pt x="10545" y="6632"/>
                </a:cubicBezTo>
                <a:cubicBezTo>
                  <a:pt x="10551" y="6635"/>
                  <a:pt x="10556" y="6636"/>
                  <a:pt x="10561" y="6636"/>
                </a:cubicBezTo>
                <a:cubicBezTo>
                  <a:pt x="10581" y="6636"/>
                  <a:pt x="10593" y="6614"/>
                  <a:pt x="10605" y="6602"/>
                </a:cubicBezTo>
                <a:cubicBezTo>
                  <a:pt x="10620" y="6572"/>
                  <a:pt x="10620" y="6557"/>
                  <a:pt x="10635" y="6527"/>
                </a:cubicBezTo>
                <a:close/>
                <a:moveTo>
                  <a:pt x="11382" y="6303"/>
                </a:moveTo>
                <a:cubicBezTo>
                  <a:pt x="11397" y="6378"/>
                  <a:pt x="11397" y="6468"/>
                  <a:pt x="11411" y="6542"/>
                </a:cubicBezTo>
                <a:cubicBezTo>
                  <a:pt x="11426" y="6587"/>
                  <a:pt x="11426" y="6632"/>
                  <a:pt x="11441" y="6677"/>
                </a:cubicBezTo>
                <a:cubicBezTo>
                  <a:pt x="11471" y="6677"/>
                  <a:pt x="11501" y="6662"/>
                  <a:pt x="11501" y="6647"/>
                </a:cubicBezTo>
                <a:cubicBezTo>
                  <a:pt x="11501" y="6542"/>
                  <a:pt x="11486" y="6438"/>
                  <a:pt x="11456" y="6333"/>
                </a:cubicBezTo>
                <a:cubicBezTo>
                  <a:pt x="11456" y="6318"/>
                  <a:pt x="11426" y="6318"/>
                  <a:pt x="11411" y="6303"/>
                </a:cubicBezTo>
                <a:close/>
                <a:moveTo>
                  <a:pt x="11441" y="6707"/>
                </a:moveTo>
                <a:lnTo>
                  <a:pt x="11441" y="6707"/>
                </a:lnTo>
                <a:cubicBezTo>
                  <a:pt x="11411" y="6722"/>
                  <a:pt x="11397" y="6781"/>
                  <a:pt x="11352" y="6781"/>
                </a:cubicBezTo>
                <a:cubicBezTo>
                  <a:pt x="11322" y="6781"/>
                  <a:pt x="11307" y="6796"/>
                  <a:pt x="11322" y="6826"/>
                </a:cubicBezTo>
                <a:cubicBezTo>
                  <a:pt x="11322" y="6856"/>
                  <a:pt x="11337" y="6916"/>
                  <a:pt x="11337" y="6916"/>
                </a:cubicBezTo>
                <a:cubicBezTo>
                  <a:pt x="11217" y="6946"/>
                  <a:pt x="11322" y="7020"/>
                  <a:pt x="11322" y="7080"/>
                </a:cubicBezTo>
                <a:lnTo>
                  <a:pt x="11352" y="7080"/>
                </a:lnTo>
                <a:cubicBezTo>
                  <a:pt x="11382" y="7080"/>
                  <a:pt x="11397" y="7080"/>
                  <a:pt x="11411" y="7050"/>
                </a:cubicBezTo>
                <a:cubicBezTo>
                  <a:pt x="11411" y="7020"/>
                  <a:pt x="11411" y="6990"/>
                  <a:pt x="11426" y="6961"/>
                </a:cubicBezTo>
                <a:cubicBezTo>
                  <a:pt x="11471" y="6871"/>
                  <a:pt x="11531" y="6796"/>
                  <a:pt x="11441" y="6707"/>
                </a:cubicBezTo>
                <a:close/>
                <a:moveTo>
                  <a:pt x="9156" y="7110"/>
                </a:moveTo>
                <a:cubicBezTo>
                  <a:pt x="9171" y="7125"/>
                  <a:pt x="9186" y="7140"/>
                  <a:pt x="9201" y="7155"/>
                </a:cubicBezTo>
                <a:cubicBezTo>
                  <a:pt x="9216" y="7140"/>
                  <a:pt x="9246" y="7125"/>
                  <a:pt x="9261" y="7110"/>
                </a:cubicBezTo>
                <a:close/>
                <a:moveTo>
                  <a:pt x="8753" y="6184"/>
                </a:moveTo>
                <a:cubicBezTo>
                  <a:pt x="8693" y="6214"/>
                  <a:pt x="8633" y="6259"/>
                  <a:pt x="8589" y="6303"/>
                </a:cubicBezTo>
                <a:cubicBezTo>
                  <a:pt x="8589" y="6333"/>
                  <a:pt x="8574" y="6378"/>
                  <a:pt x="8529" y="6393"/>
                </a:cubicBezTo>
                <a:cubicBezTo>
                  <a:pt x="8514" y="6438"/>
                  <a:pt x="8574" y="6468"/>
                  <a:pt x="8559" y="6512"/>
                </a:cubicBezTo>
                <a:cubicBezTo>
                  <a:pt x="8454" y="6677"/>
                  <a:pt x="8439" y="6871"/>
                  <a:pt x="8454" y="7065"/>
                </a:cubicBezTo>
                <a:cubicBezTo>
                  <a:pt x="8469" y="7080"/>
                  <a:pt x="8499" y="7110"/>
                  <a:pt x="8514" y="7140"/>
                </a:cubicBezTo>
                <a:cubicBezTo>
                  <a:pt x="8590" y="7162"/>
                  <a:pt x="8667" y="7176"/>
                  <a:pt x="8744" y="7176"/>
                </a:cubicBezTo>
                <a:cubicBezTo>
                  <a:pt x="8772" y="7176"/>
                  <a:pt x="8800" y="7174"/>
                  <a:pt x="8828" y="7170"/>
                </a:cubicBezTo>
                <a:cubicBezTo>
                  <a:pt x="8828" y="7170"/>
                  <a:pt x="8842" y="7170"/>
                  <a:pt x="8842" y="7155"/>
                </a:cubicBezTo>
                <a:cubicBezTo>
                  <a:pt x="8902" y="7140"/>
                  <a:pt x="8887" y="7065"/>
                  <a:pt x="8902" y="7035"/>
                </a:cubicBezTo>
                <a:cubicBezTo>
                  <a:pt x="8917" y="6841"/>
                  <a:pt x="8932" y="6662"/>
                  <a:pt x="8947" y="6483"/>
                </a:cubicBezTo>
                <a:cubicBezTo>
                  <a:pt x="8932" y="6438"/>
                  <a:pt x="8917" y="6408"/>
                  <a:pt x="8887" y="6393"/>
                </a:cubicBezTo>
                <a:cubicBezTo>
                  <a:pt x="8887" y="6378"/>
                  <a:pt x="8887" y="6378"/>
                  <a:pt x="8887" y="6363"/>
                </a:cubicBezTo>
                <a:cubicBezTo>
                  <a:pt x="8872" y="6318"/>
                  <a:pt x="8872" y="6259"/>
                  <a:pt x="8828" y="6229"/>
                </a:cubicBezTo>
                <a:cubicBezTo>
                  <a:pt x="8813" y="6199"/>
                  <a:pt x="8753" y="6214"/>
                  <a:pt x="8753" y="6184"/>
                </a:cubicBezTo>
                <a:close/>
                <a:moveTo>
                  <a:pt x="4505" y="7346"/>
                </a:moveTo>
                <a:cubicBezTo>
                  <a:pt x="4492" y="7346"/>
                  <a:pt x="4479" y="7379"/>
                  <a:pt x="4466" y="7379"/>
                </a:cubicBezTo>
                <a:cubicBezTo>
                  <a:pt x="4481" y="7394"/>
                  <a:pt x="4496" y="7394"/>
                  <a:pt x="4511" y="7409"/>
                </a:cubicBezTo>
                <a:cubicBezTo>
                  <a:pt x="4526" y="7409"/>
                  <a:pt x="4541" y="7394"/>
                  <a:pt x="4556" y="7394"/>
                </a:cubicBezTo>
                <a:cubicBezTo>
                  <a:pt x="4541" y="7379"/>
                  <a:pt x="4526" y="7349"/>
                  <a:pt x="4511" y="7349"/>
                </a:cubicBezTo>
                <a:cubicBezTo>
                  <a:pt x="4509" y="7347"/>
                  <a:pt x="4507" y="7346"/>
                  <a:pt x="4505" y="7346"/>
                </a:cubicBezTo>
                <a:close/>
                <a:moveTo>
                  <a:pt x="4720" y="7409"/>
                </a:moveTo>
                <a:lnTo>
                  <a:pt x="4720" y="7409"/>
                </a:lnTo>
                <a:cubicBezTo>
                  <a:pt x="4711" y="7413"/>
                  <a:pt x="4702" y="7420"/>
                  <a:pt x="4695" y="7427"/>
                </a:cubicBezTo>
                <a:lnTo>
                  <a:pt x="4695" y="7427"/>
                </a:lnTo>
                <a:cubicBezTo>
                  <a:pt x="4709" y="7426"/>
                  <a:pt x="4720" y="7421"/>
                  <a:pt x="4720" y="7409"/>
                </a:cubicBezTo>
                <a:close/>
                <a:moveTo>
                  <a:pt x="8230" y="7394"/>
                </a:moveTo>
                <a:cubicBezTo>
                  <a:pt x="8230" y="7394"/>
                  <a:pt x="8215" y="7409"/>
                  <a:pt x="8200" y="7409"/>
                </a:cubicBezTo>
                <a:cubicBezTo>
                  <a:pt x="8215" y="7424"/>
                  <a:pt x="8230" y="7438"/>
                  <a:pt x="8245" y="7453"/>
                </a:cubicBezTo>
                <a:cubicBezTo>
                  <a:pt x="8260" y="7453"/>
                  <a:pt x="8260" y="7438"/>
                  <a:pt x="8290" y="7424"/>
                </a:cubicBezTo>
                <a:cubicBezTo>
                  <a:pt x="8260" y="7409"/>
                  <a:pt x="8245" y="7394"/>
                  <a:pt x="8230" y="7394"/>
                </a:cubicBezTo>
                <a:close/>
                <a:moveTo>
                  <a:pt x="4914" y="7259"/>
                </a:moveTo>
                <a:cubicBezTo>
                  <a:pt x="4884" y="7304"/>
                  <a:pt x="4855" y="7349"/>
                  <a:pt x="4825" y="7394"/>
                </a:cubicBezTo>
                <a:cubicBezTo>
                  <a:pt x="4843" y="7438"/>
                  <a:pt x="4866" y="7467"/>
                  <a:pt x="4897" y="7467"/>
                </a:cubicBezTo>
                <a:cubicBezTo>
                  <a:pt x="4919" y="7467"/>
                  <a:pt x="4944" y="7454"/>
                  <a:pt x="4974" y="7424"/>
                </a:cubicBezTo>
                <a:cubicBezTo>
                  <a:pt x="4914" y="7379"/>
                  <a:pt x="4974" y="7304"/>
                  <a:pt x="4914" y="7259"/>
                </a:cubicBezTo>
                <a:close/>
                <a:moveTo>
                  <a:pt x="4695" y="7427"/>
                </a:moveTo>
                <a:cubicBezTo>
                  <a:pt x="4661" y="7431"/>
                  <a:pt x="4607" y="7419"/>
                  <a:pt x="4660" y="7483"/>
                </a:cubicBezTo>
                <a:cubicBezTo>
                  <a:pt x="4671" y="7463"/>
                  <a:pt x="4681" y="7443"/>
                  <a:pt x="4695" y="7427"/>
                </a:cubicBezTo>
                <a:close/>
                <a:moveTo>
                  <a:pt x="4481" y="7468"/>
                </a:moveTo>
                <a:cubicBezTo>
                  <a:pt x="4451" y="7483"/>
                  <a:pt x="4436" y="7498"/>
                  <a:pt x="4407" y="7513"/>
                </a:cubicBezTo>
                <a:cubicBezTo>
                  <a:pt x="4407" y="7513"/>
                  <a:pt x="4421" y="7528"/>
                  <a:pt x="4421" y="7528"/>
                </a:cubicBezTo>
                <a:cubicBezTo>
                  <a:pt x="4436" y="7513"/>
                  <a:pt x="4466" y="7498"/>
                  <a:pt x="4481" y="7483"/>
                </a:cubicBezTo>
                <a:lnTo>
                  <a:pt x="4481" y="7468"/>
                </a:lnTo>
                <a:close/>
                <a:moveTo>
                  <a:pt x="13174" y="7319"/>
                </a:moveTo>
                <a:cubicBezTo>
                  <a:pt x="13159" y="7364"/>
                  <a:pt x="13144" y="7424"/>
                  <a:pt x="13129" y="7483"/>
                </a:cubicBezTo>
                <a:cubicBezTo>
                  <a:pt x="13144" y="7513"/>
                  <a:pt x="13159" y="7543"/>
                  <a:pt x="13159" y="7573"/>
                </a:cubicBezTo>
                <a:cubicBezTo>
                  <a:pt x="13185" y="7579"/>
                  <a:pt x="13211" y="7589"/>
                  <a:pt x="13229" y="7589"/>
                </a:cubicBezTo>
                <a:cubicBezTo>
                  <a:pt x="13254" y="7589"/>
                  <a:pt x="13266" y="7573"/>
                  <a:pt x="13249" y="7513"/>
                </a:cubicBezTo>
                <a:cubicBezTo>
                  <a:pt x="13234" y="7498"/>
                  <a:pt x="13234" y="7468"/>
                  <a:pt x="13249" y="7453"/>
                </a:cubicBezTo>
                <a:cubicBezTo>
                  <a:pt x="13219" y="7409"/>
                  <a:pt x="13189" y="7364"/>
                  <a:pt x="13174" y="7319"/>
                </a:cubicBezTo>
                <a:close/>
                <a:moveTo>
                  <a:pt x="4571" y="7603"/>
                </a:moveTo>
                <a:cubicBezTo>
                  <a:pt x="4556" y="7603"/>
                  <a:pt x="4541" y="7618"/>
                  <a:pt x="4541" y="7633"/>
                </a:cubicBezTo>
                <a:cubicBezTo>
                  <a:pt x="4556" y="7648"/>
                  <a:pt x="4571" y="7663"/>
                  <a:pt x="4586" y="7663"/>
                </a:cubicBezTo>
                <a:cubicBezTo>
                  <a:pt x="4586" y="7648"/>
                  <a:pt x="4571" y="7618"/>
                  <a:pt x="4571" y="7603"/>
                </a:cubicBezTo>
                <a:close/>
                <a:moveTo>
                  <a:pt x="4855" y="7603"/>
                </a:moveTo>
                <a:cubicBezTo>
                  <a:pt x="4855" y="7618"/>
                  <a:pt x="4840" y="7618"/>
                  <a:pt x="4840" y="7618"/>
                </a:cubicBezTo>
                <a:cubicBezTo>
                  <a:pt x="4825" y="7648"/>
                  <a:pt x="4825" y="7663"/>
                  <a:pt x="4825" y="7677"/>
                </a:cubicBezTo>
                <a:cubicBezTo>
                  <a:pt x="4870" y="7663"/>
                  <a:pt x="4929" y="7648"/>
                  <a:pt x="4974" y="7633"/>
                </a:cubicBezTo>
                <a:cubicBezTo>
                  <a:pt x="4929" y="7618"/>
                  <a:pt x="4899" y="7618"/>
                  <a:pt x="4855" y="7603"/>
                </a:cubicBezTo>
                <a:close/>
                <a:moveTo>
                  <a:pt x="13368" y="7603"/>
                </a:moveTo>
                <a:cubicBezTo>
                  <a:pt x="13353" y="7603"/>
                  <a:pt x="13353" y="7603"/>
                  <a:pt x="13353" y="7618"/>
                </a:cubicBezTo>
                <a:cubicBezTo>
                  <a:pt x="13353" y="7618"/>
                  <a:pt x="13353" y="7633"/>
                  <a:pt x="13353" y="7633"/>
                </a:cubicBezTo>
                <a:cubicBezTo>
                  <a:pt x="13368" y="7677"/>
                  <a:pt x="13368" y="7707"/>
                  <a:pt x="13368" y="7737"/>
                </a:cubicBezTo>
                <a:cubicBezTo>
                  <a:pt x="13398" y="7722"/>
                  <a:pt x="13428" y="7692"/>
                  <a:pt x="13458" y="7677"/>
                </a:cubicBezTo>
                <a:cubicBezTo>
                  <a:pt x="13428" y="7648"/>
                  <a:pt x="13398" y="7633"/>
                  <a:pt x="13368" y="7603"/>
                </a:cubicBezTo>
                <a:close/>
                <a:moveTo>
                  <a:pt x="374" y="7274"/>
                </a:moveTo>
                <a:cubicBezTo>
                  <a:pt x="359" y="7304"/>
                  <a:pt x="329" y="7319"/>
                  <a:pt x="329" y="7349"/>
                </a:cubicBezTo>
                <a:cubicBezTo>
                  <a:pt x="329" y="7453"/>
                  <a:pt x="344" y="7558"/>
                  <a:pt x="344" y="7663"/>
                </a:cubicBezTo>
                <a:lnTo>
                  <a:pt x="344" y="7767"/>
                </a:lnTo>
                <a:lnTo>
                  <a:pt x="404" y="7692"/>
                </a:lnTo>
                <a:cubicBezTo>
                  <a:pt x="404" y="7692"/>
                  <a:pt x="419" y="7677"/>
                  <a:pt x="419" y="7677"/>
                </a:cubicBezTo>
                <a:cubicBezTo>
                  <a:pt x="449" y="7677"/>
                  <a:pt x="449" y="7663"/>
                  <a:pt x="449" y="7633"/>
                </a:cubicBezTo>
                <a:cubicBezTo>
                  <a:pt x="449" y="7588"/>
                  <a:pt x="464" y="7543"/>
                  <a:pt x="449" y="7513"/>
                </a:cubicBezTo>
                <a:cubicBezTo>
                  <a:pt x="404" y="7453"/>
                  <a:pt x="404" y="7379"/>
                  <a:pt x="404" y="7319"/>
                </a:cubicBezTo>
                <a:cubicBezTo>
                  <a:pt x="404" y="7304"/>
                  <a:pt x="404" y="7289"/>
                  <a:pt x="404" y="7289"/>
                </a:cubicBezTo>
                <a:cubicBezTo>
                  <a:pt x="389" y="7289"/>
                  <a:pt x="389" y="7274"/>
                  <a:pt x="374" y="7274"/>
                </a:cubicBezTo>
                <a:close/>
                <a:moveTo>
                  <a:pt x="4362" y="7707"/>
                </a:moveTo>
                <a:cubicBezTo>
                  <a:pt x="4347" y="7722"/>
                  <a:pt x="4332" y="7722"/>
                  <a:pt x="4317" y="7722"/>
                </a:cubicBezTo>
                <a:cubicBezTo>
                  <a:pt x="4332" y="7752"/>
                  <a:pt x="4347" y="7782"/>
                  <a:pt x="4377" y="7812"/>
                </a:cubicBezTo>
                <a:cubicBezTo>
                  <a:pt x="4392" y="7797"/>
                  <a:pt x="4407" y="7782"/>
                  <a:pt x="4436" y="7782"/>
                </a:cubicBezTo>
                <a:cubicBezTo>
                  <a:pt x="4407" y="7752"/>
                  <a:pt x="4392" y="7737"/>
                  <a:pt x="4362" y="7707"/>
                </a:cubicBezTo>
                <a:close/>
                <a:moveTo>
                  <a:pt x="3914" y="7842"/>
                </a:moveTo>
                <a:cubicBezTo>
                  <a:pt x="3899" y="7857"/>
                  <a:pt x="3869" y="7857"/>
                  <a:pt x="3854" y="7872"/>
                </a:cubicBezTo>
                <a:cubicBezTo>
                  <a:pt x="3869" y="7887"/>
                  <a:pt x="3869" y="7902"/>
                  <a:pt x="3884" y="7916"/>
                </a:cubicBezTo>
                <a:cubicBezTo>
                  <a:pt x="3899" y="7902"/>
                  <a:pt x="3914" y="7887"/>
                  <a:pt x="3929" y="7872"/>
                </a:cubicBezTo>
                <a:cubicBezTo>
                  <a:pt x="3929" y="7872"/>
                  <a:pt x="3914" y="7842"/>
                  <a:pt x="3914" y="7842"/>
                </a:cubicBezTo>
                <a:close/>
                <a:moveTo>
                  <a:pt x="4048" y="7916"/>
                </a:moveTo>
                <a:cubicBezTo>
                  <a:pt x="4056" y="7920"/>
                  <a:pt x="4064" y="7924"/>
                  <a:pt x="4071" y="7928"/>
                </a:cubicBezTo>
                <a:lnTo>
                  <a:pt x="4071" y="7928"/>
                </a:lnTo>
                <a:cubicBezTo>
                  <a:pt x="4068" y="7924"/>
                  <a:pt x="4066" y="7920"/>
                  <a:pt x="4063" y="7916"/>
                </a:cubicBezTo>
                <a:close/>
                <a:moveTo>
                  <a:pt x="4660" y="7827"/>
                </a:moveTo>
                <a:cubicBezTo>
                  <a:pt x="4601" y="7827"/>
                  <a:pt x="4541" y="7842"/>
                  <a:pt x="4451" y="7842"/>
                </a:cubicBezTo>
                <a:cubicBezTo>
                  <a:pt x="4541" y="7887"/>
                  <a:pt x="4601" y="7916"/>
                  <a:pt x="4646" y="7931"/>
                </a:cubicBezTo>
                <a:cubicBezTo>
                  <a:pt x="4675" y="7916"/>
                  <a:pt x="4675" y="7902"/>
                  <a:pt x="4660" y="7887"/>
                </a:cubicBezTo>
                <a:cubicBezTo>
                  <a:pt x="4660" y="7857"/>
                  <a:pt x="4660" y="7842"/>
                  <a:pt x="4660" y="7827"/>
                </a:cubicBezTo>
                <a:close/>
                <a:moveTo>
                  <a:pt x="4840" y="7752"/>
                </a:moveTo>
                <a:cubicBezTo>
                  <a:pt x="4825" y="7782"/>
                  <a:pt x="4825" y="7812"/>
                  <a:pt x="4810" y="7842"/>
                </a:cubicBezTo>
                <a:cubicBezTo>
                  <a:pt x="4810" y="7857"/>
                  <a:pt x="4795" y="7872"/>
                  <a:pt x="4795" y="7887"/>
                </a:cubicBezTo>
                <a:cubicBezTo>
                  <a:pt x="4780" y="7902"/>
                  <a:pt x="4780" y="7916"/>
                  <a:pt x="4795" y="7946"/>
                </a:cubicBezTo>
                <a:cubicBezTo>
                  <a:pt x="4825" y="7931"/>
                  <a:pt x="4840" y="7916"/>
                  <a:pt x="4855" y="7902"/>
                </a:cubicBezTo>
                <a:cubicBezTo>
                  <a:pt x="4870" y="7872"/>
                  <a:pt x="4884" y="7827"/>
                  <a:pt x="4884" y="7797"/>
                </a:cubicBezTo>
                <a:cubicBezTo>
                  <a:pt x="4884" y="7782"/>
                  <a:pt x="4855" y="7767"/>
                  <a:pt x="4840" y="7752"/>
                </a:cubicBezTo>
                <a:close/>
                <a:moveTo>
                  <a:pt x="13249" y="7887"/>
                </a:moveTo>
                <a:cubicBezTo>
                  <a:pt x="13219" y="7902"/>
                  <a:pt x="13189" y="7931"/>
                  <a:pt x="13159" y="7961"/>
                </a:cubicBezTo>
                <a:lnTo>
                  <a:pt x="13323" y="7961"/>
                </a:lnTo>
                <a:cubicBezTo>
                  <a:pt x="13308" y="7931"/>
                  <a:pt x="13278" y="7916"/>
                  <a:pt x="13249" y="7887"/>
                </a:cubicBezTo>
                <a:close/>
                <a:moveTo>
                  <a:pt x="4071" y="7928"/>
                </a:moveTo>
                <a:cubicBezTo>
                  <a:pt x="4098" y="7969"/>
                  <a:pt x="4127" y="8010"/>
                  <a:pt x="4168" y="8051"/>
                </a:cubicBezTo>
                <a:cubicBezTo>
                  <a:pt x="4168" y="8036"/>
                  <a:pt x="4183" y="8021"/>
                  <a:pt x="4197" y="8006"/>
                </a:cubicBezTo>
                <a:cubicBezTo>
                  <a:pt x="4159" y="7980"/>
                  <a:pt x="4120" y="7954"/>
                  <a:pt x="4071" y="7928"/>
                </a:cubicBezTo>
                <a:close/>
                <a:moveTo>
                  <a:pt x="359" y="7797"/>
                </a:moveTo>
                <a:cubicBezTo>
                  <a:pt x="359" y="7891"/>
                  <a:pt x="371" y="7974"/>
                  <a:pt x="373" y="8065"/>
                </a:cubicBezTo>
                <a:lnTo>
                  <a:pt x="373" y="8065"/>
                </a:lnTo>
                <a:cubicBezTo>
                  <a:pt x="410" y="8037"/>
                  <a:pt x="544" y="8031"/>
                  <a:pt x="404" y="7961"/>
                </a:cubicBezTo>
                <a:cubicBezTo>
                  <a:pt x="404" y="7961"/>
                  <a:pt x="404" y="7946"/>
                  <a:pt x="419" y="7946"/>
                </a:cubicBezTo>
                <a:cubicBezTo>
                  <a:pt x="523" y="7842"/>
                  <a:pt x="419" y="7827"/>
                  <a:pt x="359" y="7797"/>
                </a:cubicBezTo>
                <a:close/>
                <a:moveTo>
                  <a:pt x="373" y="8065"/>
                </a:moveTo>
                <a:cubicBezTo>
                  <a:pt x="363" y="8073"/>
                  <a:pt x="361" y="8083"/>
                  <a:pt x="374" y="8096"/>
                </a:cubicBezTo>
                <a:cubicBezTo>
                  <a:pt x="374" y="8085"/>
                  <a:pt x="374" y="8075"/>
                  <a:pt x="373" y="8065"/>
                </a:cubicBezTo>
                <a:close/>
                <a:moveTo>
                  <a:pt x="13338" y="8036"/>
                </a:moveTo>
                <a:cubicBezTo>
                  <a:pt x="13308" y="8036"/>
                  <a:pt x="13278" y="8051"/>
                  <a:pt x="13249" y="8066"/>
                </a:cubicBezTo>
                <a:cubicBezTo>
                  <a:pt x="13263" y="8081"/>
                  <a:pt x="13278" y="8096"/>
                  <a:pt x="13278" y="8096"/>
                </a:cubicBezTo>
                <a:cubicBezTo>
                  <a:pt x="13293" y="8081"/>
                  <a:pt x="13323" y="8066"/>
                  <a:pt x="13338" y="8051"/>
                </a:cubicBezTo>
                <a:cubicBezTo>
                  <a:pt x="13338" y="8036"/>
                  <a:pt x="13338" y="8036"/>
                  <a:pt x="13338" y="8036"/>
                </a:cubicBezTo>
                <a:close/>
                <a:moveTo>
                  <a:pt x="4914" y="8036"/>
                </a:moveTo>
                <a:cubicBezTo>
                  <a:pt x="4899" y="8066"/>
                  <a:pt x="4884" y="8096"/>
                  <a:pt x="4870" y="8126"/>
                </a:cubicBezTo>
                <a:cubicBezTo>
                  <a:pt x="4884" y="8140"/>
                  <a:pt x="4899" y="8140"/>
                  <a:pt x="4914" y="8140"/>
                </a:cubicBezTo>
                <a:cubicBezTo>
                  <a:pt x="4914" y="8111"/>
                  <a:pt x="4914" y="8081"/>
                  <a:pt x="4914" y="8036"/>
                </a:cubicBezTo>
                <a:close/>
                <a:moveTo>
                  <a:pt x="5751" y="8066"/>
                </a:moveTo>
                <a:cubicBezTo>
                  <a:pt x="5706" y="8066"/>
                  <a:pt x="5661" y="8081"/>
                  <a:pt x="5631" y="8096"/>
                </a:cubicBezTo>
                <a:cubicBezTo>
                  <a:pt x="5616" y="8096"/>
                  <a:pt x="5616" y="8126"/>
                  <a:pt x="5616" y="8155"/>
                </a:cubicBezTo>
                <a:cubicBezTo>
                  <a:pt x="5646" y="8140"/>
                  <a:pt x="5676" y="8126"/>
                  <a:pt x="5706" y="8126"/>
                </a:cubicBezTo>
                <a:cubicBezTo>
                  <a:pt x="5711" y="8121"/>
                  <a:pt x="5716" y="8119"/>
                  <a:pt x="5721" y="8119"/>
                </a:cubicBezTo>
                <a:cubicBezTo>
                  <a:pt x="5731" y="8119"/>
                  <a:pt x="5741" y="8126"/>
                  <a:pt x="5751" y="8126"/>
                </a:cubicBezTo>
                <a:cubicBezTo>
                  <a:pt x="5751" y="8096"/>
                  <a:pt x="5751" y="8081"/>
                  <a:pt x="5751" y="8066"/>
                </a:cubicBezTo>
                <a:close/>
                <a:moveTo>
                  <a:pt x="4362" y="8096"/>
                </a:moveTo>
                <a:cubicBezTo>
                  <a:pt x="4332" y="8096"/>
                  <a:pt x="4317" y="8111"/>
                  <a:pt x="4287" y="8111"/>
                </a:cubicBezTo>
                <a:cubicBezTo>
                  <a:pt x="4287" y="8140"/>
                  <a:pt x="4302" y="8155"/>
                  <a:pt x="4317" y="8170"/>
                </a:cubicBezTo>
                <a:cubicBezTo>
                  <a:pt x="4332" y="8140"/>
                  <a:pt x="4347" y="8111"/>
                  <a:pt x="4362" y="8096"/>
                </a:cubicBezTo>
                <a:close/>
                <a:moveTo>
                  <a:pt x="5578" y="5284"/>
                </a:moveTo>
                <a:cubicBezTo>
                  <a:pt x="5556" y="5284"/>
                  <a:pt x="5534" y="5285"/>
                  <a:pt x="5512" y="5288"/>
                </a:cubicBezTo>
                <a:cubicBezTo>
                  <a:pt x="5498" y="5290"/>
                  <a:pt x="5485" y="5290"/>
                  <a:pt x="5470" y="5290"/>
                </a:cubicBezTo>
                <a:cubicBezTo>
                  <a:pt x="5434" y="5290"/>
                  <a:pt x="5395" y="5286"/>
                  <a:pt x="5357" y="5286"/>
                </a:cubicBezTo>
                <a:cubicBezTo>
                  <a:pt x="5296" y="5286"/>
                  <a:pt x="5238" y="5298"/>
                  <a:pt x="5198" y="5362"/>
                </a:cubicBezTo>
                <a:cubicBezTo>
                  <a:pt x="5168" y="5407"/>
                  <a:pt x="5183" y="5497"/>
                  <a:pt x="5153" y="5542"/>
                </a:cubicBezTo>
                <a:cubicBezTo>
                  <a:pt x="5049" y="5661"/>
                  <a:pt x="5034" y="5825"/>
                  <a:pt x="5034" y="5975"/>
                </a:cubicBezTo>
                <a:cubicBezTo>
                  <a:pt x="5034" y="6035"/>
                  <a:pt x="5079" y="6094"/>
                  <a:pt x="5064" y="6154"/>
                </a:cubicBezTo>
                <a:cubicBezTo>
                  <a:pt x="5049" y="6348"/>
                  <a:pt x="5019" y="6527"/>
                  <a:pt x="4989" y="6722"/>
                </a:cubicBezTo>
                <a:cubicBezTo>
                  <a:pt x="4974" y="6737"/>
                  <a:pt x="4974" y="6766"/>
                  <a:pt x="4989" y="6796"/>
                </a:cubicBezTo>
                <a:cubicBezTo>
                  <a:pt x="4989" y="6931"/>
                  <a:pt x="4974" y="7065"/>
                  <a:pt x="4974" y="7200"/>
                </a:cubicBezTo>
                <a:cubicBezTo>
                  <a:pt x="4959" y="7229"/>
                  <a:pt x="4959" y="7244"/>
                  <a:pt x="4959" y="7274"/>
                </a:cubicBezTo>
                <a:cubicBezTo>
                  <a:pt x="4989" y="7409"/>
                  <a:pt x="5004" y="7528"/>
                  <a:pt x="5004" y="7648"/>
                </a:cubicBezTo>
                <a:cubicBezTo>
                  <a:pt x="5019" y="7707"/>
                  <a:pt x="5034" y="7767"/>
                  <a:pt x="5064" y="7812"/>
                </a:cubicBezTo>
                <a:cubicBezTo>
                  <a:pt x="5034" y="7797"/>
                  <a:pt x="5004" y="7782"/>
                  <a:pt x="4974" y="7767"/>
                </a:cubicBezTo>
                <a:cubicBezTo>
                  <a:pt x="4959" y="7782"/>
                  <a:pt x="4959" y="7797"/>
                  <a:pt x="4959" y="7797"/>
                </a:cubicBezTo>
                <a:cubicBezTo>
                  <a:pt x="4989" y="7812"/>
                  <a:pt x="5019" y="7827"/>
                  <a:pt x="5064" y="7842"/>
                </a:cubicBezTo>
                <a:cubicBezTo>
                  <a:pt x="5094" y="7857"/>
                  <a:pt x="5123" y="7872"/>
                  <a:pt x="5168" y="7887"/>
                </a:cubicBezTo>
                <a:cubicBezTo>
                  <a:pt x="5183" y="7872"/>
                  <a:pt x="5183" y="7872"/>
                  <a:pt x="5183" y="7857"/>
                </a:cubicBezTo>
                <a:cubicBezTo>
                  <a:pt x="5198" y="7857"/>
                  <a:pt x="5213" y="7872"/>
                  <a:pt x="5213" y="7872"/>
                </a:cubicBezTo>
                <a:cubicBezTo>
                  <a:pt x="5213" y="7872"/>
                  <a:pt x="5213" y="7887"/>
                  <a:pt x="5228" y="7887"/>
                </a:cubicBezTo>
                <a:cubicBezTo>
                  <a:pt x="5213" y="7887"/>
                  <a:pt x="5198" y="7872"/>
                  <a:pt x="5183" y="7872"/>
                </a:cubicBezTo>
                <a:cubicBezTo>
                  <a:pt x="5183" y="7887"/>
                  <a:pt x="5168" y="7887"/>
                  <a:pt x="5168" y="7887"/>
                </a:cubicBezTo>
                <a:cubicBezTo>
                  <a:pt x="5153" y="7902"/>
                  <a:pt x="5153" y="7931"/>
                  <a:pt x="5153" y="7946"/>
                </a:cubicBezTo>
                <a:cubicBezTo>
                  <a:pt x="5153" y="7961"/>
                  <a:pt x="5138" y="7976"/>
                  <a:pt x="5138" y="7991"/>
                </a:cubicBezTo>
                <a:cubicBezTo>
                  <a:pt x="5138" y="8006"/>
                  <a:pt x="5138" y="8021"/>
                  <a:pt x="5153" y="8036"/>
                </a:cubicBezTo>
                <a:cubicBezTo>
                  <a:pt x="5138" y="8051"/>
                  <a:pt x="5109" y="8066"/>
                  <a:pt x="5094" y="8081"/>
                </a:cubicBezTo>
                <a:cubicBezTo>
                  <a:pt x="5117" y="8104"/>
                  <a:pt x="5141" y="8124"/>
                  <a:pt x="5160" y="8124"/>
                </a:cubicBezTo>
                <a:cubicBezTo>
                  <a:pt x="5177" y="8124"/>
                  <a:pt x="5191" y="8108"/>
                  <a:pt x="5198" y="8066"/>
                </a:cubicBezTo>
                <a:cubicBezTo>
                  <a:pt x="5228" y="8081"/>
                  <a:pt x="5243" y="8096"/>
                  <a:pt x="5258" y="8126"/>
                </a:cubicBezTo>
                <a:cubicBezTo>
                  <a:pt x="5288" y="8111"/>
                  <a:pt x="5318" y="8096"/>
                  <a:pt x="5348" y="8081"/>
                </a:cubicBezTo>
                <a:cubicBezTo>
                  <a:pt x="5318" y="8081"/>
                  <a:pt x="5288" y="8066"/>
                  <a:pt x="5258" y="8051"/>
                </a:cubicBezTo>
                <a:cubicBezTo>
                  <a:pt x="5273" y="8036"/>
                  <a:pt x="5273" y="8021"/>
                  <a:pt x="5288" y="8006"/>
                </a:cubicBezTo>
                <a:cubicBezTo>
                  <a:pt x="5303" y="7976"/>
                  <a:pt x="5303" y="7946"/>
                  <a:pt x="5318" y="7916"/>
                </a:cubicBezTo>
                <a:cubicBezTo>
                  <a:pt x="5377" y="7916"/>
                  <a:pt x="5437" y="7931"/>
                  <a:pt x="5497" y="7946"/>
                </a:cubicBezTo>
                <a:cubicBezTo>
                  <a:pt x="5514" y="7938"/>
                  <a:pt x="5531" y="7929"/>
                  <a:pt x="5549" y="7929"/>
                </a:cubicBezTo>
                <a:cubicBezTo>
                  <a:pt x="5561" y="7929"/>
                  <a:pt x="5574" y="7934"/>
                  <a:pt x="5586" y="7946"/>
                </a:cubicBezTo>
                <a:lnTo>
                  <a:pt x="5676" y="7946"/>
                </a:lnTo>
                <a:cubicBezTo>
                  <a:pt x="5676" y="7961"/>
                  <a:pt x="5691" y="7961"/>
                  <a:pt x="5706" y="7961"/>
                </a:cubicBezTo>
                <a:cubicBezTo>
                  <a:pt x="5751" y="7976"/>
                  <a:pt x="5796" y="7991"/>
                  <a:pt x="5825" y="8006"/>
                </a:cubicBezTo>
                <a:cubicBezTo>
                  <a:pt x="5825" y="7991"/>
                  <a:pt x="5811" y="7961"/>
                  <a:pt x="5796" y="7946"/>
                </a:cubicBezTo>
                <a:lnTo>
                  <a:pt x="5796" y="7946"/>
                </a:lnTo>
                <a:cubicBezTo>
                  <a:pt x="5804" y="7951"/>
                  <a:pt x="5814" y="7953"/>
                  <a:pt x="5825" y="7953"/>
                </a:cubicBezTo>
                <a:cubicBezTo>
                  <a:pt x="5850" y="7953"/>
                  <a:pt x="5879" y="7942"/>
                  <a:pt x="5900" y="7931"/>
                </a:cubicBezTo>
                <a:cubicBezTo>
                  <a:pt x="5915" y="7931"/>
                  <a:pt x="5930" y="7931"/>
                  <a:pt x="5930" y="7916"/>
                </a:cubicBezTo>
                <a:lnTo>
                  <a:pt x="5945" y="7946"/>
                </a:lnTo>
                <a:cubicBezTo>
                  <a:pt x="5975" y="7946"/>
                  <a:pt x="5990" y="7946"/>
                  <a:pt x="6005" y="7961"/>
                </a:cubicBezTo>
                <a:cubicBezTo>
                  <a:pt x="6020" y="7961"/>
                  <a:pt x="6049" y="7991"/>
                  <a:pt x="6049" y="7991"/>
                </a:cubicBezTo>
                <a:cubicBezTo>
                  <a:pt x="6075" y="7965"/>
                  <a:pt x="6095" y="7956"/>
                  <a:pt x="6112" y="7956"/>
                </a:cubicBezTo>
                <a:cubicBezTo>
                  <a:pt x="6145" y="7956"/>
                  <a:pt x="6164" y="7992"/>
                  <a:pt x="6184" y="8021"/>
                </a:cubicBezTo>
                <a:cubicBezTo>
                  <a:pt x="6169" y="8066"/>
                  <a:pt x="6154" y="8111"/>
                  <a:pt x="6139" y="8170"/>
                </a:cubicBezTo>
                <a:lnTo>
                  <a:pt x="6274" y="8170"/>
                </a:lnTo>
                <a:lnTo>
                  <a:pt x="6199" y="8021"/>
                </a:lnTo>
                <a:cubicBezTo>
                  <a:pt x="6214" y="8006"/>
                  <a:pt x="6229" y="7991"/>
                  <a:pt x="6244" y="7976"/>
                </a:cubicBezTo>
                <a:cubicBezTo>
                  <a:pt x="6277" y="8029"/>
                  <a:pt x="6313" y="8044"/>
                  <a:pt x="6349" y="8044"/>
                </a:cubicBezTo>
                <a:cubicBezTo>
                  <a:pt x="6395" y="8044"/>
                  <a:pt x="6441" y="8021"/>
                  <a:pt x="6483" y="8021"/>
                </a:cubicBezTo>
                <a:cubicBezTo>
                  <a:pt x="6534" y="8021"/>
                  <a:pt x="6585" y="8054"/>
                  <a:pt x="6636" y="8054"/>
                </a:cubicBezTo>
                <a:cubicBezTo>
                  <a:pt x="6645" y="8054"/>
                  <a:pt x="6653" y="8053"/>
                  <a:pt x="6662" y="8051"/>
                </a:cubicBezTo>
                <a:cubicBezTo>
                  <a:pt x="6671" y="8046"/>
                  <a:pt x="6681" y="8044"/>
                  <a:pt x="6691" y="8044"/>
                </a:cubicBezTo>
                <a:cubicBezTo>
                  <a:pt x="6722" y="8044"/>
                  <a:pt x="6754" y="8062"/>
                  <a:pt x="6784" y="8062"/>
                </a:cubicBezTo>
                <a:cubicBezTo>
                  <a:pt x="6806" y="8062"/>
                  <a:pt x="6825" y="8053"/>
                  <a:pt x="6841" y="8021"/>
                </a:cubicBezTo>
                <a:cubicBezTo>
                  <a:pt x="6856" y="8036"/>
                  <a:pt x="6886" y="8036"/>
                  <a:pt x="6901" y="8036"/>
                </a:cubicBezTo>
                <a:cubicBezTo>
                  <a:pt x="6931" y="7991"/>
                  <a:pt x="6976" y="7961"/>
                  <a:pt x="7005" y="7916"/>
                </a:cubicBezTo>
                <a:cubicBezTo>
                  <a:pt x="7080" y="7842"/>
                  <a:pt x="7140" y="7767"/>
                  <a:pt x="7214" y="7692"/>
                </a:cubicBezTo>
                <a:cubicBezTo>
                  <a:pt x="7304" y="7618"/>
                  <a:pt x="7304" y="7513"/>
                  <a:pt x="7334" y="7424"/>
                </a:cubicBezTo>
                <a:cubicBezTo>
                  <a:pt x="7334" y="7394"/>
                  <a:pt x="7349" y="7364"/>
                  <a:pt x="7349" y="7334"/>
                </a:cubicBezTo>
                <a:cubicBezTo>
                  <a:pt x="7364" y="7304"/>
                  <a:pt x="7379" y="7274"/>
                  <a:pt x="7379" y="7259"/>
                </a:cubicBezTo>
                <a:cubicBezTo>
                  <a:pt x="7364" y="7214"/>
                  <a:pt x="7364" y="7185"/>
                  <a:pt x="7379" y="7140"/>
                </a:cubicBezTo>
                <a:cubicBezTo>
                  <a:pt x="7379" y="7110"/>
                  <a:pt x="7319" y="7110"/>
                  <a:pt x="7319" y="7080"/>
                </a:cubicBezTo>
                <a:cubicBezTo>
                  <a:pt x="7319" y="6946"/>
                  <a:pt x="7304" y="6826"/>
                  <a:pt x="7304" y="6692"/>
                </a:cubicBezTo>
                <a:lnTo>
                  <a:pt x="7304" y="6692"/>
                </a:lnTo>
                <a:cubicBezTo>
                  <a:pt x="7334" y="6707"/>
                  <a:pt x="7379" y="6707"/>
                  <a:pt x="7409" y="6722"/>
                </a:cubicBezTo>
                <a:cubicBezTo>
                  <a:pt x="7409" y="6707"/>
                  <a:pt x="7409" y="6692"/>
                  <a:pt x="7409" y="6677"/>
                </a:cubicBezTo>
                <a:cubicBezTo>
                  <a:pt x="7379" y="6677"/>
                  <a:pt x="7349" y="6662"/>
                  <a:pt x="7304" y="6662"/>
                </a:cubicBezTo>
                <a:cubicBezTo>
                  <a:pt x="7319" y="6438"/>
                  <a:pt x="7319" y="6199"/>
                  <a:pt x="7334" y="5975"/>
                </a:cubicBezTo>
                <a:cubicBezTo>
                  <a:pt x="7349" y="5736"/>
                  <a:pt x="7289" y="5601"/>
                  <a:pt x="7080" y="5497"/>
                </a:cubicBezTo>
                <a:cubicBezTo>
                  <a:pt x="7050" y="5482"/>
                  <a:pt x="7020" y="5467"/>
                  <a:pt x="6990" y="5452"/>
                </a:cubicBezTo>
                <a:cubicBezTo>
                  <a:pt x="6946" y="5452"/>
                  <a:pt x="6901" y="5437"/>
                  <a:pt x="6871" y="5422"/>
                </a:cubicBezTo>
                <a:lnTo>
                  <a:pt x="6811" y="5422"/>
                </a:lnTo>
                <a:cubicBezTo>
                  <a:pt x="6751" y="5497"/>
                  <a:pt x="6856" y="5557"/>
                  <a:pt x="6841" y="5631"/>
                </a:cubicBezTo>
                <a:cubicBezTo>
                  <a:pt x="6841" y="5706"/>
                  <a:pt x="6916" y="5766"/>
                  <a:pt x="6916" y="5840"/>
                </a:cubicBezTo>
                <a:lnTo>
                  <a:pt x="6916" y="5855"/>
                </a:lnTo>
                <a:cubicBezTo>
                  <a:pt x="6901" y="5885"/>
                  <a:pt x="6871" y="5900"/>
                  <a:pt x="6856" y="5930"/>
                </a:cubicBezTo>
                <a:cubicBezTo>
                  <a:pt x="6856" y="5945"/>
                  <a:pt x="6856" y="5960"/>
                  <a:pt x="6841" y="5975"/>
                </a:cubicBezTo>
                <a:cubicBezTo>
                  <a:pt x="6856" y="5975"/>
                  <a:pt x="6886" y="5960"/>
                  <a:pt x="6901" y="5960"/>
                </a:cubicBezTo>
                <a:lnTo>
                  <a:pt x="6916" y="5870"/>
                </a:lnTo>
                <a:cubicBezTo>
                  <a:pt x="6931" y="5900"/>
                  <a:pt x="6946" y="5945"/>
                  <a:pt x="6961" y="5975"/>
                </a:cubicBezTo>
                <a:cubicBezTo>
                  <a:pt x="6961" y="6005"/>
                  <a:pt x="6961" y="6020"/>
                  <a:pt x="6961" y="6049"/>
                </a:cubicBezTo>
                <a:cubicBezTo>
                  <a:pt x="6946" y="6049"/>
                  <a:pt x="6946" y="6064"/>
                  <a:pt x="6946" y="6079"/>
                </a:cubicBezTo>
                <a:cubicBezTo>
                  <a:pt x="6916" y="6094"/>
                  <a:pt x="6901" y="6109"/>
                  <a:pt x="6886" y="6124"/>
                </a:cubicBezTo>
                <a:cubicBezTo>
                  <a:pt x="6886" y="6154"/>
                  <a:pt x="6901" y="6184"/>
                  <a:pt x="6931" y="6214"/>
                </a:cubicBezTo>
                <a:cubicBezTo>
                  <a:pt x="6916" y="6229"/>
                  <a:pt x="6916" y="6244"/>
                  <a:pt x="6916" y="6259"/>
                </a:cubicBezTo>
                <a:cubicBezTo>
                  <a:pt x="6901" y="6363"/>
                  <a:pt x="6856" y="6453"/>
                  <a:pt x="6886" y="6557"/>
                </a:cubicBezTo>
                <a:cubicBezTo>
                  <a:pt x="6946" y="6737"/>
                  <a:pt x="6901" y="6931"/>
                  <a:pt x="6901" y="7110"/>
                </a:cubicBezTo>
                <a:cubicBezTo>
                  <a:pt x="6901" y="7140"/>
                  <a:pt x="6916" y="7155"/>
                  <a:pt x="6916" y="7185"/>
                </a:cubicBezTo>
                <a:cubicBezTo>
                  <a:pt x="6931" y="7319"/>
                  <a:pt x="6856" y="7424"/>
                  <a:pt x="6841" y="7543"/>
                </a:cubicBezTo>
                <a:cubicBezTo>
                  <a:pt x="6841" y="7558"/>
                  <a:pt x="6871" y="7573"/>
                  <a:pt x="6841" y="7588"/>
                </a:cubicBezTo>
                <a:cubicBezTo>
                  <a:pt x="6796" y="7543"/>
                  <a:pt x="6766" y="7498"/>
                  <a:pt x="6766" y="7424"/>
                </a:cubicBezTo>
                <a:cubicBezTo>
                  <a:pt x="6766" y="7170"/>
                  <a:pt x="6647" y="6946"/>
                  <a:pt x="6617" y="6707"/>
                </a:cubicBezTo>
                <a:cubicBezTo>
                  <a:pt x="6617" y="6699"/>
                  <a:pt x="6617" y="6699"/>
                  <a:pt x="6615" y="6699"/>
                </a:cubicBezTo>
                <a:cubicBezTo>
                  <a:pt x="6613" y="6699"/>
                  <a:pt x="6610" y="6699"/>
                  <a:pt x="6602" y="6692"/>
                </a:cubicBezTo>
                <a:cubicBezTo>
                  <a:pt x="6557" y="6662"/>
                  <a:pt x="6557" y="6617"/>
                  <a:pt x="6617" y="6587"/>
                </a:cubicBezTo>
                <a:cubicBezTo>
                  <a:pt x="6662" y="6527"/>
                  <a:pt x="6677" y="6483"/>
                  <a:pt x="6647" y="6408"/>
                </a:cubicBezTo>
                <a:cubicBezTo>
                  <a:pt x="6602" y="6348"/>
                  <a:pt x="6632" y="6273"/>
                  <a:pt x="6632" y="6214"/>
                </a:cubicBezTo>
                <a:cubicBezTo>
                  <a:pt x="6557" y="6154"/>
                  <a:pt x="6587" y="6064"/>
                  <a:pt x="6572" y="5990"/>
                </a:cubicBezTo>
                <a:cubicBezTo>
                  <a:pt x="6542" y="5885"/>
                  <a:pt x="6602" y="5855"/>
                  <a:pt x="6662" y="5796"/>
                </a:cubicBezTo>
                <a:cubicBezTo>
                  <a:pt x="6737" y="5751"/>
                  <a:pt x="6707" y="5676"/>
                  <a:pt x="6692" y="5616"/>
                </a:cubicBezTo>
                <a:cubicBezTo>
                  <a:pt x="6647" y="5542"/>
                  <a:pt x="6557" y="5527"/>
                  <a:pt x="6483" y="5497"/>
                </a:cubicBezTo>
                <a:cubicBezTo>
                  <a:pt x="6468" y="5497"/>
                  <a:pt x="6453" y="5482"/>
                  <a:pt x="6438" y="5482"/>
                </a:cubicBezTo>
                <a:cubicBezTo>
                  <a:pt x="6393" y="5482"/>
                  <a:pt x="6348" y="5452"/>
                  <a:pt x="6318" y="5422"/>
                </a:cubicBezTo>
                <a:cubicBezTo>
                  <a:pt x="6169" y="5392"/>
                  <a:pt x="6020" y="5347"/>
                  <a:pt x="5870" y="5333"/>
                </a:cubicBezTo>
                <a:cubicBezTo>
                  <a:pt x="5773" y="5308"/>
                  <a:pt x="5675" y="5284"/>
                  <a:pt x="5578" y="5284"/>
                </a:cubicBezTo>
                <a:close/>
                <a:moveTo>
                  <a:pt x="7035" y="8081"/>
                </a:moveTo>
                <a:cubicBezTo>
                  <a:pt x="7020" y="8081"/>
                  <a:pt x="6990" y="8096"/>
                  <a:pt x="6961" y="8096"/>
                </a:cubicBezTo>
                <a:cubicBezTo>
                  <a:pt x="6976" y="8126"/>
                  <a:pt x="6990" y="8140"/>
                  <a:pt x="7020" y="8170"/>
                </a:cubicBezTo>
                <a:cubicBezTo>
                  <a:pt x="7020" y="8155"/>
                  <a:pt x="7020" y="8155"/>
                  <a:pt x="7035" y="8140"/>
                </a:cubicBezTo>
                <a:cubicBezTo>
                  <a:pt x="7050" y="8126"/>
                  <a:pt x="7050" y="8111"/>
                  <a:pt x="7065" y="8096"/>
                </a:cubicBezTo>
                <a:cubicBezTo>
                  <a:pt x="7050" y="8081"/>
                  <a:pt x="7050" y="8081"/>
                  <a:pt x="7035" y="8081"/>
                </a:cubicBezTo>
                <a:close/>
                <a:moveTo>
                  <a:pt x="5811" y="8111"/>
                </a:moveTo>
                <a:cubicBezTo>
                  <a:pt x="5825" y="8140"/>
                  <a:pt x="5840" y="8170"/>
                  <a:pt x="5840" y="8200"/>
                </a:cubicBezTo>
                <a:cubicBezTo>
                  <a:pt x="5855" y="8170"/>
                  <a:pt x="5855" y="8140"/>
                  <a:pt x="5855" y="8126"/>
                </a:cubicBezTo>
                <a:cubicBezTo>
                  <a:pt x="5840" y="8111"/>
                  <a:pt x="5825" y="8111"/>
                  <a:pt x="5811" y="8111"/>
                </a:cubicBezTo>
                <a:close/>
                <a:moveTo>
                  <a:pt x="6498" y="8066"/>
                </a:moveTo>
                <a:cubicBezTo>
                  <a:pt x="6468" y="8096"/>
                  <a:pt x="6438" y="8140"/>
                  <a:pt x="6408" y="8170"/>
                </a:cubicBezTo>
                <a:cubicBezTo>
                  <a:pt x="6423" y="8185"/>
                  <a:pt x="6438" y="8200"/>
                  <a:pt x="6453" y="8200"/>
                </a:cubicBezTo>
                <a:cubicBezTo>
                  <a:pt x="6483" y="8170"/>
                  <a:pt x="6512" y="8140"/>
                  <a:pt x="6542" y="8111"/>
                </a:cubicBezTo>
                <a:cubicBezTo>
                  <a:pt x="6527" y="8096"/>
                  <a:pt x="6512" y="8081"/>
                  <a:pt x="6498" y="8066"/>
                </a:cubicBezTo>
                <a:close/>
                <a:moveTo>
                  <a:pt x="6871" y="8230"/>
                </a:moveTo>
                <a:cubicBezTo>
                  <a:pt x="6856" y="8245"/>
                  <a:pt x="6841" y="8260"/>
                  <a:pt x="6826" y="8275"/>
                </a:cubicBezTo>
                <a:cubicBezTo>
                  <a:pt x="6826" y="8275"/>
                  <a:pt x="6841" y="8290"/>
                  <a:pt x="6841" y="8290"/>
                </a:cubicBezTo>
                <a:cubicBezTo>
                  <a:pt x="6856" y="8290"/>
                  <a:pt x="6871" y="8275"/>
                  <a:pt x="6901" y="8275"/>
                </a:cubicBezTo>
                <a:cubicBezTo>
                  <a:pt x="6886" y="8245"/>
                  <a:pt x="6871" y="8230"/>
                  <a:pt x="6871" y="8230"/>
                </a:cubicBezTo>
                <a:close/>
                <a:moveTo>
                  <a:pt x="374" y="8096"/>
                </a:moveTo>
                <a:cubicBezTo>
                  <a:pt x="344" y="8096"/>
                  <a:pt x="299" y="8096"/>
                  <a:pt x="299" y="8111"/>
                </a:cubicBezTo>
                <a:cubicBezTo>
                  <a:pt x="299" y="8170"/>
                  <a:pt x="314" y="8230"/>
                  <a:pt x="329" y="8290"/>
                </a:cubicBezTo>
                <a:cubicBezTo>
                  <a:pt x="329" y="8305"/>
                  <a:pt x="374" y="8305"/>
                  <a:pt x="404" y="8320"/>
                </a:cubicBezTo>
                <a:lnTo>
                  <a:pt x="374" y="8096"/>
                </a:lnTo>
                <a:close/>
                <a:moveTo>
                  <a:pt x="13592" y="8066"/>
                </a:moveTo>
                <a:cubicBezTo>
                  <a:pt x="13577" y="8066"/>
                  <a:pt x="13562" y="8081"/>
                  <a:pt x="13562" y="8096"/>
                </a:cubicBezTo>
                <a:cubicBezTo>
                  <a:pt x="13547" y="8126"/>
                  <a:pt x="13592" y="8140"/>
                  <a:pt x="13592" y="8155"/>
                </a:cubicBezTo>
                <a:cubicBezTo>
                  <a:pt x="13577" y="8170"/>
                  <a:pt x="13577" y="8185"/>
                  <a:pt x="13562" y="8200"/>
                </a:cubicBezTo>
                <a:cubicBezTo>
                  <a:pt x="13532" y="8200"/>
                  <a:pt x="13502" y="8185"/>
                  <a:pt x="13488" y="8185"/>
                </a:cubicBezTo>
                <a:cubicBezTo>
                  <a:pt x="13502" y="8215"/>
                  <a:pt x="13517" y="8230"/>
                  <a:pt x="13532" y="8260"/>
                </a:cubicBezTo>
                <a:cubicBezTo>
                  <a:pt x="13488" y="8260"/>
                  <a:pt x="13443" y="8275"/>
                  <a:pt x="13398" y="8275"/>
                </a:cubicBezTo>
                <a:cubicBezTo>
                  <a:pt x="13398" y="8290"/>
                  <a:pt x="13398" y="8290"/>
                  <a:pt x="13398" y="8305"/>
                </a:cubicBezTo>
                <a:cubicBezTo>
                  <a:pt x="13443" y="8305"/>
                  <a:pt x="13488" y="8320"/>
                  <a:pt x="13532" y="8320"/>
                </a:cubicBezTo>
                <a:lnTo>
                  <a:pt x="13622" y="8320"/>
                </a:lnTo>
                <a:cubicBezTo>
                  <a:pt x="13622" y="8305"/>
                  <a:pt x="13607" y="8275"/>
                  <a:pt x="13607" y="8260"/>
                </a:cubicBezTo>
                <a:lnTo>
                  <a:pt x="13592" y="8260"/>
                </a:lnTo>
                <a:cubicBezTo>
                  <a:pt x="13652" y="8185"/>
                  <a:pt x="13667" y="8126"/>
                  <a:pt x="13592" y="8066"/>
                </a:cubicBezTo>
                <a:close/>
                <a:moveTo>
                  <a:pt x="4703" y="8224"/>
                </a:moveTo>
                <a:cubicBezTo>
                  <a:pt x="4699" y="8224"/>
                  <a:pt x="4695" y="8226"/>
                  <a:pt x="4690" y="8230"/>
                </a:cubicBezTo>
                <a:cubicBezTo>
                  <a:pt x="4675" y="8245"/>
                  <a:pt x="4646" y="8260"/>
                  <a:pt x="4631" y="8290"/>
                </a:cubicBezTo>
                <a:cubicBezTo>
                  <a:pt x="4631" y="8305"/>
                  <a:pt x="4646" y="8320"/>
                  <a:pt x="4660" y="8335"/>
                </a:cubicBezTo>
                <a:cubicBezTo>
                  <a:pt x="4675" y="8335"/>
                  <a:pt x="4675" y="8335"/>
                  <a:pt x="4690" y="8320"/>
                </a:cubicBezTo>
                <a:cubicBezTo>
                  <a:pt x="4705" y="8290"/>
                  <a:pt x="4720" y="8275"/>
                  <a:pt x="4735" y="8245"/>
                </a:cubicBezTo>
                <a:cubicBezTo>
                  <a:pt x="4725" y="8234"/>
                  <a:pt x="4714" y="8224"/>
                  <a:pt x="4703" y="8224"/>
                </a:cubicBezTo>
                <a:close/>
                <a:moveTo>
                  <a:pt x="658" y="8335"/>
                </a:moveTo>
                <a:cubicBezTo>
                  <a:pt x="628" y="8350"/>
                  <a:pt x="583" y="8365"/>
                  <a:pt x="553" y="8365"/>
                </a:cubicBezTo>
                <a:cubicBezTo>
                  <a:pt x="553" y="8379"/>
                  <a:pt x="568" y="8394"/>
                  <a:pt x="568" y="8409"/>
                </a:cubicBezTo>
                <a:cubicBezTo>
                  <a:pt x="598" y="8394"/>
                  <a:pt x="628" y="8379"/>
                  <a:pt x="673" y="8365"/>
                </a:cubicBezTo>
                <a:cubicBezTo>
                  <a:pt x="658" y="8350"/>
                  <a:pt x="658" y="8350"/>
                  <a:pt x="658" y="8335"/>
                </a:cubicBezTo>
                <a:close/>
                <a:moveTo>
                  <a:pt x="12875" y="8170"/>
                </a:moveTo>
                <a:cubicBezTo>
                  <a:pt x="12860" y="8185"/>
                  <a:pt x="12860" y="8200"/>
                  <a:pt x="12845" y="8200"/>
                </a:cubicBezTo>
                <a:cubicBezTo>
                  <a:pt x="12786" y="8290"/>
                  <a:pt x="12920" y="8320"/>
                  <a:pt x="12905" y="8409"/>
                </a:cubicBezTo>
                <a:lnTo>
                  <a:pt x="12965" y="8439"/>
                </a:lnTo>
                <a:cubicBezTo>
                  <a:pt x="12995" y="8409"/>
                  <a:pt x="13010" y="8379"/>
                  <a:pt x="13054" y="8350"/>
                </a:cubicBezTo>
                <a:cubicBezTo>
                  <a:pt x="13025" y="8305"/>
                  <a:pt x="13010" y="8260"/>
                  <a:pt x="12965" y="8230"/>
                </a:cubicBezTo>
                <a:cubicBezTo>
                  <a:pt x="12950" y="8200"/>
                  <a:pt x="12905" y="8185"/>
                  <a:pt x="12875" y="8170"/>
                </a:cubicBezTo>
                <a:close/>
                <a:moveTo>
                  <a:pt x="5377" y="8379"/>
                </a:moveTo>
                <a:cubicBezTo>
                  <a:pt x="5377" y="8409"/>
                  <a:pt x="5362" y="8439"/>
                  <a:pt x="5362" y="8484"/>
                </a:cubicBezTo>
                <a:lnTo>
                  <a:pt x="5392" y="8484"/>
                </a:lnTo>
                <a:cubicBezTo>
                  <a:pt x="5407" y="8454"/>
                  <a:pt x="5422" y="8439"/>
                  <a:pt x="5422" y="8409"/>
                </a:cubicBezTo>
                <a:cubicBezTo>
                  <a:pt x="5407" y="8394"/>
                  <a:pt x="5392" y="8379"/>
                  <a:pt x="5377" y="8379"/>
                </a:cubicBezTo>
                <a:close/>
                <a:moveTo>
                  <a:pt x="6169" y="8424"/>
                </a:moveTo>
                <a:cubicBezTo>
                  <a:pt x="6124" y="8439"/>
                  <a:pt x="6094" y="8439"/>
                  <a:pt x="6064" y="8454"/>
                </a:cubicBezTo>
                <a:cubicBezTo>
                  <a:pt x="6064" y="8454"/>
                  <a:pt x="6064" y="8469"/>
                  <a:pt x="6064" y="8469"/>
                </a:cubicBezTo>
                <a:cubicBezTo>
                  <a:pt x="6075" y="8480"/>
                  <a:pt x="6093" y="8490"/>
                  <a:pt x="6108" y="8490"/>
                </a:cubicBezTo>
                <a:cubicBezTo>
                  <a:pt x="6114" y="8490"/>
                  <a:pt x="6120" y="8488"/>
                  <a:pt x="6124" y="8484"/>
                </a:cubicBezTo>
                <a:cubicBezTo>
                  <a:pt x="6139" y="8484"/>
                  <a:pt x="6154" y="8454"/>
                  <a:pt x="6169" y="8439"/>
                </a:cubicBezTo>
                <a:cubicBezTo>
                  <a:pt x="6169" y="8439"/>
                  <a:pt x="6169" y="8424"/>
                  <a:pt x="6169" y="8424"/>
                </a:cubicBezTo>
                <a:close/>
                <a:moveTo>
                  <a:pt x="5079" y="8439"/>
                </a:moveTo>
                <a:cubicBezTo>
                  <a:pt x="5049" y="8439"/>
                  <a:pt x="5019" y="8454"/>
                  <a:pt x="4989" y="8469"/>
                </a:cubicBezTo>
                <a:cubicBezTo>
                  <a:pt x="4989" y="8469"/>
                  <a:pt x="4989" y="8484"/>
                  <a:pt x="5004" y="8499"/>
                </a:cubicBezTo>
                <a:cubicBezTo>
                  <a:pt x="5034" y="8484"/>
                  <a:pt x="5049" y="8484"/>
                  <a:pt x="5079" y="8469"/>
                </a:cubicBezTo>
                <a:cubicBezTo>
                  <a:pt x="5079" y="8469"/>
                  <a:pt x="5079" y="8454"/>
                  <a:pt x="5079" y="8439"/>
                </a:cubicBezTo>
                <a:close/>
                <a:moveTo>
                  <a:pt x="13622" y="8409"/>
                </a:moveTo>
                <a:cubicBezTo>
                  <a:pt x="13607" y="8424"/>
                  <a:pt x="13592" y="8439"/>
                  <a:pt x="13562" y="8469"/>
                </a:cubicBezTo>
                <a:cubicBezTo>
                  <a:pt x="13592" y="8484"/>
                  <a:pt x="13622" y="8499"/>
                  <a:pt x="13652" y="8514"/>
                </a:cubicBezTo>
                <a:cubicBezTo>
                  <a:pt x="13652" y="8484"/>
                  <a:pt x="13637" y="8439"/>
                  <a:pt x="13622" y="8409"/>
                </a:cubicBezTo>
                <a:close/>
                <a:moveTo>
                  <a:pt x="4855" y="8350"/>
                </a:moveTo>
                <a:cubicBezTo>
                  <a:pt x="4840" y="8365"/>
                  <a:pt x="4840" y="8365"/>
                  <a:pt x="4825" y="8379"/>
                </a:cubicBezTo>
                <a:cubicBezTo>
                  <a:pt x="4840" y="8409"/>
                  <a:pt x="4855" y="8439"/>
                  <a:pt x="4870" y="8469"/>
                </a:cubicBezTo>
                <a:cubicBezTo>
                  <a:pt x="4884" y="8499"/>
                  <a:pt x="4899" y="8514"/>
                  <a:pt x="4914" y="8544"/>
                </a:cubicBezTo>
                <a:cubicBezTo>
                  <a:pt x="4914" y="8514"/>
                  <a:pt x="4914" y="8484"/>
                  <a:pt x="4914" y="8454"/>
                </a:cubicBezTo>
                <a:cubicBezTo>
                  <a:pt x="4899" y="8424"/>
                  <a:pt x="4870" y="8394"/>
                  <a:pt x="4855" y="8350"/>
                </a:cubicBezTo>
                <a:close/>
                <a:moveTo>
                  <a:pt x="5781" y="8439"/>
                </a:moveTo>
                <a:cubicBezTo>
                  <a:pt x="5781" y="8469"/>
                  <a:pt x="5796" y="8514"/>
                  <a:pt x="5811" y="8544"/>
                </a:cubicBezTo>
                <a:cubicBezTo>
                  <a:pt x="5811" y="8544"/>
                  <a:pt x="5811" y="8529"/>
                  <a:pt x="5811" y="8514"/>
                </a:cubicBezTo>
                <a:cubicBezTo>
                  <a:pt x="5796" y="8484"/>
                  <a:pt x="5781" y="8454"/>
                  <a:pt x="5781" y="8439"/>
                </a:cubicBezTo>
                <a:close/>
                <a:moveTo>
                  <a:pt x="13084" y="8484"/>
                </a:moveTo>
                <a:lnTo>
                  <a:pt x="13084" y="8559"/>
                </a:lnTo>
                <a:cubicBezTo>
                  <a:pt x="13099" y="8544"/>
                  <a:pt x="13114" y="8529"/>
                  <a:pt x="13129" y="8514"/>
                </a:cubicBezTo>
                <a:cubicBezTo>
                  <a:pt x="13114" y="8514"/>
                  <a:pt x="13099" y="8499"/>
                  <a:pt x="13084" y="8484"/>
                </a:cubicBezTo>
                <a:close/>
                <a:moveTo>
                  <a:pt x="702" y="8544"/>
                </a:moveTo>
                <a:cubicBezTo>
                  <a:pt x="688" y="8559"/>
                  <a:pt x="673" y="8559"/>
                  <a:pt x="658" y="8574"/>
                </a:cubicBezTo>
                <a:cubicBezTo>
                  <a:pt x="658" y="8589"/>
                  <a:pt x="673" y="8589"/>
                  <a:pt x="688" y="8618"/>
                </a:cubicBezTo>
                <a:cubicBezTo>
                  <a:pt x="702" y="8589"/>
                  <a:pt x="717" y="8589"/>
                  <a:pt x="717" y="8574"/>
                </a:cubicBezTo>
                <a:cubicBezTo>
                  <a:pt x="717" y="8559"/>
                  <a:pt x="702" y="8559"/>
                  <a:pt x="702" y="8544"/>
                </a:cubicBezTo>
                <a:close/>
                <a:moveTo>
                  <a:pt x="404" y="8320"/>
                </a:moveTo>
                <a:cubicBezTo>
                  <a:pt x="344" y="8424"/>
                  <a:pt x="314" y="8544"/>
                  <a:pt x="434" y="8633"/>
                </a:cubicBezTo>
                <a:cubicBezTo>
                  <a:pt x="449" y="8633"/>
                  <a:pt x="493" y="8618"/>
                  <a:pt x="493" y="8603"/>
                </a:cubicBezTo>
                <a:cubicBezTo>
                  <a:pt x="493" y="8544"/>
                  <a:pt x="493" y="8484"/>
                  <a:pt x="464" y="8424"/>
                </a:cubicBezTo>
                <a:cubicBezTo>
                  <a:pt x="464" y="8394"/>
                  <a:pt x="419" y="8350"/>
                  <a:pt x="404" y="8320"/>
                </a:cubicBezTo>
                <a:close/>
                <a:moveTo>
                  <a:pt x="5870" y="8574"/>
                </a:moveTo>
                <a:cubicBezTo>
                  <a:pt x="5870" y="8603"/>
                  <a:pt x="5885" y="8618"/>
                  <a:pt x="5885" y="8633"/>
                </a:cubicBezTo>
                <a:cubicBezTo>
                  <a:pt x="5900" y="8618"/>
                  <a:pt x="5930" y="8603"/>
                  <a:pt x="5945" y="8574"/>
                </a:cubicBezTo>
                <a:close/>
                <a:moveTo>
                  <a:pt x="13114" y="8603"/>
                </a:moveTo>
                <a:cubicBezTo>
                  <a:pt x="13114" y="8633"/>
                  <a:pt x="13129" y="8648"/>
                  <a:pt x="13129" y="8663"/>
                </a:cubicBezTo>
                <a:cubicBezTo>
                  <a:pt x="13159" y="8663"/>
                  <a:pt x="13174" y="8648"/>
                  <a:pt x="13189" y="8633"/>
                </a:cubicBezTo>
                <a:cubicBezTo>
                  <a:pt x="13159" y="8618"/>
                  <a:pt x="13129" y="8618"/>
                  <a:pt x="13114" y="8603"/>
                </a:cubicBezTo>
                <a:close/>
                <a:moveTo>
                  <a:pt x="5990" y="8663"/>
                </a:moveTo>
                <a:cubicBezTo>
                  <a:pt x="5990" y="8663"/>
                  <a:pt x="5975" y="8678"/>
                  <a:pt x="5960" y="8678"/>
                </a:cubicBezTo>
                <a:cubicBezTo>
                  <a:pt x="5975" y="8708"/>
                  <a:pt x="5990" y="8723"/>
                  <a:pt x="6005" y="8753"/>
                </a:cubicBezTo>
                <a:cubicBezTo>
                  <a:pt x="6005" y="8753"/>
                  <a:pt x="6035" y="8738"/>
                  <a:pt x="6035" y="8738"/>
                </a:cubicBezTo>
                <a:cubicBezTo>
                  <a:pt x="6020" y="8708"/>
                  <a:pt x="6005" y="8678"/>
                  <a:pt x="5990" y="8663"/>
                </a:cubicBezTo>
                <a:close/>
                <a:moveTo>
                  <a:pt x="4989" y="8783"/>
                </a:moveTo>
                <a:cubicBezTo>
                  <a:pt x="4974" y="8783"/>
                  <a:pt x="4959" y="8783"/>
                  <a:pt x="4944" y="8798"/>
                </a:cubicBezTo>
                <a:cubicBezTo>
                  <a:pt x="4944" y="8798"/>
                  <a:pt x="4959" y="8828"/>
                  <a:pt x="4959" y="8828"/>
                </a:cubicBezTo>
                <a:cubicBezTo>
                  <a:pt x="4974" y="8828"/>
                  <a:pt x="4989" y="8813"/>
                  <a:pt x="5019" y="8813"/>
                </a:cubicBezTo>
                <a:cubicBezTo>
                  <a:pt x="5004" y="8798"/>
                  <a:pt x="4989" y="8783"/>
                  <a:pt x="4989" y="8783"/>
                </a:cubicBezTo>
                <a:close/>
                <a:moveTo>
                  <a:pt x="5796" y="8753"/>
                </a:moveTo>
                <a:cubicBezTo>
                  <a:pt x="5796" y="8768"/>
                  <a:pt x="5796" y="8768"/>
                  <a:pt x="5781" y="8783"/>
                </a:cubicBezTo>
                <a:cubicBezTo>
                  <a:pt x="5811" y="8813"/>
                  <a:pt x="5840" y="8828"/>
                  <a:pt x="5870" y="8842"/>
                </a:cubicBezTo>
                <a:cubicBezTo>
                  <a:pt x="5885" y="8842"/>
                  <a:pt x="5885" y="8828"/>
                  <a:pt x="5900" y="8813"/>
                </a:cubicBezTo>
                <a:lnTo>
                  <a:pt x="5796" y="8753"/>
                </a:lnTo>
                <a:close/>
                <a:moveTo>
                  <a:pt x="13219" y="8842"/>
                </a:moveTo>
                <a:cubicBezTo>
                  <a:pt x="13189" y="8872"/>
                  <a:pt x="13174" y="8887"/>
                  <a:pt x="13144" y="8917"/>
                </a:cubicBezTo>
                <a:lnTo>
                  <a:pt x="13204" y="8917"/>
                </a:lnTo>
                <a:cubicBezTo>
                  <a:pt x="13204" y="8932"/>
                  <a:pt x="13204" y="8932"/>
                  <a:pt x="13204" y="8947"/>
                </a:cubicBezTo>
                <a:cubicBezTo>
                  <a:pt x="13234" y="8932"/>
                  <a:pt x="13263" y="8902"/>
                  <a:pt x="13293" y="8887"/>
                </a:cubicBezTo>
                <a:cubicBezTo>
                  <a:pt x="13263" y="8872"/>
                  <a:pt x="13249" y="8857"/>
                  <a:pt x="13219" y="8842"/>
                </a:cubicBezTo>
                <a:close/>
                <a:moveTo>
                  <a:pt x="5915" y="8947"/>
                </a:moveTo>
                <a:cubicBezTo>
                  <a:pt x="5915" y="8962"/>
                  <a:pt x="5885" y="8977"/>
                  <a:pt x="5900" y="8977"/>
                </a:cubicBezTo>
                <a:cubicBezTo>
                  <a:pt x="5900" y="9007"/>
                  <a:pt x="5915" y="9022"/>
                  <a:pt x="5930" y="9037"/>
                </a:cubicBezTo>
                <a:cubicBezTo>
                  <a:pt x="5945" y="9022"/>
                  <a:pt x="5945" y="9007"/>
                  <a:pt x="5960" y="8992"/>
                </a:cubicBezTo>
                <a:cubicBezTo>
                  <a:pt x="5945" y="8977"/>
                  <a:pt x="5930" y="8962"/>
                  <a:pt x="5915" y="8947"/>
                </a:cubicBezTo>
                <a:close/>
                <a:moveTo>
                  <a:pt x="381" y="9052"/>
                </a:moveTo>
                <a:cubicBezTo>
                  <a:pt x="385" y="9055"/>
                  <a:pt x="389" y="9059"/>
                  <a:pt x="389" y="9067"/>
                </a:cubicBezTo>
                <a:lnTo>
                  <a:pt x="381" y="9052"/>
                </a:lnTo>
                <a:close/>
                <a:moveTo>
                  <a:pt x="13443" y="8992"/>
                </a:moveTo>
                <a:cubicBezTo>
                  <a:pt x="13428" y="9022"/>
                  <a:pt x="13413" y="9022"/>
                  <a:pt x="13398" y="9037"/>
                </a:cubicBezTo>
                <a:cubicBezTo>
                  <a:pt x="13428" y="9052"/>
                  <a:pt x="13443" y="9067"/>
                  <a:pt x="13458" y="9067"/>
                </a:cubicBezTo>
                <a:cubicBezTo>
                  <a:pt x="13473" y="9067"/>
                  <a:pt x="13488" y="9052"/>
                  <a:pt x="13488" y="9052"/>
                </a:cubicBezTo>
                <a:cubicBezTo>
                  <a:pt x="13473" y="9022"/>
                  <a:pt x="13458" y="9022"/>
                  <a:pt x="13443" y="8992"/>
                </a:cubicBezTo>
                <a:close/>
                <a:moveTo>
                  <a:pt x="5721" y="9022"/>
                </a:moveTo>
                <a:cubicBezTo>
                  <a:pt x="5691" y="9037"/>
                  <a:pt x="5661" y="9052"/>
                  <a:pt x="5631" y="9067"/>
                </a:cubicBezTo>
                <a:cubicBezTo>
                  <a:pt x="5661" y="9096"/>
                  <a:pt x="5691" y="9111"/>
                  <a:pt x="5721" y="9126"/>
                </a:cubicBezTo>
                <a:cubicBezTo>
                  <a:pt x="5721" y="9096"/>
                  <a:pt x="5721" y="9052"/>
                  <a:pt x="5721" y="9022"/>
                </a:cubicBezTo>
                <a:close/>
                <a:moveTo>
                  <a:pt x="434" y="9291"/>
                </a:moveTo>
                <a:cubicBezTo>
                  <a:pt x="449" y="9305"/>
                  <a:pt x="464" y="9335"/>
                  <a:pt x="464" y="9350"/>
                </a:cubicBezTo>
                <a:lnTo>
                  <a:pt x="434" y="9291"/>
                </a:lnTo>
                <a:close/>
                <a:moveTo>
                  <a:pt x="5751" y="9410"/>
                </a:moveTo>
                <a:cubicBezTo>
                  <a:pt x="5751" y="9425"/>
                  <a:pt x="5751" y="9440"/>
                  <a:pt x="5751" y="9470"/>
                </a:cubicBezTo>
                <a:cubicBezTo>
                  <a:pt x="5766" y="9470"/>
                  <a:pt x="5796" y="9485"/>
                  <a:pt x="5825" y="9485"/>
                </a:cubicBezTo>
                <a:cubicBezTo>
                  <a:pt x="5825" y="9485"/>
                  <a:pt x="5840" y="9440"/>
                  <a:pt x="5825" y="9440"/>
                </a:cubicBezTo>
                <a:cubicBezTo>
                  <a:pt x="5811" y="9425"/>
                  <a:pt x="5781" y="9410"/>
                  <a:pt x="5751" y="9410"/>
                </a:cubicBezTo>
                <a:close/>
                <a:moveTo>
                  <a:pt x="5572" y="9470"/>
                </a:moveTo>
                <a:cubicBezTo>
                  <a:pt x="5557" y="9500"/>
                  <a:pt x="5542" y="9530"/>
                  <a:pt x="5527" y="9559"/>
                </a:cubicBezTo>
                <a:cubicBezTo>
                  <a:pt x="5527" y="9574"/>
                  <a:pt x="5527" y="9574"/>
                  <a:pt x="5542" y="9574"/>
                </a:cubicBezTo>
                <a:cubicBezTo>
                  <a:pt x="5572" y="9544"/>
                  <a:pt x="5601" y="9530"/>
                  <a:pt x="5631" y="9500"/>
                </a:cubicBezTo>
                <a:cubicBezTo>
                  <a:pt x="5616" y="9485"/>
                  <a:pt x="5586" y="9485"/>
                  <a:pt x="5572" y="9470"/>
                </a:cubicBezTo>
                <a:close/>
                <a:moveTo>
                  <a:pt x="5930" y="9530"/>
                </a:moveTo>
                <a:cubicBezTo>
                  <a:pt x="5915" y="9559"/>
                  <a:pt x="5915" y="9589"/>
                  <a:pt x="5900" y="9619"/>
                </a:cubicBezTo>
                <a:cubicBezTo>
                  <a:pt x="5900" y="9619"/>
                  <a:pt x="5915" y="9619"/>
                  <a:pt x="5915" y="9634"/>
                </a:cubicBezTo>
                <a:cubicBezTo>
                  <a:pt x="5930" y="9604"/>
                  <a:pt x="5945" y="9574"/>
                  <a:pt x="5960" y="9559"/>
                </a:cubicBezTo>
                <a:cubicBezTo>
                  <a:pt x="5960" y="9544"/>
                  <a:pt x="5945" y="9530"/>
                  <a:pt x="5930" y="9530"/>
                </a:cubicBezTo>
                <a:close/>
                <a:moveTo>
                  <a:pt x="314" y="8798"/>
                </a:moveTo>
                <a:cubicBezTo>
                  <a:pt x="314" y="8813"/>
                  <a:pt x="299" y="8813"/>
                  <a:pt x="284" y="8813"/>
                </a:cubicBezTo>
                <a:cubicBezTo>
                  <a:pt x="299" y="8842"/>
                  <a:pt x="314" y="8887"/>
                  <a:pt x="329" y="8932"/>
                </a:cubicBezTo>
                <a:cubicBezTo>
                  <a:pt x="314" y="8962"/>
                  <a:pt x="344" y="9007"/>
                  <a:pt x="374" y="9037"/>
                </a:cubicBezTo>
                <a:cubicBezTo>
                  <a:pt x="359" y="9081"/>
                  <a:pt x="344" y="9126"/>
                  <a:pt x="344" y="9171"/>
                </a:cubicBezTo>
                <a:cubicBezTo>
                  <a:pt x="344" y="9186"/>
                  <a:pt x="389" y="9201"/>
                  <a:pt x="404" y="9201"/>
                </a:cubicBezTo>
                <a:cubicBezTo>
                  <a:pt x="419" y="9201"/>
                  <a:pt x="419" y="9216"/>
                  <a:pt x="434" y="9216"/>
                </a:cubicBezTo>
                <a:cubicBezTo>
                  <a:pt x="434" y="9246"/>
                  <a:pt x="434" y="9261"/>
                  <a:pt x="434" y="9291"/>
                </a:cubicBezTo>
                <a:lnTo>
                  <a:pt x="374" y="9291"/>
                </a:lnTo>
                <a:cubicBezTo>
                  <a:pt x="374" y="9305"/>
                  <a:pt x="374" y="9320"/>
                  <a:pt x="389" y="9335"/>
                </a:cubicBezTo>
                <a:cubicBezTo>
                  <a:pt x="404" y="9350"/>
                  <a:pt x="434" y="9380"/>
                  <a:pt x="449" y="9410"/>
                </a:cubicBezTo>
                <a:cubicBezTo>
                  <a:pt x="493" y="9485"/>
                  <a:pt x="523" y="9559"/>
                  <a:pt x="553" y="9649"/>
                </a:cubicBezTo>
                <a:cubicBezTo>
                  <a:pt x="613" y="9559"/>
                  <a:pt x="538" y="9515"/>
                  <a:pt x="508" y="9455"/>
                </a:cubicBezTo>
                <a:cubicBezTo>
                  <a:pt x="523" y="9440"/>
                  <a:pt x="538" y="9425"/>
                  <a:pt x="553" y="9410"/>
                </a:cubicBezTo>
                <a:cubicBezTo>
                  <a:pt x="568" y="9276"/>
                  <a:pt x="583" y="9126"/>
                  <a:pt x="613" y="8947"/>
                </a:cubicBezTo>
                <a:lnTo>
                  <a:pt x="613" y="8947"/>
                </a:lnTo>
                <a:cubicBezTo>
                  <a:pt x="558" y="9007"/>
                  <a:pt x="523" y="9029"/>
                  <a:pt x="499" y="9029"/>
                </a:cubicBezTo>
                <a:cubicBezTo>
                  <a:pt x="457" y="9029"/>
                  <a:pt x="447" y="8964"/>
                  <a:pt x="419" y="8917"/>
                </a:cubicBezTo>
                <a:cubicBezTo>
                  <a:pt x="404" y="8917"/>
                  <a:pt x="374" y="8902"/>
                  <a:pt x="344" y="8902"/>
                </a:cubicBezTo>
                <a:lnTo>
                  <a:pt x="344" y="8887"/>
                </a:lnTo>
                <a:cubicBezTo>
                  <a:pt x="344" y="8857"/>
                  <a:pt x="329" y="8828"/>
                  <a:pt x="314" y="8798"/>
                </a:cubicBezTo>
                <a:close/>
                <a:moveTo>
                  <a:pt x="9455" y="9649"/>
                </a:moveTo>
                <a:cubicBezTo>
                  <a:pt x="9440" y="9664"/>
                  <a:pt x="9410" y="9679"/>
                  <a:pt x="9395" y="9679"/>
                </a:cubicBezTo>
                <a:cubicBezTo>
                  <a:pt x="9395" y="9694"/>
                  <a:pt x="9395" y="9709"/>
                  <a:pt x="9410" y="9724"/>
                </a:cubicBezTo>
                <a:lnTo>
                  <a:pt x="9425" y="9724"/>
                </a:lnTo>
                <a:cubicBezTo>
                  <a:pt x="9440" y="9694"/>
                  <a:pt x="9455" y="9679"/>
                  <a:pt x="9455" y="9649"/>
                </a:cubicBezTo>
                <a:close/>
                <a:moveTo>
                  <a:pt x="807" y="9679"/>
                </a:moveTo>
                <a:cubicBezTo>
                  <a:pt x="792" y="9709"/>
                  <a:pt x="777" y="9739"/>
                  <a:pt x="747" y="9768"/>
                </a:cubicBezTo>
                <a:cubicBezTo>
                  <a:pt x="747" y="9768"/>
                  <a:pt x="777" y="9783"/>
                  <a:pt x="777" y="9783"/>
                </a:cubicBezTo>
                <a:cubicBezTo>
                  <a:pt x="792" y="9754"/>
                  <a:pt x="822" y="9739"/>
                  <a:pt x="837" y="9709"/>
                </a:cubicBezTo>
                <a:cubicBezTo>
                  <a:pt x="837" y="9709"/>
                  <a:pt x="822" y="9694"/>
                  <a:pt x="807" y="9679"/>
                </a:cubicBezTo>
                <a:close/>
                <a:moveTo>
                  <a:pt x="13099" y="9694"/>
                </a:moveTo>
                <a:cubicBezTo>
                  <a:pt x="13084" y="9724"/>
                  <a:pt x="13069" y="9739"/>
                  <a:pt x="13054" y="9768"/>
                </a:cubicBezTo>
                <a:cubicBezTo>
                  <a:pt x="13054" y="9768"/>
                  <a:pt x="13069" y="9783"/>
                  <a:pt x="13069" y="9783"/>
                </a:cubicBezTo>
                <a:cubicBezTo>
                  <a:pt x="13084" y="9768"/>
                  <a:pt x="13114" y="9739"/>
                  <a:pt x="13129" y="9724"/>
                </a:cubicBezTo>
                <a:cubicBezTo>
                  <a:pt x="13114" y="9709"/>
                  <a:pt x="13114" y="9709"/>
                  <a:pt x="13099" y="9694"/>
                </a:cubicBezTo>
                <a:close/>
                <a:moveTo>
                  <a:pt x="13413" y="9709"/>
                </a:moveTo>
                <a:cubicBezTo>
                  <a:pt x="13308" y="9724"/>
                  <a:pt x="13398" y="9768"/>
                  <a:pt x="13398" y="9813"/>
                </a:cubicBezTo>
                <a:cubicBezTo>
                  <a:pt x="13398" y="9768"/>
                  <a:pt x="13413" y="9739"/>
                  <a:pt x="13413" y="9709"/>
                </a:cubicBezTo>
                <a:close/>
                <a:moveTo>
                  <a:pt x="9443" y="9225"/>
                </a:moveTo>
                <a:cubicBezTo>
                  <a:pt x="9427" y="9225"/>
                  <a:pt x="9411" y="9227"/>
                  <a:pt x="9395" y="9231"/>
                </a:cubicBezTo>
                <a:cubicBezTo>
                  <a:pt x="9320" y="9291"/>
                  <a:pt x="9276" y="9365"/>
                  <a:pt x="9291" y="9470"/>
                </a:cubicBezTo>
                <a:cubicBezTo>
                  <a:pt x="9305" y="9485"/>
                  <a:pt x="9305" y="9515"/>
                  <a:pt x="9320" y="9530"/>
                </a:cubicBezTo>
                <a:cubicBezTo>
                  <a:pt x="9335" y="9559"/>
                  <a:pt x="9350" y="9589"/>
                  <a:pt x="9380" y="9604"/>
                </a:cubicBezTo>
                <a:cubicBezTo>
                  <a:pt x="9431" y="9604"/>
                  <a:pt x="9483" y="9571"/>
                  <a:pt x="9534" y="9571"/>
                </a:cubicBezTo>
                <a:cubicBezTo>
                  <a:pt x="9542" y="9571"/>
                  <a:pt x="9551" y="9572"/>
                  <a:pt x="9559" y="9574"/>
                </a:cubicBezTo>
                <a:cubicBezTo>
                  <a:pt x="9589" y="9574"/>
                  <a:pt x="9619" y="9571"/>
                  <a:pt x="9647" y="9571"/>
                </a:cubicBezTo>
                <a:cubicBezTo>
                  <a:pt x="9675" y="9571"/>
                  <a:pt x="9701" y="9574"/>
                  <a:pt x="9724" y="9589"/>
                </a:cubicBezTo>
                <a:lnTo>
                  <a:pt x="9679" y="9619"/>
                </a:lnTo>
                <a:cubicBezTo>
                  <a:pt x="9694" y="9634"/>
                  <a:pt x="9694" y="9649"/>
                  <a:pt x="9709" y="9679"/>
                </a:cubicBezTo>
                <a:lnTo>
                  <a:pt x="9739" y="9619"/>
                </a:lnTo>
                <a:cubicBezTo>
                  <a:pt x="9872" y="9724"/>
                  <a:pt x="10018" y="9738"/>
                  <a:pt x="10168" y="9738"/>
                </a:cubicBezTo>
                <a:cubicBezTo>
                  <a:pt x="10220" y="9738"/>
                  <a:pt x="10273" y="9736"/>
                  <a:pt x="10327" y="9736"/>
                </a:cubicBezTo>
                <a:cubicBezTo>
                  <a:pt x="10360" y="9736"/>
                  <a:pt x="10393" y="9737"/>
                  <a:pt x="10426" y="9739"/>
                </a:cubicBezTo>
                <a:cubicBezTo>
                  <a:pt x="10431" y="9741"/>
                  <a:pt x="10437" y="9743"/>
                  <a:pt x="10441" y="9743"/>
                </a:cubicBezTo>
                <a:cubicBezTo>
                  <a:pt x="10462" y="9743"/>
                  <a:pt x="10476" y="9721"/>
                  <a:pt x="10500" y="9709"/>
                </a:cubicBezTo>
                <a:cubicBezTo>
                  <a:pt x="10530" y="9679"/>
                  <a:pt x="10560" y="9664"/>
                  <a:pt x="10590" y="9634"/>
                </a:cubicBezTo>
                <a:cubicBezTo>
                  <a:pt x="10605" y="9634"/>
                  <a:pt x="10605" y="9634"/>
                  <a:pt x="10605" y="9619"/>
                </a:cubicBezTo>
                <a:cubicBezTo>
                  <a:pt x="10605" y="9697"/>
                  <a:pt x="10639" y="9741"/>
                  <a:pt x="10717" y="9741"/>
                </a:cubicBezTo>
                <a:cubicBezTo>
                  <a:pt x="10729" y="9741"/>
                  <a:pt x="10741" y="9741"/>
                  <a:pt x="10754" y="9739"/>
                </a:cubicBezTo>
                <a:cubicBezTo>
                  <a:pt x="10829" y="9739"/>
                  <a:pt x="10904" y="9739"/>
                  <a:pt x="10978" y="9694"/>
                </a:cubicBezTo>
                <a:cubicBezTo>
                  <a:pt x="11008" y="9679"/>
                  <a:pt x="11038" y="9668"/>
                  <a:pt x="11068" y="9668"/>
                </a:cubicBezTo>
                <a:cubicBezTo>
                  <a:pt x="11098" y="9668"/>
                  <a:pt x="11128" y="9679"/>
                  <a:pt x="11158" y="9709"/>
                </a:cubicBezTo>
                <a:cubicBezTo>
                  <a:pt x="11172" y="9724"/>
                  <a:pt x="11187" y="9731"/>
                  <a:pt x="11202" y="9731"/>
                </a:cubicBezTo>
                <a:cubicBezTo>
                  <a:pt x="11217" y="9731"/>
                  <a:pt x="11232" y="9724"/>
                  <a:pt x="11247" y="9709"/>
                </a:cubicBezTo>
                <a:cubicBezTo>
                  <a:pt x="11247" y="9754"/>
                  <a:pt x="11277" y="9768"/>
                  <a:pt x="11307" y="9798"/>
                </a:cubicBezTo>
                <a:cubicBezTo>
                  <a:pt x="11337" y="9828"/>
                  <a:pt x="11382" y="9858"/>
                  <a:pt x="11397" y="9918"/>
                </a:cubicBezTo>
                <a:cubicBezTo>
                  <a:pt x="11411" y="9963"/>
                  <a:pt x="11426" y="9993"/>
                  <a:pt x="11486" y="9993"/>
                </a:cubicBezTo>
                <a:cubicBezTo>
                  <a:pt x="11531" y="9993"/>
                  <a:pt x="11546" y="9948"/>
                  <a:pt x="11546" y="9903"/>
                </a:cubicBezTo>
                <a:cubicBezTo>
                  <a:pt x="11561" y="9858"/>
                  <a:pt x="11576" y="9813"/>
                  <a:pt x="11576" y="9783"/>
                </a:cubicBezTo>
                <a:cubicBezTo>
                  <a:pt x="11591" y="9649"/>
                  <a:pt x="11561" y="9544"/>
                  <a:pt x="11456" y="9470"/>
                </a:cubicBezTo>
                <a:cubicBezTo>
                  <a:pt x="11422" y="9447"/>
                  <a:pt x="11390" y="9437"/>
                  <a:pt x="11359" y="9437"/>
                </a:cubicBezTo>
                <a:cubicBezTo>
                  <a:pt x="11310" y="9437"/>
                  <a:pt x="11263" y="9463"/>
                  <a:pt x="11217" y="9500"/>
                </a:cubicBezTo>
                <a:cubicBezTo>
                  <a:pt x="11158" y="9485"/>
                  <a:pt x="11113" y="9455"/>
                  <a:pt x="11053" y="9440"/>
                </a:cubicBezTo>
                <a:lnTo>
                  <a:pt x="10978" y="9440"/>
                </a:lnTo>
                <a:cubicBezTo>
                  <a:pt x="10993" y="9470"/>
                  <a:pt x="11008" y="9485"/>
                  <a:pt x="11023" y="9530"/>
                </a:cubicBezTo>
                <a:cubicBezTo>
                  <a:pt x="10917" y="9466"/>
                  <a:pt x="10818" y="9409"/>
                  <a:pt x="10710" y="9409"/>
                </a:cubicBezTo>
                <a:cubicBezTo>
                  <a:pt x="10667" y="9409"/>
                  <a:pt x="10622" y="9418"/>
                  <a:pt x="10575" y="9440"/>
                </a:cubicBezTo>
                <a:lnTo>
                  <a:pt x="10261" y="9410"/>
                </a:lnTo>
                <a:cubicBezTo>
                  <a:pt x="10251" y="9405"/>
                  <a:pt x="10241" y="9403"/>
                  <a:pt x="10232" y="9403"/>
                </a:cubicBezTo>
                <a:cubicBezTo>
                  <a:pt x="10212" y="9403"/>
                  <a:pt x="10192" y="9410"/>
                  <a:pt x="10172" y="9410"/>
                </a:cubicBezTo>
                <a:cubicBezTo>
                  <a:pt x="10082" y="9395"/>
                  <a:pt x="9993" y="9380"/>
                  <a:pt x="9903" y="9350"/>
                </a:cubicBezTo>
                <a:cubicBezTo>
                  <a:pt x="9843" y="9335"/>
                  <a:pt x="9769" y="9320"/>
                  <a:pt x="9709" y="9291"/>
                </a:cubicBezTo>
                <a:cubicBezTo>
                  <a:pt x="9694" y="9276"/>
                  <a:pt x="9664" y="9276"/>
                  <a:pt x="9634" y="9276"/>
                </a:cubicBezTo>
                <a:cubicBezTo>
                  <a:pt x="9604" y="9276"/>
                  <a:pt x="9589" y="9261"/>
                  <a:pt x="9574" y="9261"/>
                </a:cubicBezTo>
                <a:cubicBezTo>
                  <a:pt x="9531" y="9239"/>
                  <a:pt x="9487" y="9225"/>
                  <a:pt x="9443" y="9225"/>
                </a:cubicBezTo>
                <a:close/>
                <a:moveTo>
                  <a:pt x="9604" y="9873"/>
                </a:moveTo>
                <a:cubicBezTo>
                  <a:pt x="9589" y="9873"/>
                  <a:pt x="9589" y="9888"/>
                  <a:pt x="9574" y="9888"/>
                </a:cubicBezTo>
                <a:cubicBezTo>
                  <a:pt x="9604" y="9933"/>
                  <a:pt x="9619" y="9963"/>
                  <a:pt x="9649" y="10007"/>
                </a:cubicBezTo>
                <a:cubicBezTo>
                  <a:pt x="9664" y="9993"/>
                  <a:pt x="9679" y="9993"/>
                  <a:pt x="9679" y="9993"/>
                </a:cubicBezTo>
                <a:cubicBezTo>
                  <a:pt x="9664" y="9948"/>
                  <a:pt x="9634" y="9918"/>
                  <a:pt x="9604" y="9873"/>
                </a:cubicBezTo>
                <a:close/>
                <a:moveTo>
                  <a:pt x="13771" y="9843"/>
                </a:moveTo>
                <a:lnTo>
                  <a:pt x="13712" y="10007"/>
                </a:lnTo>
                <a:cubicBezTo>
                  <a:pt x="13741" y="10007"/>
                  <a:pt x="13771" y="9993"/>
                  <a:pt x="13801" y="9978"/>
                </a:cubicBezTo>
                <a:cubicBezTo>
                  <a:pt x="13786" y="9933"/>
                  <a:pt x="13786" y="9888"/>
                  <a:pt x="13771" y="9843"/>
                </a:cubicBezTo>
                <a:close/>
                <a:moveTo>
                  <a:pt x="1031" y="10022"/>
                </a:moveTo>
                <a:cubicBezTo>
                  <a:pt x="1046" y="10037"/>
                  <a:pt x="1046" y="10052"/>
                  <a:pt x="1046" y="10067"/>
                </a:cubicBezTo>
                <a:cubicBezTo>
                  <a:pt x="1061" y="10052"/>
                  <a:pt x="1091" y="10052"/>
                  <a:pt x="1106" y="10052"/>
                </a:cubicBezTo>
                <a:cubicBezTo>
                  <a:pt x="1076" y="10037"/>
                  <a:pt x="1061" y="10022"/>
                  <a:pt x="1031" y="10022"/>
                </a:cubicBezTo>
                <a:close/>
                <a:moveTo>
                  <a:pt x="4150" y="3367"/>
                </a:moveTo>
                <a:cubicBezTo>
                  <a:pt x="4086" y="3367"/>
                  <a:pt x="4021" y="3407"/>
                  <a:pt x="3950" y="3407"/>
                </a:cubicBezTo>
                <a:cubicBezTo>
                  <a:pt x="3943" y="3407"/>
                  <a:pt x="3936" y="3407"/>
                  <a:pt x="3929" y="3406"/>
                </a:cubicBezTo>
                <a:cubicBezTo>
                  <a:pt x="3917" y="3417"/>
                  <a:pt x="3915" y="3446"/>
                  <a:pt x="3901" y="3446"/>
                </a:cubicBezTo>
                <a:cubicBezTo>
                  <a:pt x="3896" y="3446"/>
                  <a:pt x="3891" y="3443"/>
                  <a:pt x="3884" y="3436"/>
                </a:cubicBezTo>
                <a:cubicBezTo>
                  <a:pt x="3854" y="3406"/>
                  <a:pt x="3804" y="3392"/>
                  <a:pt x="3750" y="3392"/>
                </a:cubicBezTo>
                <a:cubicBezTo>
                  <a:pt x="3669" y="3392"/>
                  <a:pt x="3579" y="3421"/>
                  <a:pt x="3525" y="3466"/>
                </a:cubicBezTo>
                <a:cubicBezTo>
                  <a:pt x="3436" y="3555"/>
                  <a:pt x="3361" y="3675"/>
                  <a:pt x="3242" y="3719"/>
                </a:cubicBezTo>
                <a:cubicBezTo>
                  <a:pt x="3137" y="3764"/>
                  <a:pt x="3152" y="3794"/>
                  <a:pt x="3182" y="3854"/>
                </a:cubicBezTo>
                <a:cubicBezTo>
                  <a:pt x="3167" y="3914"/>
                  <a:pt x="3122" y="3973"/>
                  <a:pt x="3107" y="4018"/>
                </a:cubicBezTo>
                <a:cubicBezTo>
                  <a:pt x="3092" y="4272"/>
                  <a:pt x="3092" y="4511"/>
                  <a:pt x="3077" y="4750"/>
                </a:cubicBezTo>
                <a:cubicBezTo>
                  <a:pt x="3092" y="4780"/>
                  <a:pt x="3107" y="4795"/>
                  <a:pt x="3107" y="4810"/>
                </a:cubicBezTo>
                <a:cubicBezTo>
                  <a:pt x="3107" y="4870"/>
                  <a:pt x="3107" y="4929"/>
                  <a:pt x="3107" y="4989"/>
                </a:cubicBezTo>
                <a:cubicBezTo>
                  <a:pt x="3122" y="4989"/>
                  <a:pt x="3122" y="5004"/>
                  <a:pt x="3107" y="5019"/>
                </a:cubicBezTo>
                <a:cubicBezTo>
                  <a:pt x="3092" y="5034"/>
                  <a:pt x="3077" y="5064"/>
                  <a:pt x="3077" y="5079"/>
                </a:cubicBezTo>
                <a:cubicBezTo>
                  <a:pt x="3062" y="5452"/>
                  <a:pt x="3032" y="5810"/>
                  <a:pt x="3018" y="6184"/>
                </a:cubicBezTo>
                <a:cubicBezTo>
                  <a:pt x="3018" y="6259"/>
                  <a:pt x="3032" y="6333"/>
                  <a:pt x="3047" y="6423"/>
                </a:cubicBezTo>
                <a:cubicBezTo>
                  <a:pt x="2973" y="6468"/>
                  <a:pt x="3018" y="6527"/>
                  <a:pt x="3018" y="6587"/>
                </a:cubicBezTo>
                <a:cubicBezTo>
                  <a:pt x="3003" y="6841"/>
                  <a:pt x="2973" y="7095"/>
                  <a:pt x="2943" y="7349"/>
                </a:cubicBezTo>
                <a:cubicBezTo>
                  <a:pt x="2943" y="7438"/>
                  <a:pt x="2928" y="7513"/>
                  <a:pt x="2913" y="7588"/>
                </a:cubicBezTo>
                <a:cubicBezTo>
                  <a:pt x="2898" y="7737"/>
                  <a:pt x="2838" y="7902"/>
                  <a:pt x="2868" y="8051"/>
                </a:cubicBezTo>
                <a:cubicBezTo>
                  <a:pt x="2883" y="8215"/>
                  <a:pt x="2853" y="8365"/>
                  <a:pt x="2868" y="8529"/>
                </a:cubicBezTo>
                <a:cubicBezTo>
                  <a:pt x="2898" y="8872"/>
                  <a:pt x="2853" y="9231"/>
                  <a:pt x="2853" y="9574"/>
                </a:cubicBezTo>
                <a:cubicBezTo>
                  <a:pt x="2853" y="9634"/>
                  <a:pt x="2883" y="9709"/>
                  <a:pt x="2913" y="9754"/>
                </a:cubicBezTo>
                <a:cubicBezTo>
                  <a:pt x="3018" y="9888"/>
                  <a:pt x="3182" y="9918"/>
                  <a:pt x="3346" y="9948"/>
                </a:cubicBezTo>
                <a:cubicBezTo>
                  <a:pt x="3645" y="9978"/>
                  <a:pt x="3944" y="9978"/>
                  <a:pt x="4257" y="9993"/>
                </a:cubicBezTo>
                <a:cubicBezTo>
                  <a:pt x="4526" y="10007"/>
                  <a:pt x="4795" y="10022"/>
                  <a:pt x="5064" y="10037"/>
                </a:cubicBezTo>
                <a:cubicBezTo>
                  <a:pt x="5288" y="10052"/>
                  <a:pt x="5512" y="10052"/>
                  <a:pt x="5736" y="10082"/>
                </a:cubicBezTo>
                <a:cubicBezTo>
                  <a:pt x="5864" y="10104"/>
                  <a:pt x="5989" y="10121"/>
                  <a:pt x="6110" y="10121"/>
                </a:cubicBezTo>
                <a:cubicBezTo>
                  <a:pt x="6243" y="10121"/>
                  <a:pt x="6373" y="10100"/>
                  <a:pt x="6498" y="10037"/>
                </a:cubicBezTo>
                <a:cubicBezTo>
                  <a:pt x="6512" y="10022"/>
                  <a:pt x="6527" y="9963"/>
                  <a:pt x="6512" y="9933"/>
                </a:cubicBezTo>
                <a:cubicBezTo>
                  <a:pt x="6438" y="9783"/>
                  <a:pt x="6274" y="9813"/>
                  <a:pt x="6139" y="9798"/>
                </a:cubicBezTo>
                <a:cubicBezTo>
                  <a:pt x="5990" y="9768"/>
                  <a:pt x="5825" y="9754"/>
                  <a:pt x="5676" y="9724"/>
                </a:cubicBezTo>
                <a:cubicBezTo>
                  <a:pt x="5706" y="9709"/>
                  <a:pt x="5721" y="9679"/>
                  <a:pt x="5736" y="9664"/>
                </a:cubicBezTo>
                <a:cubicBezTo>
                  <a:pt x="5721" y="9649"/>
                  <a:pt x="5721" y="9649"/>
                  <a:pt x="5706" y="9634"/>
                </a:cubicBezTo>
                <a:lnTo>
                  <a:pt x="5661" y="9709"/>
                </a:lnTo>
                <a:cubicBezTo>
                  <a:pt x="5646" y="9709"/>
                  <a:pt x="5646" y="9724"/>
                  <a:pt x="5646" y="9739"/>
                </a:cubicBezTo>
                <a:cubicBezTo>
                  <a:pt x="5631" y="9754"/>
                  <a:pt x="5631" y="9768"/>
                  <a:pt x="5631" y="9783"/>
                </a:cubicBezTo>
                <a:cubicBezTo>
                  <a:pt x="5615" y="9810"/>
                  <a:pt x="5600" y="9819"/>
                  <a:pt x="5584" y="9819"/>
                </a:cubicBezTo>
                <a:cubicBezTo>
                  <a:pt x="5555" y="9819"/>
                  <a:pt x="5526" y="9788"/>
                  <a:pt x="5497" y="9768"/>
                </a:cubicBezTo>
                <a:cubicBezTo>
                  <a:pt x="5467" y="9754"/>
                  <a:pt x="5437" y="9724"/>
                  <a:pt x="5407" y="9724"/>
                </a:cubicBezTo>
                <a:cubicBezTo>
                  <a:pt x="5228" y="9694"/>
                  <a:pt x="5049" y="9679"/>
                  <a:pt x="4870" y="9664"/>
                </a:cubicBezTo>
                <a:cubicBezTo>
                  <a:pt x="4840" y="9662"/>
                  <a:pt x="4811" y="9661"/>
                  <a:pt x="4781" y="9661"/>
                </a:cubicBezTo>
                <a:cubicBezTo>
                  <a:pt x="4628" y="9661"/>
                  <a:pt x="4476" y="9681"/>
                  <a:pt x="4323" y="9681"/>
                </a:cubicBezTo>
                <a:cubicBezTo>
                  <a:pt x="4251" y="9681"/>
                  <a:pt x="4180" y="9677"/>
                  <a:pt x="4108" y="9664"/>
                </a:cubicBezTo>
                <a:cubicBezTo>
                  <a:pt x="3884" y="9619"/>
                  <a:pt x="3630" y="9634"/>
                  <a:pt x="3406" y="9619"/>
                </a:cubicBezTo>
                <a:cubicBezTo>
                  <a:pt x="3286" y="9619"/>
                  <a:pt x="3182" y="9574"/>
                  <a:pt x="3182" y="9425"/>
                </a:cubicBezTo>
                <a:cubicBezTo>
                  <a:pt x="3182" y="9335"/>
                  <a:pt x="3212" y="9246"/>
                  <a:pt x="3212" y="9156"/>
                </a:cubicBezTo>
                <a:cubicBezTo>
                  <a:pt x="3197" y="9022"/>
                  <a:pt x="3167" y="8902"/>
                  <a:pt x="3182" y="8783"/>
                </a:cubicBezTo>
                <a:cubicBezTo>
                  <a:pt x="3197" y="8394"/>
                  <a:pt x="3227" y="7991"/>
                  <a:pt x="3242" y="7603"/>
                </a:cubicBezTo>
                <a:cubicBezTo>
                  <a:pt x="3242" y="7453"/>
                  <a:pt x="3331" y="7304"/>
                  <a:pt x="3227" y="7170"/>
                </a:cubicBezTo>
                <a:cubicBezTo>
                  <a:pt x="3227" y="7155"/>
                  <a:pt x="3256" y="7125"/>
                  <a:pt x="3256" y="7110"/>
                </a:cubicBezTo>
                <a:cubicBezTo>
                  <a:pt x="3271" y="7095"/>
                  <a:pt x="3301" y="7065"/>
                  <a:pt x="3301" y="7050"/>
                </a:cubicBezTo>
                <a:cubicBezTo>
                  <a:pt x="3286" y="6871"/>
                  <a:pt x="3271" y="6692"/>
                  <a:pt x="3242" y="6512"/>
                </a:cubicBezTo>
                <a:cubicBezTo>
                  <a:pt x="3286" y="6438"/>
                  <a:pt x="3361" y="6378"/>
                  <a:pt x="3361" y="6318"/>
                </a:cubicBezTo>
                <a:cubicBezTo>
                  <a:pt x="3391" y="5960"/>
                  <a:pt x="3406" y="5616"/>
                  <a:pt x="3421" y="5258"/>
                </a:cubicBezTo>
                <a:cubicBezTo>
                  <a:pt x="3421" y="5079"/>
                  <a:pt x="3406" y="4899"/>
                  <a:pt x="3391" y="4720"/>
                </a:cubicBezTo>
                <a:cubicBezTo>
                  <a:pt x="3391" y="4720"/>
                  <a:pt x="3361" y="4720"/>
                  <a:pt x="3361" y="4705"/>
                </a:cubicBezTo>
                <a:lnTo>
                  <a:pt x="3391" y="4705"/>
                </a:lnTo>
                <a:cubicBezTo>
                  <a:pt x="3391" y="4690"/>
                  <a:pt x="3406" y="4675"/>
                  <a:pt x="3406" y="4660"/>
                </a:cubicBezTo>
                <a:cubicBezTo>
                  <a:pt x="3391" y="4466"/>
                  <a:pt x="3391" y="4287"/>
                  <a:pt x="3421" y="4093"/>
                </a:cubicBezTo>
                <a:cubicBezTo>
                  <a:pt x="3451" y="3944"/>
                  <a:pt x="3555" y="3824"/>
                  <a:pt x="3690" y="3779"/>
                </a:cubicBezTo>
                <a:cubicBezTo>
                  <a:pt x="3830" y="3744"/>
                  <a:pt x="3970" y="3730"/>
                  <a:pt x="4110" y="3730"/>
                </a:cubicBezTo>
                <a:cubicBezTo>
                  <a:pt x="4209" y="3730"/>
                  <a:pt x="4308" y="3737"/>
                  <a:pt x="4407" y="3749"/>
                </a:cubicBezTo>
                <a:cubicBezTo>
                  <a:pt x="4446" y="3749"/>
                  <a:pt x="4498" y="3702"/>
                  <a:pt x="4551" y="3702"/>
                </a:cubicBezTo>
                <a:cubicBezTo>
                  <a:pt x="4558" y="3702"/>
                  <a:pt x="4564" y="3703"/>
                  <a:pt x="4571" y="3705"/>
                </a:cubicBezTo>
                <a:cubicBezTo>
                  <a:pt x="4695" y="3730"/>
                  <a:pt x="4820" y="3738"/>
                  <a:pt x="4946" y="3738"/>
                </a:cubicBezTo>
                <a:cubicBezTo>
                  <a:pt x="5151" y="3738"/>
                  <a:pt x="5356" y="3717"/>
                  <a:pt x="5558" y="3717"/>
                </a:cubicBezTo>
                <a:cubicBezTo>
                  <a:pt x="5593" y="3717"/>
                  <a:pt x="5627" y="3718"/>
                  <a:pt x="5661" y="3719"/>
                </a:cubicBezTo>
                <a:cubicBezTo>
                  <a:pt x="5736" y="3719"/>
                  <a:pt x="5796" y="3734"/>
                  <a:pt x="5870" y="3734"/>
                </a:cubicBezTo>
                <a:cubicBezTo>
                  <a:pt x="5875" y="3735"/>
                  <a:pt x="5880" y="3735"/>
                  <a:pt x="5885" y="3735"/>
                </a:cubicBezTo>
                <a:cubicBezTo>
                  <a:pt x="5955" y="3735"/>
                  <a:pt x="6024" y="3673"/>
                  <a:pt x="6098" y="3673"/>
                </a:cubicBezTo>
                <a:cubicBezTo>
                  <a:pt x="6131" y="3673"/>
                  <a:pt x="6164" y="3685"/>
                  <a:pt x="6199" y="3719"/>
                </a:cubicBezTo>
                <a:cubicBezTo>
                  <a:pt x="6199" y="3719"/>
                  <a:pt x="6244" y="3690"/>
                  <a:pt x="6259" y="3675"/>
                </a:cubicBezTo>
                <a:cubicBezTo>
                  <a:pt x="6288" y="3660"/>
                  <a:pt x="6303" y="3645"/>
                  <a:pt x="6318" y="3630"/>
                </a:cubicBezTo>
                <a:cubicBezTo>
                  <a:pt x="6363" y="3615"/>
                  <a:pt x="6393" y="3585"/>
                  <a:pt x="6423" y="3570"/>
                </a:cubicBezTo>
                <a:cubicBezTo>
                  <a:pt x="6408" y="3540"/>
                  <a:pt x="6378" y="3510"/>
                  <a:pt x="6348" y="3495"/>
                </a:cubicBezTo>
                <a:cubicBezTo>
                  <a:pt x="6333" y="3466"/>
                  <a:pt x="6288" y="3451"/>
                  <a:pt x="6259" y="3436"/>
                </a:cubicBezTo>
                <a:cubicBezTo>
                  <a:pt x="6223" y="3400"/>
                  <a:pt x="6188" y="3385"/>
                  <a:pt x="6153" y="3385"/>
                </a:cubicBezTo>
                <a:cubicBezTo>
                  <a:pt x="6113" y="3385"/>
                  <a:pt x="6074" y="3404"/>
                  <a:pt x="6035" y="3436"/>
                </a:cubicBezTo>
                <a:cubicBezTo>
                  <a:pt x="5997" y="3448"/>
                  <a:pt x="5956" y="3453"/>
                  <a:pt x="5915" y="3453"/>
                </a:cubicBezTo>
                <a:cubicBezTo>
                  <a:pt x="5859" y="3453"/>
                  <a:pt x="5803" y="3444"/>
                  <a:pt x="5751" y="3436"/>
                </a:cubicBezTo>
                <a:cubicBezTo>
                  <a:pt x="5527" y="3421"/>
                  <a:pt x="5318" y="3391"/>
                  <a:pt x="5109" y="3391"/>
                </a:cubicBezTo>
                <a:cubicBezTo>
                  <a:pt x="5029" y="3391"/>
                  <a:pt x="4956" y="3384"/>
                  <a:pt x="4881" y="3384"/>
                </a:cubicBezTo>
                <a:cubicBezTo>
                  <a:pt x="4843" y="3384"/>
                  <a:pt x="4805" y="3386"/>
                  <a:pt x="4765" y="3391"/>
                </a:cubicBezTo>
                <a:cubicBezTo>
                  <a:pt x="4737" y="3399"/>
                  <a:pt x="4708" y="3401"/>
                  <a:pt x="4680" y="3401"/>
                </a:cubicBezTo>
                <a:cubicBezTo>
                  <a:pt x="4595" y="3401"/>
                  <a:pt x="4507" y="3376"/>
                  <a:pt x="4421" y="3376"/>
                </a:cubicBezTo>
                <a:cubicBezTo>
                  <a:pt x="4365" y="3376"/>
                  <a:pt x="4311" y="3387"/>
                  <a:pt x="4257" y="3421"/>
                </a:cubicBezTo>
                <a:cubicBezTo>
                  <a:pt x="4222" y="3380"/>
                  <a:pt x="4186" y="3367"/>
                  <a:pt x="4150" y="3367"/>
                </a:cubicBezTo>
                <a:close/>
                <a:moveTo>
                  <a:pt x="1106" y="10396"/>
                </a:moveTo>
                <a:cubicBezTo>
                  <a:pt x="1091" y="10411"/>
                  <a:pt x="1091" y="10426"/>
                  <a:pt x="1076" y="10426"/>
                </a:cubicBezTo>
                <a:cubicBezTo>
                  <a:pt x="1091" y="10441"/>
                  <a:pt x="1106" y="10456"/>
                  <a:pt x="1121" y="10456"/>
                </a:cubicBezTo>
                <a:cubicBezTo>
                  <a:pt x="1136" y="10456"/>
                  <a:pt x="1151" y="10441"/>
                  <a:pt x="1151" y="10426"/>
                </a:cubicBezTo>
                <a:cubicBezTo>
                  <a:pt x="1136" y="10426"/>
                  <a:pt x="1121" y="10411"/>
                  <a:pt x="1106" y="10396"/>
                </a:cubicBezTo>
                <a:close/>
                <a:moveTo>
                  <a:pt x="3167" y="11337"/>
                </a:moveTo>
                <a:cubicBezTo>
                  <a:pt x="3152" y="11352"/>
                  <a:pt x="3137" y="11352"/>
                  <a:pt x="3137" y="11352"/>
                </a:cubicBezTo>
                <a:cubicBezTo>
                  <a:pt x="3152" y="11382"/>
                  <a:pt x="3167" y="11411"/>
                  <a:pt x="3182" y="11441"/>
                </a:cubicBezTo>
                <a:cubicBezTo>
                  <a:pt x="3197" y="11426"/>
                  <a:pt x="3197" y="11426"/>
                  <a:pt x="3212" y="11426"/>
                </a:cubicBezTo>
                <a:cubicBezTo>
                  <a:pt x="3197" y="11396"/>
                  <a:pt x="3182" y="11367"/>
                  <a:pt x="3167" y="11337"/>
                </a:cubicBezTo>
                <a:close/>
                <a:moveTo>
                  <a:pt x="7722" y="11337"/>
                </a:moveTo>
                <a:cubicBezTo>
                  <a:pt x="7737" y="11382"/>
                  <a:pt x="7752" y="11411"/>
                  <a:pt x="7752" y="11456"/>
                </a:cubicBezTo>
                <a:cubicBezTo>
                  <a:pt x="7782" y="11411"/>
                  <a:pt x="7812" y="11382"/>
                  <a:pt x="7842" y="11337"/>
                </a:cubicBezTo>
                <a:close/>
                <a:moveTo>
                  <a:pt x="2599" y="11411"/>
                </a:moveTo>
                <a:cubicBezTo>
                  <a:pt x="2555" y="11411"/>
                  <a:pt x="2510" y="11411"/>
                  <a:pt x="2465" y="11426"/>
                </a:cubicBezTo>
                <a:cubicBezTo>
                  <a:pt x="2465" y="11441"/>
                  <a:pt x="2465" y="11456"/>
                  <a:pt x="2465" y="11486"/>
                </a:cubicBezTo>
                <a:cubicBezTo>
                  <a:pt x="2525" y="11471"/>
                  <a:pt x="2569" y="11456"/>
                  <a:pt x="2614" y="11441"/>
                </a:cubicBezTo>
                <a:cubicBezTo>
                  <a:pt x="2614" y="11426"/>
                  <a:pt x="2599" y="11426"/>
                  <a:pt x="2599" y="11411"/>
                </a:cubicBezTo>
                <a:close/>
                <a:moveTo>
                  <a:pt x="3421" y="11456"/>
                </a:moveTo>
                <a:cubicBezTo>
                  <a:pt x="3406" y="11456"/>
                  <a:pt x="3391" y="11456"/>
                  <a:pt x="3376" y="11471"/>
                </a:cubicBezTo>
                <a:cubicBezTo>
                  <a:pt x="3391" y="11471"/>
                  <a:pt x="3421" y="11471"/>
                  <a:pt x="3451" y="11486"/>
                </a:cubicBezTo>
                <a:cubicBezTo>
                  <a:pt x="3451" y="11471"/>
                  <a:pt x="3451" y="11471"/>
                  <a:pt x="3451" y="11471"/>
                </a:cubicBezTo>
                <a:cubicBezTo>
                  <a:pt x="3436" y="11456"/>
                  <a:pt x="3436" y="11456"/>
                  <a:pt x="3421" y="11456"/>
                </a:cubicBezTo>
                <a:close/>
                <a:moveTo>
                  <a:pt x="7961" y="11367"/>
                </a:moveTo>
                <a:cubicBezTo>
                  <a:pt x="7976" y="11396"/>
                  <a:pt x="8006" y="11441"/>
                  <a:pt x="8021" y="11471"/>
                </a:cubicBezTo>
                <a:lnTo>
                  <a:pt x="8021" y="11486"/>
                </a:lnTo>
                <a:cubicBezTo>
                  <a:pt x="8021" y="11456"/>
                  <a:pt x="8036" y="11426"/>
                  <a:pt x="8036" y="11396"/>
                </a:cubicBezTo>
                <a:cubicBezTo>
                  <a:pt x="8036" y="11382"/>
                  <a:pt x="8006" y="11367"/>
                  <a:pt x="7991" y="11367"/>
                </a:cubicBezTo>
                <a:close/>
                <a:moveTo>
                  <a:pt x="2898" y="11411"/>
                </a:moveTo>
                <a:cubicBezTo>
                  <a:pt x="2883" y="11411"/>
                  <a:pt x="2868" y="11426"/>
                  <a:pt x="2853" y="11426"/>
                </a:cubicBezTo>
                <a:cubicBezTo>
                  <a:pt x="2853" y="11441"/>
                  <a:pt x="2853" y="11456"/>
                  <a:pt x="2853" y="11471"/>
                </a:cubicBezTo>
                <a:cubicBezTo>
                  <a:pt x="2868" y="11486"/>
                  <a:pt x="2883" y="11486"/>
                  <a:pt x="2898" y="11501"/>
                </a:cubicBezTo>
                <a:cubicBezTo>
                  <a:pt x="2898" y="11471"/>
                  <a:pt x="2898" y="11441"/>
                  <a:pt x="2898" y="11411"/>
                </a:cubicBezTo>
                <a:close/>
                <a:moveTo>
                  <a:pt x="2883" y="11561"/>
                </a:moveTo>
                <a:cubicBezTo>
                  <a:pt x="2898" y="11591"/>
                  <a:pt x="2928" y="11606"/>
                  <a:pt x="2958" y="11621"/>
                </a:cubicBezTo>
                <a:cubicBezTo>
                  <a:pt x="2943" y="11606"/>
                  <a:pt x="2943" y="11591"/>
                  <a:pt x="2928" y="11576"/>
                </a:cubicBezTo>
                <a:cubicBezTo>
                  <a:pt x="2913" y="11576"/>
                  <a:pt x="2898" y="11576"/>
                  <a:pt x="2883" y="11561"/>
                </a:cubicBezTo>
                <a:close/>
                <a:moveTo>
                  <a:pt x="3436" y="11576"/>
                </a:moveTo>
                <a:lnTo>
                  <a:pt x="3436" y="11576"/>
                </a:lnTo>
                <a:cubicBezTo>
                  <a:pt x="3421" y="11591"/>
                  <a:pt x="3391" y="11606"/>
                  <a:pt x="3361" y="11621"/>
                </a:cubicBezTo>
                <a:lnTo>
                  <a:pt x="3421" y="11621"/>
                </a:lnTo>
                <a:cubicBezTo>
                  <a:pt x="3421" y="11606"/>
                  <a:pt x="3436" y="11591"/>
                  <a:pt x="3436" y="11576"/>
                </a:cubicBezTo>
                <a:close/>
                <a:moveTo>
                  <a:pt x="7663" y="11396"/>
                </a:moveTo>
                <a:lnTo>
                  <a:pt x="7663" y="11396"/>
                </a:lnTo>
                <a:cubicBezTo>
                  <a:pt x="7677" y="11426"/>
                  <a:pt x="7677" y="11456"/>
                  <a:pt x="7677" y="11471"/>
                </a:cubicBezTo>
                <a:cubicBezTo>
                  <a:pt x="7692" y="11471"/>
                  <a:pt x="7692" y="11486"/>
                  <a:pt x="7692" y="11486"/>
                </a:cubicBezTo>
                <a:lnTo>
                  <a:pt x="7677" y="11516"/>
                </a:lnTo>
                <a:cubicBezTo>
                  <a:pt x="7663" y="11531"/>
                  <a:pt x="7648" y="11531"/>
                  <a:pt x="7648" y="11561"/>
                </a:cubicBezTo>
                <a:cubicBezTo>
                  <a:pt x="7663" y="11561"/>
                  <a:pt x="7663" y="11561"/>
                  <a:pt x="7677" y="11576"/>
                </a:cubicBezTo>
                <a:cubicBezTo>
                  <a:pt x="7677" y="11591"/>
                  <a:pt x="7692" y="11606"/>
                  <a:pt x="7707" y="11621"/>
                </a:cubicBezTo>
                <a:cubicBezTo>
                  <a:pt x="7722" y="11650"/>
                  <a:pt x="7722" y="11665"/>
                  <a:pt x="7737" y="11680"/>
                </a:cubicBezTo>
                <a:lnTo>
                  <a:pt x="7782" y="11680"/>
                </a:lnTo>
                <a:cubicBezTo>
                  <a:pt x="7827" y="11621"/>
                  <a:pt x="7812" y="11576"/>
                  <a:pt x="7767" y="11531"/>
                </a:cubicBezTo>
                <a:cubicBezTo>
                  <a:pt x="7782" y="11531"/>
                  <a:pt x="7782" y="11516"/>
                  <a:pt x="7782" y="11501"/>
                </a:cubicBezTo>
                <a:lnTo>
                  <a:pt x="7767" y="11501"/>
                </a:lnTo>
                <a:cubicBezTo>
                  <a:pt x="7752" y="11501"/>
                  <a:pt x="7737" y="11486"/>
                  <a:pt x="7737" y="11486"/>
                </a:cubicBezTo>
                <a:cubicBezTo>
                  <a:pt x="7707" y="11456"/>
                  <a:pt x="7692" y="11426"/>
                  <a:pt x="7663" y="11396"/>
                </a:cubicBezTo>
                <a:close/>
                <a:moveTo>
                  <a:pt x="3316" y="11680"/>
                </a:moveTo>
                <a:cubicBezTo>
                  <a:pt x="3331" y="11710"/>
                  <a:pt x="3331" y="11740"/>
                  <a:pt x="3346" y="11770"/>
                </a:cubicBezTo>
                <a:cubicBezTo>
                  <a:pt x="3346" y="11775"/>
                  <a:pt x="3349" y="11777"/>
                  <a:pt x="3354" y="11777"/>
                </a:cubicBezTo>
                <a:cubicBezTo>
                  <a:pt x="3364" y="11777"/>
                  <a:pt x="3381" y="11770"/>
                  <a:pt x="3391" y="11770"/>
                </a:cubicBezTo>
                <a:cubicBezTo>
                  <a:pt x="3361" y="11740"/>
                  <a:pt x="3346" y="11710"/>
                  <a:pt x="3331" y="11680"/>
                </a:cubicBezTo>
                <a:close/>
                <a:moveTo>
                  <a:pt x="3077" y="11710"/>
                </a:moveTo>
                <a:cubicBezTo>
                  <a:pt x="3047" y="11740"/>
                  <a:pt x="3003" y="11755"/>
                  <a:pt x="2973" y="11785"/>
                </a:cubicBezTo>
                <a:cubicBezTo>
                  <a:pt x="2973" y="11800"/>
                  <a:pt x="2988" y="11815"/>
                  <a:pt x="2988" y="11815"/>
                </a:cubicBezTo>
                <a:cubicBezTo>
                  <a:pt x="3032" y="11800"/>
                  <a:pt x="3077" y="11770"/>
                  <a:pt x="3107" y="11755"/>
                </a:cubicBezTo>
                <a:cubicBezTo>
                  <a:pt x="3092" y="11740"/>
                  <a:pt x="3092" y="11725"/>
                  <a:pt x="3077" y="11710"/>
                </a:cubicBezTo>
                <a:close/>
                <a:moveTo>
                  <a:pt x="2674" y="11830"/>
                </a:moveTo>
                <a:cubicBezTo>
                  <a:pt x="2629" y="11830"/>
                  <a:pt x="2599" y="11845"/>
                  <a:pt x="2555" y="11860"/>
                </a:cubicBezTo>
                <a:lnTo>
                  <a:pt x="2674" y="11860"/>
                </a:lnTo>
                <a:cubicBezTo>
                  <a:pt x="2674" y="11845"/>
                  <a:pt x="2674" y="11830"/>
                  <a:pt x="2674" y="11830"/>
                </a:cubicBezTo>
                <a:close/>
                <a:moveTo>
                  <a:pt x="6444" y="11727"/>
                </a:moveTo>
                <a:cubicBezTo>
                  <a:pt x="6423" y="11727"/>
                  <a:pt x="6393" y="11750"/>
                  <a:pt x="6376" y="11750"/>
                </a:cubicBezTo>
                <a:cubicBezTo>
                  <a:pt x="6370" y="11750"/>
                  <a:pt x="6365" y="11747"/>
                  <a:pt x="6363" y="11740"/>
                </a:cubicBezTo>
                <a:cubicBezTo>
                  <a:pt x="6348" y="11770"/>
                  <a:pt x="6333" y="11785"/>
                  <a:pt x="6318" y="11800"/>
                </a:cubicBezTo>
                <a:cubicBezTo>
                  <a:pt x="6303" y="11815"/>
                  <a:pt x="6288" y="11815"/>
                  <a:pt x="6288" y="11845"/>
                </a:cubicBezTo>
                <a:cubicBezTo>
                  <a:pt x="6274" y="11845"/>
                  <a:pt x="6274" y="11845"/>
                  <a:pt x="6274" y="11860"/>
                </a:cubicBezTo>
                <a:cubicBezTo>
                  <a:pt x="6229" y="11860"/>
                  <a:pt x="6199" y="11874"/>
                  <a:pt x="6154" y="11889"/>
                </a:cubicBezTo>
                <a:cubicBezTo>
                  <a:pt x="6199" y="11889"/>
                  <a:pt x="6244" y="11904"/>
                  <a:pt x="6288" y="11904"/>
                </a:cubicBezTo>
                <a:cubicBezTo>
                  <a:pt x="6303" y="11904"/>
                  <a:pt x="6303" y="11889"/>
                  <a:pt x="6303" y="11874"/>
                </a:cubicBezTo>
                <a:lnTo>
                  <a:pt x="6318" y="11874"/>
                </a:lnTo>
                <a:cubicBezTo>
                  <a:pt x="6338" y="11874"/>
                  <a:pt x="6352" y="11881"/>
                  <a:pt x="6367" y="11881"/>
                </a:cubicBezTo>
                <a:cubicBezTo>
                  <a:pt x="6372" y="11881"/>
                  <a:pt x="6377" y="11880"/>
                  <a:pt x="6383" y="11879"/>
                </a:cubicBezTo>
                <a:lnTo>
                  <a:pt x="6383" y="11879"/>
                </a:lnTo>
                <a:cubicBezTo>
                  <a:pt x="6378" y="11884"/>
                  <a:pt x="6378" y="11894"/>
                  <a:pt x="6378" y="11904"/>
                </a:cubicBezTo>
                <a:cubicBezTo>
                  <a:pt x="6378" y="11919"/>
                  <a:pt x="6378" y="11934"/>
                  <a:pt x="6378" y="11934"/>
                </a:cubicBezTo>
                <a:cubicBezTo>
                  <a:pt x="6423" y="11919"/>
                  <a:pt x="6453" y="11904"/>
                  <a:pt x="6498" y="11889"/>
                </a:cubicBezTo>
                <a:cubicBezTo>
                  <a:pt x="6468" y="11874"/>
                  <a:pt x="6438" y="11874"/>
                  <a:pt x="6408" y="11874"/>
                </a:cubicBezTo>
                <a:cubicBezTo>
                  <a:pt x="6438" y="11845"/>
                  <a:pt x="6453" y="11830"/>
                  <a:pt x="6468" y="11800"/>
                </a:cubicBezTo>
                <a:cubicBezTo>
                  <a:pt x="6473" y="11743"/>
                  <a:pt x="6462" y="11727"/>
                  <a:pt x="6444" y="11727"/>
                </a:cubicBezTo>
                <a:close/>
                <a:moveTo>
                  <a:pt x="1692" y="11262"/>
                </a:moveTo>
                <a:cubicBezTo>
                  <a:pt x="1673" y="11262"/>
                  <a:pt x="1651" y="11277"/>
                  <a:pt x="1628" y="11292"/>
                </a:cubicBezTo>
                <a:cubicBezTo>
                  <a:pt x="1599" y="11307"/>
                  <a:pt x="1569" y="11337"/>
                  <a:pt x="1539" y="11382"/>
                </a:cubicBezTo>
                <a:lnTo>
                  <a:pt x="1464" y="11277"/>
                </a:lnTo>
                <a:lnTo>
                  <a:pt x="1464" y="11277"/>
                </a:lnTo>
                <a:cubicBezTo>
                  <a:pt x="1478" y="11347"/>
                  <a:pt x="1426" y="11458"/>
                  <a:pt x="1557" y="11458"/>
                </a:cubicBezTo>
                <a:cubicBezTo>
                  <a:pt x="1565" y="11458"/>
                  <a:pt x="1574" y="11457"/>
                  <a:pt x="1584" y="11456"/>
                </a:cubicBezTo>
                <a:lnTo>
                  <a:pt x="1614" y="11456"/>
                </a:lnTo>
                <a:cubicBezTo>
                  <a:pt x="1673" y="11546"/>
                  <a:pt x="1718" y="11635"/>
                  <a:pt x="1778" y="11740"/>
                </a:cubicBezTo>
                <a:cubicBezTo>
                  <a:pt x="1793" y="11755"/>
                  <a:pt x="1793" y="11755"/>
                  <a:pt x="1808" y="11770"/>
                </a:cubicBezTo>
                <a:cubicBezTo>
                  <a:pt x="1853" y="11785"/>
                  <a:pt x="1897" y="11785"/>
                  <a:pt x="1912" y="11800"/>
                </a:cubicBezTo>
                <a:cubicBezTo>
                  <a:pt x="1897" y="11830"/>
                  <a:pt x="1882" y="11860"/>
                  <a:pt x="1867" y="11889"/>
                </a:cubicBezTo>
                <a:cubicBezTo>
                  <a:pt x="1917" y="11889"/>
                  <a:pt x="1967" y="11929"/>
                  <a:pt x="2017" y="11929"/>
                </a:cubicBezTo>
                <a:cubicBezTo>
                  <a:pt x="2042" y="11929"/>
                  <a:pt x="2067" y="11919"/>
                  <a:pt x="2092" y="11889"/>
                </a:cubicBezTo>
                <a:cubicBezTo>
                  <a:pt x="2136" y="11874"/>
                  <a:pt x="2181" y="11860"/>
                  <a:pt x="2241" y="11845"/>
                </a:cubicBezTo>
                <a:lnTo>
                  <a:pt x="2241" y="11845"/>
                </a:lnTo>
                <a:cubicBezTo>
                  <a:pt x="2196" y="11889"/>
                  <a:pt x="2181" y="11919"/>
                  <a:pt x="2121" y="11994"/>
                </a:cubicBezTo>
                <a:cubicBezTo>
                  <a:pt x="2241" y="11979"/>
                  <a:pt x="2330" y="11979"/>
                  <a:pt x="2420" y="11964"/>
                </a:cubicBezTo>
                <a:cubicBezTo>
                  <a:pt x="2480" y="11949"/>
                  <a:pt x="2540" y="11934"/>
                  <a:pt x="2525" y="11860"/>
                </a:cubicBezTo>
                <a:cubicBezTo>
                  <a:pt x="2525" y="11830"/>
                  <a:pt x="2510" y="11800"/>
                  <a:pt x="2480" y="11785"/>
                </a:cubicBezTo>
                <a:cubicBezTo>
                  <a:pt x="2465" y="11770"/>
                  <a:pt x="2450" y="11759"/>
                  <a:pt x="2435" y="11759"/>
                </a:cubicBezTo>
                <a:cubicBezTo>
                  <a:pt x="2420" y="11759"/>
                  <a:pt x="2405" y="11770"/>
                  <a:pt x="2390" y="11800"/>
                </a:cubicBezTo>
                <a:cubicBezTo>
                  <a:pt x="2390" y="11810"/>
                  <a:pt x="2398" y="11821"/>
                  <a:pt x="2392" y="11821"/>
                </a:cubicBezTo>
                <a:cubicBezTo>
                  <a:pt x="2389" y="11821"/>
                  <a:pt x="2384" y="11819"/>
                  <a:pt x="2375" y="11815"/>
                </a:cubicBezTo>
                <a:cubicBezTo>
                  <a:pt x="2375" y="11695"/>
                  <a:pt x="2256" y="11725"/>
                  <a:pt x="2196" y="11695"/>
                </a:cubicBezTo>
                <a:cubicBezTo>
                  <a:pt x="2196" y="11680"/>
                  <a:pt x="2196" y="11680"/>
                  <a:pt x="2196" y="11680"/>
                </a:cubicBezTo>
                <a:cubicBezTo>
                  <a:pt x="2211" y="11591"/>
                  <a:pt x="2136" y="11591"/>
                  <a:pt x="2092" y="11576"/>
                </a:cubicBezTo>
                <a:cubicBezTo>
                  <a:pt x="2017" y="11561"/>
                  <a:pt x="1972" y="11546"/>
                  <a:pt x="1987" y="11471"/>
                </a:cubicBezTo>
                <a:cubicBezTo>
                  <a:pt x="1972" y="11456"/>
                  <a:pt x="1972" y="11441"/>
                  <a:pt x="1972" y="11426"/>
                </a:cubicBezTo>
                <a:cubicBezTo>
                  <a:pt x="1946" y="11418"/>
                  <a:pt x="1925" y="11409"/>
                  <a:pt x="1906" y="11409"/>
                </a:cubicBezTo>
                <a:cubicBezTo>
                  <a:pt x="1893" y="11409"/>
                  <a:pt x="1880" y="11414"/>
                  <a:pt x="1867" y="11426"/>
                </a:cubicBezTo>
                <a:cubicBezTo>
                  <a:pt x="1808" y="11426"/>
                  <a:pt x="1748" y="11396"/>
                  <a:pt x="1733" y="11322"/>
                </a:cubicBezTo>
                <a:cubicBezTo>
                  <a:pt x="1726" y="11277"/>
                  <a:pt x="1711" y="11262"/>
                  <a:pt x="1692" y="11262"/>
                </a:cubicBezTo>
                <a:close/>
                <a:moveTo>
                  <a:pt x="4048" y="11934"/>
                </a:moveTo>
                <a:cubicBezTo>
                  <a:pt x="4048" y="11934"/>
                  <a:pt x="4048" y="11949"/>
                  <a:pt x="4048" y="11949"/>
                </a:cubicBezTo>
                <a:cubicBezTo>
                  <a:pt x="4033" y="11949"/>
                  <a:pt x="4048" y="11964"/>
                  <a:pt x="4048" y="11964"/>
                </a:cubicBezTo>
                <a:cubicBezTo>
                  <a:pt x="4048" y="11979"/>
                  <a:pt x="4048" y="11994"/>
                  <a:pt x="4048" y="11994"/>
                </a:cubicBezTo>
                <a:cubicBezTo>
                  <a:pt x="4078" y="11994"/>
                  <a:pt x="4108" y="11979"/>
                  <a:pt x="4123" y="11979"/>
                </a:cubicBezTo>
                <a:cubicBezTo>
                  <a:pt x="4108" y="11964"/>
                  <a:pt x="4093" y="11949"/>
                  <a:pt x="4078" y="11934"/>
                </a:cubicBezTo>
                <a:close/>
                <a:moveTo>
                  <a:pt x="1001" y="11815"/>
                </a:moveTo>
                <a:cubicBezTo>
                  <a:pt x="956" y="11889"/>
                  <a:pt x="912" y="11964"/>
                  <a:pt x="837" y="12069"/>
                </a:cubicBezTo>
                <a:cubicBezTo>
                  <a:pt x="867" y="12061"/>
                  <a:pt x="900" y="12061"/>
                  <a:pt x="928" y="12061"/>
                </a:cubicBezTo>
                <a:cubicBezTo>
                  <a:pt x="956" y="12061"/>
                  <a:pt x="979" y="12061"/>
                  <a:pt x="986" y="12054"/>
                </a:cubicBezTo>
                <a:cubicBezTo>
                  <a:pt x="1016" y="11979"/>
                  <a:pt x="1031" y="11904"/>
                  <a:pt x="1046" y="11830"/>
                </a:cubicBezTo>
                <a:cubicBezTo>
                  <a:pt x="1031" y="11830"/>
                  <a:pt x="1016" y="11815"/>
                  <a:pt x="1001" y="11815"/>
                </a:cubicBezTo>
                <a:close/>
                <a:moveTo>
                  <a:pt x="5945" y="11889"/>
                </a:moveTo>
                <a:lnTo>
                  <a:pt x="5975" y="11919"/>
                </a:lnTo>
                <a:cubicBezTo>
                  <a:pt x="5930" y="11919"/>
                  <a:pt x="5915" y="11934"/>
                  <a:pt x="5885" y="11949"/>
                </a:cubicBezTo>
                <a:cubicBezTo>
                  <a:pt x="5840" y="12009"/>
                  <a:pt x="5781" y="11994"/>
                  <a:pt x="5721" y="12009"/>
                </a:cubicBezTo>
                <a:cubicBezTo>
                  <a:pt x="5721" y="11994"/>
                  <a:pt x="5721" y="11994"/>
                  <a:pt x="5721" y="11994"/>
                </a:cubicBezTo>
                <a:cubicBezTo>
                  <a:pt x="5721" y="11994"/>
                  <a:pt x="5721" y="11994"/>
                  <a:pt x="5721" y="11979"/>
                </a:cubicBezTo>
                <a:lnTo>
                  <a:pt x="5751" y="11919"/>
                </a:lnTo>
                <a:lnTo>
                  <a:pt x="5751" y="11919"/>
                </a:lnTo>
                <a:cubicBezTo>
                  <a:pt x="5736" y="11949"/>
                  <a:pt x="5646" y="11919"/>
                  <a:pt x="5676" y="11964"/>
                </a:cubicBezTo>
                <a:cubicBezTo>
                  <a:pt x="5654" y="11964"/>
                  <a:pt x="5631" y="11972"/>
                  <a:pt x="5611" y="11972"/>
                </a:cubicBezTo>
                <a:cubicBezTo>
                  <a:pt x="5590" y="11972"/>
                  <a:pt x="5572" y="11964"/>
                  <a:pt x="5557" y="11934"/>
                </a:cubicBezTo>
                <a:cubicBezTo>
                  <a:pt x="5512" y="11994"/>
                  <a:pt x="5482" y="12039"/>
                  <a:pt x="5452" y="12098"/>
                </a:cubicBezTo>
                <a:cubicBezTo>
                  <a:pt x="5480" y="12121"/>
                  <a:pt x="5506" y="12130"/>
                  <a:pt x="5531" y="12130"/>
                </a:cubicBezTo>
                <a:cubicBezTo>
                  <a:pt x="5587" y="12130"/>
                  <a:pt x="5639" y="12085"/>
                  <a:pt x="5691" y="12054"/>
                </a:cubicBezTo>
                <a:cubicBezTo>
                  <a:pt x="5706" y="12084"/>
                  <a:pt x="5736" y="12113"/>
                  <a:pt x="5751" y="12143"/>
                </a:cubicBezTo>
                <a:cubicBezTo>
                  <a:pt x="5775" y="12147"/>
                  <a:pt x="5800" y="12150"/>
                  <a:pt x="5824" y="12150"/>
                </a:cubicBezTo>
                <a:cubicBezTo>
                  <a:pt x="5886" y="12150"/>
                  <a:pt x="5942" y="12130"/>
                  <a:pt x="5975" y="12054"/>
                </a:cubicBezTo>
                <a:cubicBezTo>
                  <a:pt x="6012" y="12084"/>
                  <a:pt x="6046" y="12098"/>
                  <a:pt x="6079" y="12098"/>
                </a:cubicBezTo>
                <a:cubicBezTo>
                  <a:pt x="6113" y="12098"/>
                  <a:pt x="6147" y="12084"/>
                  <a:pt x="6184" y="12054"/>
                </a:cubicBezTo>
                <a:lnTo>
                  <a:pt x="6109" y="12054"/>
                </a:lnTo>
                <a:lnTo>
                  <a:pt x="6035" y="11964"/>
                </a:lnTo>
                <a:cubicBezTo>
                  <a:pt x="6049" y="11949"/>
                  <a:pt x="6049" y="11934"/>
                  <a:pt x="6064" y="11919"/>
                </a:cubicBezTo>
                <a:cubicBezTo>
                  <a:pt x="6020" y="11904"/>
                  <a:pt x="5990" y="11889"/>
                  <a:pt x="5945" y="11889"/>
                </a:cubicBezTo>
                <a:close/>
                <a:moveTo>
                  <a:pt x="3466" y="11710"/>
                </a:moveTo>
                <a:cubicBezTo>
                  <a:pt x="3451" y="11725"/>
                  <a:pt x="3466" y="11770"/>
                  <a:pt x="3451" y="11800"/>
                </a:cubicBezTo>
                <a:lnTo>
                  <a:pt x="3391" y="11830"/>
                </a:lnTo>
                <a:lnTo>
                  <a:pt x="3361" y="11830"/>
                </a:lnTo>
                <a:cubicBezTo>
                  <a:pt x="3301" y="11845"/>
                  <a:pt x="3271" y="11874"/>
                  <a:pt x="3242" y="11919"/>
                </a:cubicBezTo>
                <a:cubicBezTo>
                  <a:pt x="3153" y="11864"/>
                  <a:pt x="3073" y="11833"/>
                  <a:pt x="2982" y="11833"/>
                </a:cubicBezTo>
                <a:cubicBezTo>
                  <a:pt x="2951" y="11833"/>
                  <a:pt x="2918" y="11837"/>
                  <a:pt x="2883" y="11845"/>
                </a:cubicBezTo>
                <a:cubicBezTo>
                  <a:pt x="2853" y="11845"/>
                  <a:pt x="2838" y="11860"/>
                  <a:pt x="2808" y="11874"/>
                </a:cubicBezTo>
                <a:cubicBezTo>
                  <a:pt x="2804" y="11877"/>
                  <a:pt x="2800" y="11878"/>
                  <a:pt x="2797" y="11878"/>
                </a:cubicBezTo>
                <a:cubicBezTo>
                  <a:pt x="2772" y="11878"/>
                  <a:pt x="2763" y="11816"/>
                  <a:pt x="2738" y="11816"/>
                </a:cubicBezTo>
                <a:cubicBezTo>
                  <a:pt x="2729" y="11816"/>
                  <a:pt x="2718" y="11823"/>
                  <a:pt x="2704" y="11845"/>
                </a:cubicBezTo>
                <a:cubicBezTo>
                  <a:pt x="2659" y="11919"/>
                  <a:pt x="2719" y="11934"/>
                  <a:pt x="2764" y="11964"/>
                </a:cubicBezTo>
                <a:cubicBezTo>
                  <a:pt x="2778" y="12020"/>
                  <a:pt x="2801" y="12033"/>
                  <a:pt x="2829" y="12033"/>
                </a:cubicBezTo>
                <a:cubicBezTo>
                  <a:pt x="2854" y="12033"/>
                  <a:pt x="2883" y="12022"/>
                  <a:pt x="2910" y="12022"/>
                </a:cubicBezTo>
                <a:cubicBezTo>
                  <a:pt x="2916" y="12022"/>
                  <a:pt x="2922" y="12022"/>
                  <a:pt x="2928" y="12024"/>
                </a:cubicBezTo>
                <a:cubicBezTo>
                  <a:pt x="2988" y="12050"/>
                  <a:pt x="3044" y="12076"/>
                  <a:pt x="3097" y="12076"/>
                </a:cubicBezTo>
                <a:cubicBezTo>
                  <a:pt x="3136" y="12076"/>
                  <a:pt x="3174" y="12062"/>
                  <a:pt x="3212" y="12024"/>
                </a:cubicBezTo>
                <a:cubicBezTo>
                  <a:pt x="3254" y="12073"/>
                  <a:pt x="3296" y="12099"/>
                  <a:pt x="3338" y="12099"/>
                </a:cubicBezTo>
                <a:cubicBezTo>
                  <a:pt x="3385" y="12099"/>
                  <a:pt x="3433" y="12065"/>
                  <a:pt x="3481" y="11994"/>
                </a:cubicBezTo>
                <a:lnTo>
                  <a:pt x="3585" y="11994"/>
                </a:lnTo>
                <a:cubicBezTo>
                  <a:pt x="3570" y="12039"/>
                  <a:pt x="3540" y="12084"/>
                  <a:pt x="3525" y="12143"/>
                </a:cubicBezTo>
                <a:cubicBezTo>
                  <a:pt x="3570" y="12143"/>
                  <a:pt x="3630" y="12158"/>
                  <a:pt x="3675" y="12173"/>
                </a:cubicBezTo>
                <a:lnTo>
                  <a:pt x="3854" y="12173"/>
                </a:lnTo>
                <a:cubicBezTo>
                  <a:pt x="3884" y="12158"/>
                  <a:pt x="3914" y="12158"/>
                  <a:pt x="3944" y="12143"/>
                </a:cubicBezTo>
                <a:cubicBezTo>
                  <a:pt x="3929" y="12084"/>
                  <a:pt x="4048" y="12054"/>
                  <a:pt x="3988" y="11979"/>
                </a:cubicBezTo>
                <a:cubicBezTo>
                  <a:pt x="3973" y="11972"/>
                  <a:pt x="3958" y="11968"/>
                  <a:pt x="3944" y="11968"/>
                </a:cubicBezTo>
                <a:cubicBezTo>
                  <a:pt x="3929" y="11968"/>
                  <a:pt x="3914" y="11972"/>
                  <a:pt x="3899" y="11979"/>
                </a:cubicBezTo>
                <a:cubicBezTo>
                  <a:pt x="3884" y="11979"/>
                  <a:pt x="3869" y="12009"/>
                  <a:pt x="3854" y="12024"/>
                </a:cubicBezTo>
                <a:cubicBezTo>
                  <a:pt x="3824" y="11979"/>
                  <a:pt x="3779" y="11964"/>
                  <a:pt x="3720" y="11949"/>
                </a:cubicBezTo>
                <a:cubicBezTo>
                  <a:pt x="3734" y="11919"/>
                  <a:pt x="3720" y="11904"/>
                  <a:pt x="3705" y="11874"/>
                </a:cubicBezTo>
                <a:cubicBezTo>
                  <a:pt x="3705" y="11874"/>
                  <a:pt x="3705" y="11860"/>
                  <a:pt x="3705" y="11860"/>
                </a:cubicBezTo>
                <a:cubicBezTo>
                  <a:pt x="3690" y="11845"/>
                  <a:pt x="3675" y="11830"/>
                  <a:pt x="3660" y="11830"/>
                </a:cubicBezTo>
                <a:cubicBezTo>
                  <a:pt x="3600" y="11830"/>
                  <a:pt x="3570" y="11874"/>
                  <a:pt x="3540" y="11904"/>
                </a:cubicBezTo>
                <a:cubicBezTo>
                  <a:pt x="3525" y="11934"/>
                  <a:pt x="3510" y="11934"/>
                  <a:pt x="3481" y="11934"/>
                </a:cubicBezTo>
                <a:cubicBezTo>
                  <a:pt x="3481" y="11934"/>
                  <a:pt x="3481" y="11919"/>
                  <a:pt x="3481" y="11904"/>
                </a:cubicBezTo>
                <a:cubicBezTo>
                  <a:pt x="3555" y="11904"/>
                  <a:pt x="3570" y="11860"/>
                  <a:pt x="3570" y="11800"/>
                </a:cubicBezTo>
                <a:cubicBezTo>
                  <a:pt x="3555" y="11770"/>
                  <a:pt x="3540" y="11740"/>
                  <a:pt x="3525" y="11710"/>
                </a:cubicBezTo>
                <a:close/>
                <a:moveTo>
                  <a:pt x="5186" y="12005"/>
                </a:moveTo>
                <a:cubicBezTo>
                  <a:pt x="5170" y="12005"/>
                  <a:pt x="5154" y="12006"/>
                  <a:pt x="5138" y="12009"/>
                </a:cubicBezTo>
                <a:cubicBezTo>
                  <a:pt x="5064" y="12009"/>
                  <a:pt x="4989" y="12024"/>
                  <a:pt x="4914" y="12024"/>
                </a:cubicBezTo>
                <a:cubicBezTo>
                  <a:pt x="4795" y="12039"/>
                  <a:pt x="4675" y="12054"/>
                  <a:pt x="4571" y="12054"/>
                </a:cubicBezTo>
                <a:cubicBezTo>
                  <a:pt x="4541" y="12054"/>
                  <a:pt x="4515" y="12057"/>
                  <a:pt x="4491" y="12057"/>
                </a:cubicBezTo>
                <a:cubicBezTo>
                  <a:pt x="4466" y="12057"/>
                  <a:pt x="4444" y="12054"/>
                  <a:pt x="4421" y="12039"/>
                </a:cubicBezTo>
                <a:cubicBezTo>
                  <a:pt x="4382" y="12026"/>
                  <a:pt x="4344" y="12020"/>
                  <a:pt x="4307" y="12020"/>
                </a:cubicBezTo>
                <a:cubicBezTo>
                  <a:pt x="4217" y="12020"/>
                  <a:pt x="4133" y="12052"/>
                  <a:pt x="4048" y="12084"/>
                </a:cubicBezTo>
                <a:cubicBezTo>
                  <a:pt x="4063" y="12113"/>
                  <a:pt x="4078" y="12158"/>
                  <a:pt x="4093" y="12158"/>
                </a:cubicBezTo>
                <a:cubicBezTo>
                  <a:pt x="4168" y="12173"/>
                  <a:pt x="4257" y="12173"/>
                  <a:pt x="4332" y="12173"/>
                </a:cubicBezTo>
                <a:lnTo>
                  <a:pt x="4347" y="12173"/>
                </a:lnTo>
                <a:cubicBezTo>
                  <a:pt x="4392" y="12173"/>
                  <a:pt x="4436" y="12169"/>
                  <a:pt x="4481" y="12169"/>
                </a:cubicBezTo>
                <a:cubicBezTo>
                  <a:pt x="4526" y="12169"/>
                  <a:pt x="4571" y="12173"/>
                  <a:pt x="4616" y="12188"/>
                </a:cubicBezTo>
                <a:cubicBezTo>
                  <a:pt x="4645" y="12196"/>
                  <a:pt x="4674" y="12200"/>
                  <a:pt x="4703" y="12200"/>
                </a:cubicBezTo>
                <a:cubicBezTo>
                  <a:pt x="4777" y="12200"/>
                  <a:pt x="4850" y="12176"/>
                  <a:pt x="4914" y="12143"/>
                </a:cubicBezTo>
                <a:cubicBezTo>
                  <a:pt x="4934" y="12173"/>
                  <a:pt x="4954" y="12222"/>
                  <a:pt x="4986" y="12222"/>
                </a:cubicBezTo>
                <a:cubicBezTo>
                  <a:pt x="5003" y="12222"/>
                  <a:pt x="5023" y="12209"/>
                  <a:pt x="5049" y="12173"/>
                </a:cubicBezTo>
                <a:cubicBezTo>
                  <a:pt x="5056" y="12166"/>
                  <a:pt x="5079" y="12162"/>
                  <a:pt x="5103" y="12162"/>
                </a:cubicBezTo>
                <a:cubicBezTo>
                  <a:pt x="5127" y="12162"/>
                  <a:pt x="5153" y="12166"/>
                  <a:pt x="5168" y="12173"/>
                </a:cubicBezTo>
                <a:cubicBezTo>
                  <a:pt x="5205" y="12191"/>
                  <a:pt x="5239" y="12200"/>
                  <a:pt x="5269" y="12200"/>
                </a:cubicBezTo>
                <a:cubicBezTo>
                  <a:pt x="5340" y="12200"/>
                  <a:pt x="5396" y="12156"/>
                  <a:pt x="5437" y="12084"/>
                </a:cubicBezTo>
                <a:cubicBezTo>
                  <a:pt x="5437" y="12039"/>
                  <a:pt x="5407" y="12009"/>
                  <a:pt x="5377" y="12009"/>
                </a:cubicBezTo>
                <a:cubicBezTo>
                  <a:pt x="5358" y="12012"/>
                  <a:pt x="5340" y="12013"/>
                  <a:pt x="5322" y="12013"/>
                </a:cubicBezTo>
                <a:cubicBezTo>
                  <a:pt x="5274" y="12013"/>
                  <a:pt x="5229" y="12005"/>
                  <a:pt x="5186" y="12005"/>
                </a:cubicBezTo>
                <a:close/>
                <a:moveTo>
                  <a:pt x="9325" y="9811"/>
                </a:moveTo>
                <a:cubicBezTo>
                  <a:pt x="9280" y="9811"/>
                  <a:pt x="9238" y="9836"/>
                  <a:pt x="9201" y="9873"/>
                </a:cubicBezTo>
                <a:cubicBezTo>
                  <a:pt x="9186" y="10037"/>
                  <a:pt x="9171" y="10202"/>
                  <a:pt x="9156" y="10366"/>
                </a:cubicBezTo>
                <a:cubicBezTo>
                  <a:pt x="9156" y="10396"/>
                  <a:pt x="9126" y="10426"/>
                  <a:pt x="9126" y="10470"/>
                </a:cubicBezTo>
                <a:cubicBezTo>
                  <a:pt x="9111" y="10500"/>
                  <a:pt x="9126" y="10530"/>
                  <a:pt x="9141" y="10560"/>
                </a:cubicBezTo>
                <a:cubicBezTo>
                  <a:pt x="9126" y="10635"/>
                  <a:pt x="9126" y="10695"/>
                  <a:pt x="9111" y="10769"/>
                </a:cubicBezTo>
                <a:lnTo>
                  <a:pt x="9096" y="10769"/>
                </a:lnTo>
                <a:cubicBezTo>
                  <a:pt x="9096" y="10769"/>
                  <a:pt x="9096" y="10784"/>
                  <a:pt x="9111" y="10784"/>
                </a:cubicBezTo>
                <a:cubicBezTo>
                  <a:pt x="9111" y="10874"/>
                  <a:pt x="9111" y="10948"/>
                  <a:pt x="9111" y="11023"/>
                </a:cubicBezTo>
                <a:cubicBezTo>
                  <a:pt x="9081" y="11038"/>
                  <a:pt x="9081" y="11053"/>
                  <a:pt x="9096" y="11083"/>
                </a:cubicBezTo>
                <a:cubicBezTo>
                  <a:pt x="9081" y="11128"/>
                  <a:pt x="9067" y="11172"/>
                  <a:pt x="9067" y="11217"/>
                </a:cubicBezTo>
                <a:cubicBezTo>
                  <a:pt x="9007" y="11262"/>
                  <a:pt x="9052" y="11292"/>
                  <a:pt x="9052" y="11337"/>
                </a:cubicBezTo>
                <a:cubicBezTo>
                  <a:pt x="8992" y="11606"/>
                  <a:pt x="8932" y="11874"/>
                  <a:pt x="8872" y="12128"/>
                </a:cubicBezTo>
                <a:cubicBezTo>
                  <a:pt x="8828" y="12308"/>
                  <a:pt x="8932" y="12502"/>
                  <a:pt x="9096" y="12517"/>
                </a:cubicBezTo>
                <a:cubicBezTo>
                  <a:pt x="9335" y="12532"/>
                  <a:pt x="9574" y="12532"/>
                  <a:pt x="9813" y="12532"/>
                </a:cubicBezTo>
                <a:cubicBezTo>
                  <a:pt x="10007" y="12532"/>
                  <a:pt x="10202" y="12502"/>
                  <a:pt x="10396" y="12487"/>
                </a:cubicBezTo>
                <a:cubicBezTo>
                  <a:pt x="10426" y="12487"/>
                  <a:pt x="10470" y="12502"/>
                  <a:pt x="10500" y="12502"/>
                </a:cubicBezTo>
                <a:cubicBezTo>
                  <a:pt x="10545" y="12519"/>
                  <a:pt x="10588" y="12527"/>
                  <a:pt x="10630" y="12527"/>
                </a:cubicBezTo>
                <a:cubicBezTo>
                  <a:pt x="10700" y="12527"/>
                  <a:pt x="10769" y="12504"/>
                  <a:pt x="10844" y="12457"/>
                </a:cubicBezTo>
                <a:cubicBezTo>
                  <a:pt x="10874" y="12397"/>
                  <a:pt x="10874" y="12337"/>
                  <a:pt x="10799" y="12323"/>
                </a:cubicBezTo>
                <a:cubicBezTo>
                  <a:pt x="10709" y="12308"/>
                  <a:pt x="10635" y="12218"/>
                  <a:pt x="10545" y="12203"/>
                </a:cubicBezTo>
                <a:cubicBezTo>
                  <a:pt x="10500" y="12173"/>
                  <a:pt x="10456" y="12173"/>
                  <a:pt x="10411" y="12158"/>
                </a:cubicBezTo>
                <a:cubicBezTo>
                  <a:pt x="10325" y="12147"/>
                  <a:pt x="10237" y="12142"/>
                  <a:pt x="10149" y="12142"/>
                </a:cubicBezTo>
                <a:cubicBezTo>
                  <a:pt x="10006" y="12142"/>
                  <a:pt x="9862" y="12155"/>
                  <a:pt x="9724" y="12173"/>
                </a:cubicBezTo>
                <a:cubicBezTo>
                  <a:pt x="9714" y="12175"/>
                  <a:pt x="9704" y="12175"/>
                  <a:pt x="9694" y="12175"/>
                </a:cubicBezTo>
                <a:cubicBezTo>
                  <a:pt x="9628" y="12175"/>
                  <a:pt x="9558" y="12150"/>
                  <a:pt x="9491" y="12150"/>
                </a:cubicBezTo>
                <a:cubicBezTo>
                  <a:pt x="9458" y="12150"/>
                  <a:pt x="9426" y="12156"/>
                  <a:pt x="9395" y="12173"/>
                </a:cubicBezTo>
                <a:cubicBezTo>
                  <a:pt x="9395" y="12173"/>
                  <a:pt x="9380" y="12188"/>
                  <a:pt x="9380" y="12188"/>
                </a:cubicBezTo>
                <a:cubicBezTo>
                  <a:pt x="9365" y="12188"/>
                  <a:pt x="9365" y="12173"/>
                  <a:pt x="9365" y="12173"/>
                </a:cubicBezTo>
                <a:cubicBezTo>
                  <a:pt x="9320" y="12113"/>
                  <a:pt x="9350" y="12054"/>
                  <a:pt x="9365" y="11994"/>
                </a:cubicBezTo>
                <a:cubicBezTo>
                  <a:pt x="9410" y="11755"/>
                  <a:pt x="9455" y="11516"/>
                  <a:pt x="9410" y="11262"/>
                </a:cubicBezTo>
                <a:cubicBezTo>
                  <a:pt x="9395" y="11217"/>
                  <a:pt x="9395" y="11187"/>
                  <a:pt x="9410" y="11143"/>
                </a:cubicBezTo>
                <a:cubicBezTo>
                  <a:pt x="9440" y="11023"/>
                  <a:pt x="9425" y="10919"/>
                  <a:pt x="9440" y="10799"/>
                </a:cubicBezTo>
                <a:cubicBezTo>
                  <a:pt x="9470" y="10590"/>
                  <a:pt x="9440" y="10381"/>
                  <a:pt x="9470" y="10157"/>
                </a:cubicBezTo>
                <a:cubicBezTo>
                  <a:pt x="9485" y="10067"/>
                  <a:pt x="9530" y="9933"/>
                  <a:pt x="9410" y="9843"/>
                </a:cubicBezTo>
                <a:cubicBezTo>
                  <a:pt x="9382" y="9820"/>
                  <a:pt x="9353" y="9811"/>
                  <a:pt x="9325" y="9811"/>
                </a:cubicBezTo>
                <a:close/>
                <a:moveTo>
                  <a:pt x="11411" y="10097"/>
                </a:moveTo>
                <a:cubicBezTo>
                  <a:pt x="11397" y="10097"/>
                  <a:pt x="11367" y="10127"/>
                  <a:pt x="11337" y="10127"/>
                </a:cubicBezTo>
                <a:cubicBezTo>
                  <a:pt x="11337" y="10172"/>
                  <a:pt x="11352" y="10202"/>
                  <a:pt x="11352" y="10246"/>
                </a:cubicBezTo>
                <a:cubicBezTo>
                  <a:pt x="11322" y="10306"/>
                  <a:pt x="11337" y="10351"/>
                  <a:pt x="11382" y="10396"/>
                </a:cubicBezTo>
                <a:cubicBezTo>
                  <a:pt x="11367" y="10396"/>
                  <a:pt x="11352" y="10411"/>
                  <a:pt x="11337" y="10441"/>
                </a:cubicBezTo>
                <a:cubicBezTo>
                  <a:pt x="11337" y="10456"/>
                  <a:pt x="11352" y="10485"/>
                  <a:pt x="11337" y="10515"/>
                </a:cubicBezTo>
                <a:cubicBezTo>
                  <a:pt x="11322" y="10515"/>
                  <a:pt x="11307" y="10530"/>
                  <a:pt x="11307" y="10530"/>
                </a:cubicBezTo>
                <a:cubicBezTo>
                  <a:pt x="11172" y="10709"/>
                  <a:pt x="11172" y="10709"/>
                  <a:pt x="11322" y="10874"/>
                </a:cubicBezTo>
                <a:lnTo>
                  <a:pt x="11307" y="10859"/>
                </a:lnTo>
                <a:cubicBezTo>
                  <a:pt x="11247" y="10904"/>
                  <a:pt x="11232" y="10963"/>
                  <a:pt x="11262" y="11008"/>
                </a:cubicBezTo>
                <a:cubicBezTo>
                  <a:pt x="11292" y="11098"/>
                  <a:pt x="11292" y="11172"/>
                  <a:pt x="11247" y="11262"/>
                </a:cubicBezTo>
                <a:cubicBezTo>
                  <a:pt x="11187" y="11396"/>
                  <a:pt x="11277" y="11546"/>
                  <a:pt x="11247" y="11680"/>
                </a:cubicBezTo>
                <a:cubicBezTo>
                  <a:pt x="11247" y="11725"/>
                  <a:pt x="11262" y="11755"/>
                  <a:pt x="11247" y="11800"/>
                </a:cubicBezTo>
                <a:cubicBezTo>
                  <a:pt x="11217" y="11934"/>
                  <a:pt x="11217" y="11964"/>
                  <a:pt x="11292" y="11964"/>
                </a:cubicBezTo>
                <a:cubicBezTo>
                  <a:pt x="11247" y="11994"/>
                  <a:pt x="11202" y="12024"/>
                  <a:pt x="11217" y="12084"/>
                </a:cubicBezTo>
                <a:cubicBezTo>
                  <a:pt x="11262" y="12263"/>
                  <a:pt x="11172" y="12263"/>
                  <a:pt x="11053" y="12263"/>
                </a:cubicBezTo>
                <a:cubicBezTo>
                  <a:pt x="11023" y="12263"/>
                  <a:pt x="10993" y="12278"/>
                  <a:pt x="10963" y="12293"/>
                </a:cubicBezTo>
                <a:cubicBezTo>
                  <a:pt x="10948" y="12308"/>
                  <a:pt x="10933" y="12337"/>
                  <a:pt x="10933" y="12367"/>
                </a:cubicBezTo>
                <a:cubicBezTo>
                  <a:pt x="10904" y="12457"/>
                  <a:pt x="10993" y="12502"/>
                  <a:pt x="11008" y="12576"/>
                </a:cubicBezTo>
                <a:lnTo>
                  <a:pt x="11038" y="12576"/>
                </a:lnTo>
                <a:cubicBezTo>
                  <a:pt x="11053" y="12591"/>
                  <a:pt x="11083" y="12591"/>
                  <a:pt x="11098" y="12591"/>
                </a:cubicBezTo>
                <a:cubicBezTo>
                  <a:pt x="11128" y="12591"/>
                  <a:pt x="11158" y="12576"/>
                  <a:pt x="11172" y="12576"/>
                </a:cubicBezTo>
                <a:cubicBezTo>
                  <a:pt x="11206" y="12582"/>
                  <a:pt x="11240" y="12588"/>
                  <a:pt x="11272" y="12588"/>
                </a:cubicBezTo>
                <a:cubicBezTo>
                  <a:pt x="11326" y="12588"/>
                  <a:pt x="11374" y="12572"/>
                  <a:pt x="11411" y="12517"/>
                </a:cubicBezTo>
                <a:cubicBezTo>
                  <a:pt x="11441" y="12457"/>
                  <a:pt x="11471" y="12382"/>
                  <a:pt x="11516" y="12308"/>
                </a:cubicBezTo>
                <a:cubicBezTo>
                  <a:pt x="11576" y="12233"/>
                  <a:pt x="11591" y="12143"/>
                  <a:pt x="11531" y="12054"/>
                </a:cubicBezTo>
                <a:cubicBezTo>
                  <a:pt x="11501" y="11994"/>
                  <a:pt x="11471" y="11934"/>
                  <a:pt x="11441" y="11889"/>
                </a:cubicBezTo>
                <a:cubicBezTo>
                  <a:pt x="11426" y="11860"/>
                  <a:pt x="11426" y="11845"/>
                  <a:pt x="11411" y="11830"/>
                </a:cubicBezTo>
                <a:cubicBezTo>
                  <a:pt x="11486" y="11830"/>
                  <a:pt x="11471" y="11725"/>
                  <a:pt x="11516" y="11710"/>
                </a:cubicBezTo>
                <a:cubicBezTo>
                  <a:pt x="11471" y="11606"/>
                  <a:pt x="11546" y="11471"/>
                  <a:pt x="11441" y="11382"/>
                </a:cubicBezTo>
                <a:cubicBezTo>
                  <a:pt x="11426" y="11382"/>
                  <a:pt x="11441" y="11367"/>
                  <a:pt x="11441" y="11352"/>
                </a:cubicBezTo>
                <a:cubicBezTo>
                  <a:pt x="11441" y="11292"/>
                  <a:pt x="11441" y="11247"/>
                  <a:pt x="11441" y="11202"/>
                </a:cubicBezTo>
                <a:cubicBezTo>
                  <a:pt x="11441" y="11158"/>
                  <a:pt x="11441" y="11128"/>
                  <a:pt x="11441" y="11083"/>
                </a:cubicBezTo>
                <a:cubicBezTo>
                  <a:pt x="11456" y="11068"/>
                  <a:pt x="11501" y="11053"/>
                  <a:pt x="11501" y="11038"/>
                </a:cubicBezTo>
                <a:cubicBezTo>
                  <a:pt x="11501" y="10889"/>
                  <a:pt x="11501" y="10754"/>
                  <a:pt x="11501" y="10620"/>
                </a:cubicBezTo>
                <a:cubicBezTo>
                  <a:pt x="11456" y="10575"/>
                  <a:pt x="11486" y="10560"/>
                  <a:pt x="11531" y="10530"/>
                </a:cubicBezTo>
                <a:cubicBezTo>
                  <a:pt x="11531" y="10485"/>
                  <a:pt x="11546" y="10456"/>
                  <a:pt x="11546" y="10411"/>
                </a:cubicBezTo>
                <a:cubicBezTo>
                  <a:pt x="11546" y="10366"/>
                  <a:pt x="11516" y="10366"/>
                  <a:pt x="11486" y="10366"/>
                </a:cubicBezTo>
                <a:cubicBezTo>
                  <a:pt x="11531" y="10321"/>
                  <a:pt x="11606" y="10276"/>
                  <a:pt x="11516" y="10187"/>
                </a:cubicBezTo>
                <a:cubicBezTo>
                  <a:pt x="11531" y="10187"/>
                  <a:pt x="11546" y="10172"/>
                  <a:pt x="11561" y="10157"/>
                </a:cubicBezTo>
                <a:cubicBezTo>
                  <a:pt x="11516" y="10142"/>
                  <a:pt x="11471" y="10112"/>
                  <a:pt x="11411" y="10097"/>
                </a:cubicBezTo>
                <a:close/>
                <a:moveTo>
                  <a:pt x="13360" y="12880"/>
                </a:moveTo>
                <a:cubicBezTo>
                  <a:pt x="13324" y="12880"/>
                  <a:pt x="13301" y="12909"/>
                  <a:pt x="13278" y="12920"/>
                </a:cubicBezTo>
                <a:cubicBezTo>
                  <a:pt x="13263" y="12935"/>
                  <a:pt x="13263" y="12950"/>
                  <a:pt x="13278" y="12965"/>
                </a:cubicBezTo>
                <a:cubicBezTo>
                  <a:pt x="13311" y="12985"/>
                  <a:pt x="13333" y="12993"/>
                  <a:pt x="13349" y="12993"/>
                </a:cubicBezTo>
                <a:cubicBezTo>
                  <a:pt x="13392" y="12993"/>
                  <a:pt x="13387" y="12934"/>
                  <a:pt x="13398" y="12890"/>
                </a:cubicBezTo>
                <a:cubicBezTo>
                  <a:pt x="13384" y="12883"/>
                  <a:pt x="13371" y="12880"/>
                  <a:pt x="13360" y="12880"/>
                </a:cubicBezTo>
                <a:close/>
                <a:moveTo>
                  <a:pt x="13876" y="13741"/>
                </a:moveTo>
                <a:lnTo>
                  <a:pt x="13876" y="13741"/>
                </a:lnTo>
                <a:cubicBezTo>
                  <a:pt x="13861" y="13756"/>
                  <a:pt x="13846" y="13771"/>
                  <a:pt x="13831" y="13801"/>
                </a:cubicBezTo>
                <a:cubicBezTo>
                  <a:pt x="13816" y="13846"/>
                  <a:pt x="13801" y="13876"/>
                  <a:pt x="13801" y="13921"/>
                </a:cubicBezTo>
                <a:cubicBezTo>
                  <a:pt x="13786" y="13936"/>
                  <a:pt x="13771" y="13951"/>
                  <a:pt x="13756" y="13965"/>
                </a:cubicBezTo>
                <a:cubicBezTo>
                  <a:pt x="13786" y="13980"/>
                  <a:pt x="13816" y="13980"/>
                  <a:pt x="13846" y="13995"/>
                </a:cubicBezTo>
                <a:cubicBezTo>
                  <a:pt x="13861" y="13906"/>
                  <a:pt x="13876" y="13816"/>
                  <a:pt x="13876" y="13741"/>
                </a:cubicBezTo>
                <a:close/>
                <a:moveTo>
                  <a:pt x="13263" y="13980"/>
                </a:moveTo>
                <a:cubicBezTo>
                  <a:pt x="13249" y="13980"/>
                  <a:pt x="13234" y="13995"/>
                  <a:pt x="13219" y="14010"/>
                </a:cubicBezTo>
                <a:cubicBezTo>
                  <a:pt x="13234" y="14010"/>
                  <a:pt x="13234" y="14040"/>
                  <a:pt x="13249" y="14040"/>
                </a:cubicBezTo>
                <a:cubicBezTo>
                  <a:pt x="13263" y="14040"/>
                  <a:pt x="13278" y="14025"/>
                  <a:pt x="13308" y="14010"/>
                </a:cubicBezTo>
                <a:cubicBezTo>
                  <a:pt x="13293" y="13995"/>
                  <a:pt x="13278" y="13980"/>
                  <a:pt x="13263" y="13980"/>
                </a:cubicBezTo>
                <a:close/>
                <a:moveTo>
                  <a:pt x="6468" y="13637"/>
                </a:moveTo>
                <a:cubicBezTo>
                  <a:pt x="6468" y="13741"/>
                  <a:pt x="6468" y="13846"/>
                  <a:pt x="6468" y="13951"/>
                </a:cubicBezTo>
                <a:cubicBezTo>
                  <a:pt x="6483" y="13965"/>
                  <a:pt x="6498" y="13965"/>
                  <a:pt x="6512" y="13965"/>
                </a:cubicBezTo>
                <a:cubicBezTo>
                  <a:pt x="6483" y="13980"/>
                  <a:pt x="6468" y="14010"/>
                  <a:pt x="6468" y="14040"/>
                </a:cubicBezTo>
                <a:cubicBezTo>
                  <a:pt x="6408" y="14100"/>
                  <a:pt x="6438" y="14145"/>
                  <a:pt x="6498" y="14175"/>
                </a:cubicBezTo>
                <a:cubicBezTo>
                  <a:pt x="6512" y="14175"/>
                  <a:pt x="6512" y="14160"/>
                  <a:pt x="6527" y="14160"/>
                </a:cubicBezTo>
                <a:cubicBezTo>
                  <a:pt x="6527" y="14145"/>
                  <a:pt x="6542" y="14115"/>
                  <a:pt x="6557" y="14115"/>
                </a:cubicBezTo>
                <a:cubicBezTo>
                  <a:pt x="6587" y="14115"/>
                  <a:pt x="6602" y="14130"/>
                  <a:pt x="6617" y="14130"/>
                </a:cubicBezTo>
                <a:cubicBezTo>
                  <a:pt x="6617" y="14160"/>
                  <a:pt x="6632" y="14190"/>
                  <a:pt x="6647" y="14219"/>
                </a:cubicBezTo>
                <a:lnTo>
                  <a:pt x="6662" y="14219"/>
                </a:lnTo>
                <a:cubicBezTo>
                  <a:pt x="6692" y="14204"/>
                  <a:pt x="6707" y="14190"/>
                  <a:pt x="6737" y="14175"/>
                </a:cubicBezTo>
                <a:cubicBezTo>
                  <a:pt x="6722" y="14175"/>
                  <a:pt x="6722" y="14160"/>
                  <a:pt x="6722" y="14160"/>
                </a:cubicBezTo>
                <a:cubicBezTo>
                  <a:pt x="6692" y="14145"/>
                  <a:pt x="6662" y="14145"/>
                  <a:pt x="6632" y="14130"/>
                </a:cubicBezTo>
                <a:cubicBezTo>
                  <a:pt x="6647" y="14130"/>
                  <a:pt x="6647" y="14115"/>
                  <a:pt x="6662" y="14115"/>
                </a:cubicBezTo>
                <a:cubicBezTo>
                  <a:pt x="6662" y="14100"/>
                  <a:pt x="6662" y="14070"/>
                  <a:pt x="6662" y="14055"/>
                </a:cubicBezTo>
                <a:cubicBezTo>
                  <a:pt x="6662" y="14025"/>
                  <a:pt x="6647" y="13995"/>
                  <a:pt x="6647" y="13980"/>
                </a:cubicBezTo>
                <a:lnTo>
                  <a:pt x="6647" y="13936"/>
                </a:lnTo>
                <a:cubicBezTo>
                  <a:pt x="6662" y="13906"/>
                  <a:pt x="6647" y="13876"/>
                  <a:pt x="6632" y="13861"/>
                </a:cubicBezTo>
                <a:cubicBezTo>
                  <a:pt x="6587" y="13816"/>
                  <a:pt x="6617" y="13786"/>
                  <a:pt x="6632" y="13741"/>
                </a:cubicBezTo>
                <a:cubicBezTo>
                  <a:pt x="6602" y="13652"/>
                  <a:pt x="6527" y="13667"/>
                  <a:pt x="6468" y="13637"/>
                </a:cubicBezTo>
                <a:close/>
                <a:moveTo>
                  <a:pt x="7416" y="14432"/>
                </a:moveTo>
                <a:cubicBezTo>
                  <a:pt x="7409" y="14432"/>
                  <a:pt x="7401" y="14436"/>
                  <a:pt x="7394" y="14443"/>
                </a:cubicBezTo>
                <a:cubicBezTo>
                  <a:pt x="7364" y="14458"/>
                  <a:pt x="7349" y="14458"/>
                  <a:pt x="7334" y="14473"/>
                </a:cubicBezTo>
                <a:cubicBezTo>
                  <a:pt x="7326" y="14469"/>
                  <a:pt x="7319" y="14467"/>
                  <a:pt x="7313" y="14467"/>
                </a:cubicBezTo>
                <a:cubicBezTo>
                  <a:pt x="7298" y="14467"/>
                  <a:pt x="7293" y="14481"/>
                  <a:pt x="7304" y="14503"/>
                </a:cubicBezTo>
                <a:cubicBezTo>
                  <a:pt x="7409" y="14518"/>
                  <a:pt x="7513" y="14533"/>
                  <a:pt x="7618" y="14548"/>
                </a:cubicBezTo>
                <a:cubicBezTo>
                  <a:pt x="7618" y="14548"/>
                  <a:pt x="7618" y="14533"/>
                  <a:pt x="7603" y="14533"/>
                </a:cubicBezTo>
                <a:cubicBezTo>
                  <a:pt x="7603" y="14518"/>
                  <a:pt x="7603" y="14503"/>
                  <a:pt x="7588" y="14503"/>
                </a:cubicBezTo>
                <a:cubicBezTo>
                  <a:pt x="7528" y="14488"/>
                  <a:pt x="7483" y="14458"/>
                  <a:pt x="7439" y="14443"/>
                </a:cubicBezTo>
                <a:cubicBezTo>
                  <a:pt x="7431" y="14436"/>
                  <a:pt x="7424" y="14432"/>
                  <a:pt x="7416" y="14432"/>
                </a:cubicBezTo>
                <a:close/>
                <a:moveTo>
                  <a:pt x="13127" y="14508"/>
                </a:moveTo>
                <a:cubicBezTo>
                  <a:pt x="13114" y="14508"/>
                  <a:pt x="13102" y="14516"/>
                  <a:pt x="13084" y="14533"/>
                </a:cubicBezTo>
                <a:cubicBezTo>
                  <a:pt x="13084" y="14533"/>
                  <a:pt x="13084" y="14548"/>
                  <a:pt x="13084" y="14548"/>
                </a:cubicBezTo>
                <a:cubicBezTo>
                  <a:pt x="13099" y="14563"/>
                  <a:pt x="13114" y="14578"/>
                  <a:pt x="13129" y="14593"/>
                </a:cubicBezTo>
                <a:cubicBezTo>
                  <a:pt x="13144" y="14563"/>
                  <a:pt x="13159" y="14548"/>
                  <a:pt x="13159" y="14518"/>
                </a:cubicBezTo>
                <a:cubicBezTo>
                  <a:pt x="13147" y="14512"/>
                  <a:pt x="13137" y="14508"/>
                  <a:pt x="13127" y="14508"/>
                </a:cubicBezTo>
                <a:close/>
                <a:moveTo>
                  <a:pt x="13502" y="14593"/>
                </a:moveTo>
                <a:cubicBezTo>
                  <a:pt x="13502" y="14608"/>
                  <a:pt x="13488" y="14608"/>
                  <a:pt x="13488" y="14608"/>
                </a:cubicBezTo>
                <a:cubicBezTo>
                  <a:pt x="13488" y="14608"/>
                  <a:pt x="13488" y="14608"/>
                  <a:pt x="13488" y="14593"/>
                </a:cubicBezTo>
                <a:close/>
                <a:moveTo>
                  <a:pt x="13771" y="14070"/>
                </a:moveTo>
                <a:cubicBezTo>
                  <a:pt x="13741" y="14085"/>
                  <a:pt x="13712" y="14100"/>
                  <a:pt x="13682" y="14130"/>
                </a:cubicBezTo>
                <a:cubicBezTo>
                  <a:pt x="13726" y="14145"/>
                  <a:pt x="13756" y="14145"/>
                  <a:pt x="13786" y="14160"/>
                </a:cubicBezTo>
                <a:cubicBezTo>
                  <a:pt x="13756" y="14175"/>
                  <a:pt x="13726" y="14190"/>
                  <a:pt x="13712" y="14204"/>
                </a:cubicBezTo>
                <a:cubicBezTo>
                  <a:pt x="13667" y="14234"/>
                  <a:pt x="13667" y="14279"/>
                  <a:pt x="13637" y="14324"/>
                </a:cubicBezTo>
                <a:cubicBezTo>
                  <a:pt x="13623" y="14406"/>
                  <a:pt x="13597" y="14475"/>
                  <a:pt x="13513" y="14475"/>
                </a:cubicBezTo>
                <a:cubicBezTo>
                  <a:pt x="13505" y="14475"/>
                  <a:pt x="13497" y="14475"/>
                  <a:pt x="13488" y="14473"/>
                </a:cubicBezTo>
                <a:cubicBezTo>
                  <a:pt x="13473" y="14473"/>
                  <a:pt x="13443" y="14488"/>
                  <a:pt x="13443" y="14518"/>
                </a:cubicBezTo>
                <a:lnTo>
                  <a:pt x="13398" y="14473"/>
                </a:lnTo>
                <a:cubicBezTo>
                  <a:pt x="13383" y="14473"/>
                  <a:pt x="13353" y="14488"/>
                  <a:pt x="13338" y="14503"/>
                </a:cubicBezTo>
                <a:lnTo>
                  <a:pt x="13338" y="14653"/>
                </a:lnTo>
                <a:cubicBezTo>
                  <a:pt x="13323" y="14667"/>
                  <a:pt x="13323" y="14667"/>
                  <a:pt x="13308" y="14667"/>
                </a:cubicBezTo>
                <a:cubicBezTo>
                  <a:pt x="13278" y="14712"/>
                  <a:pt x="13234" y="14712"/>
                  <a:pt x="13189" y="14712"/>
                </a:cubicBezTo>
                <a:cubicBezTo>
                  <a:pt x="13144" y="14727"/>
                  <a:pt x="13114" y="14757"/>
                  <a:pt x="13129" y="14817"/>
                </a:cubicBezTo>
                <a:cubicBezTo>
                  <a:pt x="13203" y="14817"/>
                  <a:pt x="13277" y="14825"/>
                  <a:pt x="13348" y="14825"/>
                </a:cubicBezTo>
                <a:cubicBezTo>
                  <a:pt x="13462" y="14825"/>
                  <a:pt x="13569" y="14803"/>
                  <a:pt x="13652" y="14682"/>
                </a:cubicBezTo>
                <a:cubicBezTo>
                  <a:pt x="13771" y="14653"/>
                  <a:pt x="13622" y="14593"/>
                  <a:pt x="13667" y="14548"/>
                </a:cubicBezTo>
                <a:cubicBezTo>
                  <a:pt x="13726" y="14473"/>
                  <a:pt x="13771" y="14399"/>
                  <a:pt x="13801" y="14324"/>
                </a:cubicBezTo>
                <a:cubicBezTo>
                  <a:pt x="13861" y="14219"/>
                  <a:pt x="13876" y="14130"/>
                  <a:pt x="13771" y="14070"/>
                </a:cubicBezTo>
                <a:close/>
                <a:moveTo>
                  <a:pt x="8081" y="14847"/>
                </a:moveTo>
                <a:lnTo>
                  <a:pt x="8081" y="14847"/>
                </a:lnTo>
                <a:cubicBezTo>
                  <a:pt x="8155" y="14981"/>
                  <a:pt x="8260" y="15101"/>
                  <a:pt x="8424" y="15130"/>
                </a:cubicBezTo>
                <a:cubicBezTo>
                  <a:pt x="8305" y="15041"/>
                  <a:pt x="8185" y="14936"/>
                  <a:pt x="8081" y="148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2e906823ad7_0_283"/>
          <p:cNvSpPr/>
          <p:nvPr/>
        </p:nvSpPr>
        <p:spPr>
          <a:xfrm rot="-5400043">
            <a:off x="8350648" y="4096864"/>
            <a:ext cx="713700" cy="1379548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054" name="Google Shape;1054;g2e906823ad7_0_283"/>
          <p:cNvSpPr/>
          <p:nvPr/>
        </p:nvSpPr>
        <p:spPr>
          <a:xfrm rot="-4886975">
            <a:off x="-97226" y="-331005"/>
            <a:ext cx="835045" cy="1088083"/>
          </a:xfrm>
          <a:custGeom>
            <a:avLst/>
            <a:gdLst/>
            <a:ahLst/>
            <a:cxnLst/>
            <a:rect l="l" t="t" r="r" b="b"/>
            <a:pathLst>
              <a:path w="4168" h="5431" extrusionOk="0">
                <a:moveTo>
                  <a:pt x="1106" y="3297"/>
                </a:moveTo>
                <a:cubicBezTo>
                  <a:pt x="1157" y="3381"/>
                  <a:pt x="1217" y="3458"/>
                  <a:pt x="1270" y="3542"/>
                </a:cubicBezTo>
                <a:cubicBezTo>
                  <a:pt x="1210" y="3458"/>
                  <a:pt x="1150" y="3384"/>
                  <a:pt x="1106" y="3297"/>
                </a:cubicBezTo>
                <a:close/>
                <a:moveTo>
                  <a:pt x="1673" y="1284"/>
                </a:moveTo>
                <a:cubicBezTo>
                  <a:pt x="2035" y="1284"/>
                  <a:pt x="2204" y="1541"/>
                  <a:pt x="2360" y="1824"/>
                </a:cubicBezTo>
                <a:cubicBezTo>
                  <a:pt x="2554" y="2183"/>
                  <a:pt x="2524" y="2586"/>
                  <a:pt x="2509" y="2974"/>
                </a:cubicBezTo>
                <a:cubicBezTo>
                  <a:pt x="2497" y="3331"/>
                  <a:pt x="2255" y="3579"/>
                  <a:pt x="1925" y="3579"/>
                </a:cubicBezTo>
                <a:cubicBezTo>
                  <a:pt x="1868" y="3579"/>
                  <a:pt x="1809" y="3572"/>
                  <a:pt x="1748" y="3557"/>
                </a:cubicBezTo>
                <a:cubicBezTo>
                  <a:pt x="1359" y="3467"/>
                  <a:pt x="1255" y="3138"/>
                  <a:pt x="1180" y="2795"/>
                </a:cubicBezTo>
                <a:cubicBezTo>
                  <a:pt x="1120" y="2496"/>
                  <a:pt x="1165" y="2227"/>
                  <a:pt x="1434" y="2033"/>
                </a:cubicBezTo>
                <a:cubicBezTo>
                  <a:pt x="1524" y="1971"/>
                  <a:pt x="1603" y="1941"/>
                  <a:pt x="1671" y="1941"/>
                </a:cubicBezTo>
                <a:cubicBezTo>
                  <a:pt x="1784" y="1941"/>
                  <a:pt x="1865" y="2024"/>
                  <a:pt x="1912" y="2183"/>
                </a:cubicBezTo>
                <a:cubicBezTo>
                  <a:pt x="1972" y="2347"/>
                  <a:pt x="1972" y="2511"/>
                  <a:pt x="1987" y="2661"/>
                </a:cubicBezTo>
                <a:cubicBezTo>
                  <a:pt x="1987" y="2735"/>
                  <a:pt x="1987" y="2810"/>
                  <a:pt x="2016" y="2885"/>
                </a:cubicBezTo>
                <a:cubicBezTo>
                  <a:pt x="2046" y="2929"/>
                  <a:pt x="2076" y="2959"/>
                  <a:pt x="2121" y="2959"/>
                </a:cubicBezTo>
                <a:cubicBezTo>
                  <a:pt x="2166" y="2959"/>
                  <a:pt x="2196" y="2914"/>
                  <a:pt x="2196" y="2870"/>
                </a:cubicBezTo>
                <a:cubicBezTo>
                  <a:pt x="2226" y="2526"/>
                  <a:pt x="2285" y="2183"/>
                  <a:pt x="2061" y="1869"/>
                </a:cubicBezTo>
                <a:cubicBezTo>
                  <a:pt x="1972" y="1741"/>
                  <a:pt x="1850" y="1668"/>
                  <a:pt x="1705" y="1668"/>
                </a:cubicBezTo>
                <a:cubicBezTo>
                  <a:pt x="1680" y="1668"/>
                  <a:pt x="1654" y="1670"/>
                  <a:pt x="1628" y="1675"/>
                </a:cubicBezTo>
                <a:cubicBezTo>
                  <a:pt x="1210" y="1735"/>
                  <a:pt x="896" y="2093"/>
                  <a:pt x="896" y="2526"/>
                </a:cubicBezTo>
                <a:cubicBezTo>
                  <a:pt x="931" y="2700"/>
                  <a:pt x="939" y="2874"/>
                  <a:pt x="990" y="3041"/>
                </a:cubicBezTo>
                <a:lnTo>
                  <a:pt x="990" y="3041"/>
                </a:lnTo>
                <a:cubicBezTo>
                  <a:pt x="962" y="2973"/>
                  <a:pt x="941" y="2903"/>
                  <a:pt x="941" y="2825"/>
                </a:cubicBezTo>
                <a:cubicBezTo>
                  <a:pt x="881" y="2541"/>
                  <a:pt x="822" y="2257"/>
                  <a:pt x="866" y="1973"/>
                </a:cubicBezTo>
                <a:cubicBezTo>
                  <a:pt x="911" y="1600"/>
                  <a:pt x="1240" y="1316"/>
                  <a:pt x="1613" y="1286"/>
                </a:cubicBezTo>
                <a:cubicBezTo>
                  <a:pt x="1634" y="1285"/>
                  <a:pt x="1654" y="1284"/>
                  <a:pt x="1673" y="1284"/>
                </a:cubicBezTo>
                <a:close/>
                <a:moveTo>
                  <a:pt x="1598" y="0"/>
                </a:moveTo>
                <a:cubicBezTo>
                  <a:pt x="1414" y="0"/>
                  <a:pt x="1224" y="40"/>
                  <a:pt x="1031" y="121"/>
                </a:cubicBezTo>
                <a:cubicBezTo>
                  <a:pt x="478" y="345"/>
                  <a:pt x="135" y="779"/>
                  <a:pt x="75" y="1391"/>
                </a:cubicBezTo>
                <a:cubicBezTo>
                  <a:pt x="0" y="2407"/>
                  <a:pt x="149" y="3363"/>
                  <a:pt x="657" y="4244"/>
                </a:cubicBezTo>
                <a:cubicBezTo>
                  <a:pt x="1022" y="4890"/>
                  <a:pt x="1454" y="5430"/>
                  <a:pt x="2262" y="5430"/>
                </a:cubicBezTo>
                <a:cubicBezTo>
                  <a:pt x="2313" y="5430"/>
                  <a:pt x="2365" y="5428"/>
                  <a:pt x="2420" y="5424"/>
                </a:cubicBezTo>
                <a:cubicBezTo>
                  <a:pt x="3211" y="5349"/>
                  <a:pt x="3913" y="4856"/>
                  <a:pt x="4137" y="4124"/>
                </a:cubicBezTo>
                <a:cubicBezTo>
                  <a:pt x="4152" y="4079"/>
                  <a:pt x="4167" y="4020"/>
                  <a:pt x="4093" y="4005"/>
                </a:cubicBezTo>
                <a:cubicBezTo>
                  <a:pt x="3958" y="4050"/>
                  <a:pt x="3928" y="4184"/>
                  <a:pt x="3868" y="4289"/>
                </a:cubicBezTo>
                <a:cubicBezTo>
                  <a:pt x="3630" y="4737"/>
                  <a:pt x="3256" y="5050"/>
                  <a:pt x="2748" y="5155"/>
                </a:cubicBezTo>
                <a:cubicBezTo>
                  <a:pt x="2571" y="5194"/>
                  <a:pt x="2385" y="5228"/>
                  <a:pt x="2201" y="5228"/>
                </a:cubicBezTo>
                <a:cubicBezTo>
                  <a:pt x="1966" y="5228"/>
                  <a:pt x="1733" y="5173"/>
                  <a:pt x="1524" y="5005"/>
                </a:cubicBezTo>
                <a:cubicBezTo>
                  <a:pt x="1180" y="4722"/>
                  <a:pt x="911" y="4363"/>
                  <a:pt x="717" y="3945"/>
                </a:cubicBezTo>
                <a:cubicBezTo>
                  <a:pt x="359" y="3168"/>
                  <a:pt x="239" y="2332"/>
                  <a:pt x="284" y="1481"/>
                </a:cubicBezTo>
                <a:cubicBezTo>
                  <a:pt x="314" y="958"/>
                  <a:pt x="568" y="570"/>
                  <a:pt x="1016" y="345"/>
                </a:cubicBezTo>
                <a:cubicBezTo>
                  <a:pt x="1199" y="254"/>
                  <a:pt x="1387" y="208"/>
                  <a:pt x="1574" y="208"/>
                </a:cubicBezTo>
                <a:cubicBezTo>
                  <a:pt x="1815" y="208"/>
                  <a:pt x="2052" y="284"/>
                  <a:pt x="2270" y="435"/>
                </a:cubicBezTo>
                <a:cubicBezTo>
                  <a:pt x="2360" y="480"/>
                  <a:pt x="2405" y="540"/>
                  <a:pt x="2465" y="599"/>
                </a:cubicBezTo>
                <a:cubicBezTo>
                  <a:pt x="2584" y="719"/>
                  <a:pt x="2703" y="868"/>
                  <a:pt x="2808" y="1003"/>
                </a:cubicBezTo>
                <a:cubicBezTo>
                  <a:pt x="3286" y="1660"/>
                  <a:pt x="3420" y="2392"/>
                  <a:pt x="3271" y="3168"/>
                </a:cubicBezTo>
                <a:cubicBezTo>
                  <a:pt x="3196" y="3601"/>
                  <a:pt x="2913" y="3870"/>
                  <a:pt x="2479" y="3990"/>
                </a:cubicBezTo>
                <a:cubicBezTo>
                  <a:pt x="2374" y="4021"/>
                  <a:pt x="2275" y="4035"/>
                  <a:pt x="2180" y="4035"/>
                </a:cubicBezTo>
                <a:cubicBezTo>
                  <a:pt x="1897" y="4035"/>
                  <a:pt x="1658" y="3906"/>
                  <a:pt x="1442" y="3713"/>
                </a:cubicBezTo>
                <a:lnTo>
                  <a:pt x="1442" y="3713"/>
                </a:lnTo>
                <a:cubicBezTo>
                  <a:pt x="1513" y="3771"/>
                  <a:pt x="1592" y="3816"/>
                  <a:pt x="1688" y="3840"/>
                </a:cubicBezTo>
                <a:cubicBezTo>
                  <a:pt x="1752" y="3852"/>
                  <a:pt x="1815" y="3858"/>
                  <a:pt x="1877" y="3858"/>
                </a:cubicBezTo>
                <a:cubicBezTo>
                  <a:pt x="2364" y="3858"/>
                  <a:pt x="2767" y="3506"/>
                  <a:pt x="2793" y="2989"/>
                </a:cubicBezTo>
                <a:cubicBezTo>
                  <a:pt x="2808" y="2825"/>
                  <a:pt x="2793" y="2646"/>
                  <a:pt x="2793" y="2481"/>
                </a:cubicBezTo>
                <a:cubicBezTo>
                  <a:pt x="2793" y="2003"/>
                  <a:pt x="2599" y="1615"/>
                  <a:pt x="2300" y="1257"/>
                </a:cubicBezTo>
                <a:cubicBezTo>
                  <a:pt x="2181" y="1122"/>
                  <a:pt x="2031" y="1047"/>
                  <a:pt x="1852" y="1018"/>
                </a:cubicBezTo>
                <a:cubicBezTo>
                  <a:pt x="1794" y="1008"/>
                  <a:pt x="1735" y="1003"/>
                  <a:pt x="1678" y="1003"/>
                </a:cubicBezTo>
                <a:cubicBezTo>
                  <a:pt x="1128" y="1003"/>
                  <a:pt x="623" y="1436"/>
                  <a:pt x="583" y="2003"/>
                </a:cubicBezTo>
                <a:cubicBezTo>
                  <a:pt x="538" y="2735"/>
                  <a:pt x="807" y="3363"/>
                  <a:pt x="1285" y="3900"/>
                </a:cubicBezTo>
                <a:cubicBezTo>
                  <a:pt x="1524" y="4179"/>
                  <a:pt x="1822" y="4298"/>
                  <a:pt x="2141" y="4298"/>
                </a:cubicBezTo>
                <a:cubicBezTo>
                  <a:pt x="2300" y="4298"/>
                  <a:pt x="2465" y="4269"/>
                  <a:pt x="2629" y="4214"/>
                </a:cubicBezTo>
                <a:cubicBezTo>
                  <a:pt x="3137" y="4064"/>
                  <a:pt x="3465" y="3706"/>
                  <a:pt x="3555" y="3198"/>
                </a:cubicBezTo>
                <a:cubicBezTo>
                  <a:pt x="3689" y="2362"/>
                  <a:pt x="3570" y="1570"/>
                  <a:pt x="3032" y="883"/>
                </a:cubicBezTo>
                <a:cubicBezTo>
                  <a:pt x="2942" y="794"/>
                  <a:pt x="2868" y="689"/>
                  <a:pt x="2763" y="599"/>
                </a:cubicBezTo>
                <a:cubicBezTo>
                  <a:pt x="2703" y="555"/>
                  <a:pt x="2644" y="495"/>
                  <a:pt x="2584" y="435"/>
                </a:cubicBezTo>
                <a:cubicBezTo>
                  <a:pt x="2289" y="149"/>
                  <a:pt x="1954" y="0"/>
                  <a:pt x="15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055" name="Google Shape;1055;g2e906823ad7_0_283"/>
          <p:cNvSpPr txBox="1"/>
          <p:nvPr/>
        </p:nvSpPr>
        <p:spPr>
          <a:xfrm>
            <a:off x="681597" y="1147150"/>
            <a:ext cx="8129641" cy="25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Real Images</a:t>
            </a:r>
            <a: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were collected from 3 different public datasets.</a:t>
            </a:r>
            <a:endParaRPr sz="18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corresponding sketches</a:t>
            </a:r>
            <a: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were collected from </a:t>
            </a:r>
            <a:r>
              <a:rPr lang="en" sz="1700" b="1" dirty="0">
                <a:solidFill>
                  <a:schemeClr val="dk1"/>
                </a:solidFill>
              </a:rPr>
              <a:t>QuickDraw dataset</a:t>
            </a:r>
            <a:endParaRPr sz="1700" b="1" dirty="0">
              <a:solidFill>
                <a:schemeClr val="dk1"/>
              </a:solidFill>
            </a:endParaRPr>
          </a:p>
          <a:p>
            <a:pPr marL="285750" lvl="0" indent="-260350" algn="l" rtl="0"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2600"/>
              <a:buChar char="•"/>
            </a:pPr>
            <a:r>
              <a:rPr lang="en" sz="18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11 classes</a:t>
            </a:r>
            <a:r>
              <a:rPr lang="en" sz="18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each class containing</a:t>
            </a:r>
            <a:r>
              <a:rPr lang="en" sz="18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8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20 pairs</a:t>
            </a:r>
            <a:r>
              <a:rPr lang="en" sz="18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images and their corresponding sketches. </a:t>
            </a:r>
            <a:b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g2e906823ad7_0_283"/>
          <p:cNvSpPr txBox="1"/>
          <p:nvPr/>
        </p:nvSpPr>
        <p:spPr>
          <a:xfrm>
            <a:off x="276075" y="500650"/>
            <a:ext cx="8042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Collected Dataset</a:t>
            </a:r>
            <a:endParaRPr sz="3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7" name="Google Shape;1057;g2e906823ad7_0_283"/>
          <p:cNvPicPr preferRelativeResize="0"/>
          <p:nvPr/>
        </p:nvPicPr>
        <p:blipFill rotWithShape="1">
          <a:blip r:embed="rId3">
            <a:alphaModFix/>
          </a:blip>
          <a:srcRect t="24613"/>
          <a:stretch/>
        </p:blipFill>
        <p:spPr>
          <a:xfrm>
            <a:off x="4328048" y="2571749"/>
            <a:ext cx="3504301" cy="180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g2e906823ad7_0_283"/>
          <p:cNvPicPr preferRelativeResize="0"/>
          <p:nvPr/>
        </p:nvPicPr>
        <p:blipFill rotWithShape="1">
          <a:blip r:embed="rId4">
            <a:alphaModFix/>
          </a:blip>
          <a:srcRect t="27504"/>
          <a:stretch/>
        </p:blipFill>
        <p:spPr>
          <a:xfrm>
            <a:off x="1158258" y="2571750"/>
            <a:ext cx="2931018" cy="18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e906823ad7_0_283"/>
          <p:cNvSpPr/>
          <p:nvPr/>
        </p:nvSpPr>
        <p:spPr>
          <a:xfrm rot="9855045">
            <a:off x="3058290" y="-1448213"/>
            <a:ext cx="1838739" cy="2004959"/>
          </a:xfrm>
          <a:custGeom>
            <a:avLst/>
            <a:gdLst/>
            <a:ahLst/>
            <a:cxnLst/>
            <a:rect l="l" t="t" r="r" b="b"/>
            <a:pathLst>
              <a:path w="13876" h="15131" extrusionOk="0">
                <a:moveTo>
                  <a:pt x="9933" y="0"/>
                </a:moveTo>
                <a:cubicBezTo>
                  <a:pt x="9933" y="0"/>
                  <a:pt x="9933" y="15"/>
                  <a:pt x="9933" y="15"/>
                </a:cubicBezTo>
                <a:cubicBezTo>
                  <a:pt x="9948" y="30"/>
                  <a:pt x="9978" y="45"/>
                  <a:pt x="10007" y="60"/>
                </a:cubicBezTo>
                <a:cubicBezTo>
                  <a:pt x="10007" y="60"/>
                  <a:pt x="10022" y="45"/>
                  <a:pt x="10022" y="30"/>
                </a:cubicBezTo>
                <a:cubicBezTo>
                  <a:pt x="9993" y="15"/>
                  <a:pt x="9963" y="15"/>
                  <a:pt x="9933" y="0"/>
                </a:cubicBezTo>
                <a:close/>
                <a:moveTo>
                  <a:pt x="7752" y="284"/>
                </a:moveTo>
                <a:cubicBezTo>
                  <a:pt x="7737" y="284"/>
                  <a:pt x="7722" y="299"/>
                  <a:pt x="7707" y="299"/>
                </a:cubicBezTo>
                <a:cubicBezTo>
                  <a:pt x="7722" y="344"/>
                  <a:pt x="7752" y="374"/>
                  <a:pt x="7767" y="419"/>
                </a:cubicBezTo>
                <a:lnTo>
                  <a:pt x="7812" y="419"/>
                </a:lnTo>
                <a:cubicBezTo>
                  <a:pt x="7797" y="374"/>
                  <a:pt x="7767" y="329"/>
                  <a:pt x="7752" y="284"/>
                </a:cubicBezTo>
                <a:close/>
                <a:moveTo>
                  <a:pt x="6557" y="478"/>
                </a:moveTo>
                <a:lnTo>
                  <a:pt x="6557" y="538"/>
                </a:lnTo>
                <a:cubicBezTo>
                  <a:pt x="6587" y="508"/>
                  <a:pt x="6632" y="493"/>
                  <a:pt x="6662" y="478"/>
                </a:cubicBezTo>
                <a:close/>
                <a:moveTo>
                  <a:pt x="5375" y="163"/>
                </a:moveTo>
                <a:cubicBezTo>
                  <a:pt x="5263" y="163"/>
                  <a:pt x="5149" y="208"/>
                  <a:pt x="5019" y="299"/>
                </a:cubicBezTo>
                <a:cubicBezTo>
                  <a:pt x="5019" y="299"/>
                  <a:pt x="5019" y="299"/>
                  <a:pt x="5019" y="299"/>
                </a:cubicBezTo>
                <a:lnTo>
                  <a:pt x="5019" y="299"/>
                </a:lnTo>
                <a:cubicBezTo>
                  <a:pt x="5016" y="304"/>
                  <a:pt x="5012" y="309"/>
                  <a:pt x="5009" y="314"/>
                </a:cubicBezTo>
                <a:lnTo>
                  <a:pt x="5009" y="314"/>
                </a:lnTo>
                <a:cubicBezTo>
                  <a:pt x="4980" y="342"/>
                  <a:pt x="4905" y="338"/>
                  <a:pt x="4944" y="404"/>
                </a:cubicBezTo>
                <a:cubicBezTo>
                  <a:pt x="4929" y="419"/>
                  <a:pt x="4929" y="419"/>
                  <a:pt x="4914" y="419"/>
                </a:cubicBezTo>
                <a:cubicBezTo>
                  <a:pt x="4899" y="404"/>
                  <a:pt x="4870" y="374"/>
                  <a:pt x="4840" y="344"/>
                </a:cubicBezTo>
                <a:cubicBezTo>
                  <a:pt x="4825" y="389"/>
                  <a:pt x="4810" y="434"/>
                  <a:pt x="4795" y="463"/>
                </a:cubicBezTo>
                <a:lnTo>
                  <a:pt x="4840" y="463"/>
                </a:lnTo>
                <a:lnTo>
                  <a:pt x="4840" y="478"/>
                </a:lnTo>
                <a:cubicBezTo>
                  <a:pt x="4825" y="493"/>
                  <a:pt x="4825" y="523"/>
                  <a:pt x="4840" y="538"/>
                </a:cubicBezTo>
                <a:cubicBezTo>
                  <a:pt x="4865" y="551"/>
                  <a:pt x="4888" y="556"/>
                  <a:pt x="4909" y="556"/>
                </a:cubicBezTo>
                <a:cubicBezTo>
                  <a:pt x="4986" y="556"/>
                  <a:pt x="5035" y="487"/>
                  <a:pt x="5094" y="463"/>
                </a:cubicBezTo>
                <a:lnTo>
                  <a:pt x="5109" y="449"/>
                </a:lnTo>
                <a:cubicBezTo>
                  <a:pt x="5123" y="449"/>
                  <a:pt x="5153" y="449"/>
                  <a:pt x="5168" y="463"/>
                </a:cubicBezTo>
                <a:cubicBezTo>
                  <a:pt x="5207" y="476"/>
                  <a:pt x="5245" y="511"/>
                  <a:pt x="5293" y="511"/>
                </a:cubicBezTo>
                <a:cubicBezTo>
                  <a:pt x="5301" y="511"/>
                  <a:pt x="5309" y="510"/>
                  <a:pt x="5318" y="508"/>
                </a:cubicBezTo>
                <a:cubicBezTo>
                  <a:pt x="5348" y="493"/>
                  <a:pt x="5377" y="478"/>
                  <a:pt x="5407" y="478"/>
                </a:cubicBezTo>
                <a:cubicBezTo>
                  <a:pt x="5437" y="478"/>
                  <a:pt x="5467" y="478"/>
                  <a:pt x="5482" y="463"/>
                </a:cubicBezTo>
                <a:lnTo>
                  <a:pt x="5527" y="478"/>
                </a:lnTo>
                <a:cubicBezTo>
                  <a:pt x="5527" y="478"/>
                  <a:pt x="5527" y="493"/>
                  <a:pt x="5527" y="493"/>
                </a:cubicBezTo>
                <a:cubicBezTo>
                  <a:pt x="5542" y="493"/>
                  <a:pt x="5542" y="508"/>
                  <a:pt x="5557" y="508"/>
                </a:cubicBezTo>
                <a:cubicBezTo>
                  <a:pt x="5581" y="508"/>
                  <a:pt x="5604" y="511"/>
                  <a:pt x="5628" y="511"/>
                </a:cubicBezTo>
                <a:cubicBezTo>
                  <a:pt x="5664" y="511"/>
                  <a:pt x="5700" y="505"/>
                  <a:pt x="5736" y="478"/>
                </a:cubicBezTo>
                <a:cubicBezTo>
                  <a:pt x="5736" y="493"/>
                  <a:pt x="5751" y="508"/>
                  <a:pt x="5766" y="523"/>
                </a:cubicBezTo>
                <a:cubicBezTo>
                  <a:pt x="5781" y="523"/>
                  <a:pt x="5796" y="538"/>
                  <a:pt x="5811" y="538"/>
                </a:cubicBezTo>
                <a:cubicBezTo>
                  <a:pt x="5818" y="536"/>
                  <a:pt x="5825" y="536"/>
                  <a:pt x="5833" y="536"/>
                </a:cubicBezTo>
                <a:cubicBezTo>
                  <a:pt x="5862" y="536"/>
                  <a:pt x="5895" y="547"/>
                  <a:pt x="5927" y="547"/>
                </a:cubicBezTo>
                <a:cubicBezTo>
                  <a:pt x="5954" y="547"/>
                  <a:pt x="5980" y="539"/>
                  <a:pt x="6005" y="508"/>
                </a:cubicBezTo>
                <a:cubicBezTo>
                  <a:pt x="6005" y="493"/>
                  <a:pt x="6005" y="478"/>
                  <a:pt x="6005" y="463"/>
                </a:cubicBezTo>
                <a:cubicBezTo>
                  <a:pt x="6026" y="474"/>
                  <a:pt x="6047" y="485"/>
                  <a:pt x="6073" y="485"/>
                </a:cubicBezTo>
                <a:cubicBezTo>
                  <a:pt x="6084" y="485"/>
                  <a:pt x="6096" y="483"/>
                  <a:pt x="6109" y="478"/>
                </a:cubicBezTo>
                <a:cubicBezTo>
                  <a:pt x="6119" y="476"/>
                  <a:pt x="6128" y="475"/>
                  <a:pt x="6137" y="475"/>
                </a:cubicBezTo>
                <a:cubicBezTo>
                  <a:pt x="6192" y="475"/>
                  <a:pt x="6220" y="514"/>
                  <a:pt x="6259" y="553"/>
                </a:cubicBezTo>
                <a:cubicBezTo>
                  <a:pt x="6267" y="554"/>
                  <a:pt x="6275" y="555"/>
                  <a:pt x="6283" y="555"/>
                </a:cubicBezTo>
                <a:cubicBezTo>
                  <a:pt x="6387" y="555"/>
                  <a:pt x="6349" y="459"/>
                  <a:pt x="6363" y="389"/>
                </a:cubicBezTo>
                <a:lnTo>
                  <a:pt x="6363" y="389"/>
                </a:lnTo>
                <a:lnTo>
                  <a:pt x="6438" y="419"/>
                </a:lnTo>
                <a:cubicBezTo>
                  <a:pt x="6426" y="384"/>
                  <a:pt x="6424" y="349"/>
                  <a:pt x="6388" y="349"/>
                </a:cubicBezTo>
                <a:cubicBezTo>
                  <a:pt x="6378" y="349"/>
                  <a:pt x="6365" y="352"/>
                  <a:pt x="6348" y="359"/>
                </a:cubicBezTo>
                <a:cubicBezTo>
                  <a:pt x="6333" y="329"/>
                  <a:pt x="6318" y="284"/>
                  <a:pt x="6303" y="284"/>
                </a:cubicBezTo>
                <a:cubicBezTo>
                  <a:pt x="6213" y="294"/>
                  <a:pt x="6129" y="345"/>
                  <a:pt x="6047" y="345"/>
                </a:cubicBezTo>
                <a:cubicBezTo>
                  <a:pt x="6008" y="345"/>
                  <a:pt x="5969" y="333"/>
                  <a:pt x="5930" y="299"/>
                </a:cubicBezTo>
                <a:cubicBezTo>
                  <a:pt x="5915" y="314"/>
                  <a:pt x="5900" y="344"/>
                  <a:pt x="5885" y="359"/>
                </a:cubicBezTo>
                <a:cubicBezTo>
                  <a:pt x="5825" y="329"/>
                  <a:pt x="5751" y="329"/>
                  <a:pt x="5706" y="284"/>
                </a:cubicBezTo>
                <a:cubicBezTo>
                  <a:pt x="5589" y="204"/>
                  <a:pt x="5483" y="163"/>
                  <a:pt x="5375" y="163"/>
                </a:cubicBezTo>
                <a:close/>
                <a:moveTo>
                  <a:pt x="8102" y="346"/>
                </a:moveTo>
                <a:cubicBezTo>
                  <a:pt x="8019" y="346"/>
                  <a:pt x="7938" y="361"/>
                  <a:pt x="7916" y="389"/>
                </a:cubicBezTo>
                <a:cubicBezTo>
                  <a:pt x="7902" y="419"/>
                  <a:pt x="7857" y="404"/>
                  <a:pt x="7812" y="419"/>
                </a:cubicBezTo>
                <a:cubicBezTo>
                  <a:pt x="7767" y="493"/>
                  <a:pt x="7827" y="538"/>
                  <a:pt x="7887" y="568"/>
                </a:cubicBezTo>
                <a:cubicBezTo>
                  <a:pt x="7902" y="568"/>
                  <a:pt x="7916" y="583"/>
                  <a:pt x="7931" y="583"/>
                </a:cubicBezTo>
                <a:cubicBezTo>
                  <a:pt x="8002" y="573"/>
                  <a:pt x="8072" y="522"/>
                  <a:pt x="8143" y="522"/>
                </a:cubicBezTo>
                <a:cubicBezTo>
                  <a:pt x="8177" y="522"/>
                  <a:pt x="8211" y="534"/>
                  <a:pt x="8245" y="568"/>
                </a:cubicBezTo>
                <a:cubicBezTo>
                  <a:pt x="8290" y="553"/>
                  <a:pt x="8290" y="538"/>
                  <a:pt x="8290" y="508"/>
                </a:cubicBezTo>
                <a:cubicBezTo>
                  <a:pt x="8290" y="463"/>
                  <a:pt x="8320" y="434"/>
                  <a:pt x="8305" y="404"/>
                </a:cubicBezTo>
                <a:cubicBezTo>
                  <a:pt x="8289" y="364"/>
                  <a:pt x="8194" y="346"/>
                  <a:pt x="8102" y="346"/>
                </a:cubicBezTo>
                <a:close/>
                <a:moveTo>
                  <a:pt x="8531" y="497"/>
                </a:moveTo>
                <a:cubicBezTo>
                  <a:pt x="8506" y="497"/>
                  <a:pt x="8491" y="516"/>
                  <a:pt x="8469" y="553"/>
                </a:cubicBezTo>
                <a:cubicBezTo>
                  <a:pt x="8489" y="578"/>
                  <a:pt x="8509" y="586"/>
                  <a:pt x="8529" y="586"/>
                </a:cubicBezTo>
                <a:cubicBezTo>
                  <a:pt x="8569" y="586"/>
                  <a:pt x="8608" y="553"/>
                  <a:pt x="8648" y="553"/>
                </a:cubicBezTo>
                <a:cubicBezTo>
                  <a:pt x="8589" y="516"/>
                  <a:pt x="8555" y="497"/>
                  <a:pt x="8531" y="497"/>
                </a:cubicBezTo>
                <a:close/>
                <a:moveTo>
                  <a:pt x="6408" y="478"/>
                </a:moveTo>
                <a:cubicBezTo>
                  <a:pt x="6393" y="478"/>
                  <a:pt x="6363" y="478"/>
                  <a:pt x="6363" y="493"/>
                </a:cubicBezTo>
                <a:cubicBezTo>
                  <a:pt x="6363" y="508"/>
                  <a:pt x="6363" y="538"/>
                  <a:pt x="6363" y="553"/>
                </a:cubicBezTo>
                <a:cubicBezTo>
                  <a:pt x="6378" y="583"/>
                  <a:pt x="6393" y="598"/>
                  <a:pt x="6408" y="613"/>
                </a:cubicBezTo>
                <a:cubicBezTo>
                  <a:pt x="6408" y="598"/>
                  <a:pt x="6408" y="583"/>
                  <a:pt x="6408" y="553"/>
                </a:cubicBezTo>
                <a:cubicBezTo>
                  <a:pt x="6408" y="538"/>
                  <a:pt x="6408" y="508"/>
                  <a:pt x="6408" y="478"/>
                </a:cubicBezTo>
                <a:close/>
                <a:moveTo>
                  <a:pt x="4003" y="314"/>
                </a:moveTo>
                <a:cubicBezTo>
                  <a:pt x="3869" y="329"/>
                  <a:pt x="3749" y="359"/>
                  <a:pt x="3630" y="389"/>
                </a:cubicBezTo>
                <a:lnTo>
                  <a:pt x="3570" y="389"/>
                </a:lnTo>
                <a:cubicBezTo>
                  <a:pt x="3481" y="367"/>
                  <a:pt x="3368" y="328"/>
                  <a:pt x="3297" y="328"/>
                </a:cubicBezTo>
                <a:cubicBezTo>
                  <a:pt x="3272" y="328"/>
                  <a:pt x="3253" y="332"/>
                  <a:pt x="3242" y="344"/>
                </a:cubicBezTo>
                <a:cubicBezTo>
                  <a:pt x="3204" y="376"/>
                  <a:pt x="3172" y="387"/>
                  <a:pt x="3141" y="387"/>
                </a:cubicBezTo>
                <a:cubicBezTo>
                  <a:pt x="3080" y="387"/>
                  <a:pt x="3029" y="343"/>
                  <a:pt x="2974" y="343"/>
                </a:cubicBezTo>
                <a:cubicBezTo>
                  <a:pt x="2969" y="343"/>
                  <a:pt x="2963" y="343"/>
                  <a:pt x="2958" y="344"/>
                </a:cubicBezTo>
                <a:cubicBezTo>
                  <a:pt x="2943" y="344"/>
                  <a:pt x="2928" y="359"/>
                  <a:pt x="2913" y="359"/>
                </a:cubicBezTo>
                <a:cubicBezTo>
                  <a:pt x="2704" y="404"/>
                  <a:pt x="2480" y="434"/>
                  <a:pt x="2256" y="478"/>
                </a:cubicBezTo>
                <a:cubicBezTo>
                  <a:pt x="2151" y="508"/>
                  <a:pt x="2017" y="493"/>
                  <a:pt x="1972" y="643"/>
                </a:cubicBezTo>
                <a:cubicBezTo>
                  <a:pt x="2032" y="658"/>
                  <a:pt x="2077" y="658"/>
                  <a:pt x="2121" y="658"/>
                </a:cubicBezTo>
                <a:cubicBezTo>
                  <a:pt x="2151" y="643"/>
                  <a:pt x="2166" y="628"/>
                  <a:pt x="2181" y="613"/>
                </a:cubicBezTo>
                <a:cubicBezTo>
                  <a:pt x="2196" y="583"/>
                  <a:pt x="2226" y="583"/>
                  <a:pt x="2256" y="583"/>
                </a:cubicBezTo>
                <a:cubicBezTo>
                  <a:pt x="2286" y="598"/>
                  <a:pt x="2301" y="598"/>
                  <a:pt x="2330" y="598"/>
                </a:cubicBezTo>
                <a:cubicBezTo>
                  <a:pt x="2435" y="568"/>
                  <a:pt x="2540" y="553"/>
                  <a:pt x="2644" y="538"/>
                </a:cubicBezTo>
                <a:cubicBezTo>
                  <a:pt x="2674" y="553"/>
                  <a:pt x="2689" y="568"/>
                  <a:pt x="2719" y="568"/>
                </a:cubicBezTo>
                <a:cubicBezTo>
                  <a:pt x="2736" y="554"/>
                  <a:pt x="2754" y="549"/>
                  <a:pt x="2771" y="549"/>
                </a:cubicBezTo>
                <a:cubicBezTo>
                  <a:pt x="2813" y="549"/>
                  <a:pt x="2853" y="580"/>
                  <a:pt x="2885" y="580"/>
                </a:cubicBezTo>
                <a:cubicBezTo>
                  <a:pt x="2895" y="580"/>
                  <a:pt x="2905" y="576"/>
                  <a:pt x="2913" y="568"/>
                </a:cubicBezTo>
                <a:cubicBezTo>
                  <a:pt x="2966" y="515"/>
                  <a:pt x="3020" y="507"/>
                  <a:pt x="3073" y="507"/>
                </a:cubicBezTo>
                <a:cubicBezTo>
                  <a:pt x="3094" y="507"/>
                  <a:pt x="3116" y="508"/>
                  <a:pt x="3137" y="508"/>
                </a:cubicBezTo>
                <a:cubicBezTo>
                  <a:pt x="3167" y="523"/>
                  <a:pt x="3197" y="538"/>
                  <a:pt x="3242" y="553"/>
                </a:cubicBezTo>
                <a:cubicBezTo>
                  <a:pt x="3245" y="556"/>
                  <a:pt x="3247" y="557"/>
                  <a:pt x="3249" y="557"/>
                </a:cubicBezTo>
                <a:cubicBezTo>
                  <a:pt x="3262" y="557"/>
                  <a:pt x="3255" y="500"/>
                  <a:pt x="3273" y="500"/>
                </a:cubicBezTo>
                <a:cubicBezTo>
                  <a:pt x="3279" y="500"/>
                  <a:pt x="3288" y="507"/>
                  <a:pt x="3301" y="523"/>
                </a:cubicBezTo>
                <a:cubicBezTo>
                  <a:pt x="3318" y="546"/>
                  <a:pt x="3337" y="553"/>
                  <a:pt x="3357" y="553"/>
                </a:cubicBezTo>
                <a:cubicBezTo>
                  <a:pt x="3389" y="553"/>
                  <a:pt x="3423" y="532"/>
                  <a:pt x="3451" y="523"/>
                </a:cubicBezTo>
                <a:cubicBezTo>
                  <a:pt x="3495" y="508"/>
                  <a:pt x="3555" y="508"/>
                  <a:pt x="3600" y="478"/>
                </a:cubicBezTo>
                <a:lnTo>
                  <a:pt x="3615" y="478"/>
                </a:lnTo>
                <a:cubicBezTo>
                  <a:pt x="3642" y="475"/>
                  <a:pt x="3669" y="474"/>
                  <a:pt x="3696" y="474"/>
                </a:cubicBezTo>
                <a:cubicBezTo>
                  <a:pt x="3804" y="474"/>
                  <a:pt x="3914" y="493"/>
                  <a:pt x="4033" y="493"/>
                </a:cubicBezTo>
                <a:cubicBezTo>
                  <a:pt x="4048" y="493"/>
                  <a:pt x="4048" y="493"/>
                  <a:pt x="4063" y="478"/>
                </a:cubicBezTo>
                <a:cubicBezTo>
                  <a:pt x="4108" y="463"/>
                  <a:pt x="4168" y="463"/>
                  <a:pt x="4212" y="463"/>
                </a:cubicBezTo>
                <a:cubicBezTo>
                  <a:pt x="4212" y="478"/>
                  <a:pt x="4212" y="478"/>
                  <a:pt x="4227" y="493"/>
                </a:cubicBezTo>
                <a:cubicBezTo>
                  <a:pt x="4287" y="508"/>
                  <a:pt x="4332" y="508"/>
                  <a:pt x="4377" y="523"/>
                </a:cubicBezTo>
                <a:lnTo>
                  <a:pt x="4586" y="508"/>
                </a:lnTo>
                <a:lnTo>
                  <a:pt x="4616" y="523"/>
                </a:lnTo>
                <a:lnTo>
                  <a:pt x="4660" y="523"/>
                </a:lnTo>
                <a:cubicBezTo>
                  <a:pt x="4705" y="508"/>
                  <a:pt x="4750" y="493"/>
                  <a:pt x="4765" y="449"/>
                </a:cubicBezTo>
                <a:cubicBezTo>
                  <a:pt x="4765" y="412"/>
                  <a:pt x="4794" y="347"/>
                  <a:pt x="4742" y="347"/>
                </a:cubicBezTo>
                <a:cubicBezTo>
                  <a:pt x="4730" y="347"/>
                  <a:pt x="4713" y="350"/>
                  <a:pt x="4690" y="359"/>
                </a:cubicBezTo>
                <a:cubicBezTo>
                  <a:pt x="4680" y="364"/>
                  <a:pt x="4670" y="366"/>
                  <a:pt x="4660" y="366"/>
                </a:cubicBezTo>
                <a:cubicBezTo>
                  <a:pt x="4639" y="366"/>
                  <a:pt x="4616" y="359"/>
                  <a:pt x="4586" y="359"/>
                </a:cubicBezTo>
                <a:lnTo>
                  <a:pt x="4227" y="359"/>
                </a:lnTo>
                <a:cubicBezTo>
                  <a:pt x="4153" y="344"/>
                  <a:pt x="4078" y="314"/>
                  <a:pt x="4003" y="314"/>
                </a:cubicBezTo>
                <a:close/>
                <a:moveTo>
                  <a:pt x="7513" y="553"/>
                </a:moveTo>
                <a:lnTo>
                  <a:pt x="7513" y="553"/>
                </a:lnTo>
                <a:cubicBezTo>
                  <a:pt x="7453" y="568"/>
                  <a:pt x="7424" y="583"/>
                  <a:pt x="7379" y="583"/>
                </a:cubicBezTo>
                <a:cubicBezTo>
                  <a:pt x="7359" y="583"/>
                  <a:pt x="7332" y="570"/>
                  <a:pt x="7308" y="570"/>
                </a:cubicBezTo>
                <a:cubicBezTo>
                  <a:pt x="7296" y="570"/>
                  <a:pt x="7284" y="573"/>
                  <a:pt x="7274" y="583"/>
                </a:cubicBezTo>
                <a:cubicBezTo>
                  <a:pt x="7319" y="613"/>
                  <a:pt x="7364" y="643"/>
                  <a:pt x="7409" y="673"/>
                </a:cubicBezTo>
                <a:cubicBezTo>
                  <a:pt x="7439" y="643"/>
                  <a:pt x="7468" y="613"/>
                  <a:pt x="7513" y="553"/>
                </a:cubicBezTo>
                <a:close/>
                <a:moveTo>
                  <a:pt x="6333" y="702"/>
                </a:moveTo>
                <a:lnTo>
                  <a:pt x="6333" y="702"/>
                </a:lnTo>
                <a:cubicBezTo>
                  <a:pt x="6348" y="732"/>
                  <a:pt x="6348" y="762"/>
                  <a:pt x="6348" y="792"/>
                </a:cubicBezTo>
                <a:lnTo>
                  <a:pt x="6393" y="792"/>
                </a:lnTo>
                <a:cubicBezTo>
                  <a:pt x="6378" y="762"/>
                  <a:pt x="6348" y="732"/>
                  <a:pt x="6333" y="702"/>
                </a:cubicBezTo>
                <a:close/>
                <a:moveTo>
                  <a:pt x="8424" y="613"/>
                </a:moveTo>
                <a:cubicBezTo>
                  <a:pt x="8394" y="643"/>
                  <a:pt x="8365" y="658"/>
                  <a:pt x="8335" y="673"/>
                </a:cubicBezTo>
                <a:cubicBezTo>
                  <a:pt x="8320" y="658"/>
                  <a:pt x="8320" y="643"/>
                  <a:pt x="8305" y="628"/>
                </a:cubicBezTo>
                <a:cubicBezTo>
                  <a:pt x="8297" y="624"/>
                  <a:pt x="8289" y="622"/>
                  <a:pt x="8281" y="622"/>
                </a:cubicBezTo>
                <a:cubicBezTo>
                  <a:pt x="8260" y="622"/>
                  <a:pt x="8241" y="636"/>
                  <a:pt x="8230" y="658"/>
                </a:cubicBezTo>
                <a:cubicBezTo>
                  <a:pt x="8230" y="658"/>
                  <a:pt x="8230" y="673"/>
                  <a:pt x="8215" y="673"/>
                </a:cubicBezTo>
                <a:cubicBezTo>
                  <a:pt x="8215" y="687"/>
                  <a:pt x="8215" y="717"/>
                  <a:pt x="8215" y="732"/>
                </a:cubicBezTo>
                <a:cubicBezTo>
                  <a:pt x="8226" y="754"/>
                  <a:pt x="8237" y="768"/>
                  <a:pt x="8254" y="768"/>
                </a:cubicBezTo>
                <a:cubicBezTo>
                  <a:pt x="8260" y="768"/>
                  <a:pt x="8267" y="766"/>
                  <a:pt x="8275" y="762"/>
                </a:cubicBezTo>
                <a:cubicBezTo>
                  <a:pt x="8305" y="732"/>
                  <a:pt x="8320" y="717"/>
                  <a:pt x="8335" y="687"/>
                </a:cubicBezTo>
                <a:cubicBezTo>
                  <a:pt x="8365" y="717"/>
                  <a:pt x="8394" y="747"/>
                  <a:pt x="8424" y="777"/>
                </a:cubicBezTo>
                <a:cubicBezTo>
                  <a:pt x="8454" y="777"/>
                  <a:pt x="8469" y="777"/>
                  <a:pt x="8499" y="792"/>
                </a:cubicBezTo>
                <a:cubicBezTo>
                  <a:pt x="8469" y="732"/>
                  <a:pt x="8439" y="687"/>
                  <a:pt x="8424" y="643"/>
                </a:cubicBezTo>
                <a:cubicBezTo>
                  <a:pt x="8424" y="628"/>
                  <a:pt x="8424" y="628"/>
                  <a:pt x="8424" y="613"/>
                </a:cubicBezTo>
                <a:close/>
                <a:moveTo>
                  <a:pt x="9406" y="699"/>
                </a:moveTo>
                <a:cubicBezTo>
                  <a:pt x="9376" y="699"/>
                  <a:pt x="9343" y="705"/>
                  <a:pt x="9309" y="705"/>
                </a:cubicBezTo>
                <a:cubicBezTo>
                  <a:pt x="9298" y="705"/>
                  <a:pt x="9287" y="704"/>
                  <a:pt x="9276" y="702"/>
                </a:cubicBezTo>
                <a:lnTo>
                  <a:pt x="9276" y="702"/>
                </a:lnTo>
                <a:cubicBezTo>
                  <a:pt x="9335" y="732"/>
                  <a:pt x="9380" y="762"/>
                  <a:pt x="9425" y="792"/>
                </a:cubicBezTo>
                <a:lnTo>
                  <a:pt x="9455" y="792"/>
                </a:lnTo>
                <a:cubicBezTo>
                  <a:pt x="9470" y="777"/>
                  <a:pt x="9500" y="762"/>
                  <a:pt x="9515" y="762"/>
                </a:cubicBezTo>
                <a:cubicBezTo>
                  <a:pt x="9485" y="710"/>
                  <a:pt x="9447" y="699"/>
                  <a:pt x="9406" y="699"/>
                </a:cubicBezTo>
                <a:close/>
                <a:moveTo>
                  <a:pt x="9111" y="777"/>
                </a:moveTo>
                <a:cubicBezTo>
                  <a:pt x="9081" y="777"/>
                  <a:pt x="9067" y="792"/>
                  <a:pt x="9081" y="822"/>
                </a:cubicBezTo>
                <a:cubicBezTo>
                  <a:pt x="9096" y="822"/>
                  <a:pt x="9096" y="837"/>
                  <a:pt x="9111" y="852"/>
                </a:cubicBezTo>
                <a:cubicBezTo>
                  <a:pt x="9126" y="822"/>
                  <a:pt x="9141" y="807"/>
                  <a:pt x="9171" y="792"/>
                </a:cubicBezTo>
                <a:cubicBezTo>
                  <a:pt x="9141" y="792"/>
                  <a:pt x="9126" y="777"/>
                  <a:pt x="9111" y="777"/>
                </a:cubicBezTo>
                <a:close/>
                <a:moveTo>
                  <a:pt x="8763" y="558"/>
                </a:moveTo>
                <a:cubicBezTo>
                  <a:pt x="8747" y="558"/>
                  <a:pt x="8729" y="568"/>
                  <a:pt x="8708" y="598"/>
                </a:cubicBezTo>
                <a:cubicBezTo>
                  <a:pt x="8693" y="598"/>
                  <a:pt x="8693" y="613"/>
                  <a:pt x="8693" y="613"/>
                </a:cubicBezTo>
                <a:lnTo>
                  <a:pt x="8678" y="613"/>
                </a:lnTo>
                <a:lnTo>
                  <a:pt x="8618" y="643"/>
                </a:lnTo>
                <a:lnTo>
                  <a:pt x="8648" y="673"/>
                </a:lnTo>
                <a:cubicBezTo>
                  <a:pt x="8648" y="673"/>
                  <a:pt x="8633" y="673"/>
                  <a:pt x="8633" y="687"/>
                </a:cubicBezTo>
                <a:cubicBezTo>
                  <a:pt x="8633" y="702"/>
                  <a:pt x="8633" y="732"/>
                  <a:pt x="8663" y="747"/>
                </a:cubicBezTo>
                <a:lnTo>
                  <a:pt x="8693" y="747"/>
                </a:lnTo>
                <a:cubicBezTo>
                  <a:pt x="8693" y="777"/>
                  <a:pt x="8708" y="792"/>
                  <a:pt x="8708" y="807"/>
                </a:cubicBezTo>
                <a:lnTo>
                  <a:pt x="8738" y="807"/>
                </a:lnTo>
                <a:cubicBezTo>
                  <a:pt x="8723" y="792"/>
                  <a:pt x="8723" y="762"/>
                  <a:pt x="8708" y="747"/>
                </a:cubicBezTo>
                <a:cubicBezTo>
                  <a:pt x="8738" y="747"/>
                  <a:pt x="8753" y="732"/>
                  <a:pt x="8768" y="732"/>
                </a:cubicBezTo>
                <a:lnTo>
                  <a:pt x="8798" y="792"/>
                </a:lnTo>
                <a:cubicBezTo>
                  <a:pt x="8783" y="807"/>
                  <a:pt x="8783" y="807"/>
                  <a:pt x="8783" y="822"/>
                </a:cubicBezTo>
                <a:cubicBezTo>
                  <a:pt x="8792" y="860"/>
                  <a:pt x="8805" y="872"/>
                  <a:pt x="8819" y="872"/>
                </a:cubicBezTo>
                <a:cubicBezTo>
                  <a:pt x="8845" y="872"/>
                  <a:pt x="8875" y="832"/>
                  <a:pt x="8903" y="832"/>
                </a:cubicBezTo>
                <a:cubicBezTo>
                  <a:pt x="8908" y="832"/>
                  <a:pt x="8912" y="834"/>
                  <a:pt x="8917" y="837"/>
                </a:cubicBezTo>
                <a:cubicBezTo>
                  <a:pt x="8917" y="822"/>
                  <a:pt x="8902" y="807"/>
                  <a:pt x="8902" y="792"/>
                </a:cubicBezTo>
                <a:cubicBezTo>
                  <a:pt x="8887" y="762"/>
                  <a:pt x="8872" y="747"/>
                  <a:pt x="8857" y="732"/>
                </a:cubicBezTo>
                <a:lnTo>
                  <a:pt x="8887" y="613"/>
                </a:lnTo>
                <a:lnTo>
                  <a:pt x="8887" y="613"/>
                </a:lnTo>
                <a:cubicBezTo>
                  <a:pt x="8883" y="614"/>
                  <a:pt x="8879" y="614"/>
                  <a:pt x="8876" y="614"/>
                </a:cubicBezTo>
                <a:cubicBezTo>
                  <a:pt x="8829" y="614"/>
                  <a:pt x="8800" y="558"/>
                  <a:pt x="8763" y="558"/>
                </a:cubicBezTo>
                <a:close/>
                <a:moveTo>
                  <a:pt x="5996" y="652"/>
                </a:moveTo>
                <a:cubicBezTo>
                  <a:pt x="5974" y="652"/>
                  <a:pt x="5952" y="666"/>
                  <a:pt x="5930" y="687"/>
                </a:cubicBezTo>
                <a:cubicBezTo>
                  <a:pt x="5811" y="777"/>
                  <a:pt x="5945" y="837"/>
                  <a:pt x="5975" y="897"/>
                </a:cubicBezTo>
                <a:cubicBezTo>
                  <a:pt x="5984" y="906"/>
                  <a:pt x="5992" y="909"/>
                  <a:pt x="5999" y="909"/>
                </a:cubicBezTo>
                <a:cubicBezTo>
                  <a:pt x="6014" y="909"/>
                  <a:pt x="6024" y="892"/>
                  <a:pt x="6035" y="882"/>
                </a:cubicBezTo>
                <a:cubicBezTo>
                  <a:pt x="6049" y="837"/>
                  <a:pt x="6049" y="792"/>
                  <a:pt x="6064" y="762"/>
                </a:cubicBezTo>
                <a:cubicBezTo>
                  <a:pt x="6049" y="732"/>
                  <a:pt x="6049" y="702"/>
                  <a:pt x="6035" y="673"/>
                </a:cubicBezTo>
                <a:cubicBezTo>
                  <a:pt x="6035" y="673"/>
                  <a:pt x="6035" y="673"/>
                  <a:pt x="6020" y="658"/>
                </a:cubicBezTo>
                <a:cubicBezTo>
                  <a:pt x="6012" y="654"/>
                  <a:pt x="6004" y="652"/>
                  <a:pt x="5996" y="652"/>
                </a:cubicBezTo>
                <a:close/>
                <a:moveTo>
                  <a:pt x="9425" y="792"/>
                </a:moveTo>
                <a:cubicBezTo>
                  <a:pt x="9395" y="792"/>
                  <a:pt x="9365" y="807"/>
                  <a:pt x="9350" y="822"/>
                </a:cubicBezTo>
                <a:cubicBezTo>
                  <a:pt x="9320" y="822"/>
                  <a:pt x="9291" y="814"/>
                  <a:pt x="9264" y="814"/>
                </a:cubicBezTo>
                <a:cubicBezTo>
                  <a:pt x="9238" y="814"/>
                  <a:pt x="9216" y="822"/>
                  <a:pt x="9201" y="852"/>
                </a:cubicBezTo>
                <a:cubicBezTo>
                  <a:pt x="9201" y="867"/>
                  <a:pt x="9201" y="882"/>
                  <a:pt x="9201" y="897"/>
                </a:cubicBezTo>
                <a:cubicBezTo>
                  <a:pt x="9246" y="912"/>
                  <a:pt x="9276" y="956"/>
                  <a:pt x="9320" y="956"/>
                </a:cubicBezTo>
                <a:cubicBezTo>
                  <a:pt x="9335" y="941"/>
                  <a:pt x="9335" y="941"/>
                  <a:pt x="9350" y="926"/>
                </a:cubicBezTo>
                <a:lnTo>
                  <a:pt x="9425" y="792"/>
                </a:lnTo>
                <a:close/>
                <a:moveTo>
                  <a:pt x="9679" y="852"/>
                </a:moveTo>
                <a:cubicBezTo>
                  <a:pt x="9649" y="867"/>
                  <a:pt x="9634" y="882"/>
                  <a:pt x="9604" y="897"/>
                </a:cubicBezTo>
                <a:cubicBezTo>
                  <a:pt x="9634" y="926"/>
                  <a:pt x="9679" y="941"/>
                  <a:pt x="9709" y="971"/>
                </a:cubicBezTo>
                <a:cubicBezTo>
                  <a:pt x="9709" y="926"/>
                  <a:pt x="9694" y="897"/>
                  <a:pt x="9679" y="852"/>
                </a:cubicBezTo>
                <a:close/>
                <a:moveTo>
                  <a:pt x="9544" y="897"/>
                </a:moveTo>
                <a:cubicBezTo>
                  <a:pt x="9530" y="897"/>
                  <a:pt x="9530" y="912"/>
                  <a:pt x="9515" y="912"/>
                </a:cubicBezTo>
                <a:cubicBezTo>
                  <a:pt x="9515" y="912"/>
                  <a:pt x="9515" y="926"/>
                  <a:pt x="9515" y="941"/>
                </a:cubicBezTo>
                <a:cubicBezTo>
                  <a:pt x="9515" y="956"/>
                  <a:pt x="9515" y="971"/>
                  <a:pt x="9515" y="986"/>
                </a:cubicBezTo>
                <a:lnTo>
                  <a:pt x="9544" y="986"/>
                </a:lnTo>
                <a:cubicBezTo>
                  <a:pt x="9544" y="956"/>
                  <a:pt x="9544" y="926"/>
                  <a:pt x="9544" y="897"/>
                </a:cubicBezTo>
                <a:close/>
                <a:moveTo>
                  <a:pt x="1778" y="912"/>
                </a:moveTo>
                <a:cubicBezTo>
                  <a:pt x="1748" y="956"/>
                  <a:pt x="1718" y="986"/>
                  <a:pt x="1703" y="1016"/>
                </a:cubicBezTo>
                <a:cubicBezTo>
                  <a:pt x="1718" y="1031"/>
                  <a:pt x="1733" y="1031"/>
                  <a:pt x="1748" y="1046"/>
                </a:cubicBezTo>
                <a:cubicBezTo>
                  <a:pt x="1763" y="1001"/>
                  <a:pt x="1793" y="971"/>
                  <a:pt x="1808" y="926"/>
                </a:cubicBezTo>
                <a:cubicBezTo>
                  <a:pt x="1793" y="926"/>
                  <a:pt x="1778" y="926"/>
                  <a:pt x="1778" y="912"/>
                </a:cubicBezTo>
                <a:close/>
                <a:moveTo>
                  <a:pt x="9918" y="822"/>
                </a:moveTo>
                <a:cubicBezTo>
                  <a:pt x="9888" y="837"/>
                  <a:pt x="9888" y="852"/>
                  <a:pt x="9888" y="882"/>
                </a:cubicBezTo>
                <a:lnTo>
                  <a:pt x="9903" y="882"/>
                </a:lnTo>
                <a:lnTo>
                  <a:pt x="9858" y="897"/>
                </a:lnTo>
                <a:cubicBezTo>
                  <a:pt x="9858" y="912"/>
                  <a:pt x="9858" y="941"/>
                  <a:pt x="9858" y="956"/>
                </a:cubicBezTo>
                <a:cubicBezTo>
                  <a:pt x="9903" y="986"/>
                  <a:pt x="9933" y="1031"/>
                  <a:pt x="9978" y="1076"/>
                </a:cubicBezTo>
                <a:lnTo>
                  <a:pt x="9918" y="1195"/>
                </a:lnTo>
                <a:lnTo>
                  <a:pt x="9948" y="1195"/>
                </a:lnTo>
                <a:cubicBezTo>
                  <a:pt x="9948" y="1165"/>
                  <a:pt x="9963" y="1136"/>
                  <a:pt x="9978" y="1106"/>
                </a:cubicBezTo>
                <a:cubicBezTo>
                  <a:pt x="10007" y="1091"/>
                  <a:pt x="10037" y="1091"/>
                  <a:pt x="10067" y="1076"/>
                </a:cubicBezTo>
                <a:cubicBezTo>
                  <a:pt x="10022" y="1016"/>
                  <a:pt x="9963" y="956"/>
                  <a:pt x="9918" y="912"/>
                </a:cubicBezTo>
                <a:cubicBezTo>
                  <a:pt x="9939" y="882"/>
                  <a:pt x="9955" y="872"/>
                  <a:pt x="9969" y="872"/>
                </a:cubicBezTo>
                <a:cubicBezTo>
                  <a:pt x="10003" y="872"/>
                  <a:pt x="10020" y="941"/>
                  <a:pt x="10052" y="941"/>
                </a:cubicBezTo>
                <a:cubicBezTo>
                  <a:pt x="10067" y="897"/>
                  <a:pt x="10082" y="852"/>
                  <a:pt x="10097" y="822"/>
                </a:cubicBezTo>
                <a:cubicBezTo>
                  <a:pt x="10052" y="822"/>
                  <a:pt x="10007" y="822"/>
                  <a:pt x="9948" y="837"/>
                </a:cubicBezTo>
                <a:cubicBezTo>
                  <a:pt x="9933" y="837"/>
                  <a:pt x="9933" y="822"/>
                  <a:pt x="9918" y="822"/>
                </a:cubicBezTo>
                <a:close/>
                <a:moveTo>
                  <a:pt x="10363" y="772"/>
                </a:moveTo>
                <a:cubicBezTo>
                  <a:pt x="10350" y="772"/>
                  <a:pt x="10331" y="778"/>
                  <a:pt x="10306" y="792"/>
                </a:cubicBezTo>
                <a:cubicBezTo>
                  <a:pt x="10232" y="837"/>
                  <a:pt x="10217" y="912"/>
                  <a:pt x="10142" y="926"/>
                </a:cubicBezTo>
                <a:cubicBezTo>
                  <a:pt x="10127" y="971"/>
                  <a:pt x="10157" y="1001"/>
                  <a:pt x="10187" y="1016"/>
                </a:cubicBezTo>
                <a:lnTo>
                  <a:pt x="10082" y="1076"/>
                </a:lnTo>
                <a:cubicBezTo>
                  <a:pt x="10097" y="1091"/>
                  <a:pt x="10112" y="1106"/>
                  <a:pt x="10112" y="1106"/>
                </a:cubicBezTo>
                <a:cubicBezTo>
                  <a:pt x="10142" y="1106"/>
                  <a:pt x="10172" y="1091"/>
                  <a:pt x="10202" y="1076"/>
                </a:cubicBezTo>
                <a:cubicBezTo>
                  <a:pt x="10202" y="1061"/>
                  <a:pt x="10202" y="1046"/>
                  <a:pt x="10202" y="1031"/>
                </a:cubicBezTo>
                <a:cubicBezTo>
                  <a:pt x="10210" y="1034"/>
                  <a:pt x="10218" y="1035"/>
                  <a:pt x="10225" y="1035"/>
                </a:cubicBezTo>
                <a:cubicBezTo>
                  <a:pt x="10227" y="1035"/>
                  <a:pt x="10229" y="1035"/>
                  <a:pt x="10231" y="1035"/>
                </a:cubicBezTo>
                <a:lnTo>
                  <a:pt x="10231" y="1035"/>
                </a:lnTo>
                <a:cubicBezTo>
                  <a:pt x="10218" y="1041"/>
                  <a:pt x="10208" y="1056"/>
                  <a:pt x="10202" y="1076"/>
                </a:cubicBezTo>
                <a:lnTo>
                  <a:pt x="10232" y="1225"/>
                </a:lnTo>
                <a:cubicBezTo>
                  <a:pt x="10246" y="1165"/>
                  <a:pt x="10276" y="1106"/>
                  <a:pt x="10291" y="1046"/>
                </a:cubicBezTo>
                <a:cubicBezTo>
                  <a:pt x="10276" y="1036"/>
                  <a:pt x="10262" y="1031"/>
                  <a:pt x="10250" y="1030"/>
                </a:cubicBezTo>
                <a:lnTo>
                  <a:pt x="10250" y="1030"/>
                </a:lnTo>
                <a:cubicBezTo>
                  <a:pt x="10273" y="1022"/>
                  <a:pt x="10294" y="1004"/>
                  <a:pt x="10321" y="986"/>
                </a:cubicBezTo>
                <a:lnTo>
                  <a:pt x="10351" y="986"/>
                </a:lnTo>
                <a:cubicBezTo>
                  <a:pt x="10361" y="996"/>
                  <a:pt x="10371" y="1027"/>
                  <a:pt x="10391" y="1027"/>
                </a:cubicBezTo>
                <a:cubicBezTo>
                  <a:pt x="10400" y="1027"/>
                  <a:pt x="10411" y="1020"/>
                  <a:pt x="10426" y="1001"/>
                </a:cubicBezTo>
                <a:cubicBezTo>
                  <a:pt x="10456" y="956"/>
                  <a:pt x="10381" y="897"/>
                  <a:pt x="10426" y="852"/>
                </a:cubicBezTo>
                <a:cubicBezTo>
                  <a:pt x="10403" y="829"/>
                  <a:pt x="10406" y="772"/>
                  <a:pt x="10363" y="772"/>
                </a:cubicBezTo>
                <a:close/>
                <a:moveTo>
                  <a:pt x="9903" y="1255"/>
                </a:moveTo>
                <a:cubicBezTo>
                  <a:pt x="9888" y="1255"/>
                  <a:pt x="9873" y="1270"/>
                  <a:pt x="9858" y="1285"/>
                </a:cubicBezTo>
                <a:cubicBezTo>
                  <a:pt x="9873" y="1285"/>
                  <a:pt x="9873" y="1300"/>
                  <a:pt x="9903" y="1315"/>
                </a:cubicBezTo>
                <a:cubicBezTo>
                  <a:pt x="9903" y="1300"/>
                  <a:pt x="9918" y="1285"/>
                  <a:pt x="9933" y="1270"/>
                </a:cubicBezTo>
                <a:cubicBezTo>
                  <a:pt x="9918" y="1270"/>
                  <a:pt x="9903" y="1255"/>
                  <a:pt x="9903" y="1255"/>
                </a:cubicBezTo>
                <a:close/>
                <a:moveTo>
                  <a:pt x="10545" y="1285"/>
                </a:moveTo>
                <a:cubicBezTo>
                  <a:pt x="10545" y="1300"/>
                  <a:pt x="10530" y="1300"/>
                  <a:pt x="10530" y="1315"/>
                </a:cubicBezTo>
                <a:cubicBezTo>
                  <a:pt x="10530" y="1315"/>
                  <a:pt x="10545" y="1330"/>
                  <a:pt x="10545" y="1345"/>
                </a:cubicBezTo>
                <a:cubicBezTo>
                  <a:pt x="10560" y="1345"/>
                  <a:pt x="10560" y="1330"/>
                  <a:pt x="10575" y="1315"/>
                </a:cubicBezTo>
                <a:cubicBezTo>
                  <a:pt x="10560" y="1300"/>
                  <a:pt x="10560" y="1300"/>
                  <a:pt x="10545" y="1285"/>
                </a:cubicBezTo>
                <a:close/>
                <a:moveTo>
                  <a:pt x="10411" y="1270"/>
                </a:moveTo>
                <a:cubicBezTo>
                  <a:pt x="10381" y="1285"/>
                  <a:pt x="10366" y="1285"/>
                  <a:pt x="10336" y="1300"/>
                </a:cubicBezTo>
                <a:lnTo>
                  <a:pt x="10291" y="1300"/>
                </a:lnTo>
                <a:cubicBezTo>
                  <a:pt x="10321" y="1330"/>
                  <a:pt x="10366" y="1345"/>
                  <a:pt x="10396" y="1360"/>
                </a:cubicBezTo>
                <a:lnTo>
                  <a:pt x="10411" y="1345"/>
                </a:lnTo>
                <a:cubicBezTo>
                  <a:pt x="10426" y="1330"/>
                  <a:pt x="10426" y="1300"/>
                  <a:pt x="10411" y="1270"/>
                </a:cubicBezTo>
                <a:close/>
                <a:moveTo>
                  <a:pt x="1270" y="1210"/>
                </a:moveTo>
                <a:cubicBezTo>
                  <a:pt x="1240" y="1225"/>
                  <a:pt x="1225" y="1225"/>
                  <a:pt x="1195" y="1240"/>
                </a:cubicBezTo>
                <a:lnTo>
                  <a:pt x="1240" y="1270"/>
                </a:lnTo>
                <a:cubicBezTo>
                  <a:pt x="1240" y="1300"/>
                  <a:pt x="1240" y="1345"/>
                  <a:pt x="1240" y="1375"/>
                </a:cubicBezTo>
                <a:cubicBezTo>
                  <a:pt x="1255" y="1360"/>
                  <a:pt x="1270" y="1345"/>
                  <a:pt x="1300" y="1330"/>
                </a:cubicBezTo>
                <a:cubicBezTo>
                  <a:pt x="1285" y="1315"/>
                  <a:pt x="1270" y="1300"/>
                  <a:pt x="1270" y="1270"/>
                </a:cubicBezTo>
                <a:cubicBezTo>
                  <a:pt x="1270" y="1270"/>
                  <a:pt x="1270" y="1255"/>
                  <a:pt x="1270" y="1255"/>
                </a:cubicBezTo>
                <a:lnTo>
                  <a:pt x="1270" y="1210"/>
                </a:lnTo>
                <a:close/>
                <a:moveTo>
                  <a:pt x="10516" y="995"/>
                </a:moveTo>
                <a:cubicBezTo>
                  <a:pt x="10496" y="995"/>
                  <a:pt x="10476" y="1004"/>
                  <a:pt x="10456" y="1031"/>
                </a:cubicBezTo>
                <a:cubicBezTo>
                  <a:pt x="10441" y="1091"/>
                  <a:pt x="10485" y="1106"/>
                  <a:pt x="10530" y="1136"/>
                </a:cubicBezTo>
                <a:lnTo>
                  <a:pt x="10515" y="1165"/>
                </a:lnTo>
                <a:cubicBezTo>
                  <a:pt x="10545" y="1180"/>
                  <a:pt x="10560" y="1195"/>
                  <a:pt x="10575" y="1210"/>
                </a:cubicBezTo>
                <a:cubicBezTo>
                  <a:pt x="10620" y="1285"/>
                  <a:pt x="10650" y="1345"/>
                  <a:pt x="10680" y="1389"/>
                </a:cubicBezTo>
                <a:cubicBezTo>
                  <a:pt x="10709" y="1360"/>
                  <a:pt x="10724" y="1345"/>
                  <a:pt x="10754" y="1330"/>
                </a:cubicBezTo>
                <a:cubicBezTo>
                  <a:pt x="10764" y="1331"/>
                  <a:pt x="10773" y="1331"/>
                  <a:pt x="10780" y="1331"/>
                </a:cubicBezTo>
                <a:cubicBezTo>
                  <a:pt x="10869" y="1331"/>
                  <a:pt x="10758" y="1253"/>
                  <a:pt x="10799" y="1225"/>
                </a:cubicBezTo>
                <a:cubicBezTo>
                  <a:pt x="10769" y="1210"/>
                  <a:pt x="10724" y="1210"/>
                  <a:pt x="10695" y="1195"/>
                </a:cubicBezTo>
                <a:cubicBezTo>
                  <a:pt x="10665" y="1165"/>
                  <a:pt x="10650" y="1165"/>
                  <a:pt x="10620" y="1165"/>
                </a:cubicBezTo>
                <a:cubicBezTo>
                  <a:pt x="10620" y="1180"/>
                  <a:pt x="10605" y="1180"/>
                  <a:pt x="10605" y="1180"/>
                </a:cubicBezTo>
                <a:lnTo>
                  <a:pt x="10605" y="1136"/>
                </a:lnTo>
                <a:cubicBezTo>
                  <a:pt x="10635" y="1136"/>
                  <a:pt x="10650" y="1121"/>
                  <a:pt x="10665" y="1106"/>
                </a:cubicBezTo>
                <a:cubicBezTo>
                  <a:pt x="10615" y="1106"/>
                  <a:pt x="10690" y="1002"/>
                  <a:pt x="10638" y="1002"/>
                </a:cubicBezTo>
                <a:cubicBezTo>
                  <a:pt x="10628" y="1002"/>
                  <a:pt x="10612" y="1006"/>
                  <a:pt x="10590" y="1016"/>
                </a:cubicBezTo>
                <a:cubicBezTo>
                  <a:pt x="10565" y="1008"/>
                  <a:pt x="10541" y="995"/>
                  <a:pt x="10516" y="995"/>
                </a:cubicBezTo>
                <a:close/>
                <a:moveTo>
                  <a:pt x="777" y="1389"/>
                </a:moveTo>
                <a:cubicBezTo>
                  <a:pt x="777" y="1419"/>
                  <a:pt x="762" y="1434"/>
                  <a:pt x="747" y="1449"/>
                </a:cubicBezTo>
                <a:lnTo>
                  <a:pt x="777" y="1389"/>
                </a:lnTo>
                <a:close/>
                <a:moveTo>
                  <a:pt x="10433" y="1348"/>
                </a:moveTo>
                <a:cubicBezTo>
                  <a:pt x="10426" y="1348"/>
                  <a:pt x="10418" y="1352"/>
                  <a:pt x="10411" y="1360"/>
                </a:cubicBezTo>
                <a:lnTo>
                  <a:pt x="10396" y="1360"/>
                </a:lnTo>
                <a:cubicBezTo>
                  <a:pt x="10426" y="1389"/>
                  <a:pt x="10456" y="1419"/>
                  <a:pt x="10485" y="1449"/>
                </a:cubicBezTo>
                <a:cubicBezTo>
                  <a:pt x="10485" y="1419"/>
                  <a:pt x="10470" y="1389"/>
                  <a:pt x="10456" y="1360"/>
                </a:cubicBezTo>
                <a:cubicBezTo>
                  <a:pt x="10448" y="1352"/>
                  <a:pt x="10441" y="1348"/>
                  <a:pt x="10433" y="1348"/>
                </a:cubicBezTo>
                <a:close/>
                <a:moveTo>
                  <a:pt x="5915" y="1061"/>
                </a:moveTo>
                <a:cubicBezTo>
                  <a:pt x="5885" y="1106"/>
                  <a:pt x="5855" y="1151"/>
                  <a:pt x="5825" y="1180"/>
                </a:cubicBezTo>
                <a:cubicBezTo>
                  <a:pt x="5811" y="1195"/>
                  <a:pt x="5796" y="1225"/>
                  <a:pt x="5781" y="1240"/>
                </a:cubicBezTo>
                <a:cubicBezTo>
                  <a:pt x="5751" y="1300"/>
                  <a:pt x="5721" y="1345"/>
                  <a:pt x="5646" y="1345"/>
                </a:cubicBezTo>
                <a:cubicBezTo>
                  <a:pt x="5631" y="1345"/>
                  <a:pt x="5616" y="1360"/>
                  <a:pt x="5601" y="1375"/>
                </a:cubicBezTo>
                <a:cubicBezTo>
                  <a:pt x="5586" y="1419"/>
                  <a:pt x="5542" y="1449"/>
                  <a:pt x="5497" y="1464"/>
                </a:cubicBezTo>
                <a:cubicBezTo>
                  <a:pt x="5467" y="1479"/>
                  <a:pt x="5407" y="1479"/>
                  <a:pt x="5437" y="1539"/>
                </a:cubicBezTo>
                <a:cubicBezTo>
                  <a:pt x="5447" y="1567"/>
                  <a:pt x="5468" y="1578"/>
                  <a:pt x="5494" y="1578"/>
                </a:cubicBezTo>
                <a:cubicBezTo>
                  <a:pt x="5509" y="1578"/>
                  <a:pt x="5525" y="1574"/>
                  <a:pt x="5542" y="1569"/>
                </a:cubicBezTo>
                <a:cubicBezTo>
                  <a:pt x="5586" y="1539"/>
                  <a:pt x="5646" y="1524"/>
                  <a:pt x="5691" y="1509"/>
                </a:cubicBezTo>
                <a:cubicBezTo>
                  <a:pt x="5900" y="1464"/>
                  <a:pt x="5975" y="1300"/>
                  <a:pt x="5990" y="1106"/>
                </a:cubicBezTo>
                <a:cubicBezTo>
                  <a:pt x="5990" y="1091"/>
                  <a:pt x="5975" y="1076"/>
                  <a:pt x="5960" y="1061"/>
                </a:cubicBezTo>
                <a:close/>
                <a:moveTo>
                  <a:pt x="1285" y="1046"/>
                </a:moveTo>
                <a:lnTo>
                  <a:pt x="1285" y="1046"/>
                </a:lnTo>
                <a:cubicBezTo>
                  <a:pt x="1210" y="1076"/>
                  <a:pt x="1136" y="1106"/>
                  <a:pt x="1061" y="1136"/>
                </a:cubicBezTo>
                <a:cubicBezTo>
                  <a:pt x="1016" y="1210"/>
                  <a:pt x="971" y="1285"/>
                  <a:pt x="912" y="1360"/>
                </a:cubicBezTo>
                <a:cubicBezTo>
                  <a:pt x="867" y="1375"/>
                  <a:pt x="822" y="1375"/>
                  <a:pt x="777" y="1389"/>
                </a:cubicBezTo>
                <a:lnTo>
                  <a:pt x="777" y="1389"/>
                </a:lnTo>
                <a:lnTo>
                  <a:pt x="777" y="1389"/>
                </a:lnTo>
                <a:cubicBezTo>
                  <a:pt x="747" y="1404"/>
                  <a:pt x="702" y="1404"/>
                  <a:pt x="673" y="1419"/>
                </a:cubicBezTo>
                <a:cubicBezTo>
                  <a:pt x="643" y="1434"/>
                  <a:pt x="628" y="1479"/>
                  <a:pt x="598" y="1509"/>
                </a:cubicBezTo>
                <a:cubicBezTo>
                  <a:pt x="608" y="1530"/>
                  <a:pt x="604" y="1564"/>
                  <a:pt x="621" y="1564"/>
                </a:cubicBezTo>
                <a:cubicBezTo>
                  <a:pt x="628" y="1564"/>
                  <a:pt x="639" y="1557"/>
                  <a:pt x="658" y="1539"/>
                </a:cubicBezTo>
                <a:cubicBezTo>
                  <a:pt x="658" y="1534"/>
                  <a:pt x="663" y="1532"/>
                  <a:pt x="670" y="1532"/>
                </a:cubicBezTo>
                <a:cubicBezTo>
                  <a:pt x="684" y="1532"/>
                  <a:pt x="707" y="1539"/>
                  <a:pt x="717" y="1539"/>
                </a:cubicBezTo>
                <a:cubicBezTo>
                  <a:pt x="777" y="1509"/>
                  <a:pt x="837" y="1494"/>
                  <a:pt x="897" y="1479"/>
                </a:cubicBezTo>
                <a:lnTo>
                  <a:pt x="897" y="1479"/>
                </a:lnTo>
                <a:cubicBezTo>
                  <a:pt x="882" y="1509"/>
                  <a:pt x="867" y="1539"/>
                  <a:pt x="867" y="1569"/>
                </a:cubicBezTo>
                <a:cubicBezTo>
                  <a:pt x="878" y="1580"/>
                  <a:pt x="892" y="1585"/>
                  <a:pt x="906" y="1585"/>
                </a:cubicBezTo>
                <a:cubicBezTo>
                  <a:pt x="929" y="1585"/>
                  <a:pt x="953" y="1572"/>
                  <a:pt x="971" y="1554"/>
                </a:cubicBezTo>
                <a:cubicBezTo>
                  <a:pt x="1001" y="1539"/>
                  <a:pt x="1031" y="1539"/>
                  <a:pt x="1061" y="1524"/>
                </a:cubicBezTo>
                <a:lnTo>
                  <a:pt x="1091" y="1524"/>
                </a:lnTo>
                <a:cubicBezTo>
                  <a:pt x="1091" y="1524"/>
                  <a:pt x="1091" y="1539"/>
                  <a:pt x="1091" y="1539"/>
                </a:cubicBezTo>
                <a:cubicBezTo>
                  <a:pt x="1102" y="1561"/>
                  <a:pt x="1113" y="1575"/>
                  <a:pt x="1129" y="1575"/>
                </a:cubicBezTo>
                <a:cubicBezTo>
                  <a:pt x="1136" y="1575"/>
                  <a:pt x="1143" y="1573"/>
                  <a:pt x="1151" y="1569"/>
                </a:cubicBezTo>
                <a:lnTo>
                  <a:pt x="1210" y="1569"/>
                </a:lnTo>
                <a:cubicBezTo>
                  <a:pt x="1240" y="1509"/>
                  <a:pt x="1195" y="1494"/>
                  <a:pt x="1165" y="1494"/>
                </a:cubicBezTo>
                <a:cubicBezTo>
                  <a:pt x="1173" y="1492"/>
                  <a:pt x="1181" y="1491"/>
                  <a:pt x="1190" y="1491"/>
                </a:cubicBezTo>
                <a:cubicBezTo>
                  <a:pt x="1211" y="1491"/>
                  <a:pt x="1234" y="1496"/>
                  <a:pt x="1254" y="1496"/>
                </a:cubicBezTo>
                <a:cubicBezTo>
                  <a:pt x="1286" y="1496"/>
                  <a:pt x="1308" y="1484"/>
                  <a:pt x="1300" y="1419"/>
                </a:cubicBezTo>
                <a:cubicBezTo>
                  <a:pt x="1285" y="1389"/>
                  <a:pt x="1270" y="1375"/>
                  <a:pt x="1240" y="1375"/>
                </a:cubicBezTo>
                <a:cubicBezTo>
                  <a:pt x="1225" y="1375"/>
                  <a:pt x="1210" y="1375"/>
                  <a:pt x="1180" y="1360"/>
                </a:cubicBezTo>
                <a:cubicBezTo>
                  <a:pt x="1210" y="1345"/>
                  <a:pt x="1210" y="1315"/>
                  <a:pt x="1195" y="1285"/>
                </a:cubicBezTo>
                <a:cubicBezTo>
                  <a:pt x="1195" y="1270"/>
                  <a:pt x="1195" y="1255"/>
                  <a:pt x="1195" y="1240"/>
                </a:cubicBezTo>
                <a:cubicBezTo>
                  <a:pt x="1210" y="1210"/>
                  <a:pt x="1225" y="1180"/>
                  <a:pt x="1240" y="1151"/>
                </a:cubicBezTo>
                <a:cubicBezTo>
                  <a:pt x="1255" y="1106"/>
                  <a:pt x="1315" y="1106"/>
                  <a:pt x="1285" y="1046"/>
                </a:cubicBezTo>
                <a:close/>
                <a:moveTo>
                  <a:pt x="4675" y="658"/>
                </a:moveTo>
                <a:cubicBezTo>
                  <a:pt x="4556" y="673"/>
                  <a:pt x="4601" y="762"/>
                  <a:pt x="4601" y="837"/>
                </a:cubicBezTo>
                <a:cubicBezTo>
                  <a:pt x="4616" y="912"/>
                  <a:pt x="4616" y="1001"/>
                  <a:pt x="4646" y="1061"/>
                </a:cubicBezTo>
                <a:cubicBezTo>
                  <a:pt x="4690" y="1151"/>
                  <a:pt x="4780" y="1225"/>
                  <a:pt x="4795" y="1315"/>
                </a:cubicBezTo>
                <a:cubicBezTo>
                  <a:pt x="4840" y="1479"/>
                  <a:pt x="4929" y="1539"/>
                  <a:pt x="5064" y="1599"/>
                </a:cubicBezTo>
                <a:lnTo>
                  <a:pt x="5064" y="1584"/>
                </a:lnTo>
                <a:cubicBezTo>
                  <a:pt x="5095" y="1607"/>
                  <a:pt x="5127" y="1627"/>
                  <a:pt x="5156" y="1627"/>
                </a:cubicBezTo>
                <a:cubicBezTo>
                  <a:pt x="5182" y="1627"/>
                  <a:pt x="5207" y="1611"/>
                  <a:pt x="5228" y="1569"/>
                </a:cubicBezTo>
                <a:cubicBezTo>
                  <a:pt x="5243" y="1509"/>
                  <a:pt x="5183" y="1509"/>
                  <a:pt x="5138" y="1509"/>
                </a:cubicBezTo>
                <a:cubicBezTo>
                  <a:pt x="5064" y="1494"/>
                  <a:pt x="5004" y="1449"/>
                  <a:pt x="4974" y="1375"/>
                </a:cubicBezTo>
                <a:cubicBezTo>
                  <a:pt x="4985" y="1359"/>
                  <a:pt x="4997" y="1354"/>
                  <a:pt x="5011" y="1354"/>
                </a:cubicBezTo>
                <a:cubicBezTo>
                  <a:pt x="5030" y="1354"/>
                  <a:pt x="5051" y="1363"/>
                  <a:pt x="5073" y="1363"/>
                </a:cubicBezTo>
                <a:cubicBezTo>
                  <a:pt x="5080" y="1363"/>
                  <a:pt x="5087" y="1362"/>
                  <a:pt x="5094" y="1360"/>
                </a:cubicBezTo>
                <a:cubicBezTo>
                  <a:pt x="5183" y="1345"/>
                  <a:pt x="5273" y="1330"/>
                  <a:pt x="5303" y="1225"/>
                </a:cubicBezTo>
                <a:cubicBezTo>
                  <a:pt x="5280" y="1192"/>
                  <a:pt x="5260" y="1181"/>
                  <a:pt x="5240" y="1181"/>
                </a:cubicBezTo>
                <a:cubicBezTo>
                  <a:pt x="5207" y="1181"/>
                  <a:pt x="5176" y="1210"/>
                  <a:pt x="5138" y="1210"/>
                </a:cubicBezTo>
                <a:cubicBezTo>
                  <a:pt x="5110" y="1215"/>
                  <a:pt x="5085" y="1217"/>
                  <a:pt x="5063" y="1217"/>
                </a:cubicBezTo>
                <a:cubicBezTo>
                  <a:pt x="4948" y="1217"/>
                  <a:pt x="4924" y="1147"/>
                  <a:pt x="4974" y="971"/>
                </a:cubicBezTo>
                <a:cubicBezTo>
                  <a:pt x="5048" y="940"/>
                  <a:pt x="5092" y="922"/>
                  <a:pt x="5128" y="922"/>
                </a:cubicBezTo>
                <a:cubicBezTo>
                  <a:pt x="5179" y="922"/>
                  <a:pt x="5215" y="958"/>
                  <a:pt x="5303" y="1046"/>
                </a:cubicBezTo>
                <a:cubicBezTo>
                  <a:pt x="5323" y="1056"/>
                  <a:pt x="5337" y="1080"/>
                  <a:pt x="5357" y="1080"/>
                </a:cubicBezTo>
                <a:cubicBezTo>
                  <a:pt x="5367" y="1080"/>
                  <a:pt x="5378" y="1075"/>
                  <a:pt x="5392" y="1061"/>
                </a:cubicBezTo>
                <a:cubicBezTo>
                  <a:pt x="5407" y="1046"/>
                  <a:pt x="5407" y="1016"/>
                  <a:pt x="5392" y="986"/>
                </a:cubicBezTo>
                <a:cubicBezTo>
                  <a:pt x="5362" y="897"/>
                  <a:pt x="5318" y="822"/>
                  <a:pt x="5228" y="792"/>
                </a:cubicBezTo>
                <a:cubicBezTo>
                  <a:pt x="5183" y="777"/>
                  <a:pt x="5138" y="777"/>
                  <a:pt x="5094" y="777"/>
                </a:cubicBezTo>
                <a:cubicBezTo>
                  <a:pt x="5049" y="792"/>
                  <a:pt x="5004" y="807"/>
                  <a:pt x="4944" y="807"/>
                </a:cubicBezTo>
                <a:cubicBezTo>
                  <a:pt x="4929" y="822"/>
                  <a:pt x="4914" y="822"/>
                  <a:pt x="4914" y="822"/>
                </a:cubicBezTo>
                <a:cubicBezTo>
                  <a:pt x="4870" y="852"/>
                  <a:pt x="4840" y="882"/>
                  <a:pt x="4825" y="912"/>
                </a:cubicBezTo>
                <a:cubicBezTo>
                  <a:pt x="4795" y="941"/>
                  <a:pt x="4780" y="986"/>
                  <a:pt x="4780" y="1016"/>
                </a:cubicBezTo>
                <a:cubicBezTo>
                  <a:pt x="4765" y="971"/>
                  <a:pt x="4735" y="926"/>
                  <a:pt x="4735" y="867"/>
                </a:cubicBezTo>
                <a:cubicBezTo>
                  <a:pt x="4720" y="822"/>
                  <a:pt x="4765" y="792"/>
                  <a:pt x="4795" y="747"/>
                </a:cubicBezTo>
                <a:cubicBezTo>
                  <a:pt x="4810" y="732"/>
                  <a:pt x="4810" y="717"/>
                  <a:pt x="4795" y="687"/>
                </a:cubicBezTo>
                <a:cubicBezTo>
                  <a:pt x="4765" y="658"/>
                  <a:pt x="4720" y="658"/>
                  <a:pt x="4675" y="658"/>
                </a:cubicBezTo>
                <a:close/>
                <a:moveTo>
                  <a:pt x="789" y="1594"/>
                </a:moveTo>
                <a:cubicBezTo>
                  <a:pt x="769" y="1594"/>
                  <a:pt x="736" y="1608"/>
                  <a:pt x="658" y="1643"/>
                </a:cubicBezTo>
                <a:lnTo>
                  <a:pt x="807" y="1643"/>
                </a:lnTo>
                <a:cubicBezTo>
                  <a:pt x="822" y="1643"/>
                  <a:pt x="822" y="1628"/>
                  <a:pt x="822" y="1614"/>
                </a:cubicBezTo>
                <a:cubicBezTo>
                  <a:pt x="810" y="1601"/>
                  <a:pt x="802" y="1594"/>
                  <a:pt x="789" y="1594"/>
                </a:cubicBezTo>
                <a:close/>
                <a:moveTo>
                  <a:pt x="461" y="1496"/>
                </a:moveTo>
                <a:cubicBezTo>
                  <a:pt x="444" y="1496"/>
                  <a:pt x="429" y="1499"/>
                  <a:pt x="419" y="1509"/>
                </a:cubicBezTo>
                <a:cubicBezTo>
                  <a:pt x="359" y="1554"/>
                  <a:pt x="329" y="1628"/>
                  <a:pt x="284" y="1688"/>
                </a:cubicBezTo>
                <a:cubicBezTo>
                  <a:pt x="389" y="1628"/>
                  <a:pt x="508" y="1628"/>
                  <a:pt x="568" y="1509"/>
                </a:cubicBezTo>
                <a:cubicBezTo>
                  <a:pt x="538" y="1509"/>
                  <a:pt x="495" y="1496"/>
                  <a:pt x="461" y="1496"/>
                </a:cubicBezTo>
                <a:close/>
                <a:moveTo>
                  <a:pt x="10605" y="1584"/>
                </a:moveTo>
                <a:cubicBezTo>
                  <a:pt x="10530" y="1673"/>
                  <a:pt x="10605" y="1673"/>
                  <a:pt x="10665" y="1688"/>
                </a:cubicBezTo>
                <a:cubicBezTo>
                  <a:pt x="10672" y="1688"/>
                  <a:pt x="10680" y="1692"/>
                  <a:pt x="10689" y="1692"/>
                </a:cubicBezTo>
                <a:cubicBezTo>
                  <a:pt x="10698" y="1692"/>
                  <a:pt x="10709" y="1688"/>
                  <a:pt x="10724" y="1673"/>
                </a:cubicBezTo>
                <a:lnTo>
                  <a:pt x="10635" y="1599"/>
                </a:lnTo>
                <a:cubicBezTo>
                  <a:pt x="10620" y="1584"/>
                  <a:pt x="10620" y="1584"/>
                  <a:pt x="10605" y="1584"/>
                </a:cubicBezTo>
                <a:close/>
                <a:moveTo>
                  <a:pt x="10948" y="1658"/>
                </a:moveTo>
                <a:cubicBezTo>
                  <a:pt x="10889" y="1658"/>
                  <a:pt x="10844" y="1673"/>
                  <a:pt x="10784" y="1673"/>
                </a:cubicBezTo>
                <a:cubicBezTo>
                  <a:pt x="10784" y="1688"/>
                  <a:pt x="10799" y="1703"/>
                  <a:pt x="10814" y="1703"/>
                </a:cubicBezTo>
                <a:cubicBezTo>
                  <a:pt x="10859" y="1688"/>
                  <a:pt x="10904" y="1673"/>
                  <a:pt x="10948" y="1658"/>
                </a:cubicBezTo>
                <a:close/>
                <a:moveTo>
                  <a:pt x="523" y="1703"/>
                </a:moveTo>
                <a:cubicBezTo>
                  <a:pt x="434" y="1808"/>
                  <a:pt x="583" y="1823"/>
                  <a:pt x="568" y="1882"/>
                </a:cubicBezTo>
                <a:lnTo>
                  <a:pt x="613" y="1882"/>
                </a:lnTo>
                <a:lnTo>
                  <a:pt x="628" y="1867"/>
                </a:lnTo>
                <a:cubicBezTo>
                  <a:pt x="658" y="1882"/>
                  <a:pt x="688" y="1897"/>
                  <a:pt x="717" y="1912"/>
                </a:cubicBezTo>
                <a:cubicBezTo>
                  <a:pt x="747" y="1882"/>
                  <a:pt x="777" y="1852"/>
                  <a:pt x="807" y="1823"/>
                </a:cubicBezTo>
                <a:cubicBezTo>
                  <a:pt x="747" y="1793"/>
                  <a:pt x="688" y="1763"/>
                  <a:pt x="628" y="1733"/>
                </a:cubicBezTo>
                <a:cubicBezTo>
                  <a:pt x="598" y="1718"/>
                  <a:pt x="553" y="1718"/>
                  <a:pt x="523" y="1703"/>
                </a:cubicBezTo>
                <a:close/>
                <a:moveTo>
                  <a:pt x="10948" y="1972"/>
                </a:moveTo>
                <a:cubicBezTo>
                  <a:pt x="10948" y="1987"/>
                  <a:pt x="10963" y="1987"/>
                  <a:pt x="10978" y="1987"/>
                </a:cubicBezTo>
                <a:lnTo>
                  <a:pt x="10919" y="1987"/>
                </a:lnTo>
                <a:cubicBezTo>
                  <a:pt x="10933" y="1987"/>
                  <a:pt x="10933" y="1972"/>
                  <a:pt x="10948" y="1972"/>
                </a:cubicBezTo>
                <a:close/>
                <a:moveTo>
                  <a:pt x="1180" y="2002"/>
                </a:moveTo>
                <a:cubicBezTo>
                  <a:pt x="1180" y="2032"/>
                  <a:pt x="1180" y="2062"/>
                  <a:pt x="1180" y="2106"/>
                </a:cubicBezTo>
                <a:cubicBezTo>
                  <a:pt x="1240" y="2062"/>
                  <a:pt x="1285" y="2032"/>
                  <a:pt x="1180" y="2002"/>
                </a:cubicBezTo>
                <a:close/>
                <a:moveTo>
                  <a:pt x="10739" y="1823"/>
                </a:moveTo>
                <a:lnTo>
                  <a:pt x="10695" y="1912"/>
                </a:lnTo>
                <a:cubicBezTo>
                  <a:pt x="10683" y="1909"/>
                  <a:pt x="10673" y="1908"/>
                  <a:pt x="10665" y="1908"/>
                </a:cubicBezTo>
                <a:cubicBezTo>
                  <a:pt x="10591" y="1908"/>
                  <a:pt x="10659" y="2018"/>
                  <a:pt x="10605" y="2032"/>
                </a:cubicBezTo>
                <a:cubicBezTo>
                  <a:pt x="10590" y="2047"/>
                  <a:pt x="10590" y="2077"/>
                  <a:pt x="10590" y="2091"/>
                </a:cubicBezTo>
                <a:cubicBezTo>
                  <a:pt x="10590" y="2091"/>
                  <a:pt x="10620" y="2106"/>
                  <a:pt x="10635" y="2106"/>
                </a:cubicBezTo>
                <a:cubicBezTo>
                  <a:pt x="10635" y="2091"/>
                  <a:pt x="10635" y="2077"/>
                  <a:pt x="10635" y="2047"/>
                </a:cubicBezTo>
                <a:lnTo>
                  <a:pt x="10724" y="1927"/>
                </a:lnTo>
                <a:cubicBezTo>
                  <a:pt x="10739" y="1897"/>
                  <a:pt x="10754" y="1852"/>
                  <a:pt x="10784" y="1823"/>
                </a:cubicBezTo>
                <a:close/>
                <a:moveTo>
                  <a:pt x="10933" y="1763"/>
                </a:moveTo>
                <a:cubicBezTo>
                  <a:pt x="10933" y="1823"/>
                  <a:pt x="10948" y="1867"/>
                  <a:pt x="10948" y="1912"/>
                </a:cubicBezTo>
                <a:lnTo>
                  <a:pt x="10889" y="1912"/>
                </a:lnTo>
                <a:cubicBezTo>
                  <a:pt x="10889" y="1942"/>
                  <a:pt x="10874" y="1972"/>
                  <a:pt x="10874" y="1987"/>
                </a:cubicBezTo>
                <a:cubicBezTo>
                  <a:pt x="10859" y="2017"/>
                  <a:pt x="10844" y="2047"/>
                  <a:pt x="10829" y="2077"/>
                </a:cubicBezTo>
                <a:cubicBezTo>
                  <a:pt x="10871" y="2097"/>
                  <a:pt x="10912" y="2125"/>
                  <a:pt x="10954" y="2125"/>
                </a:cubicBezTo>
                <a:cubicBezTo>
                  <a:pt x="10972" y="2125"/>
                  <a:pt x="10990" y="2120"/>
                  <a:pt x="11008" y="2106"/>
                </a:cubicBezTo>
                <a:cubicBezTo>
                  <a:pt x="11023" y="2091"/>
                  <a:pt x="11023" y="2077"/>
                  <a:pt x="11038" y="2062"/>
                </a:cubicBezTo>
                <a:cubicBezTo>
                  <a:pt x="11053" y="2047"/>
                  <a:pt x="11053" y="2032"/>
                  <a:pt x="11038" y="2017"/>
                </a:cubicBezTo>
                <a:cubicBezTo>
                  <a:pt x="11023" y="2002"/>
                  <a:pt x="11023" y="1987"/>
                  <a:pt x="11023" y="1972"/>
                </a:cubicBezTo>
                <a:cubicBezTo>
                  <a:pt x="11023" y="1957"/>
                  <a:pt x="11038" y="1942"/>
                  <a:pt x="11038" y="1927"/>
                </a:cubicBezTo>
                <a:cubicBezTo>
                  <a:pt x="10978" y="1882"/>
                  <a:pt x="11053" y="1763"/>
                  <a:pt x="10933" y="1763"/>
                </a:cubicBezTo>
                <a:close/>
                <a:moveTo>
                  <a:pt x="1284" y="2160"/>
                </a:moveTo>
                <a:cubicBezTo>
                  <a:pt x="1264" y="2160"/>
                  <a:pt x="1248" y="2179"/>
                  <a:pt x="1240" y="2226"/>
                </a:cubicBezTo>
                <a:cubicBezTo>
                  <a:pt x="1285" y="2211"/>
                  <a:pt x="1315" y="2211"/>
                  <a:pt x="1345" y="2196"/>
                </a:cubicBezTo>
                <a:cubicBezTo>
                  <a:pt x="1324" y="2175"/>
                  <a:pt x="1302" y="2160"/>
                  <a:pt x="1284" y="2160"/>
                </a:cubicBezTo>
                <a:close/>
                <a:moveTo>
                  <a:pt x="6423" y="2121"/>
                </a:moveTo>
                <a:cubicBezTo>
                  <a:pt x="6423" y="2151"/>
                  <a:pt x="6408" y="2181"/>
                  <a:pt x="6408" y="2241"/>
                </a:cubicBezTo>
                <a:cubicBezTo>
                  <a:pt x="6438" y="2196"/>
                  <a:pt x="6453" y="2181"/>
                  <a:pt x="6438" y="2181"/>
                </a:cubicBezTo>
                <a:cubicBezTo>
                  <a:pt x="6438" y="2151"/>
                  <a:pt x="6423" y="2136"/>
                  <a:pt x="6423" y="2121"/>
                </a:cubicBezTo>
                <a:close/>
                <a:moveTo>
                  <a:pt x="10963" y="2166"/>
                </a:moveTo>
                <a:cubicBezTo>
                  <a:pt x="10933" y="2181"/>
                  <a:pt x="10904" y="2196"/>
                  <a:pt x="10874" y="2226"/>
                </a:cubicBezTo>
                <a:cubicBezTo>
                  <a:pt x="10874" y="2226"/>
                  <a:pt x="10874" y="2241"/>
                  <a:pt x="10874" y="2256"/>
                </a:cubicBezTo>
                <a:cubicBezTo>
                  <a:pt x="10904" y="2241"/>
                  <a:pt x="10948" y="2226"/>
                  <a:pt x="10978" y="2211"/>
                </a:cubicBezTo>
                <a:cubicBezTo>
                  <a:pt x="10978" y="2196"/>
                  <a:pt x="10963" y="2181"/>
                  <a:pt x="10963" y="2166"/>
                </a:cubicBezTo>
                <a:close/>
                <a:moveTo>
                  <a:pt x="1524" y="2181"/>
                </a:moveTo>
                <a:cubicBezTo>
                  <a:pt x="1509" y="2181"/>
                  <a:pt x="1494" y="2196"/>
                  <a:pt x="1494" y="2196"/>
                </a:cubicBezTo>
                <a:cubicBezTo>
                  <a:pt x="1509" y="2226"/>
                  <a:pt x="1524" y="2256"/>
                  <a:pt x="1539" y="2286"/>
                </a:cubicBezTo>
                <a:cubicBezTo>
                  <a:pt x="1554" y="2271"/>
                  <a:pt x="1569" y="2271"/>
                  <a:pt x="1584" y="2256"/>
                </a:cubicBezTo>
                <a:cubicBezTo>
                  <a:pt x="1554" y="2226"/>
                  <a:pt x="1539" y="2211"/>
                  <a:pt x="1524" y="2181"/>
                </a:cubicBezTo>
                <a:close/>
                <a:moveTo>
                  <a:pt x="10667" y="2213"/>
                </a:moveTo>
                <a:cubicBezTo>
                  <a:pt x="10631" y="2213"/>
                  <a:pt x="10599" y="2230"/>
                  <a:pt x="10575" y="2286"/>
                </a:cubicBezTo>
                <a:lnTo>
                  <a:pt x="10754" y="2286"/>
                </a:lnTo>
                <a:cubicBezTo>
                  <a:pt x="10754" y="2271"/>
                  <a:pt x="10769" y="2241"/>
                  <a:pt x="10769" y="2241"/>
                </a:cubicBezTo>
                <a:cubicBezTo>
                  <a:pt x="10734" y="2227"/>
                  <a:pt x="10699" y="2213"/>
                  <a:pt x="10667" y="2213"/>
                </a:cubicBezTo>
                <a:close/>
                <a:moveTo>
                  <a:pt x="520" y="1862"/>
                </a:moveTo>
                <a:cubicBezTo>
                  <a:pt x="487" y="1862"/>
                  <a:pt x="456" y="1879"/>
                  <a:pt x="434" y="1912"/>
                </a:cubicBezTo>
                <a:cubicBezTo>
                  <a:pt x="449" y="2017"/>
                  <a:pt x="478" y="2106"/>
                  <a:pt x="508" y="2211"/>
                </a:cubicBezTo>
                <a:cubicBezTo>
                  <a:pt x="510" y="2210"/>
                  <a:pt x="512" y="2210"/>
                  <a:pt x="513" y="2210"/>
                </a:cubicBezTo>
                <a:cubicBezTo>
                  <a:pt x="540" y="2210"/>
                  <a:pt x="527" y="2303"/>
                  <a:pt x="551" y="2303"/>
                </a:cubicBezTo>
                <a:cubicBezTo>
                  <a:pt x="560" y="2303"/>
                  <a:pt x="575" y="2291"/>
                  <a:pt x="598" y="2256"/>
                </a:cubicBezTo>
                <a:cubicBezTo>
                  <a:pt x="628" y="2211"/>
                  <a:pt x="628" y="2151"/>
                  <a:pt x="658" y="2091"/>
                </a:cubicBezTo>
                <a:cubicBezTo>
                  <a:pt x="688" y="1987"/>
                  <a:pt x="598" y="1942"/>
                  <a:pt x="553" y="1867"/>
                </a:cubicBezTo>
                <a:cubicBezTo>
                  <a:pt x="542" y="1864"/>
                  <a:pt x="531" y="1862"/>
                  <a:pt x="520" y="1862"/>
                </a:cubicBezTo>
                <a:close/>
                <a:moveTo>
                  <a:pt x="1210" y="2226"/>
                </a:moveTo>
                <a:cubicBezTo>
                  <a:pt x="1195" y="2241"/>
                  <a:pt x="1180" y="2256"/>
                  <a:pt x="1165" y="2271"/>
                </a:cubicBezTo>
                <a:cubicBezTo>
                  <a:pt x="1165" y="2286"/>
                  <a:pt x="1180" y="2301"/>
                  <a:pt x="1180" y="2301"/>
                </a:cubicBezTo>
                <a:cubicBezTo>
                  <a:pt x="1195" y="2301"/>
                  <a:pt x="1210" y="2315"/>
                  <a:pt x="1225" y="2315"/>
                </a:cubicBezTo>
                <a:cubicBezTo>
                  <a:pt x="1225" y="2286"/>
                  <a:pt x="1210" y="2256"/>
                  <a:pt x="1210" y="2226"/>
                </a:cubicBezTo>
                <a:close/>
                <a:moveTo>
                  <a:pt x="1285" y="2256"/>
                </a:moveTo>
                <a:cubicBezTo>
                  <a:pt x="1300" y="2286"/>
                  <a:pt x="1330" y="2301"/>
                  <a:pt x="1345" y="2315"/>
                </a:cubicBezTo>
                <a:lnTo>
                  <a:pt x="1375" y="2315"/>
                </a:lnTo>
                <a:cubicBezTo>
                  <a:pt x="1390" y="2301"/>
                  <a:pt x="1390" y="2301"/>
                  <a:pt x="1404" y="2286"/>
                </a:cubicBezTo>
                <a:cubicBezTo>
                  <a:pt x="1390" y="2271"/>
                  <a:pt x="1375" y="2256"/>
                  <a:pt x="1345" y="2256"/>
                </a:cubicBezTo>
                <a:close/>
                <a:moveTo>
                  <a:pt x="986" y="2211"/>
                </a:moveTo>
                <a:cubicBezTo>
                  <a:pt x="986" y="2256"/>
                  <a:pt x="986" y="2301"/>
                  <a:pt x="1001" y="2330"/>
                </a:cubicBezTo>
                <a:cubicBezTo>
                  <a:pt x="1031" y="2360"/>
                  <a:pt x="1076" y="2375"/>
                  <a:pt x="1121" y="2405"/>
                </a:cubicBezTo>
                <a:cubicBezTo>
                  <a:pt x="1151" y="2345"/>
                  <a:pt x="1121" y="2315"/>
                  <a:pt x="1091" y="2286"/>
                </a:cubicBezTo>
                <a:cubicBezTo>
                  <a:pt x="1061" y="2256"/>
                  <a:pt x="1031" y="2241"/>
                  <a:pt x="986" y="2211"/>
                </a:cubicBezTo>
                <a:close/>
                <a:moveTo>
                  <a:pt x="1371" y="2384"/>
                </a:moveTo>
                <a:cubicBezTo>
                  <a:pt x="1367" y="2384"/>
                  <a:pt x="1360" y="2395"/>
                  <a:pt x="1360" y="2405"/>
                </a:cubicBezTo>
                <a:cubicBezTo>
                  <a:pt x="1345" y="2435"/>
                  <a:pt x="1330" y="2450"/>
                  <a:pt x="1315" y="2480"/>
                </a:cubicBezTo>
                <a:cubicBezTo>
                  <a:pt x="1345" y="2450"/>
                  <a:pt x="1375" y="2420"/>
                  <a:pt x="1404" y="2405"/>
                </a:cubicBezTo>
                <a:cubicBezTo>
                  <a:pt x="1404" y="2390"/>
                  <a:pt x="1390" y="2390"/>
                  <a:pt x="1375" y="2390"/>
                </a:cubicBezTo>
                <a:cubicBezTo>
                  <a:pt x="1375" y="2386"/>
                  <a:pt x="1373" y="2384"/>
                  <a:pt x="1371" y="2384"/>
                </a:cubicBezTo>
                <a:close/>
                <a:moveTo>
                  <a:pt x="837" y="2450"/>
                </a:moveTo>
                <a:cubicBezTo>
                  <a:pt x="837" y="2480"/>
                  <a:pt x="852" y="2495"/>
                  <a:pt x="867" y="2525"/>
                </a:cubicBezTo>
                <a:cubicBezTo>
                  <a:pt x="882" y="2495"/>
                  <a:pt x="882" y="2465"/>
                  <a:pt x="897" y="2450"/>
                </a:cubicBezTo>
                <a:close/>
                <a:moveTo>
                  <a:pt x="7765" y="2373"/>
                </a:moveTo>
                <a:cubicBezTo>
                  <a:pt x="7736" y="2373"/>
                  <a:pt x="7707" y="2385"/>
                  <a:pt x="7677" y="2420"/>
                </a:cubicBezTo>
                <a:cubicBezTo>
                  <a:pt x="7663" y="2435"/>
                  <a:pt x="7633" y="2450"/>
                  <a:pt x="7618" y="2450"/>
                </a:cubicBezTo>
                <a:cubicBezTo>
                  <a:pt x="7588" y="2510"/>
                  <a:pt x="7618" y="2525"/>
                  <a:pt x="7663" y="2540"/>
                </a:cubicBezTo>
                <a:cubicBezTo>
                  <a:pt x="7711" y="2540"/>
                  <a:pt x="7760" y="2553"/>
                  <a:pt x="7809" y="2553"/>
                </a:cubicBezTo>
                <a:cubicBezTo>
                  <a:pt x="7850" y="2553"/>
                  <a:pt x="7891" y="2544"/>
                  <a:pt x="7931" y="2510"/>
                </a:cubicBezTo>
                <a:cubicBezTo>
                  <a:pt x="7976" y="2525"/>
                  <a:pt x="8036" y="2525"/>
                  <a:pt x="8081" y="2540"/>
                </a:cubicBezTo>
                <a:cubicBezTo>
                  <a:pt x="8111" y="2480"/>
                  <a:pt x="8066" y="2465"/>
                  <a:pt x="8021" y="2450"/>
                </a:cubicBezTo>
                <a:cubicBezTo>
                  <a:pt x="7991" y="2435"/>
                  <a:pt x="7946" y="2450"/>
                  <a:pt x="7902" y="2420"/>
                </a:cubicBezTo>
                <a:cubicBezTo>
                  <a:pt x="7856" y="2402"/>
                  <a:pt x="7811" y="2373"/>
                  <a:pt x="7765" y="2373"/>
                </a:cubicBezTo>
                <a:close/>
                <a:moveTo>
                  <a:pt x="10046" y="2535"/>
                </a:moveTo>
                <a:cubicBezTo>
                  <a:pt x="10043" y="2535"/>
                  <a:pt x="10040" y="2537"/>
                  <a:pt x="10037" y="2540"/>
                </a:cubicBezTo>
                <a:cubicBezTo>
                  <a:pt x="10037" y="2540"/>
                  <a:pt x="10022" y="2554"/>
                  <a:pt x="10022" y="2569"/>
                </a:cubicBezTo>
                <a:cubicBezTo>
                  <a:pt x="10022" y="2584"/>
                  <a:pt x="10037" y="2584"/>
                  <a:pt x="10052" y="2599"/>
                </a:cubicBezTo>
                <a:cubicBezTo>
                  <a:pt x="10052" y="2584"/>
                  <a:pt x="10067" y="2569"/>
                  <a:pt x="10067" y="2554"/>
                </a:cubicBezTo>
                <a:cubicBezTo>
                  <a:pt x="10067" y="2554"/>
                  <a:pt x="10058" y="2535"/>
                  <a:pt x="10046" y="2535"/>
                </a:cubicBezTo>
                <a:close/>
                <a:moveTo>
                  <a:pt x="11038" y="2480"/>
                </a:moveTo>
                <a:lnTo>
                  <a:pt x="11038" y="2480"/>
                </a:lnTo>
                <a:cubicBezTo>
                  <a:pt x="11023" y="2495"/>
                  <a:pt x="10993" y="2510"/>
                  <a:pt x="10978" y="2510"/>
                </a:cubicBezTo>
                <a:cubicBezTo>
                  <a:pt x="10993" y="2540"/>
                  <a:pt x="10993" y="2569"/>
                  <a:pt x="11008" y="2599"/>
                </a:cubicBezTo>
                <a:cubicBezTo>
                  <a:pt x="11113" y="2584"/>
                  <a:pt x="11023" y="2525"/>
                  <a:pt x="11038" y="2480"/>
                </a:cubicBezTo>
                <a:close/>
                <a:moveTo>
                  <a:pt x="11411" y="2375"/>
                </a:moveTo>
                <a:cubicBezTo>
                  <a:pt x="11397" y="2375"/>
                  <a:pt x="11382" y="2390"/>
                  <a:pt x="11367" y="2405"/>
                </a:cubicBezTo>
                <a:cubicBezTo>
                  <a:pt x="11397" y="2435"/>
                  <a:pt x="11441" y="2450"/>
                  <a:pt x="11471" y="2480"/>
                </a:cubicBezTo>
                <a:cubicBezTo>
                  <a:pt x="11441" y="2525"/>
                  <a:pt x="11411" y="2569"/>
                  <a:pt x="11382" y="2614"/>
                </a:cubicBezTo>
                <a:cubicBezTo>
                  <a:pt x="11382" y="2629"/>
                  <a:pt x="11397" y="2629"/>
                  <a:pt x="11411" y="2644"/>
                </a:cubicBezTo>
                <a:cubicBezTo>
                  <a:pt x="11441" y="2584"/>
                  <a:pt x="11471" y="2540"/>
                  <a:pt x="11501" y="2480"/>
                </a:cubicBezTo>
                <a:cubicBezTo>
                  <a:pt x="11531" y="2390"/>
                  <a:pt x="11426" y="2420"/>
                  <a:pt x="11411" y="2375"/>
                </a:cubicBezTo>
                <a:close/>
                <a:moveTo>
                  <a:pt x="717" y="2510"/>
                </a:moveTo>
                <a:lnTo>
                  <a:pt x="688" y="2629"/>
                </a:lnTo>
                <a:cubicBezTo>
                  <a:pt x="702" y="2637"/>
                  <a:pt x="714" y="2640"/>
                  <a:pt x="723" y="2640"/>
                </a:cubicBezTo>
                <a:cubicBezTo>
                  <a:pt x="732" y="2640"/>
                  <a:pt x="740" y="2637"/>
                  <a:pt x="747" y="2629"/>
                </a:cubicBezTo>
                <a:cubicBezTo>
                  <a:pt x="762" y="2614"/>
                  <a:pt x="762" y="2614"/>
                  <a:pt x="762" y="2599"/>
                </a:cubicBezTo>
                <a:cubicBezTo>
                  <a:pt x="762" y="2614"/>
                  <a:pt x="777" y="2629"/>
                  <a:pt x="807" y="2659"/>
                </a:cubicBezTo>
                <a:cubicBezTo>
                  <a:pt x="837" y="2644"/>
                  <a:pt x="867" y="2644"/>
                  <a:pt x="897" y="2629"/>
                </a:cubicBezTo>
                <a:lnTo>
                  <a:pt x="1001" y="2629"/>
                </a:lnTo>
                <a:cubicBezTo>
                  <a:pt x="1016" y="2614"/>
                  <a:pt x="1016" y="2584"/>
                  <a:pt x="1001" y="2569"/>
                </a:cubicBezTo>
                <a:cubicBezTo>
                  <a:pt x="971" y="2584"/>
                  <a:pt x="927" y="2599"/>
                  <a:pt x="897" y="2614"/>
                </a:cubicBezTo>
                <a:cubicBezTo>
                  <a:pt x="867" y="2584"/>
                  <a:pt x="852" y="2569"/>
                  <a:pt x="837" y="2540"/>
                </a:cubicBezTo>
                <a:cubicBezTo>
                  <a:pt x="792" y="2540"/>
                  <a:pt x="777" y="2554"/>
                  <a:pt x="762" y="2569"/>
                </a:cubicBezTo>
                <a:cubicBezTo>
                  <a:pt x="762" y="2540"/>
                  <a:pt x="747" y="2525"/>
                  <a:pt x="717" y="2510"/>
                </a:cubicBezTo>
                <a:close/>
                <a:moveTo>
                  <a:pt x="9390" y="2245"/>
                </a:moveTo>
                <a:cubicBezTo>
                  <a:pt x="9373" y="2245"/>
                  <a:pt x="9355" y="2248"/>
                  <a:pt x="9335" y="2256"/>
                </a:cubicBezTo>
                <a:cubicBezTo>
                  <a:pt x="9305" y="2256"/>
                  <a:pt x="9291" y="2271"/>
                  <a:pt x="9261" y="2271"/>
                </a:cubicBezTo>
                <a:cubicBezTo>
                  <a:pt x="9111" y="2301"/>
                  <a:pt x="8962" y="2330"/>
                  <a:pt x="8828" y="2345"/>
                </a:cubicBezTo>
                <a:cubicBezTo>
                  <a:pt x="8798" y="2345"/>
                  <a:pt x="8783" y="2360"/>
                  <a:pt x="8768" y="2360"/>
                </a:cubicBezTo>
                <a:cubicBezTo>
                  <a:pt x="8768" y="2390"/>
                  <a:pt x="8783" y="2420"/>
                  <a:pt x="8798" y="2450"/>
                </a:cubicBezTo>
                <a:cubicBezTo>
                  <a:pt x="8810" y="2456"/>
                  <a:pt x="8820" y="2460"/>
                  <a:pt x="8828" y="2460"/>
                </a:cubicBezTo>
                <a:cubicBezTo>
                  <a:pt x="8840" y="2460"/>
                  <a:pt x="8849" y="2452"/>
                  <a:pt x="8857" y="2435"/>
                </a:cubicBezTo>
                <a:cubicBezTo>
                  <a:pt x="8946" y="2413"/>
                  <a:pt x="9027" y="2374"/>
                  <a:pt x="9111" y="2374"/>
                </a:cubicBezTo>
                <a:cubicBezTo>
                  <a:pt x="9141" y="2374"/>
                  <a:pt x="9170" y="2379"/>
                  <a:pt x="9201" y="2390"/>
                </a:cubicBezTo>
                <a:cubicBezTo>
                  <a:pt x="9261" y="2405"/>
                  <a:pt x="9305" y="2405"/>
                  <a:pt x="9350" y="2420"/>
                </a:cubicBezTo>
                <a:cubicBezTo>
                  <a:pt x="9395" y="2435"/>
                  <a:pt x="9440" y="2435"/>
                  <a:pt x="9455" y="2465"/>
                </a:cubicBezTo>
                <a:cubicBezTo>
                  <a:pt x="9470" y="2480"/>
                  <a:pt x="9485" y="2495"/>
                  <a:pt x="9500" y="2510"/>
                </a:cubicBezTo>
                <a:cubicBezTo>
                  <a:pt x="9530" y="2525"/>
                  <a:pt x="9574" y="2525"/>
                  <a:pt x="9604" y="2554"/>
                </a:cubicBezTo>
                <a:cubicBezTo>
                  <a:pt x="9604" y="2569"/>
                  <a:pt x="9619" y="2569"/>
                  <a:pt x="9634" y="2584"/>
                </a:cubicBezTo>
                <a:cubicBezTo>
                  <a:pt x="9647" y="2611"/>
                  <a:pt x="9661" y="2661"/>
                  <a:pt x="9706" y="2661"/>
                </a:cubicBezTo>
                <a:cubicBezTo>
                  <a:pt x="9711" y="2661"/>
                  <a:pt x="9717" y="2661"/>
                  <a:pt x="9724" y="2659"/>
                </a:cubicBezTo>
                <a:cubicBezTo>
                  <a:pt x="9769" y="2644"/>
                  <a:pt x="9769" y="2599"/>
                  <a:pt x="9769" y="2554"/>
                </a:cubicBezTo>
                <a:cubicBezTo>
                  <a:pt x="9769" y="2510"/>
                  <a:pt x="9709" y="2495"/>
                  <a:pt x="9679" y="2450"/>
                </a:cubicBezTo>
                <a:cubicBezTo>
                  <a:pt x="9679" y="2405"/>
                  <a:pt x="9619" y="2420"/>
                  <a:pt x="9604" y="2405"/>
                </a:cubicBezTo>
                <a:cubicBezTo>
                  <a:pt x="9589" y="2390"/>
                  <a:pt x="9574" y="2375"/>
                  <a:pt x="9574" y="2375"/>
                </a:cubicBezTo>
                <a:cubicBezTo>
                  <a:pt x="9512" y="2326"/>
                  <a:pt x="9471" y="2245"/>
                  <a:pt x="9390" y="2245"/>
                </a:cubicBezTo>
                <a:close/>
                <a:moveTo>
                  <a:pt x="11083" y="2674"/>
                </a:moveTo>
                <a:cubicBezTo>
                  <a:pt x="11083" y="2704"/>
                  <a:pt x="11083" y="2734"/>
                  <a:pt x="11098" y="2764"/>
                </a:cubicBezTo>
                <a:cubicBezTo>
                  <a:pt x="11098" y="2764"/>
                  <a:pt x="11113" y="2749"/>
                  <a:pt x="11128" y="2734"/>
                </a:cubicBezTo>
                <a:cubicBezTo>
                  <a:pt x="11113" y="2719"/>
                  <a:pt x="11098" y="2704"/>
                  <a:pt x="11083" y="2674"/>
                </a:cubicBezTo>
                <a:close/>
                <a:moveTo>
                  <a:pt x="10575" y="2674"/>
                </a:moveTo>
                <a:cubicBezTo>
                  <a:pt x="10560" y="2689"/>
                  <a:pt x="10545" y="2719"/>
                  <a:pt x="10530" y="2734"/>
                </a:cubicBezTo>
                <a:cubicBezTo>
                  <a:pt x="10545" y="2749"/>
                  <a:pt x="10575" y="2764"/>
                  <a:pt x="10605" y="2779"/>
                </a:cubicBezTo>
                <a:cubicBezTo>
                  <a:pt x="10590" y="2734"/>
                  <a:pt x="10575" y="2704"/>
                  <a:pt x="10575" y="2674"/>
                </a:cubicBezTo>
                <a:close/>
                <a:moveTo>
                  <a:pt x="10754" y="2301"/>
                </a:moveTo>
                <a:cubicBezTo>
                  <a:pt x="10739" y="2315"/>
                  <a:pt x="10739" y="2330"/>
                  <a:pt x="10724" y="2330"/>
                </a:cubicBezTo>
                <a:lnTo>
                  <a:pt x="10724" y="2345"/>
                </a:lnTo>
                <a:cubicBezTo>
                  <a:pt x="10680" y="2345"/>
                  <a:pt x="10620" y="2360"/>
                  <a:pt x="10575" y="2375"/>
                </a:cubicBezTo>
                <a:cubicBezTo>
                  <a:pt x="10590" y="2405"/>
                  <a:pt x="10590" y="2450"/>
                  <a:pt x="10605" y="2480"/>
                </a:cubicBezTo>
                <a:lnTo>
                  <a:pt x="10665" y="2480"/>
                </a:lnTo>
                <a:cubicBezTo>
                  <a:pt x="10680" y="2450"/>
                  <a:pt x="10709" y="2435"/>
                  <a:pt x="10739" y="2405"/>
                </a:cubicBezTo>
                <a:cubicBezTo>
                  <a:pt x="10739" y="2405"/>
                  <a:pt x="10739" y="2405"/>
                  <a:pt x="10739" y="2420"/>
                </a:cubicBezTo>
                <a:cubicBezTo>
                  <a:pt x="10724" y="2420"/>
                  <a:pt x="10724" y="2420"/>
                  <a:pt x="10709" y="2435"/>
                </a:cubicBezTo>
                <a:cubicBezTo>
                  <a:pt x="10709" y="2450"/>
                  <a:pt x="10709" y="2465"/>
                  <a:pt x="10709" y="2480"/>
                </a:cubicBezTo>
                <a:cubicBezTo>
                  <a:pt x="10709" y="2510"/>
                  <a:pt x="10724" y="2525"/>
                  <a:pt x="10695" y="2554"/>
                </a:cubicBezTo>
                <a:cubicBezTo>
                  <a:pt x="10695" y="2554"/>
                  <a:pt x="10695" y="2569"/>
                  <a:pt x="10695" y="2569"/>
                </a:cubicBezTo>
                <a:cubicBezTo>
                  <a:pt x="10709" y="2584"/>
                  <a:pt x="10709" y="2599"/>
                  <a:pt x="10724" y="2599"/>
                </a:cubicBezTo>
                <a:cubicBezTo>
                  <a:pt x="10739" y="2614"/>
                  <a:pt x="10754" y="2622"/>
                  <a:pt x="10767" y="2622"/>
                </a:cubicBezTo>
                <a:cubicBezTo>
                  <a:pt x="10780" y="2622"/>
                  <a:pt x="10792" y="2614"/>
                  <a:pt x="10799" y="2599"/>
                </a:cubicBezTo>
                <a:lnTo>
                  <a:pt x="10799" y="2599"/>
                </a:lnTo>
                <a:cubicBezTo>
                  <a:pt x="10829" y="2644"/>
                  <a:pt x="10754" y="2629"/>
                  <a:pt x="10754" y="2659"/>
                </a:cubicBezTo>
                <a:cubicBezTo>
                  <a:pt x="10739" y="2704"/>
                  <a:pt x="10709" y="2749"/>
                  <a:pt x="10695" y="2793"/>
                </a:cubicBezTo>
                <a:cubicBezTo>
                  <a:pt x="10739" y="2764"/>
                  <a:pt x="10784" y="2734"/>
                  <a:pt x="10844" y="2719"/>
                </a:cubicBezTo>
                <a:cubicBezTo>
                  <a:pt x="10874" y="2704"/>
                  <a:pt x="10889" y="2674"/>
                  <a:pt x="10889" y="2644"/>
                </a:cubicBezTo>
                <a:cubicBezTo>
                  <a:pt x="10889" y="2644"/>
                  <a:pt x="10889" y="2644"/>
                  <a:pt x="10904" y="2629"/>
                </a:cubicBezTo>
                <a:cubicBezTo>
                  <a:pt x="10904" y="2599"/>
                  <a:pt x="10919" y="2554"/>
                  <a:pt x="10919" y="2525"/>
                </a:cubicBezTo>
                <a:cubicBezTo>
                  <a:pt x="10919" y="2480"/>
                  <a:pt x="10904" y="2435"/>
                  <a:pt x="10904" y="2405"/>
                </a:cubicBezTo>
                <a:cubicBezTo>
                  <a:pt x="10889" y="2345"/>
                  <a:pt x="10829" y="2360"/>
                  <a:pt x="10814" y="2345"/>
                </a:cubicBezTo>
                <a:cubicBezTo>
                  <a:pt x="10784" y="2330"/>
                  <a:pt x="10769" y="2315"/>
                  <a:pt x="10754" y="2301"/>
                </a:cubicBezTo>
                <a:close/>
                <a:moveTo>
                  <a:pt x="10963" y="2673"/>
                </a:moveTo>
                <a:cubicBezTo>
                  <a:pt x="10943" y="2673"/>
                  <a:pt x="10928" y="2685"/>
                  <a:pt x="10919" y="2704"/>
                </a:cubicBezTo>
                <a:cubicBezTo>
                  <a:pt x="10904" y="2749"/>
                  <a:pt x="10933" y="2793"/>
                  <a:pt x="10948" y="2823"/>
                </a:cubicBezTo>
                <a:cubicBezTo>
                  <a:pt x="10993" y="2823"/>
                  <a:pt x="11023" y="2808"/>
                  <a:pt x="11068" y="2808"/>
                </a:cubicBezTo>
                <a:cubicBezTo>
                  <a:pt x="11098" y="2808"/>
                  <a:pt x="11098" y="2793"/>
                  <a:pt x="11098" y="2764"/>
                </a:cubicBezTo>
                <a:lnTo>
                  <a:pt x="11008" y="2689"/>
                </a:lnTo>
                <a:cubicBezTo>
                  <a:pt x="10991" y="2677"/>
                  <a:pt x="10976" y="2673"/>
                  <a:pt x="10963" y="2673"/>
                </a:cubicBezTo>
                <a:close/>
                <a:moveTo>
                  <a:pt x="1419" y="2808"/>
                </a:moveTo>
                <a:cubicBezTo>
                  <a:pt x="1404" y="2823"/>
                  <a:pt x="1375" y="2838"/>
                  <a:pt x="1360" y="2853"/>
                </a:cubicBezTo>
                <a:cubicBezTo>
                  <a:pt x="1345" y="2883"/>
                  <a:pt x="1360" y="2898"/>
                  <a:pt x="1390" y="2898"/>
                </a:cubicBezTo>
                <a:cubicBezTo>
                  <a:pt x="1390" y="2883"/>
                  <a:pt x="1404" y="2883"/>
                  <a:pt x="1404" y="2883"/>
                </a:cubicBezTo>
                <a:cubicBezTo>
                  <a:pt x="1419" y="2883"/>
                  <a:pt x="1419" y="2868"/>
                  <a:pt x="1434" y="2853"/>
                </a:cubicBezTo>
                <a:cubicBezTo>
                  <a:pt x="1434" y="2838"/>
                  <a:pt x="1419" y="2823"/>
                  <a:pt x="1419" y="2808"/>
                </a:cubicBezTo>
                <a:close/>
                <a:moveTo>
                  <a:pt x="792" y="2644"/>
                </a:moveTo>
                <a:cubicBezTo>
                  <a:pt x="777" y="2644"/>
                  <a:pt x="762" y="2659"/>
                  <a:pt x="747" y="2674"/>
                </a:cubicBezTo>
                <a:cubicBezTo>
                  <a:pt x="732" y="2674"/>
                  <a:pt x="732" y="2689"/>
                  <a:pt x="717" y="2704"/>
                </a:cubicBezTo>
                <a:cubicBezTo>
                  <a:pt x="717" y="2734"/>
                  <a:pt x="717" y="2764"/>
                  <a:pt x="732" y="2793"/>
                </a:cubicBezTo>
                <a:cubicBezTo>
                  <a:pt x="722" y="2793"/>
                  <a:pt x="719" y="2787"/>
                  <a:pt x="718" y="2787"/>
                </a:cubicBezTo>
                <a:cubicBezTo>
                  <a:pt x="717" y="2787"/>
                  <a:pt x="717" y="2788"/>
                  <a:pt x="717" y="2793"/>
                </a:cubicBezTo>
                <a:cubicBezTo>
                  <a:pt x="717" y="2764"/>
                  <a:pt x="717" y="2749"/>
                  <a:pt x="702" y="2734"/>
                </a:cubicBezTo>
                <a:cubicBezTo>
                  <a:pt x="702" y="2719"/>
                  <a:pt x="702" y="2719"/>
                  <a:pt x="688" y="2719"/>
                </a:cubicBezTo>
                <a:cubicBezTo>
                  <a:pt x="658" y="2734"/>
                  <a:pt x="628" y="2764"/>
                  <a:pt x="598" y="2793"/>
                </a:cubicBezTo>
                <a:cubicBezTo>
                  <a:pt x="613" y="2808"/>
                  <a:pt x="613" y="2823"/>
                  <a:pt x="628" y="2838"/>
                </a:cubicBezTo>
                <a:lnTo>
                  <a:pt x="658" y="2838"/>
                </a:lnTo>
                <a:cubicBezTo>
                  <a:pt x="688" y="2853"/>
                  <a:pt x="732" y="2883"/>
                  <a:pt x="777" y="2898"/>
                </a:cubicBezTo>
                <a:cubicBezTo>
                  <a:pt x="792" y="2913"/>
                  <a:pt x="807" y="2913"/>
                  <a:pt x="822" y="2928"/>
                </a:cubicBezTo>
                <a:cubicBezTo>
                  <a:pt x="822" y="2898"/>
                  <a:pt x="837" y="2883"/>
                  <a:pt x="837" y="2853"/>
                </a:cubicBezTo>
                <a:cubicBezTo>
                  <a:pt x="856" y="2848"/>
                  <a:pt x="870" y="2846"/>
                  <a:pt x="881" y="2846"/>
                </a:cubicBezTo>
                <a:cubicBezTo>
                  <a:pt x="939" y="2846"/>
                  <a:pt x="897" y="2905"/>
                  <a:pt x="897" y="2943"/>
                </a:cubicBezTo>
                <a:lnTo>
                  <a:pt x="912" y="2943"/>
                </a:lnTo>
                <a:cubicBezTo>
                  <a:pt x="927" y="2928"/>
                  <a:pt x="949" y="2928"/>
                  <a:pt x="971" y="2928"/>
                </a:cubicBezTo>
                <a:cubicBezTo>
                  <a:pt x="994" y="2928"/>
                  <a:pt x="1016" y="2928"/>
                  <a:pt x="1031" y="2913"/>
                </a:cubicBezTo>
                <a:cubicBezTo>
                  <a:pt x="1085" y="2806"/>
                  <a:pt x="1042" y="2746"/>
                  <a:pt x="913" y="2746"/>
                </a:cubicBezTo>
                <a:cubicBezTo>
                  <a:pt x="899" y="2746"/>
                  <a:pt x="883" y="2747"/>
                  <a:pt x="867" y="2749"/>
                </a:cubicBezTo>
                <a:cubicBezTo>
                  <a:pt x="837" y="2719"/>
                  <a:pt x="822" y="2689"/>
                  <a:pt x="807" y="2659"/>
                </a:cubicBezTo>
                <a:cubicBezTo>
                  <a:pt x="807" y="2659"/>
                  <a:pt x="792" y="2659"/>
                  <a:pt x="792" y="2644"/>
                </a:cubicBezTo>
                <a:close/>
                <a:moveTo>
                  <a:pt x="10560" y="2838"/>
                </a:moveTo>
                <a:cubicBezTo>
                  <a:pt x="10560" y="2853"/>
                  <a:pt x="10545" y="2868"/>
                  <a:pt x="10530" y="2883"/>
                </a:cubicBezTo>
                <a:cubicBezTo>
                  <a:pt x="10545" y="2913"/>
                  <a:pt x="10560" y="2928"/>
                  <a:pt x="10575" y="2943"/>
                </a:cubicBezTo>
                <a:cubicBezTo>
                  <a:pt x="10575" y="2913"/>
                  <a:pt x="10575" y="2883"/>
                  <a:pt x="10560" y="2838"/>
                </a:cubicBezTo>
                <a:close/>
                <a:moveTo>
                  <a:pt x="11128" y="2823"/>
                </a:moveTo>
                <a:cubicBezTo>
                  <a:pt x="11113" y="2823"/>
                  <a:pt x="11083" y="2838"/>
                  <a:pt x="11068" y="2838"/>
                </a:cubicBezTo>
                <a:cubicBezTo>
                  <a:pt x="11053" y="2868"/>
                  <a:pt x="11023" y="2898"/>
                  <a:pt x="11008" y="2928"/>
                </a:cubicBezTo>
                <a:cubicBezTo>
                  <a:pt x="11023" y="2928"/>
                  <a:pt x="11053" y="2943"/>
                  <a:pt x="11068" y="2943"/>
                </a:cubicBezTo>
                <a:cubicBezTo>
                  <a:pt x="11083" y="2928"/>
                  <a:pt x="11098" y="2913"/>
                  <a:pt x="11098" y="2883"/>
                </a:cubicBezTo>
                <a:cubicBezTo>
                  <a:pt x="11113" y="2868"/>
                  <a:pt x="11113" y="2853"/>
                  <a:pt x="11128" y="2823"/>
                </a:cubicBezTo>
                <a:close/>
                <a:moveTo>
                  <a:pt x="7304" y="2764"/>
                </a:moveTo>
                <a:cubicBezTo>
                  <a:pt x="7289" y="2779"/>
                  <a:pt x="7259" y="2793"/>
                  <a:pt x="7244" y="2793"/>
                </a:cubicBezTo>
                <a:cubicBezTo>
                  <a:pt x="7244" y="2868"/>
                  <a:pt x="7259" y="2928"/>
                  <a:pt x="7274" y="3003"/>
                </a:cubicBezTo>
                <a:lnTo>
                  <a:pt x="7334" y="2973"/>
                </a:lnTo>
                <a:cubicBezTo>
                  <a:pt x="7334" y="2973"/>
                  <a:pt x="7334" y="2958"/>
                  <a:pt x="7334" y="2958"/>
                </a:cubicBezTo>
                <a:cubicBezTo>
                  <a:pt x="7334" y="2913"/>
                  <a:pt x="7319" y="2868"/>
                  <a:pt x="7319" y="2823"/>
                </a:cubicBezTo>
                <a:cubicBezTo>
                  <a:pt x="7319" y="2808"/>
                  <a:pt x="7319" y="2779"/>
                  <a:pt x="7304" y="2764"/>
                </a:cubicBezTo>
                <a:close/>
                <a:moveTo>
                  <a:pt x="10515" y="3092"/>
                </a:moveTo>
                <a:lnTo>
                  <a:pt x="10470" y="3182"/>
                </a:lnTo>
                <a:cubicBezTo>
                  <a:pt x="10485" y="3167"/>
                  <a:pt x="10515" y="3152"/>
                  <a:pt x="10545" y="3137"/>
                </a:cubicBezTo>
                <a:cubicBezTo>
                  <a:pt x="10545" y="3122"/>
                  <a:pt x="10530" y="3107"/>
                  <a:pt x="10515" y="3092"/>
                </a:cubicBezTo>
                <a:close/>
                <a:moveTo>
                  <a:pt x="10351" y="3152"/>
                </a:moveTo>
                <a:cubicBezTo>
                  <a:pt x="10381" y="3182"/>
                  <a:pt x="10411" y="3212"/>
                  <a:pt x="10456" y="3242"/>
                </a:cubicBezTo>
                <a:lnTo>
                  <a:pt x="10470" y="3182"/>
                </a:lnTo>
                <a:lnTo>
                  <a:pt x="10470" y="3167"/>
                </a:lnTo>
                <a:cubicBezTo>
                  <a:pt x="10426" y="3167"/>
                  <a:pt x="10381" y="3152"/>
                  <a:pt x="10351" y="3152"/>
                </a:cubicBezTo>
                <a:close/>
                <a:moveTo>
                  <a:pt x="10919" y="3227"/>
                </a:moveTo>
                <a:cubicBezTo>
                  <a:pt x="10919" y="3256"/>
                  <a:pt x="10919" y="3271"/>
                  <a:pt x="10919" y="3286"/>
                </a:cubicBezTo>
                <a:cubicBezTo>
                  <a:pt x="10933" y="3286"/>
                  <a:pt x="10948" y="3271"/>
                  <a:pt x="10963" y="3256"/>
                </a:cubicBezTo>
                <a:cubicBezTo>
                  <a:pt x="10948" y="3242"/>
                  <a:pt x="10933" y="3242"/>
                  <a:pt x="10919" y="3227"/>
                </a:cubicBezTo>
                <a:close/>
                <a:moveTo>
                  <a:pt x="11539" y="2700"/>
                </a:moveTo>
                <a:cubicBezTo>
                  <a:pt x="11527" y="2700"/>
                  <a:pt x="11506" y="2707"/>
                  <a:pt x="11471" y="2719"/>
                </a:cubicBezTo>
                <a:cubicBezTo>
                  <a:pt x="11441" y="2734"/>
                  <a:pt x="11456" y="2764"/>
                  <a:pt x="11441" y="2793"/>
                </a:cubicBezTo>
                <a:cubicBezTo>
                  <a:pt x="11382" y="2823"/>
                  <a:pt x="11322" y="2853"/>
                  <a:pt x="11277" y="2883"/>
                </a:cubicBezTo>
                <a:cubicBezTo>
                  <a:pt x="11248" y="2874"/>
                  <a:pt x="11214" y="2840"/>
                  <a:pt x="11181" y="2840"/>
                </a:cubicBezTo>
                <a:cubicBezTo>
                  <a:pt x="11162" y="2840"/>
                  <a:pt x="11144" y="2851"/>
                  <a:pt x="11128" y="2883"/>
                </a:cubicBezTo>
                <a:cubicBezTo>
                  <a:pt x="11128" y="2913"/>
                  <a:pt x="11098" y="2928"/>
                  <a:pt x="11083" y="2928"/>
                </a:cubicBezTo>
                <a:cubicBezTo>
                  <a:pt x="11083" y="2928"/>
                  <a:pt x="11068" y="2943"/>
                  <a:pt x="11068" y="2943"/>
                </a:cubicBezTo>
                <a:cubicBezTo>
                  <a:pt x="11083" y="2973"/>
                  <a:pt x="11113" y="3003"/>
                  <a:pt x="11128" y="3032"/>
                </a:cubicBezTo>
                <a:cubicBezTo>
                  <a:pt x="11113" y="3047"/>
                  <a:pt x="11113" y="3077"/>
                  <a:pt x="11098" y="3092"/>
                </a:cubicBezTo>
                <a:cubicBezTo>
                  <a:pt x="11143" y="3092"/>
                  <a:pt x="11172" y="3107"/>
                  <a:pt x="11202" y="3107"/>
                </a:cubicBezTo>
                <a:cubicBezTo>
                  <a:pt x="11217" y="3107"/>
                  <a:pt x="11217" y="3122"/>
                  <a:pt x="11217" y="3122"/>
                </a:cubicBezTo>
                <a:cubicBezTo>
                  <a:pt x="11217" y="3137"/>
                  <a:pt x="11202" y="3152"/>
                  <a:pt x="11202" y="3167"/>
                </a:cubicBezTo>
                <a:cubicBezTo>
                  <a:pt x="11195" y="3160"/>
                  <a:pt x="11185" y="3150"/>
                  <a:pt x="11175" y="3150"/>
                </a:cubicBezTo>
                <a:cubicBezTo>
                  <a:pt x="11163" y="3150"/>
                  <a:pt x="11151" y="3163"/>
                  <a:pt x="11143" y="3212"/>
                </a:cubicBezTo>
                <a:cubicBezTo>
                  <a:pt x="11143" y="3212"/>
                  <a:pt x="11143" y="3227"/>
                  <a:pt x="11143" y="3227"/>
                </a:cubicBezTo>
                <a:lnTo>
                  <a:pt x="11202" y="3242"/>
                </a:lnTo>
                <a:cubicBezTo>
                  <a:pt x="11202" y="3256"/>
                  <a:pt x="11202" y="3256"/>
                  <a:pt x="11202" y="3271"/>
                </a:cubicBezTo>
                <a:cubicBezTo>
                  <a:pt x="11217" y="3286"/>
                  <a:pt x="11247" y="3301"/>
                  <a:pt x="11262" y="3301"/>
                </a:cubicBezTo>
                <a:lnTo>
                  <a:pt x="11307" y="3301"/>
                </a:lnTo>
                <a:cubicBezTo>
                  <a:pt x="11426" y="3256"/>
                  <a:pt x="11367" y="3152"/>
                  <a:pt x="11397" y="3077"/>
                </a:cubicBezTo>
                <a:cubicBezTo>
                  <a:pt x="11397" y="3062"/>
                  <a:pt x="11411" y="3032"/>
                  <a:pt x="11397" y="3017"/>
                </a:cubicBezTo>
                <a:lnTo>
                  <a:pt x="11397" y="3017"/>
                </a:lnTo>
                <a:cubicBezTo>
                  <a:pt x="11411" y="3032"/>
                  <a:pt x="11426" y="3032"/>
                  <a:pt x="11441" y="3032"/>
                </a:cubicBezTo>
                <a:cubicBezTo>
                  <a:pt x="11501" y="3032"/>
                  <a:pt x="11561" y="3017"/>
                  <a:pt x="11621" y="3017"/>
                </a:cubicBezTo>
                <a:cubicBezTo>
                  <a:pt x="11621" y="3003"/>
                  <a:pt x="11621" y="3003"/>
                  <a:pt x="11606" y="3003"/>
                </a:cubicBezTo>
                <a:cubicBezTo>
                  <a:pt x="11426" y="3003"/>
                  <a:pt x="11650" y="2913"/>
                  <a:pt x="11591" y="2883"/>
                </a:cubicBezTo>
                <a:cubicBezTo>
                  <a:pt x="11576" y="2853"/>
                  <a:pt x="11576" y="2823"/>
                  <a:pt x="11576" y="2793"/>
                </a:cubicBezTo>
                <a:cubicBezTo>
                  <a:pt x="11576" y="2793"/>
                  <a:pt x="11546" y="2779"/>
                  <a:pt x="11546" y="2764"/>
                </a:cubicBezTo>
                <a:cubicBezTo>
                  <a:pt x="11555" y="2718"/>
                  <a:pt x="11559" y="2700"/>
                  <a:pt x="11539" y="2700"/>
                </a:cubicBezTo>
                <a:close/>
                <a:moveTo>
                  <a:pt x="10799" y="3256"/>
                </a:moveTo>
                <a:cubicBezTo>
                  <a:pt x="10799" y="3271"/>
                  <a:pt x="10799" y="3271"/>
                  <a:pt x="10799" y="3286"/>
                </a:cubicBezTo>
                <a:cubicBezTo>
                  <a:pt x="10784" y="3301"/>
                  <a:pt x="10784" y="3331"/>
                  <a:pt x="10799" y="3346"/>
                </a:cubicBezTo>
                <a:cubicBezTo>
                  <a:pt x="10829" y="3361"/>
                  <a:pt x="10844" y="3361"/>
                  <a:pt x="10859" y="3376"/>
                </a:cubicBezTo>
                <a:cubicBezTo>
                  <a:pt x="10889" y="3376"/>
                  <a:pt x="10904" y="3376"/>
                  <a:pt x="10904" y="3346"/>
                </a:cubicBezTo>
                <a:cubicBezTo>
                  <a:pt x="10889" y="3331"/>
                  <a:pt x="10889" y="3331"/>
                  <a:pt x="10874" y="3316"/>
                </a:cubicBezTo>
                <a:cubicBezTo>
                  <a:pt x="10859" y="3301"/>
                  <a:pt x="10829" y="3271"/>
                  <a:pt x="10799" y="3256"/>
                </a:cubicBezTo>
                <a:close/>
                <a:moveTo>
                  <a:pt x="11038" y="3316"/>
                </a:moveTo>
                <a:cubicBezTo>
                  <a:pt x="11008" y="3316"/>
                  <a:pt x="10978" y="3331"/>
                  <a:pt x="10948" y="3346"/>
                </a:cubicBezTo>
                <a:cubicBezTo>
                  <a:pt x="10948" y="3361"/>
                  <a:pt x="10948" y="3391"/>
                  <a:pt x="10948" y="3406"/>
                </a:cubicBezTo>
                <a:lnTo>
                  <a:pt x="10978" y="3406"/>
                </a:lnTo>
                <a:cubicBezTo>
                  <a:pt x="10993" y="3376"/>
                  <a:pt x="11008" y="3346"/>
                  <a:pt x="11038" y="3316"/>
                </a:cubicBezTo>
                <a:close/>
                <a:moveTo>
                  <a:pt x="10799" y="3436"/>
                </a:moveTo>
                <a:cubicBezTo>
                  <a:pt x="10784" y="3451"/>
                  <a:pt x="10784" y="3466"/>
                  <a:pt x="10769" y="3480"/>
                </a:cubicBezTo>
                <a:cubicBezTo>
                  <a:pt x="10799" y="3480"/>
                  <a:pt x="10829" y="3466"/>
                  <a:pt x="10844" y="3451"/>
                </a:cubicBezTo>
                <a:cubicBezTo>
                  <a:pt x="10844" y="3451"/>
                  <a:pt x="10844" y="3451"/>
                  <a:pt x="10844" y="3436"/>
                </a:cubicBezTo>
                <a:close/>
                <a:moveTo>
                  <a:pt x="8523" y="2822"/>
                </a:moveTo>
                <a:cubicBezTo>
                  <a:pt x="8516" y="2822"/>
                  <a:pt x="8508" y="2822"/>
                  <a:pt x="8499" y="2823"/>
                </a:cubicBezTo>
                <a:cubicBezTo>
                  <a:pt x="8484" y="2868"/>
                  <a:pt x="8454" y="2928"/>
                  <a:pt x="8454" y="2973"/>
                </a:cubicBezTo>
                <a:cubicBezTo>
                  <a:pt x="8499" y="3152"/>
                  <a:pt x="8544" y="3316"/>
                  <a:pt x="8708" y="3406"/>
                </a:cubicBezTo>
                <a:cubicBezTo>
                  <a:pt x="8768" y="3436"/>
                  <a:pt x="8842" y="3451"/>
                  <a:pt x="8902" y="3466"/>
                </a:cubicBezTo>
                <a:cubicBezTo>
                  <a:pt x="8947" y="3480"/>
                  <a:pt x="8977" y="3495"/>
                  <a:pt x="9022" y="3495"/>
                </a:cubicBezTo>
                <a:cubicBezTo>
                  <a:pt x="9022" y="3480"/>
                  <a:pt x="9022" y="3451"/>
                  <a:pt x="9022" y="3436"/>
                </a:cubicBezTo>
                <a:cubicBezTo>
                  <a:pt x="8977" y="3376"/>
                  <a:pt x="8917" y="3346"/>
                  <a:pt x="8872" y="3316"/>
                </a:cubicBezTo>
                <a:cubicBezTo>
                  <a:pt x="8854" y="3310"/>
                  <a:pt x="8835" y="3306"/>
                  <a:pt x="8818" y="3306"/>
                </a:cubicBezTo>
                <a:cubicBezTo>
                  <a:pt x="8793" y="3306"/>
                  <a:pt x="8770" y="3314"/>
                  <a:pt x="8753" y="3331"/>
                </a:cubicBezTo>
                <a:cubicBezTo>
                  <a:pt x="8753" y="3286"/>
                  <a:pt x="8723" y="3256"/>
                  <a:pt x="8693" y="3227"/>
                </a:cubicBezTo>
                <a:cubicBezTo>
                  <a:pt x="8633" y="3182"/>
                  <a:pt x="8604" y="3107"/>
                  <a:pt x="8604" y="3032"/>
                </a:cubicBezTo>
                <a:cubicBezTo>
                  <a:pt x="8618" y="3017"/>
                  <a:pt x="8618" y="3003"/>
                  <a:pt x="8604" y="2988"/>
                </a:cubicBezTo>
                <a:cubicBezTo>
                  <a:pt x="8575" y="2931"/>
                  <a:pt x="8640" y="2822"/>
                  <a:pt x="8523" y="2822"/>
                </a:cubicBezTo>
                <a:close/>
                <a:moveTo>
                  <a:pt x="10232" y="3421"/>
                </a:moveTo>
                <a:lnTo>
                  <a:pt x="10232" y="3421"/>
                </a:lnTo>
                <a:cubicBezTo>
                  <a:pt x="10157" y="3436"/>
                  <a:pt x="10127" y="3451"/>
                  <a:pt x="10097" y="3466"/>
                </a:cubicBezTo>
                <a:cubicBezTo>
                  <a:pt x="10097" y="3466"/>
                  <a:pt x="10112" y="3480"/>
                  <a:pt x="10112" y="3495"/>
                </a:cubicBezTo>
                <a:cubicBezTo>
                  <a:pt x="10142" y="3480"/>
                  <a:pt x="10172" y="3466"/>
                  <a:pt x="10232" y="3421"/>
                </a:cubicBezTo>
                <a:close/>
                <a:moveTo>
                  <a:pt x="11815" y="3391"/>
                </a:moveTo>
                <a:cubicBezTo>
                  <a:pt x="11800" y="3421"/>
                  <a:pt x="11785" y="3451"/>
                  <a:pt x="11770" y="3466"/>
                </a:cubicBezTo>
                <a:cubicBezTo>
                  <a:pt x="11770" y="3480"/>
                  <a:pt x="11800" y="3510"/>
                  <a:pt x="11815" y="3510"/>
                </a:cubicBezTo>
                <a:cubicBezTo>
                  <a:pt x="11845" y="3510"/>
                  <a:pt x="11860" y="3480"/>
                  <a:pt x="11889" y="3451"/>
                </a:cubicBezTo>
                <a:cubicBezTo>
                  <a:pt x="11860" y="3436"/>
                  <a:pt x="11830" y="3421"/>
                  <a:pt x="11815" y="3391"/>
                </a:cubicBezTo>
                <a:close/>
                <a:moveTo>
                  <a:pt x="11217" y="3436"/>
                </a:moveTo>
                <a:cubicBezTo>
                  <a:pt x="11217" y="3466"/>
                  <a:pt x="11217" y="3495"/>
                  <a:pt x="11202" y="3510"/>
                </a:cubicBezTo>
                <a:cubicBezTo>
                  <a:pt x="11232" y="3525"/>
                  <a:pt x="11247" y="3540"/>
                  <a:pt x="11262" y="3540"/>
                </a:cubicBezTo>
                <a:cubicBezTo>
                  <a:pt x="11247" y="3510"/>
                  <a:pt x="11232" y="3480"/>
                  <a:pt x="11217" y="3436"/>
                </a:cubicBezTo>
                <a:close/>
                <a:moveTo>
                  <a:pt x="9853" y="2808"/>
                </a:moveTo>
                <a:cubicBezTo>
                  <a:pt x="9815" y="2808"/>
                  <a:pt x="9788" y="2828"/>
                  <a:pt x="9769" y="2868"/>
                </a:cubicBezTo>
                <a:cubicBezTo>
                  <a:pt x="9798" y="2928"/>
                  <a:pt x="9739" y="2958"/>
                  <a:pt x="9724" y="3003"/>
                </a:cubicBezTo>
                <a:cubicBezTo>
                  <a:pt x="9739" y="3092"/>
                  <a:pt x="9709" y="3152"/>
                  <a:pt x="9649" y="3197"/>
                </a:cubicBezTo>
                <a:cubicBezTo>
                  <a:pt x="9574" y="3256"/>
                  <a:pt x="9530" y="3316"/>
                  <a:pt x="9485" y="3376"/>
                </a:cubicBezTo>
                <a:cubicBezTo>
                  <a:pt x="9470" y="3391"/>
                  <a:pt x="9455" y="3391"/>
                  <a:pt x="9455" y="3406"/>
                </a:cubicBezTo>
                <a:cubicBezTo>
                  <a:pt x="9425" y="3451"/>
                  <a:pt x="9365" y="3480"/>
                  <a:pt x="9395" y="3555"/>
                </a:cubicBezTo>
                <a:cubicBezTo>
                  <a:pt x="9410" y="3560"/>
                  <a:pt x="9425" y="3562"/>
                  <a:pt x="9440" y="3562"/>
                </a:cubicBezTo>
                <a:cubicBezTo>
                  <a:pt x="9470" y="3562"/>
                  <a:pt x="9500" y="3555"/>
                  <a:pt x="9530" y="3555"/>
                </a:cubicBezTo>
                <a:cubicBezTo>
                  <a:pt x="9619" y="3451"/>
                  <a:pt x="9709" y="3346"/>
                  <a:pt x="9798" y="3242"/>
                </a:cubicBezTo>
                <a:cubicBezTo>
                  <a:pt x="9843" y="3182"/>
                  <a:pt x="9858" y="3107"/>
                  <a:pt x="9888" y="3032"/>
                </a:cubicBezTo>
                <a:cubicBezTo>
                  <a:pt x="9918" y="2988"/>
                  <a:pt x="9873" y="2913"/>
                  <a:pt x="9918" y="2868"/>
                </a:cubicBezTo>
                <a:cubicBezTo>
                  <a:pt x="9933" y="2853"/>
                  <a:pt x="9918" y="2838"/>
                  <a:pt x="9918" y="2823"/>
                </a:cubicBezTo>
                <a:cubicBezTo>
                  <a:pt x="9893" y="2813"/>
                  <a:pt x="9871" y="2808"/>
                  <a:pt x="9853" y="2808"/>
                </a:cubicBezTo>
                <a:close/>
                <a:moveTo>
                  <a:pt x="9231" y="3525"/>
                </a:moveTo>
                <a:cubicBezTo>
                  <a:pt x="9216" y="3555"/>
                  <a:pt x="9216" y="3585"/>
                  <a:pt x="9201" y="3600"/>
                </a:cubicBezTo>
                <a:lnTo>
                  <a:pt x="9305" y="3600"/>
                </a:lnTo>
                <a:cubicBezTo>
                  <a:pt x="9291" y="3585"/>
                  <a:pt x="9261" y="3555"/>
                  <a:pt x="9231" y="3525"/>
                </a:cubicBezTo>
                <a:close/>
                <a:moveTo>
                  <a:pt x="10575" y="3540"/>
                </a:moveTo>
                <a:cubicBezTo>
                  <a:pt x="10560" y="3555"/>
                  <a:pt x="10545" y="3555"/>
                  <a:pt x="10530" y="3570"/>
                </a:cubicBezTo>
                <a:cubicBezTo>
                  <a:pt x="10530" y="3585"/>
                  <a:pt x="10545" y="3600"/>
                  <a:pt x="10545" y="3600"/>
                </a:cubicBezTo>
                <a:cubicBezTo>
                  <a:pt x="10575" y="3600"/>
                  <a:pt x="10590" y="3585"/>
                  <a:pt x="10605" y="3570"/>
                </a:cubicBezTo>
                <a:cubicBezTo>
                  <a:pt x="10590" y="3555"/>
                  <a:pt x="10575" y="3540"/>
                  <a:pt x="10575" y="3540"/>
                </a:cubicBezTo>
                <a:close/>
                <a:moveTo>
                  <a:pt x="10993" y="3391"/>
                </a:moveTo>
                <a:cubicBezTo>
                  <a:pt x="10978" y="3421"/>
                  <a:pt x="10948" y="3436"/>
                  <a:pt x="10933" y="3466"/>
                </a:cubicBezTo>
                <a:cubicBezTo>
                  <a:pt x="10933" y="3480"/>
                  <a:pt x="10933" y="3495"/>
                  <a:pt x="10948" y="3510"/>
                </a:cubicBezTo>
                <a:cubicBezTo>
                  <a:pt x="10963" y="3540"/>
                  <a:pt x="10993" y="3570"/>
                  <a:pt x="11008" y="3600"/>
                </a:cubicBezTo>
                <a:cubicBezTo>
                  <a:pt x="11031" y="3641"/>
                  <a:pt x="11047" y="3656"/>
                  <a:pt x="11059" y="3656"/>
                </a:cubicBezTo>
                <a:cubicBezTo>
                  <a:pt x="11087" y="3656"/>
                  <a:pt x="11097" y="3580"/>
                  <a:pt x="11128" y="3570"/>
                </a:cubicBezTo>
                <a:cubicBezTo>
                  <a:pt x="11128" y="3555"/>
                  <a:pt x="11143" y="3540"/>
                  <a:pt x="11143" y="3525"/>
                </a:cubicBezTo>
                <a:cubicBezTo>
                  <a:pt x="11172" y="3451"/>
                  <a:pt x="11172" y="3406"/>
                  <a:pt x="11098" y="3391"/>
                </a:cubicBezTo>
                <a:close/>
                <a:moveTo>
                  <a:pt x="538" y="2823"/>
                </a:moveTo>
                <a:cubicBezTo>
                  <a:pt x="508" y="2868"/>
                  <a:pt x="434" y="2913"/>
                  <a:pt x="449" y="2958"/>
                </a:cubicBezTo>
                <a:cubicBezTo>
                  <a:pt x="464" y="3107"/>
                  <a:pt x="449" y="3256"/>
                  <a:pt x="314" y="3361"/>
                </a:cubicBezTo>
                <a:cubicBezTo>
                  <a:pt x="314" y="3361"/>
                  <a:pt x="329" y="3391"/>
                  <a:pt x="344" y="3406"/>
                </a:cubicBezTo>
                <a:lnTo>
                  <a:pt x="284" y="3436"/>
                </a:lnTo>
                <a:cubicBezTo>
                  <a:pt x="210" y="3480"/>
                  <a:pt x="120" y="3510"/>
                  <a:pt x="135" y="3630"/>
                </a:cubicBezTo>
                <a:cubicBezTo>
                  <a:pt x="159" y="3646"/>
                  <a:pt x="184" y="3658"/>
                  <a:pt x="206" y="3658"/>
                </a:cubicBezTo>
                <a:cubicBezTo>
                  <a:pt x="224" y="3658"/>
                  <a:pt x="241" y="3650"/>
                  <a:pt x="254" y="3630"/>
                </a:cubicBezTo>
                <a:cubicBezTo>
                  <a:pt x="284" y="3585"/>
                  <a:pt x="344" y="3585"/>
                  <a:pt x="374" y="3555"/>
                </a:cubicBezTo>
                <a:cubicBezTo>
                  <a:pt x="389" y="3540"/>
                  <a:pt x="389" y="3525"/>
                  <a:pt x="389" y="3495"/>
                </a:cubicBezTo>
                <a:cubicBezTo>
                  <a:pt x="389" y="3495"/>
                  <a:pt x="389" y="3495"/>
                  <a:pt x="389" y="3480"/>
                </a:cubicBezTo>
                <a:cubicBezTo>
                  <a:pt x="464" y="3466"/>
                  <a:pt x="493" y="3391"/>
                  <a:pt x="553" y="3331"/>
                </a:cubicBezTo>
                <a:cubicBezTo>
                  <a:pt x="568" y="3316"/>
                  <a:pt x="553" y="3286"/>
                  <a:pt x="538" y="3271"/>
                </a:cubicBezTo>
                <a:cubicBezTo>
                  <a:pt x="568" y="3256"/>
                  <a:pt x="583" y="3242"/>
                  <a:pt x="583" y="3212"/>
                </a:cubicBezTo>
                <a:cubicBezTo>
                  <a:pt x="583" y="3197"/>
                  <a:pt x="583" y="3167"/>
                  <a:pt x="583" y="3137"/>
                </a:cubicBezTo>
                <a:cubicBezTo>
                  <a:pt x="583" y="3122"/>
                  <a:pt x="583" y="3122"/>
                  <a:pt x="568" y="3107"/>
                </a:cubicBezTo>
                <a:cubicBezTo>
                  <a:pt x="553" y="3017"/>
                  <a:pt x="658" y="2973"/>
                  <a:pt x="628" y="2883"/>
                </a:cubicBezTo>
                <a:cubicBezTo>
                  <a:pt x="598" y="2868"/>
                  <a:pt x="568" y="2853"/>
                  <a:pt x="538" y="2823"/>
                </a:cubicBezTo>
                <a:close/>
                <a:moveTo>
                  <a:pt x="11658" y="3160"/>
                </a:moveTo>
                <a:cubicBezTo>
                  <a:pt x="11639" y="3160"/>
                  <a:pt x="11616" y="3167"/>
                  <a:pt x="11606" y="3167"/>
                </a:cubicBezTo>
                <a:cubicBezTo>
                  <a:pt x="11606" y="3197"/>
                  <a:pt x="11606" y="3212"/>
                  <a:pt x="11606" y="3242"/>
                </a:cubicBezTo>
                <a:cubicBezTo>
                  <a:pt x="11591" y="3256"/>
                  <a:pt x="11591" y="3271"/>
                  <a:pt x="11591" y="3286"/>
                </a:cubicBezTo>
                <a:cubicBezTo>
                  <a:pt x="11546" y="3271"/>
                  <a:pt x="11516" y="3242"/>
                  <a:pt x="11486" y="3227"/>
                </a:cubicBezTo>
                <a:cubicBezTo>
                  <a:pt x="11426" y="3256"/>
                  <a:pt x="11352" y="3286"/>
                  <a:pt x="11292" y="3316"/>
                </a:cubicBezTo>
                <a:cubicBezTo>
                  <a:pt x="11277" y="3331"/>
                  <a:pt x="11262" y="3346"/>
                  <a:pt x="11262" y="3361"/>
                </a:cubicBezTo>
                <a:cubicBezTo>
                  <a:pt x="11277" y="3406"/>
                  <a:pt x="11277" y="3466"/>
                  <a:pt x="11322" y="3480"/>
                </a:cubicBezTo>
                <a:cubicBezTo>
                  <a:pt x="11352" y="3495"/>
                  <a:pt x="11411" y="3495"/>
                  <a:pt x="11367" y="3555"/>
                </a:cubicBezTo>
                <a:cubicBezTo>
                  <a:pt x="11367" y="3570"/>
                  <a:pt x="11382" y="3570"/>
                  <a:pt x="11397" y="3570"/>
                </a:cubicBezTo>
                <a:cubicBezTo>
                  <a:pt x="11403" y="3583"/>
                  <a:pt x="11414" y="3587"/>
                  <a:pt x="11428" y="3587"/>
                </a:cubicBezTo>
                <a:cubicBezTo>
                  <a:pt x="11453" y="3587"/>
                  <a:pt x="11484" y="3574"/>
                  <a:pt x="11508" y="3574"/>
                </a:cubicBezTo>
                <a:cubicBezTo>
                  <a:pt x="11534" y="3574"/>
                  <a:pt x="11550" y="3590"/>
                  <a:pt x="11531" y="3660"/>
                </a:cubicBezTo>
                <a:cubicBezTo>
                  <a:pt x="11538" y="3667"/>
                  <a:pt x="11550" y="3671"/>
                  <a:pt x="11559" y="3671"/>
                </a:cubicBezTo>
                <a:cubicBezTo>
                  <a:pt x="11568" y="3671"/>
                  <a:pt x="11576" y="3667"/>
                  <a:pt x="11576" y="3660"/>
                </a:cubicBezTo>
                <a:cubicBezTo>
                  <a:pt x="11591" y="3600"/>
                  <a:pt x="11606" y="3555"/>
                  <a:pt x="11606" y="3510"/>
                </a:cubicBezTo>
                <a:cubicBezTo>
                  <a:pt x="11591" y="3495"/>
                  <a:pt x="11546" y="3510"/>
                  <a:pt x="11531" y="3480"/>
                </a:cubicBezTo>
                <a:lnTo>
                  <a:pt x="11561" y="3480"/>
                </a:lnTo>
                <a:cubicBezTo>
                  <a:pt x="11546" y="3451"/>
                  <a:pt x="11531" y="3436"/>
                  <a:pt x="11531" y="3406"/>
                </a:cubicBezTo>
                <a:lnTo>
                  <a:pt x="11635" y="3406"/>
                </a:lnTo>
                <a:lnTo>
                  <a:pt x="11725" y="3331"/>
                </a:lnTo>
                <a:cubicBezTo>
                  <a:pt x="11695" y="3316"/>
                  <a:pt x="11680" y="3316"/>
                  <a:pt x="11665" y="3316"/>
                </a:cubicBezTo>
                <a:cubicBezTo>
                  <a:pt x="11665" y="3286"/>
                  <a:pt x="11680" y="3271"/>
                  <a:pt x="11680" y="3242"/>
                </a:cubicBezTo>
                <a:cubicBezTo>
                  <a:pt x="11680" y="3212"/>
                  <a:pt x="11695" y="3182"/>
                  <a:pt x="11680" y="3167"/>
                </a:cubicBezTo>
                <a:cubicBezTo>
                  <a:pt x="11675" y="3162"/>
                  <a:pt x="11667" y="3160"/>
                  <a:pt x="11658" y="3160"/>
                </a:cubicBezTo>
                <a:close/>
                <a:moveTo>
                  <a:pt x="7684" y="2985"/>
                </a:moveTo>
                <a:cubicBezTo>
                  <a:pt x="7607" y="2985"/>
                  <a:pt x="7530" y="3017"/>
                  <a:pt x="7453" y="3017"/>
                </a:cubicBezTo>
                <a:lnTo>
                  <a:pt x="7409" y="3017"/>
                </a:lnTo>
                <a:cubicBezTo>
                  <a:pt x="7387" y="3039"/>
                  <a:pt x="7365" y="3053"/>
                  <a:pt x="7343" y="3053"/>
                </a:cubicBezTo>
                <a:cubicBezTo>
                  <a:pt x="7335" y="3053"/>
                  <a:pt x="7327" y="3051"/>
                  <a:pt x="7319" y="3047"/>
                </a:cubicBezTo>
                <a:cubicBezTo>
                  <a:pt x="7259" y="3062"/>
                  <a:pt x="7304" y="3122"/>
                  <a:pt x="7274" y="3152"/>
                </a:cubicBezTo>
                <a:cubicBezTo>
                  <a:pt x="7229" y="3167"/>
                  <a:pt x="7200" y="3197"/>
                  <a:pt x="7155" y="3227"/>
                </a:cubicBezTo>
                <a:cubicBezTo>
                  <a:pt x="7125" y="3256"/>
                  <a:pt x="7065" y="3271"/>
                  <a:pt x="7125" y="3331"/>
                </a:cubicBezTo>
                <a:lnTo>
                  <a:pt x="7155" y="3331"/>
                </a:lnTo>
                <a:cubicBezTo>
                  <a:pt x="7205" y="3331"/>
                  <a:pt x="7248" y="3278"/>
                  <a:pt x="7293" y="3278"/>
                </a:cubicBezTo>
                <a:cubicBezTo>
                  <a:pt x="7316" y="3278"/>
                  <a:pt x="7339" y="3291"/>
                  <a:pt x="7364" y="3331"/>
                </a:cubicBezTo>
                <a:cubicBezTo>
                  <a:pt x="7424" y="3376"/>
                  <a:pt x="7498" y="3391"/>
                  <a:pt x="7558" y="3421"/>
                </a:cubicBezTo>
                <a:cubicBezTo>
                  <a:pt x="7573" y="3428"/>
                  <a:pt x="7584" y="3432"/>
                  <a:pt x="7593" y="3432"/>
                </a:cubicBezTo>
                <a:cubicBezTo>
                  <a:pt x="7603" y="3432"/>
                  <a:pt x="7610" y="3428"/>
                  <a:pt x="7618" y="3421"/>
                </a:cubicBezTo>
                <a:cubicBezTo>
                  <a:pt x="7638" y="3416"/>
                  <a:pt x="7659" y="3414"/>
                  <a:pt x="7681" y="3414"/>
                </a:cubicBezTo>
                <a:cubicBezTo>
                  <a:pt x="7726" y="3414"/>
                  <a:pt x="7772" y="3421"/>
                  <a:pt x="7812" y="3421"/>
                </a:cubicBezTo>
                <a:lnTo>
                  <a:pt x="7842" y="3421"/>
                </a:lnTo>
                <a:cubicBezTo>
                  <a:pt x="7976" y="3421"/>
                  <a:pt x="8081" y="3466"/>
                  <a:pt x="8140" y="3600"/>
                </a:cubicBezTo>
                <a:cubicBezTo>
                  <a:pt x="8151" y="3644"/>
                  <a:pt x="8186" y="3671"/>
                  <a:pt x="8222" y="3671"/>
                </a:cubicBezTo>
                <a:cubicBezTo>
                  <a:pt x="8235" y="3671"/>
                  <a:pt x="8248" y="3668"/>
                  <a:pt x="8260" y="3660"/>
                </a:cubicBezTo>
                <a:cubicBezTo>
                  <a:pt x="8335" y="3630"/>
                  <a:pt x="8260" y="3585"/>
                  <a:pt x="8245" y="3540"/>
                </a:cubicBezTo>
                <a:cubicBezTo>
                  <a:pt x="8245" y="3510"/>
                  <a:pt x="8230" y="3480"/>
                  <a:pt x="8215" y="3451"/>
                </a:cubicBezTo>
                <a:cubicBezTo>
                  <a:pt x="8215" y="3436"/>
                  <a:pt x="8200" y="3436"/>
                  <a:pt x="8185" y="3436"/>
                </a:cubicBezTo>
                <a:cubicBezTo>
                  <a:pt x="8155" y="3391"/>
                  <a:pt x="8140" y="3361"/>
                  <a:pt x="8111" y="3316"/>
                </a:cubicBezTo>
                <a:cubicBezTo>
                  <a:pt x="8126" y="3286"/>
                  <a:pt x="8096" y="3256"/>
                  <a:pt x="8081" y="3227"/>
                </a:cubicBezTo>
                <a:cubicBezTo>
                  <a:pt x="8036" y="3137"/>
                  <a:pt x="7931" y="3122"/>
                  <a:pt x="7872" y="3062"/>
                </a:cubicBezTo>
                <a:cubicBezTo>
                  <a:pt x="7827" y="3032"/>
                  <a:pt x="7782" y="3003"/>
                  <a:pt x="7722" y="2988"/>
                </a:cubicBezTo>
                <a:cubicBezTo>
                  <a:pt x="7709" y="2985"/>
                  <a:pt x="7697" y="2985"/>
                  <a:pt x="7684" y="2985"/>
                </a:cubicBezTo>
                <a:close/>
                <a:moveTo>
                  <a:pt x="9948" y="3719"/>
                </a:moveTo>
                <a:cubicBezTo>
                  <a:pt x="9948" y="3719"/>
                  <a:pt x="9948" y="3734"/>
                  <a:pt x="9948" y="3734"/>
                </a:cubicBezTo>
                <a:cubicBezTo>
                  <a:pt x="9978" y="3749"/>
                  <a:pt x="10007" y="3749"/>
                  <a:pt x="10037" y="3764"/>
                </a:cubicBezTo>
                <a:cubicBezTo>
                  <a:pt x="10052" y="3749"/>
                  <a:pt x="10052" y="3734"/>
                  <a:pt x="10052" y="3719"/>
                </a:cubicBezTo>
                <a:close/>
                <a:moveTo>
                  <a:pt x="11158" y="3719"/>
                </a:moveTo>
                <a:lnTo>
                  <a:pt x="11158" y="3719"/>
                </a:lnTo>
                <a:cubicBezTo>
                  <a:pt x="11172" y="3749"/>
                  <a:pt x="11172" y="3779"/>
                  <a:pt x="11187" y="3809"/>
                </a:cubicBezTo>
                <a:cubicBezTo>
                  <a:pt x="11187" y="3794"/>
                  <a:pt x="11202" y="3779"/>
                  <a:pt x="11202" y="3779"/>
                </a:cubicBezTo>
                <a:cubicBezTo>
                  <a:pt x="11187" y="3764"/>
                  <a:pt x="11172" y="3734"/>
                  <a:pt x="11158" y="3719"/>
                </a:cubicBezTo>
                <a:close/>
                <a:moveTo>
                  <a:pt x="10470" y="3869"/>
                </a:moveTo>
                <a:cubicBezTo>
                  <a:pt x="10456" y="3869"/>
                  <a:pt x="10441" y="3899"/>
                  <a:pt x="10426" y="3899"/>
                </a:cubicBezTo>
                <a:cubicBezTo>
                  <a:pt x="10436" y="3909"/>
                  <a:pt x="10447" y="3920"/>
                  <a:pt x="10457" y="3920"/>
                </a:cubicBezTo>
                <a:cubicBezTo>
                  <a:pt x="10462" y="3920"/>
                  <a:pt x="10466" y="3918"/>
                  <a:pt x="10470" y="3914"/>
                </a:cubicBezTo>
                <a:cubicBezTo>
                  <a:pt x="10485" y="3914"/>
                  <a:pt x="10500" y="3914"/>
                  <a:pt x="10530" y="3884"/>
                </a:cubicBezTo>
                <a:cubicBezTo>
                  <a:pt x="10500" y="3869"/>
                  <a:pt x="10470" y="3869"/>
                  <a:pt x="10470" y="3869"/>
                </a:cubicBezTo>
                <a:close/>
                <a:moveTo>
                  <a:pt x="269" y="3869"/>
                </a:moveTo>
                <a:cubicBezTo>
                  <a:pt x="254" y="3869"/>
                  <a:pt x="225" y="3884"/>
                  <a:pt x="210" y="3899"/>
                </a:cubicBezTo>
                <a:cubicBezTo>
                  <a:pt x="225" y="3914"/>
                  <a:pt x="239" y="3929"/>
                  <a:pt x="254" y="3944"/>
                </a:cubicBezTo>
                <a:cubicBezTo>
                  <a:pt x="284" y="3929"/>
                  <a:pt x="314" y="3929"/>
                  <a:pt x="329" y="3914"/>
                </a:cubicBezTo>
                <a:cubicBezTo>
                  <a:pt x="314" y="3899"/>
                  <a:pt x="284" y="3884"/>
                  <a:pt x="269" y="3869"/>
                </a:cubicBezTo>
                <a:close/>
                <a:moveTo>
                  <a:pt x="11083" y="3828"/>
                </a:moveTo>
                <a:cubicBezTo>
                  <a:pt x="11022" y="3828"/>
                  <a:pt x="11015" y="3906"/>
                  <a:pt x="10978" y="3944"/>
                </a:cubicBezTo>
                <a:cubicBezTo>
                  <a:pt x="10978" y="3958"/>
                  <a:pt x="10993" y="3958"/>
                  <a:pt x="10993" y="3958"/>
                </a:cubicBezTo>
                <a:cubicBezTo>
                  <a:pt x="10993" y="3958"/>
                  <a:pt x="10978" y="3973"/>
                  <a:pt x="10978" y="3973"/>
                </a:cubicBezTo>
                <a:cubicBezTo>
                  <a:pt x="10963" y="3988"/>
                  <a:pt x="10963" y="4003"/>
                  <a:pt x="10978" y="4018"/>
                </a:cubicBezTo>
                <a:cubicBezTo>
                  <a:pt x="10991" y="4023"/>
                  <a:pt x="11003" y="4024"/>
                  <a:pt x="11014" y="4024"/>
                </a:cubicBezTo>
                <a:cubicBezTo>
                  <a:pt x="11041" y="4024"/>
                  <a:pt x="11062" y="4014"/>
                  <a:pt x="11083" y="4003"/>
                </a:cubicBezTo>
                <a:cubicBezTo>
                  <a:pt x="11098" y="3973"/>
                  <a:pt x="11113" y="3958"/>
                  <a:pt x="11098" y="3929"/>
                </a:cubicBezTo>
                <a:cubicBezTo>
                  <a:pt x="11113" y="3899"/>
                  <a:pt x="11113" y="3884"/>
                  <a:pt x="11128" y="3869"/>
                </a:cubicBezTo>
                <a:cubicBezTo>
                  <a:pt x="11128" y="3854"/>
                  <a:pt x="11128" y="3839"/>
                  <a:pt x="11128" y="3839"/>
                </a:cubicBezTo>
                <a:cubicBezTo>
                  <a:pt x="11110" y="3831"/>
                  <a:pt x="11095" y="3828"/>
                  <a:pt x="11083" y="3828"/>
                </a:cubicBezTo>
                <a:close/>
                <a:moveTo>
                  <a:pt x="10889" y="3540"/>
                </a:moveTo>
                <a:cubicBezTo>
                  <a:pt x="10829" y="3645"/>
                  <a:pt x="10754" y="3749"/>
                  <a:pt x="10695" y="3854"/>
                </a:cubicBezTo>
                <a:lnTo>
                  <a:pt x="10680" y="3869"/>
                </a:lnTo>
                <a:cubicBezTo>
                  <a:pt x="10665" y="3914"/>
                  <a:pt x="10650" y="3944"/>
                  <a:pt x="10635" y="3973"/>
                </a:cubicBezTo>
                <a:cubicBezTo>
                  <a:pt x="10650" y="4003"/>
                  <a:pt x="10680" y="4033"/>
                  <a:pt x="10695" y="4063"/>
                </a:cubicBezTo>
                <a:cubicBezTo>
                  <a:pt x="10695" y="4048"/>
                  <a:pt x="10695" y="4018"/>
                  <a:pt x="10695" y="3988"/>
                </a:cubicBezTo>
                <a:cubicBezTo>
                  <a:pt x="10709" y="4003"/>
                  <a:pt x="10739" y="4003"/>
                  <a:pt x="10754" y="4003"/>
                </a:cubicBezTo>
                <a:cubicBezTo>
                  <a:pt x="10769" y="3988"/>
                  <a:pt x="10784" y="3988"/>
                  <a:pt x="10799" y="3973"/>
                </a:cubicBezTo>
                <a:lnTo>
                  <a:pt x="10874" y="3914"/>
                </a:lnTo>
                <a:lnTo>
                  <a:pt x="10829" y="3839"/>
                </a:lnTo>
                <a:lnTo>
                  <a:pt x="10948" y="3809"/>
                </a:lnTo>
                <a:cubicBezTo>
                  <a:pt x="10933" y="3794"/>
                  <a:pt x="10933" y="3794"/>
                  <a:pt x="10919" y="3794"/>
                </a:cubicBezTo>
                <a:lnTo>
                  <a:pt x="10859" y="3794"/>
                </a:lnTo>
                <a:cubicBezTo>
                  <a:pt x="10874" y="3749"/>
                  <a:pt x="10889" y="3705"/>
                  <a:pt x="10904" y="3660"/>
                </a:cubicBezTo>
                <a:cubicBezTo>
                  <a:pt x="10919" y="3630"/>
                  <a:pt x="10919" y="3585"/>
                  <a:pt x="10889" y="3540"/>
                </a:cubicBezTo>
                <a:close/>
                <a:moveTo>
                  <a:pt x="60" y="3899"/>
                </a:moveTo>
                <a:cubicBezTo>
                  <a:pt x="45" y="3973"/>
                  <a:pt x="15" y="4063"/>
                  <a:pt x="0" y="4153"/>
                </a:cubicBezTo>
                <a:cubicBezTo>
                  <a:pt x="0" y="4153"/>
                  <a:pt x="15" y="4168"/>
                  <a:pt x="30" y="4168"/>
                </a:cubicBezTo>
                <a:cubicBezTo>
                  <a:pt x="105" y="4153"/>
                  <a:pt x="135" y="4093"/>
                  <a:pt x="135" y="4033"/>
                </a:cubicBezTo>
                <a:cubicBezTo>
                  <a:pt x="210" y="3973"/>
                  <a:pt x="210" y="3944"/>
                  <a:pt x="120" y="3914"/>
                </a:cubicBezTo>
                <a:cubicBezTo>
                  <a:pt x="90" y="3914"/>
                  <a:pt x="75" y="3899"/>
                  <a:pt x="60" y="3899"/>
                </a:cubicBezTo>
                <a:close/>
                <a:moveTo>
                  <a:pt x="11471" y="3779"/>
                </a:moveTo>
                <a:cubicBezTo>
                  <a:pt x="11456" y="3809"/>
                  <a:pt x="11426" y="3824"/>
                  <a:pt x="11411" y="3839"/>
                </a:cubicBezTo>
                <a:lnTo>
                  <a:pt x="11337" y="3869"/>
                </a:lnTo>
                <a:cubicBezTo>
                  <a:pt x="11331" y="3867"/>
                  <a:pt x="11325" y="3866"/>
                  <a:pt x="11321" y="3866"/>
                </a:cubicBezTo>
                <a:cubicBezTo>
                  <a:pt x="11292" y="3866"/>
                  <a:pt x="11290" y="3903"/>
                  <a:pt x="11277" y="3929"/>
                </a:cubicBezTo>
                <a:lnTo>
                  <a:pt x="11277" y="3899"/>
                </a:lnTo>
                <a:cubicBezTo>
                  <a:pt x="11232" y="3899"/>
                  <a:pt x="11202" y="3914"/>
                  <a:pt x="11158" y="3914"/>
                </a:cubicBezTo>
                <a:cubicBezTo>
                  <a:pt x="11158" y="3914"/>
                  <a:pt x="11172" y="3929"/>
                  <a:pt x="11172" y="3929"/>
                </a:cubicBezTo>
                <a:lnTo>
                  <a:pt x="11262" y="3944"/>
                </a:lnTo>
                <a:cubicBezTo>
                  <a:pt x="11247" y="3958"/>
                  <a:pt x="11247" y="3958"/>
                  <a:pt x="11247" y="3973"/>
                </a:cubicBezTo>
                <a:cubicBezTo>
                  <a:pt x="11247" y="4003"/>
                  <a:pt x="11262" y="4018"/>
                  <a:pt x="11277" y="4048"/>
                </a:cubicBezTo>
                <a:cubicBezTo>
                  <a:pt x="11277" y="4048"/>
                  <a:pt x="11277" y="4063"/>
                  <a:pt x="11277" y="4063"/>
                </a:cubicBezTo>
                <a:cubicBezTo>
                  <a:pt x="11277" y="4063"/>
                  <a:pt x="11277" y="4048"/>
                  <a:pt x="11262" y="4048"/>
                </a:cubicBezTo>
                <a:cubicBezTo>
                  <a:pt x="11247" y="4048"/>
                  <a:pt x="11232" y="4048"/>
                  <a:pt x="11202" y="4063"/>
                </a:cubicBezTo>
                <a:cubicBezTo>
                  <a:pt x="11187" y="4108"/>
                  <a:pt x="11217" y="4138"/>
                  <a:pt x="11232" y="4182"/>
                </a:cubicBezTo>
                <a:cubicBezTo>
                  <a:pt x="11232" y="4182"/>
                  <a:pt x="11247" y="4197"/>
                  <a:pt x="11232" y="4197"/>
                </a:cubicBezTo>
                <a:cubicBezTo>
                  <a:pt x="11251" y="4210"/>
                  <a:pt x="11265" y="4215"/>
                  <a:pt x="11275" y="4215"/>
                </a:cubicBezTo>
                <a:cubicBezTo>
                  <a:pt x="11290" y="4215"/>
                  <a:pt x="11298" y="4206"/>
                  <a:pt x="11307" y="4197"/>
                </a:cubicBezTo>
                <a:cubicBezTo>
                  <a:pt x="11307" y="4212"/>
                  <a:pt x="11307" y="4227"/>
                  <a:pt x="11322" y="4242"/>
                </a:cubicBezTo>
                <a:cubicBezTo>
                  <a:pt x="11337" y="4250"/>
                  <a:pt x="11348" y="4253"/>
                  <a:pt x="11357" y="4253"/>
                </a:cubicBezTo>
                <a:cubicBezTo>
                  <a:pt x="11367" y="4253"/>
                  <a:pt x="11374" y="4250"/>
                  <a:pt x="11382" y="4242"/>
                </a:cubicBezTo>
                <a:cubicBezTo>
                  <a:pt x="11397" y="4227"/>
                  <a:pt x="11397" y="4212"/>
                  <a:pt x="11411" y="4212"/>
                </a:cubicBezTo>
                <a:cubicBezTo>
                  <a:pt x="11426" y="4182"/>
                  <a:pt x="11456" y="4182"/>
                  <a:pt x="11486" y="4182"/>
                </a:cubicBezTo>
                <a:cubicBezTo>
                  <a:pt x="11606" y="4078"/>
                  <a:pt x="11471" y="4048"/>
                  <a:pt x="11441" y="3973"/>
                </a:cubicBezTo>
                <a:cubicBezTo>
                  <a:pt x="11411" y="3973"/>
                  <a:pt x="11397" y="3958"/>
                  <a:pt x="11411" y="3929"/>
                </a:cubicBezTo>
                <a:cubicBezTo>
                  <a:pt x="11411" y="3914"/>
                  <a:pt x="11411" y="3899"/>
                  <a:pt x="11411" y="3884"/>
                </a:cubicBezTo>
                <a:cubicBezTo>
                  <a:pt x="11441" y="3869"/>
                  <a:pt x="11456" y="3854"/>
                  <a:pt x="11486" y="3824"/>
                </a:cubicBezTo>
                <a:cubicBezTo>
                  <a:pt x="11486" y="3824"/>
                  <a:pt x="11471" y="3794"/>
                  <a:pt x="11471" y="3779"/>
                </a:cubicBezTo>
                <a:close/>
                <a:moveTo>
                  <a:pt x="10739" y="4197"/>
                </a:moveTo>
                <a:cubicBezTo>
                  <a:pt x="10724" y="4227"/>
                  <a:pt x="10724" y="4242"/>
                  <a:pt x="10709" y="4272"/>
                </a:cubicBezTo>
                <a:lnTo>
                  <a:pt x="10769" y="4272"/>
                </a:lnTo>
                <a:cubicBezTo>
                  <a:pt x="10769" y="4242"/>
                  <a:pt x="10754" y="4227"/>
                  <a:pt x="10739" y="4197"/>
                </a:cubicBezTo>
                <a:close/>
                <a:moveTo>
                  <a:pt x="10037" y="4257"/>
                </a:moveTo>
                <a:cubicBezTo>
                  <a:pt x="10022" y="4257"/>
                  <a:pt x="10022" y="4272"/>
                  <a:pt x="10007" y="4272"/>
                </a:cubicBezTo>
                <a:cubicBezTo>
                  <a:pt x="10022" y="4287"/>
                  <a:pt x="10022" y="4302"/>
                  <a:pt x="10037" y="4317"/>
                </a:cubicBezTo>
                <a:cubicBezTo>
                  <a:pt x="10052" y="4302"/>
                  <a:pt x="10067" y="4287"/>
                  <a:pt x="10082" y="4287"/>
                </a:cubicBezTo>
                <a:cubicBezTo>
                  <a:pt x="10067" y="4272"/>
                  <a:pt x="10052" y="4257"/>
                  <a:pt x="10037" y="4257"/>
                </a:cubicBezTo>
                <a:close/>
                <a:moveTo>
                  <a:pt x="10530" y="4242"/>
                </a:moveTo>
                <a:cubicBezTo>
                  <a:pt x="10545" y="4257"/>
                  <a:pt x="10560" y="4287"/>
                  <a:pt x="10575" y="4317"/>
                </a:cubicBezTo>
                <a:cubicBezTo>
                  <a:pt x="10575" y="4302"/>
                  <a:pt x="10590" y="4287"/>
                  <a:pt x="10605" y="4272"/>
                </a:cubicBezTo>
                <a:cubicBezTo>
                  <a:pt x="10575" y="4257"/>
                  <a:pt x="10545" y="4242"/>
                  <a:pt x="10530" y="4242"/>
                </a:cubicBezTo>
                <a:close/>
                <a:moveTo>
                  <a:pt x="8732" y="3767"/>
                </a:moveTo>
                <a:cubicBezTo>
                  <a:pt x="8702" y="3767"/>
                  <a:pt x="8674" y="3777"/>
                  <a:pt x="8648" y="3809"/>
                </a:cubicBezTo>
                <a:cubicBezTo>
                  <a:pt x="8708" y="3929"/>
                  <a:pt x="8813" y="4003"/>
                  <a:pt x="8857" y="4138"/>
                </a:cubicBezTo>
                <a:cubicBezTo>
                  <a:pt x="8872" y="4182"/>
                  <a:pt x="8917" y="4272"/>
                  <a:pt x="8977" y="4317"/>
                </a:cubicBezTo>
                <a:cubicBezTo>
                  <a:pt x="8992" y="4332"/>
                  <a:pt x="9018" y="4336"/>
                  <a:pt x="9048" y="4336"/>
                </a:cubicBezTo>
                <a:cubicBezTo>
                  <a:pt x="9078" y="4336"/>
                  <a:pt x="9111" y="4332"/>
                  <a:pt x="9141" y="4332"/>
                </a:cubicBezTo>
                <a:cubicBezTo>
                  <a:pt x="9126" y="4302"/>
                  <a:pt x="9111" y="4287"/>
                  <a:pt x="9111" y="4257"/>
                </a:cubicBezTo>
                <a:cubicBezTo>
                  <a:pt x="9111" y="4257"/>
                  <a:pt x="9141" y="4242"/>
                  <a:pt x="9156" y="4227"/>
                </a:cubicBezTo>
                <a:cubicBezTo>
                  <a:pt x="9171" y="4212"/>
                  <a:pt x="9201" y="4182"/>
                  <a:pt x="9201" y="4182"/>
                </a:cubicBezTo>
                <a:cubicBezTo>
                  <a:pt x="9156" y="4093"/>
                  <a:pt x="9096" y="4003"/>
                  <a:pt x="9052" y="3914"/>
                </a:cubicBezTo>
                <a:cubicBezTo>
                  <a:pt x="8992" y="3884"/>
                  <a:pt x="8917" y="3854"/>
                  <a:pt x="8857" y="3809"/>
                </a:cubicBezTo>
                <a:lnTo>
                  <a:pt x="8857" y="3794"/>
                </a:lnTo>
                <a:cubicBezTo>
                  <a:pt x="8815" y="3786"/>
                  <a:pt x="8772" y="3767"/>
                  <a:pt x="8732" y="3767"/>
                </a:cubicBezTo>
                <a:close/>
                <a:moveTo>
                  <a:pt x="10952" y="4106"/>
                </a:moveTo>
                <a:cubicBezTo>
                  <a:pt x="10941" y="4106"/>
                  <a:pt x="10930" y="4111"/>
                  <a:pt x="10919" y="4123"/>
                </a:cubicBezTo>
                <a:cubicBezTo>
                  <a:pt x="10904" y="4153"/>
                  <a:pt x="10889" y="4182"/>
                  <a:pt x="10874" y="4212"/>
                </a:cubicBezTo>
                <a:cubicBezTo>
                  <a:pt x="10874" y="4227"/>
                  <a:pt x="10874" y="4227"/>
                  <a:pt x="10889" y="4242"/>
                </a:cubicBezTo>
                <a:cubicBezTo>
                  <a:pt x="10904" y="4257"/>
                  <a:pt x="10919" y="4272"/>
                  <a:pt x="10919" y="4302"/>
                </a:cubicBezTo>
                <a:lnTo>
                  <a:pt x="10948" y="4302"/>
                </a:lnTo>
                <a:cubicBezTo>
                  <a:pt x="10960" y="4306"/>
                  <a:pt x="10970" y="4308"/>
                  <a:pt x="10979" y="4308"/>
                </a:cubicBezTo>
                <a:cubicBezTo>
                  <a:pt x="11006" y="4308"/>
                  <a:pt x="11023" y="4291"/>
                  <a:pt x="11023" y="4257"/>
                </a:cubicBezTo>
                <a:cubicBezTo>
                  <a:pt x="11023" y="4257"/>
                  <a:pt x="11023" y="4257"/>
                  <a:pt x="11023" y="4242"/>
                </a:cubicBezTo>
                <a:cubicBezTo>
                  <a:pt x="11038" y="4257"/>
                  <a:pt x="11053" y="4257"/>
                  <a:pt x="11068" y="4257"/>
                </a:cubicBezTo>
                <a:cubicBezTo>
                  <a:pt x="11068" y="4272"/>
                  <a:pt x="11068" y="4272"/>
                  <a:pt x="11053" y="4272"/>
                </a:cubicBezTo>
                <a:cubicBezTo>
                  <a:pt x="11053" y="4287"/>
                  <a:pt x="11053" y="4302"/>
                  <a:pt x="11068" y="4332"/>
                </a:cubicBezTo>
                <a:cubicBezTo>
                  <a:pt x="11113" y="4347"/>
                  <a:pt x="11172" y="4377"/>
                  <a:pt x="11232" y="4407"/>
                </a:cubicBezTo>
                <a:cubicBezTo>
                  <a:pt x="11217" y="4362"/>
                  <a:pt x="11187" y="4332"/>
                  <a:pt x="11172" y="4302"/>
                </a:cubicBezTo>
                <a:lnTo>
                  <a:pt x="11128" y="4302"/>
                </a:lnTo>
                <a:cubicBezTo>
                  <a:pt x="11143" y="4257"/>
                  <a:pt x="11143" y="4212"/>
                  <a:pt x="11158" y="4153"/>
                </a:cubicBezTo>
                <a:cubicBezTo>
                  <a:pt x="11113" y="4153"/>
                  <a:pt x="11068" y="4138"/>
                  <a:pt x="11038" y="4123"/>
                </a:cubicBezTo>
                <a:cubicBezTo>
                  <a:pt x="11023" y="4138"/>
                  <a:pt x="11008" y="4138"/>
                  <a:pt x="10993" y="4138"/>
                </a:cubicBezTo>
                <a:cubicBezTo>
                  <a:pt x="10984" y="4119"/>
                  <a:pt x="10969" y="4106"/>
                  <a:pt x="10952" y="4106"/>
                </a:cubicBezTo>
                <a:close/>
                <a:moveTo>
                  <a:pt x="523" y="4332"/>
                </a:moveTo>
                <a:cubicBezTo>
                  <a:pt x="523" y="4332"/>
                  <a:pt x="508" y="4347"/>
                  <a:pt x="478" y="4362"/>
                </a:cubicBezTo>
                <a:cubicBezTo>
                  <a:pt x="508" y="4392"/>
                  <a:pt x="523" y="4421"/>
                  <a:pt x="553" y="4436"/>
                </a:cubicBezTo>
                <a:cubicBezTo>
                  <a:pt x="553" y="4436"/>
                  <a:pt x="598" y="4407"/>
                  <a:pt x="583" y="4392"/>
                </a:cubicBezTo>
                <a:cubicBezTo>
                  <a:pt x="568" y="4377"/>
                  <a:pt x="553" y="4347"/>
                  <a:pt x="523" y="4332"/>
                </a:cubicBezTo>
                <a:close/>
                <a:moveTo>
                  <a:pt x="11030" y="4330"/>
                </a:moveTo>
                <a:cubicBezTo>
                  <a:pt x="11013" y="4330"/>
                  <a:pt x="10996" y="4338"/>
                  <a:pt x="10978" y="4347"/>
                </a:cubicBezTo>
                <a:cubicBezTo>
                  <a:pt x="10948" y="4392"/>
                  <a:pt x="10919" y="4421"/>
                  <a:pt x="10889" y="4466"/>
                </a:cubicBezTo>
                <a:cubicBezTo>
                  <a:pt x="10896" y="4465"/>
                  <a:pt x="10905" y="4464"/>
                  <a:pt x="10914" y="4464"/>
                </a:cubicBezTo>
                <a:cubicBezTo>
                  <a:pt x="10942" y="4464"/>
                  <a:pt x="10973" y="4469"/>
                  <a:pt x="11002" y="4469"/>
                </a:cubicBezTo>
                <a:cubicBezTo>
                  <a:pt x="11054" y="4469"/>
                  <a:pt x="11094" y="4451"/>
                  <a:pt x="11068" y="4347"/>
                </a:cubicBezTo>
                <a:cubicBezTo>
                  <a:pt x="11055" y="4334"/>
                  <a:pt x="11043" y="4330"/>
                  <a:pt x="11030" y="4330"/>
                </a:cubicBezTo>
                <a:close/>
                <a:moveTo>
                  <a:pt x="10695" y="4377"/>
                </a:moveTo>
                <a:cubicBezTo>
                  <a:pt x="10680" y="4392"/>
                  <a:pt x="10665" y="4392"/>
                  <a:pt x="10650" y="4407"/>
                </a:cubicBezTo>
                <a:cubicBezTo>
                  <a:pt x="10695" y="4436"/>
                  <a:pt x="10724" y="4451"/>
                  <a:pt x="10769" y="4481"/>
                </a:cubicBezTo>
                <a:cubicBezTo>
                  <a:pt x="10769" y="4466"/>
                  <a:pt x="10784" y="4466"/>
                  <a:pt x="10784" y="4451"/>
                </a:cubicBezTo>
                <a:cubicBezTo>
                  <a:pt x="10754" y="4421"/>
                  <a:pt x="10724" y="4407"/>
                  <a:pt x="10695" y="4377"/>
                </a:cubicBezTo>
                <a:close/>
                <a:moveTo>
                  <a:pt x="11352" y="4407"/>
                </a:moveTo>
                <a:cubicBezTo>
                  <a:pt x="11322" y="4436"/>
                  <a:pt x="11217" y="4392"/>
                  <a:pt x="11262" y="4496"/>
                </a:cubicBezTo>
                <a:cubicBezTo>
                  <a:pt x="11292" y="4496"/>
                  <a:pt x="11322" y="4496"/>
                  <a:pt x="11352" y="4481"/>
                </a:cubicBezTo>
                <a:cubicBezTo>
                  <a:pt x="11367" y="4466"/>
                  <a:pt x="11367" y="4451"/>
                  <a:pt x="11382" y="4436"/>
                </a:cubicBezTo>
                <a:cubicBezTo>
                  <a:pt x="11382" y="4436"/>
                  <a:pt x="11382" y="4421"/>
                  <a:pt x="11382" y="4407"/>
                </a:cubicBezTo>
                <a:close/>
                <a:moveTo>
                  <a:pt x="11299" y="4515"/>
                </a:moveTo>
                <a:cubicBezTo>
                  <a:pt x="11292" y="4515"/>
                  <a:pt x="11284" y="4519"/>
                  <a:pt x="11277" y="4526"/>
                </a:cubicBezTo>
                <a:cubicBezTo>
                  <a:pt x="11247" y="4541"/>
                  <a:pt x="11217" y="4556"/>
                  <a:pt x="11187" y="4571"/>
                </a:cubicBezTo>
                <a:cubicBezTo>
                  <a:pt x="11187" y="4586"/>
                  <a:pt x="11187" y="4586"/>
                  <a:pt x="11187" y="4601"/>
                </a:cubicBezTo>
                <a:cubicBezTo>
                  <a:pt x="11232" y="4586"/>
                  <a:pt x="11277" y="4586"/>
                  <a:pt x="11337" y="4586"/>
                </a:cubicBezTo>
                <a:cubicBezTo>
                  <a:pt x="11337" y="4556"/>
                  <a:pt x="11337" y="4541"/>
                  <a:pt x="11322" y="4526"/>
                </a:cubicBezTo>
                <a:cubicBezTo>
                  <a:pt x="11314" y="4519"/>
                  <a:pt x="11307" y="4515"/>
                  <a:pt x="11299" y="4515"/>
                </a:cubicBezTo>
                <a:close/>
                <a:moveTo>
                  <a:pt x="10889" y="4556"/>
                </a:moveTo>
                <a:cubicBezTo>
                  <a:pt x="10859" y="4556"/>
                  <a:pt x="10829" y="4571"/>
                  <a:pt x="10799" y="4586"/>
                </a:cubicBezTo>
                <a:cubicBezTo>
                  <a:pt x="10859" y="4601"/>
                  <a:pt x="10919" y="4616"/>
                  <a:pt x="10978" y="4645"/>
                </a:cubicBezTo>
                <a:cubicBezTo>
                  <a:pt x="10948" y="4616"/>
                  <a:pt x="10919" y="4586"/>
                  <a:pt x="10889" y="4556"/>
                </a:cubicBezTo>
                <a:close/>
                <a:moveTo>
                  <a:pt x="10545" y="4556"/>
                </a:moveTo>
                <a:cubicBezTo>
                  <a:pt x="10545" y="4571"/>
                  <a:pt x="10560" y="4601"/>
                  <a:pt x="10560" y="4631"/>
                </a:cubicBezTo>
                <a:cubicBezTo>
                  <a:pt x="10605" y="4645"/>
                  <a:pt x="10665" y="4675"/>
                  <a:pt x="10724" y="4690"/>
                </a:cubicBezTo>
                <a:cubicBezTo>
                  <a:pt x="10724" y="4660"/>
                  <a:pt x="10739" y="4616"/>
                  <a:pt x="10739" y="4586"/>
                </a:cubicBezTo>
                <a:cubicBezTo>
                  <a:pt x="10680" y="4571"/>
                  <a:pt x="10605" y="4571"/>
                  <a:pt x="10545" y="4556"/>
                </a:cubicBezTo>
                <a:close/>
                <a:moveTo>
                  <a:pt x="10022" y="4675"/>
                </a:moveTo>
                <a:cubicBezTo>
                  <a:pt x="10007" y="4675"/>
                  <a:pt x="9993" y="4690"/>
                  <a:pt x="9978" y="4705"/>
                </a:cubicBezTo>
                <a:cubicBezTo>
                  <a:pt x="9993" y="4705"/>
                  <a:pt x="9993" y="4720"/>
                  <a:pt x="10007" y="4720"/>
                </a:cubicBezTo>
                <a:cubicBezTo>
                  <a:pt x="10022" y="4720"/>
                  <a:pt x="10037" y="4705"/>
                  <a:pt x="10052" y="4690"/>
                </a:cubicBezTo>
                <a:cubicBezTo>
                  <a:pt x="10037" y="4675"/>
                  <a:pt x="10022" y="4675"/>
                  <a:pt x="10022" y="4675"/>
                </a:cubicBezTo>
                <a:close/>
                <a:moveTo>
                  <a:pt x="11041" y="4635"/>
                </a:moveTo>
                <a:cubicBezTo>
                  <a:pt x="11022" y="4635"/>
                  <a:pt x="10999" y="4640"/>
                  <a:pt x="10978" y="4645"/>
                </a:cubicBezTo>
                <a:cubicBezTo>
                  <a:pt x="11008" y="4660"/>
                  <a:pt x="11038" y="4690"/>
                  <a:pt x="11068" y="4720"/>
                </a:cubicBezTo>
                <a:cubicBezTo>
                  <a:pt x="11097" y="4653"/>
                  <a:pt x="11076" y="4635"/>
                  <a:pt x="11041" y="4635"/>
                </a:cubicBezTo>
                <a:close/>
                <a:moveTo>
                  <a:pt x="11292" y="4631"/>
                </a:moveTo>
                <a:cubicBezTo>
                  <a:pt x="11232" y="4645"/>
                  <a:pt x="11202" y="4660"/>
                  <a:pt x="11158" y="4675"/>
                </a:cubicBezTo>
                <a:cubicBezTo>
                  <a:pt x="11172" y="4720"/>
                  <a:pt x="11187" y="4765"/>
                  <a:pt x="11202" y="4810"/>
                </a:cubicBezTo>
                <a:cubicBezTo>
                  <a:pt x="11232" y="4795"/>
                  <a:pt x="11217" y="4765"/>
                  <a:pt x="11232" y="4750"/>
                </a:cubicBezTo>
                <a:cubicBezTo>
                  <a:pt x="11247" y="4720"/>
                  <a:pt x="11262" y="4690"/>
                  <a:pt x="11292" y="4631"/>
                </a:cubicBezTo>
                <a:close/>
                <a:moveTo>
                  <a:pt x="10485" y="4840"/>
                </a:moveTo>
                <a:cubicBezTo>
                  <a:pt x="10470" y="4855"/>
                  <a:pt x="10456" y="4870"/>
                  <a:pt x="10426" y="4884"/>
                </a:cubicBezTo>
                <a:cubicBezTo>
                  <a:pt x="10441" y="4899"/>
                  <a:pt x="10456" y="4899"/>
                  <a:pt x="10470" y="4914"/>
                </a:cubicBezTo>
                <a:cubicBezTo>
                  <a:pt x="10485" y="4899"/>
                  <a:pt x="10500" y="4884"/>
                  <a:pt x="10515" y="4855"/>
                </a:cubicBezTo>
                <a:cubicBezTo>
                  <a:pt x="10500" y="4855"/>
                  <a:pt x="10485" y="4840"/>
                  <a:pt x="10485" y="4840"/>
                </a:cubicBezTo>
                <a:close/>
                <a:moveTo>
                  <a:pt x="11352" y="4855"/>
                </a:moveTo>
                <a:cubicBezTo>
                  <a:pt x="11352" y="4855"/>
                  <a:pt x="11337" y="4870"/>
                  <a:pt x="11322" y="4870"/>
                </a:cubicBezTo>
                <a:cubicBezTo>
                  <a:pt x="11322" y="4884"/>
                  <a:pt x="11307" y="4884"/>
                  <a:pt x="11292" y="4899"/>
                </a:cubicBezTo>
                <a:cubicBezTo>
                  <a:pt x="11307" y="4899"/>
                  <a:pt x="11307" y="4914"/>
                  <a:pt x="11307" y="4914"/>
                </a:cubicBezTo>
                <a:cubicBezTo>
                  <a:pt x="11352" y="4929"/>
                  <a:pt x="11411" y="4929"/>
                  <a:pt x="11471" y="4929"/>
                </a:cubicBezTo>
                <a:cubicBezTo>
                  <a:pt x="11471" y="4914"/>
                  <a:pt x="11471" y="4899"/>
                  <a:pt x="11471" y="4899"/>
                </a:cubicBezTo>
                <a:cubicBezTo>
                  <a:pt x="11426" y="4884"/>
                  <a:pt x="11397" y="4870"/>
                  <a:pt x="11352" y="4855"/>
                </a:cubicBezTo>
                <a:close/>
                <a:moveTo>
                  <a:pt x="11038" y="4870"/>
                </a:moveTo>
                <a:cubicBezTo>
                  <a:pt x="10993" y="4899"/>
                  <a:pt x="10963" y="4929"/>
                  <a:pt x="10919" y="4959"/>
                </a:cubicBezTo>
                <a:cubicBezTo>
                  <a:pt x="10933" y="4974"/>
                  <a:pt x="10933" y="4989"/>
                  <a:pt x="10933" y="5019"/>
                </a:cubicBezTo>
                <a:cubicBezTo>
                  <a:pt x="10948" y="5019"/>
                  <a:pt x="10963" y="5034"/>
                  <a:pt x="10978" y="5034"/>
                </a:cubicBezTo>
                <a:cubicBezTo>
                  <a:pt x="11038" y="5034"/>
                  <a:pt x="11083" y="5019"/>
                  <a:pt x="11098" y="4959"/>
                </a:cubicBezTo>
                <a:cubicBezTo>
                  <a:pt x="11113" y="4914"/>
                  <a:pt x="11098" y="4870"/>
                  <a:pt x="11038" y="4870"/>
                </a:cubicBezTo>
                <a:close/>
                <a:moveTo>
                  <a:pt x="6806" y="3529"/>
                </a:moveTo>
                <a:cubicBezTo>
                  <a:pt x="6796" y="3529"/>
                  <a:pt x="6789" y="3533"/>
                  <a:pt x="6781" y="3540"/>
                </a:cubicBezTo>
                <a:cubicBezTo>
                  <a:pt x="6766" y="3585"/>
                  <a:pt x="6751" y="3630"/>
                  <a:pt x="6751" y="3675"/>
                </a:cubicBezTo>
                <a:cubicBezTo>
                  <a:pt x="6766" y="3764"/>
                  <a:pt x="6811" y="3854"/>
                  <a:pt x="6811" y="3944"/>
                </a:cubicBezTo>
                <a:cubicBezTo>
                  <a:pt x="6781" y="4123"/>
                  <a:pt x="6856" y="4257"/>
                  <a:pt x="6990" y="4377"/>
                </a:cubicBezTo>
                <a:cubicBezTo>
                  <a:pt x="7095" y="4481"/>
                  <a:pt x="7170" y="4616"/>
                  <a:pt x="7170" y="4765"/>
                </a:cubicBezTo>
                <a:cubicBezTo>
                  <a:pt x="7185" y="4855"/>
                  <a:pt x="7244" y="4855"/>
                  <a:pt x="7289" y="4870"/>
                </a:cubicBezTo>
                <a:cubicBezTo>
                  <a:pt x="7364" y="4929"/>
                  <a:pt x="7439" y="4989"/>
                  <a:pt x="7498" y="5049"/>
                </a:cubicBezTo>
                <a:cubicBezTo>
                  <a:pt x="7513" y="5034"/>
                  <a:pt x="7513" y="5019"/>
                  <a:pt x="7513" y="5004"/>
                </a:cubicBezTo>
                <a:cubicBezTo>
                  <a:pt x="7453" y="4899"/>
                  <a:pt x="7379" y="4810"/>
                  <a:pt x="7334" y="4690"/>
                </a:cubicBezTo>
                <a:cubicBezTo>
                  <a:pt x="7304" y="4601"/>
                  <a:pt x="7289" y="4526"/>
                  <a:pt x="7424" y="4511"/>
                </a:cubicBezTo>
                <a:cubicBezTo>
                  <a:pt x="7430" y="4509"/>
                  <a:pt x="7437" y="4509"/>
                  <a:pt x="7444" y="4509"/>
                </a:cubicBezTo>
                <a:cubicBezTo>
                  <a:pt x="7482" y="4509"/>
                  <a:pt x="7514" y="4534"/>
                  <a:pt x="7545" y="4534"/>
                </a:cubicBezTo>
                <a:cubicBezTo>
                  <a:pt x="7555" y="4534"/>
                  <a:pt x="7564" y="4532"/>
                  <a:pt x="7573" y="4526"/>
                </a:cubicBezTo>
                <a:cubicBezTo>
                  <a:pt x="7677" y="4496"/>
                  <a:pt x="7767" y="4466"/>
                  <a:pt x="7872" y="4436"/>
                </a:cubicBezTo>
                <a:cubicBezTo>
                  <a:pt x="7902" y="4421"/>
                  <a:pt x="7931" y="4392"/>
                  <a:pt x="7946" y="4362"/>
                </a:cubicBezTo>
                <a:cubicBezTo>
                  <a:pt x="7946" y="4347"/>
                  <a:pt x="7961" y="4347"/>
                  <a:pt x="7961" y="4332"/>
                </a:cubicBezTo>
                <a:cubicBezTo>
                  <a:pt x="7991" y="4302"/>
                  <a:pt x="8036" y="4287"/>
                  <a:pt x="8066" y="4257"/>
                </a:cubicBezTo>
                <a:cubicBezTo>
                  <a:pt x="8081" y="4227"/>
                  <a:pt x="8111" y="4212"/>
                  <a:pt x="8111" y="4182"/>
                </a:cubicBezTo>
                <a:cubicBezTo>
                  <a:pt x="8111" y="4138"/>
                  <a:pt x="8111" y="4108"/>
                  <a:pt x="8111" y="4063"/>
                </a:cubicBezTo>
                <a:cubicBezTo>
                  <a:pt x="8111" y="4063"/>
                  <a:pt x="8096" y="4048"/>
                  <a:pt x="8096" y="4048"/>
                </a:cubicBezTo>
                <a:cubicBezTo>
                  <a:pt x="8051" y="4018"/>
                  <a:pt x="8006" y="4003"/>
                  <a:pt x="7961" y="3973"/>
                </a:cubicBezTo>
                <a:cubicBezTo>
                  <a:pt x="7931" y="3958"/>
                  <a:pt x="7902" y="3958"/>
                  <a:pt x="7872" y="3958"/>
                </a:cubicBezTo>
                <a:cubicBezTo>
                  <a:pt x="7860" y="3955"/>
                  <a:pt x="7848" y="3954"/>
                  <a:pt x="7837" y="3954"/>
                </a:cubicBezTo>
                <a:cubicBezTo>
                  <a:pt x="7794" y="3954"/>
                  <a:pt x="7758" y="3973"/>
                  <a:pt x="7722" y="3973"/>
                </a:cubicBezTo>
                <a:lnTo>
                  <a:pt x="7677" y="3973"/>
                </a:lnTo>
                <a:cubicBezTo>
                  <a:pt x="7663" y="3978"/>
                  <a:pt x="7649" y="3980"/>
                  <a:pt x="7637" y="3980"/>
                </a:cubicBezTo>
                <a:cubicBezTo>
                  <a:pt x="7611" y="3980"/>
                  <a:pt x="7588" y="3973"/>
                  <a:pt x="7558" y="3973"/>
                </a:cubicBezTo>
                <a:cubicBezTo>
                  <a:pt x="7538" y="3967"/>
                  <a:pt x="7519" y="3964"/>
                  <a:pt x="7502" y="3964"/>
                </a:cubicBezTo>
                <a:cubicBezTo>
                  <a:pt x="7441" y="3964"/>
                  <a:pt x="7395" y="3998"/>
                  <a:pt x="7349" y="4033"/>
                </a:cubicBezTo>
                <a:cubicBezTo>
                  <a:pt x="7319" y="4063"/>
                  <a:pt x="7304" y="4078"/>
                  <a:pt x="7274" y="4093"/>
                </a:cubicBezTo>
                <a:cubicBezTo>
                  <a:pt x="7259" y="4108"/>
                  <a:pt x="7229" y="4123"/>
                  <a:pt x="7214" y="4153"/>
                </a:cubicBezTo>
                <a:cubicBezTo>
                  <a:pt x="7200" y="4168"/>
                  <a:pt x="7185" y="4182"/>
                  <a:pt x="7170" y="4197"/>
                </a:cubicBezTo>
                <a:cubicBezTo>
                  <a:pt x="7156" y="4224"/>
                  <a:pt x="7167" y="4274"/>
                  <a:pt x="7127" y="4274"/>
                </a:cubicBezTo>
                <a:cubicBezTo>
                  <a:pt x="7122" y="4274"/>
                  <a:pt x="7116" y="4274"/>
                  <a:pt x="7110" y="4272"/>
                </a:cubicBezTo>
                <a:cubicBezTo>
                  <a:pt x="7065" y="4272"/>
                  <a:pt x="7050" y="4242"/>
                  <a:pt x="7035" y="4197"/>
                </a:cubicBezTo>
                <a:cubicBezTo>
                  <a:pt x="7035" y="4182"/>
                  <a:pt x="7035" y="4168"/>
                  <a:pt x="7020" y="4153"/>
                </a:cubicBezTo>
                <a:cubicBezTo>
                  <a:pt x="6946" y="4123"/>
                  <a:pt x="6946" y="4063"/>
                  <a:pt x="6946" y="4003"/>
                </a:cubicBezTo>
                <a:cubicBezTo>
                  <a:pt x="6961" y="3944"/>
                  <a:pt x="6976" y="3884"/>
                  <a:pt x="6946" y="3839"/>
                </a:cubicBezTo>
                <a:cubicBezTo>
                  <a:pt x="6931" y="3794"/>
                  <a:pt x="6916" y="3764"/>
                  <a:pt x="6901" y="3734"/>
                </a:cubicBezTo>
                <a:cubicBezTo>
                  <a:pt x="6856" y="3675"/>
                  <a:pt x="6871" y="3600"/>
                  <a:pt x="6841" y="3540"/>
                </a:cubicBezTo>
                <a:cubicBezTo>
                  <a:pt x="6826" y="3533"/>
                  <a:pt x="6815" y="3529"/>
                  <a:pt x="6806" y="3529"/>
                </a:cubicBezTo>
                <a:close/>
                <a:moveTo>
                  <a:pt x="10441" y="4944"/>
                </a:moveTo>
                <a:cubicBezTo>
                  <a:pt x="10441" y="4944"/>
                  <a:pt x="10426" y="4959"/>
                  <a:pt x="10426" y="4974"/>
                </a:cubicBezTo>
                <a:cubicBezTo>
                  <a:pt x="10456" y="5004"/>
                  <a:pt x="10500" y="5034"/>
                  <a:pt x="10545" y="5064"/>
                </a:cubicBezTo>
                <a:cubicBezTo>
                  <a:pt x="10545" y="5064"/>
                  <a:pt x="10560" y="5049"/>
                  <a:pt x="10560" y="5034"/>
                </a:cubicBezTo>
                <a:cubicBezTo>
                  <a:pt x="10515" y="5004"/>
                  <a:pt x="10485" y="4974"/>
                  <a:pt x="10441" y="4944"/>
                </a:cubicBezTo>
                <a:close/>
                <a:moveTo>
                  <a:pt x="11158" y="5064"/>
                </a:moveTo>
                <a:cubicBezTo>
                  <a:pt x="11158" y="5079"/>
                  <a:pt x="11158" y="5094"/>
                  <a:pt x="11158" y="5094"/>
                </a:cubicBezTo>
                <a:cubicBezTo>
                  <a:pt x="11172" y="5094"/>
                  <a:pt x="11202" y="5094"/>
                  <a:pt x="11232" y="5109"/>
                </a:cubicBezTo>
                <a:cubicBezTo>
                  <a:pt x="11202" y="5094"/>
                  <a:pt x="11172" y="5079"/>
                  <a:pt x="11158" y="5064"/>
                </a:cubicBezTo>
                <a:close/>
                <a:moveTo>
                  <a:pt x="9843" y="5064"/>
                </a:moveTo>
                <a:cubicBezTo>
                  <a:pt x="9798" y="5079"/>
                  <a:pt x="9754" y="5094"/>
                  <a:pt x="9724" y="5109"/>
                </a:cubicBezTo>
                <a:cubicBezTo>
                  <a:pt x="9724" y="5123"/>
                  <a:pt x="9724" y="5138"/>
                  <a:pt x="9724" y="5153"/>
                </a:cubicBezTo>
                <a:cubicBezTo>
                  <a:pt x="9769" y="5138"/>
                  <a:pt x="9813" y="5123"/>
                  <a:pt x="9858" y="5109"/>
                </a:cubicBezTo>
                <a:cubicBezTo>
                  <a:pt x="9843" y="5094"/>
                  <a:pt x="9843" y="5079"/>
                  <a:pt x="9843" y="5064"/>
                </a:cubicBezTo>
                <a:close/>
                <a:moveTo>
                  <a:pt x="11008" y="5049"/>
                </a:moveTo>
                <a:cubicBezTo>
                  <a:pt x="10993" y="5049"/>
                  <a:pt x="10993" y="5064"/>
                  <a:pt x="10978" y="5064"/>
                </a:cubicBezTo>
                <a:cubicBezTo>
                  <a:pt x="10978" y="5094"/>
                  <a:pt x="10963" y="5123"/>
                  <a:pt x="10948" y="5138"/>
                </a:cubicBezTo>
                <a:cubicBezTo>
                  <a:pt x="10978" y="5153"/>
                  <a:pt x="11008" y="5153"/>
                  <a:pt x="11038" y="5153"/>
                </a:cubicBezTo>
                <a:lnTo>
                  <a:pt x="11008" y="5049"/>
                </a:lnTo>
                <a:close/>
                <a:moveTo>
                  <a:pt x="11486" y="4974"/>
                </a:moveTo>
                <a:cubicBezTo>
                  <a:pt x="11441" y="5019"/>
                  <a:pt x="11397" y="5079"/>
                  <a:pt x="11352" y="5123"/>
                </a:cubicBezTo>
                <a:cubicBezTo>
                  <a:pt x="11367" y="5123"/>
                  <a:pt x="11397" y="5109"/>
                  <a:pt x="11411" y="5109"/>
                </a:cubicBezTo>
                <a:cubicBezTo>
                  <a:pt x="11426" y="5123"/>
                  <a:pt x="11441" y="5138"/>
                  <a:pt x="11471" y="5153"/>
                </a:cubicBezTo>
                <a:cubicBezTo>
                  <a:pt x="11471" y="5123"/>
                  <a:pt x="11486" y="5079"/>
                  <a:pt x="11501" y="5049"/>
                </a:cubicBezTo>
                <a:cubicBezTo>
                  <a:pt x="11501" y="5019"/>
                  <a:pt x="11486" y="5004"/>
                  <a:pt x="11486" y="4974"/>
                </a:cubicBezTo>
                <a:close/>
                <a:moveTo>
                  <a:pt x="11128" y="5138"/>
                </a:moveTo>
                <a:cubicBezTo>
                  <a:pt x="11098" y="5138"/>
                  <a:pt x="11068" y="5153"/>
                  <a:pt x="11038" y="5153"/>
                </a:cubicBezTo>
                <a:cubicBezTo>
                  <a:pt x="11053" y="5183"/>
                  <a:pt x="11068" y="5198"/>
                  <a:pt x="11083" y="5213"/>
                </a:cubicBezTo>
                <a:cubicBezTo>
                  <a:pt x="11093" y="5218"/>
                  <a:pt x="11103" y="5220"/>
                  <a:pt x="11113" y="5220"/>
                </a:cubicBezTo>
                <a:cubicBezTo>
                  <a:pt x="11133" y="5220"/>
                  <a:pt x="11153" y="5213"/>
                  <a:pt x="11172" y="5213"/>
                </a:cubicBezTo>
                <a:cubicBezTo>
                  <a:pt x="11158" y="5183"/>
                  <a:pt x="11143" y="5168"/>
                  <a:pt x="11128" y="5138"/>
                </a:cubicBezTo>
                <a:close/>
                <a:moveTo>
                  <a:pt x="10172" y="5153"/>
                </a:moveTo>
                <a:lnTo>
                  <a:pt x="10172" y="5153"/>
                </a:lnTo>
                <a:cubicBezTo>
                  <a:pt x="10142" y="5183"/>
                  <a:pt x="10112" y="5213"/>
                  <a:pt x="10082" y="5243"/>
                </a:cubicBezTo>
                <a:cubicBezTo>
                  <a:pt x="10097" y="5258"/>
                  <a:pt x="10112" y="5258"/>
                  <a:pt x="10127" y="5273"/>
                </a:cubicBezTo>
                <a:cubicBezTo>
                  <a:pt x="10142" y="5228"/>
                  <a:pt x="10157" y="5198"/>
                  <a:pt x="10172" y="5153"/>
                </a:cubicBezTo>
                <a:close/>
                <a:moveTo>
                  <a:pt x="9201" y="4750"/>
                </a:moveTo>
                <a:cubicBezTo>
                  <a:pt x="9067" y="4765"/>
                  <a:pt x="9156" y="4825"/>
                  <a:pt x="9171" y="4870"/>
                </a:cubicBezTo>
                <a:cubicBezTo>
                  <a:pt x="9305" y="4959"/>
                  <a:pt x="9365" y="5094"/>
                  <a:pt x="9425" y="5243"/>
                </a:cubicBezTo>
                <a:cubicBezTo>
                  <a:pt x="9425" y="5271"/>
                  <a:pt x="9437" y="5282"/>
                  <a:pt x="9453" y="5282"/>
                </a:cubicBezTo>
                <a:cubicBezTo>
                  <a:pt x="9463" y="5282"/>
                  <a:pt x="9474" y="5278"/>
                  <a:pt x="9485" y="5273"/>
                </a:cubicBezTo>
                <a:cubicBezTo>
                  <a:pt x="9470" y="5213"/>
                  <a:pt x="9470" y="5153"/>
                  <a:pt x="9455" y="5094"/>
                </a:cubicBezTo>
                <a:cubicBezTo>
                  <a:pt x="9425" y="4989"/>
                  <a:pt x="9380" y="4884"/>
                  <a:pt x="9335" y="4795"/>
                </a:cubicBezTo>
                <a:cubicBezTo>
                  <a:pt x="9291" y="4780"/>
                  <a:pt x="9246" y="4765"/>
                  <a:pt x="9201" y="4750"/>
                </a:cubicBezTo>
                <a:close/>
                <a:moveTo>
                  <a:pt x="11322" y="5123"/>
                </a:moveTo>
                <a:cubicBezTo>
                  <a:pt x="11292" y="5168"/>
                  <a:pt x="11262" y="5198"/>
                  <a:pt x="11232" y="5243"/>
                </a:cubicBezTo>
                <a:lnTo>
                  <a:pt x="11172" y="5243"/>
                </a:lnTo>
                <a:cubicBezTo>
                  <a:pt x="11187" y="5273"/>
                  <a:pt x="11202" y="5303"/>
                  <a:pt x="11202" y="5333"/>
                </a:cubicBezTo>
                <a:cubicBezTo>
                  <a:pt x="11232" y="5303"/>
                  <a:pt x="11247" y="5273"/>
                  <a:pt x="11262" y="5243"/>
                </a:cubicBezTo>
                <a:cubicBezTo>
                  <a:pt x="11271" y="5244"/>
                  <a:pt x="11279" y="5245"/>
                  <a:pt x="11286" y="5245"/>
                </a:cubicBezTo>
                <a:cubicBezTo>
                  <a:pt x="11357" y="5245"/>
                  <a:pt x="11308" y="5181"/>
                  <a:pt x="11322" y="5153"/>
                </a:cubicBezTo>
                <a:cubicBezTo>
                  <a:pt x="11322" y="5138"/>
                  <a:pt x="11322" y="5138"/>
                  <a:pt x="11322" y="5123"/>
                </a:cubicBezTo>
                <a:close/>
                <a:moveTo>
                  <a:pt x="11576" y="5288"/>
                </a:moveTo>
                <a:cubicBezTo>
                  <a:pt x="11561" y="5303"/>
                  <a:pt x="11546" y="5318"/>
                  <a:pt x="11546" y="5333"/>
                </a:cubicBezTo>
                <a:cubicBezTo>
                  <a:pt x="11546" y="5333"/>
                  <a:pt x="11576" y="5347"/>
                  <a:pt x="11576" y="5347"/>
                </a:cubicBezTo>
                <a:cubicBezTo>
                  <a:pt x="11591" y="5333"/>
                  <a:pt x="11591" y="5318"/>
                  <a:pt x="11606" y="5303"/>
                </a:cubicBezTo>
                <a:cubicBezTo>
                  <a:pt x="11591" y="5288"/>
                  <a:pt x="11576" y="5288"/>
                  <a:pt x="11576" y="5288"/>
                </a:cubicBezTo>
                <a:close/>
                <a:moveTo>
                  <a:pt x="10366" y="5333"/>
                </a:moveTo>
                <a:cubicBezTo>
                  <a:pt x="10351" y="5333"/>
                  <a:pt x="10336" y="5347"/>
                  <a:pt x="10321" y="5362"/>
                </a:cubicBezTo>
                <a:cubicBezTo>
                  <a:pt x="10336" y="5377"/>
                  <a:pt x="10336" y="5392"/>
                  <a:pt x="10351" y="5392"/>
                </a:cubicBezTo>
                <a:cubicBezTo>
                  <a:pt x="10366" y="5392"/>
                  <a:pt x="10381" y="5377"/>
                  <a:pt x="10396" y="5362"/>
                </a:cubicBezTo>
                <a:cubicBezTo>
                  <a:pt x="10381" y="5362"/>
                  <a:pt x="10381" y="5333"/>
                  <a:pt x="10366" y="5333"/>
                </a:cubicBezTo>
                <a:close/>
                <a:moveTo>
                  <a:pt x="10948" y="5347"/>
                </a:moveTo>
                <a:cubicBezTo>
                  <a:pt x="10919" y="5347"/>
                  <a:pt x="10904" y="5347"/>
                  <a:pt x="10874" y="5362"/>
                </a:cubicBezTo>
                <a:lnTo>
                  <a:pt x="10919" y="5407"/>
                </a:lnTo>
                <a:cubicBezTo>
                  <a:pt x="10933" y="5392"/>
                  <a:pt x="10933" y="5362"/>
                  <a:pt x="10948" y="5347"/>
                </a:cubicBezTo>
                <a:close/>
                <a:moveTo>
                  <a:pt x="9769" y="5392"/>
                </a:moveTo>
                <a:cubicBezTo>
                  <a:pt x="9769" y="5392"/>
                  <a:pt x="9754" y="5407"/>
                  <a:pt x="9754" y="5407"/>
                </a:cubicBezTo>
                <a:cubicBezTo>
                  <a:pt x="9769" y="5422"/>
                  <a:pt x="9783" y="5422"/>
                  <a:pt x="9783" y="5422"/>
                </a:cubicBezTo>
                <a:lnTo>
                  <a:pt x="9843" y="5422"/>
                </a:lnTo>
                <a:cubicBezTo>
                  <a:pt x="9813" y="5407"/>
                  <a:pt x="9798" y="5392"/>
                  <a:pt x="9769" y="5392"/>
                </a:cubicBezTo>
                <a:close/>
                <a:moveTo>
                  <a:pt x="10695" y="5407"/>
                </a:moveTo>
                <a:cubicBezTo>
                  <a:pt x="10671" y="5419"/>
                  <a:pt x="10647" y="5431"/>
                  <a:pt x="10624" y="5443"/>
                </a:cubicBezTo>
                <a:lnTo>
                  <a:pt x="10624" y="5443"/>
                </a:lnTo>
                <a:cubicBezTo>
                  <a:pt x="10618" y="5441"/>
                  <a:pt x="10611" y="5439"/>
                  <a:pt x="10605" y="5437"/>
                </a:cubicBezTo>
                <a:lnTo>
                  <a:pt x="10605" y="5452"/>
                </a:lnTo>
                <a:cubicBezTo>
                  <a:pt x="10611" y="5449"/>
                  <a:pt x="10617" y="5446"/>
                  <a:pt x="10624" y="5443"/>
                </a:cubicBezTo>
                <a:lnTo>
                  <a:pt x="10624" y="5443"/>
                </a:lnTo>
                <a:cubicBezTo>
                  <a:pt x="10658" y="5452"/>
                  <a:pt x="10684" y="5452"/>
                  <a:pt x="10709" y="5452"/>
                </a:cubicBezTo>
                <a:cubicBezTo>
                  <a:pt x="10709" y="5437"/>
                  <a:pt x="10709" y="5422"/>
                  <a:pt x="10695" y="5407"/>
                </a:cubicBezTo>
                <a:close/>
                <a:moveTo>
                  <a:pt x="11128" y="5362"/>
                </a:moveTo>
                <a:cubicBezTo>
                  <a:pt x="11128" y="5377"/>
                  <a:pt x="11113" y="5407"/>
                  <a:pt x="11113" y="5407"/>
                </a:cubicBezTo>
                <a:cubicBezTo>
                  <a:pt x="11143" y="5422"/>
                  <a:pt x="11158" y="5437"/>
                  <a:pt x="11187" y="5452"/>
                </a:cubicBezTo>
                <a:cubicBezTo>
                  <a:pt x="11187" y="5437"/>
                  <a:pt x="11187" y="5422"/>
                  <a:pt x="11187" y="5407"/>
                </a:cubicBezTo>
                <a:cubicBezTo>
                  <a:pt x="11172" y="5392"/>
                  <a:pt x="11158" y="5377"/>
                  <a:pt x="11128" y="5362"/>
                </a:cubicBezTo>
                <a:close/>
                <a:moveTo>
                  <a:pt x="10411" y="5422"/>
                </a:moveTo>
                <a:cubicBezTo>
                  <a:pt x="10411" y="5422"/>
                  <a:pt x="10396" y="5452"/>
                  <a:pt x="10396" y="5467"/>
                </a:cubicBezTo>
                <a:lnTo>
                  <a:pt x="10500" y="5467"/>
                </a:lnTo>
                <a:cubicBezTo>
                  <a:pt x="10500" y="5452"/>
                  <a:pt x="10500" y="5452"/>
                  <a:pt x="10485" y="5452"/>
                </a:cubicBezTo>
                <a:cubicBezTo>
                  <a:pt x="10470" y="5437"/>
                  <a:pt x="10441" y="5422"/>
                  <a:pt x="10411" y="5422"/>
                </a:cubicBezTo>
                <a:close/>
                <a:moveTo>
                  <a:pt x="10261" y="5482"/>
                </a:moveTo>
                <a:cubicBezTo>
                  <a:pt x="10232" y="5497"/>
                  <a:pt x="10187" y="5512"/>
                  <a:pt x="10142" y="5527"/>
                </a:cubicBezTo>
                <a:cubicBezTo>
                  <a:pt x="10142" y="5542"/>
                  <a:pt x="10142" y="5542"/>
                  <a:pt x="10142" y="5557"/>
                </a:cubicBezTo>
                <a:cubicBezTo>
                  <a:pt x="10187" y="5542"/>
                  <a:pt x="10232" y="5527"/>
                  <a:pt x="10276" y="5512"/>
                </a:cubicBezTo>
                <a:cubicBezTo>
                  <a:pt x="10276" y="5512"/>
                  <a:pt x="10261" y="5497"/>
                  <a:pt x="10261" y="5482"/>
                </a:cubicBezTo>
                <a:close/>
                <a:moveTo>
                  <a:pt x="10635" y="5542"/>
                </a:moveTo>
                <a:cubicBezTo>
                  <a:pt x="10650" y="5557"/>
                  <a:pt x="10680" y="5586"/>
                  <a:pt x="10695" y="5616"/>
                </a:cubicBezTo>
                <a:cubicBezTo>
                  <a:pt x="10695" y="5601"/>
                  <a:pt x="10695" y="5586"/>
                  <a:pt x="10695" y="5557"/>
                </a:cubicBezTo>
                <a:cubicBezTo>
                  <a:pt x="10665" y="5557"/>
                  <a:pt x="10650" y="5542"/>
                  <a:pt x="10635" y="5542"/>
                </a:cubicBezTo>
                <a:close/>
                <a:moveTo>
                  <a:pt x="11068" y="5527"/>
                </a:moveTo>
                <a:cubicBezTo>
                  <a:pt x="11068" y="5557"/>
                  <a:pt x="11083" y="5586"/>
                  <a:pt x="11098" y="5616"/>
                </a:cubicBezTo>
                <a:cubicBezTo>
                  <a:pt x="11128" y="5601"/>
                  <a:pt x="11158" y="5586"/>
                  <a:pt x="11187" y="5572"/>
                </a:cubicBezTo>
                <a:cubicBezTo>
                  <a:pt x="11143" y="5557"/>
                  <a:pt x="11098" y="5542"/>
                  <a:pt x="11068" y="5527"/>
                </a:cubicBezTo>
                <a:close/>
                <a:moveTo>
                  <a:pt x="11436" y="5229"/>
                </a:moveTo>
                <a:cubicBezTo>
                  <a:pt x="11384" y="5229"/>
                  <a:pt x="11360" y="5286"/>
                  <a:pt x="11337" y="5333"/>
                </a:cubicBezTo>
                <a:cubicBezTo>
                  <a:pt x="11337" y="5347"/>
                  <a:pt x="11337" y="5362"/>
                  <a:pt x="11337" y="5377"/>
                </a:cubicBezTo>
                <a:cubicBezTo>
                  <a:pt x="11307" y="5392"/>
                  <a:pt x="11277" y="5422"/>
                  <a:pt x="11232" y="5437"/>
                </a:cubicBezTo>
                <a:lnTo>
                  <a:pt x="11217" y="5527"/>
                </a:lnTo>
                <a:cubicBezTo>
                  <a:pt x="11232" y="5542"/>
                  <a:pt x="11232" y="5542"/>
                  <a:pt x="11247" y="5542"/>
                </a:cubicBezTo>
                <a:cubicBezTo>
                  <a:pt x="11277" y="5557"/>
                  <a:pt x="11292" y="5572"/>
                  <a:pt x="11322" y="5586"/>
                </a:cubicBezTo>
                <a:cubicBezTo>
                  <a:pt x="11322" y="5601"/>
                  <a:pt x="11322" y="5601"/>
                  <a:pt x="11322" y="5616"/>
                </a:cubicBezTo>
                <a:cubicBezTo>
                  <a:pt x="11352" y="5646"/>
                  <a:pt x="11397" y="5646"/>
                  <a:pt x="11441" y="5676"/>
                </a:cubicBezTo>
                <a:cubicBezTo>
                  <a:pt x="11501" y="5646"/>
                  <a:pt x="11546" y="5601"/>
                  <a:pt x="11501" y="5527"/>
                </a:cubicBezTo>
                <a:lnTo>
                  <a:pt x="11516" y="5422"/>
                </a:lnTo>
                <a:cubicBezTo>
                  <a:pt x="11516" y="5362"/>
                  <a:pt x="11501" y="5303"/>
                  <a:pt x="11486" y="5243"/>
                </a:cubicBezTo>
                <a:cubicBezTo>
                  <a:pt x="11467" y="5233"/>
                  <a:pt x="11451" y="5229"/>
                  <a:pt x="11436" y="5229"/>
                </a:cubicBezTo>
                <a:close/>
                <a:moveTo>
                  <a:pt x="11322" y="5646"/>
                </a:moveTo>
                <a:cubicBezTo>
                  <a:pt x="11292" y="5661"/>
                  <a:pt x="11247" y="5691"/>
                  <a:pt x="11202" y="5706"/>
                </a:cubicBezTo>
                <a:lnTo>
                  <a:pt x="11262" y="5706"/>
                </a:lnTo>
                <a:cubicBezTo>
                  <a:pt x="11292" y="5706"/>
                  <a:pt x="11307" y="5691"/>
                  <a:pt x="11322" y="5676"/>
                </a:cubicBezTo>
                <a:cubicBezTo>
                  <a:pt x="11322" y="5661"/>
                  <a:pt x="11322" y="5661"/>
                  <a:pt x="11322" y="5646"/>
                </a:cubicBezTo>
                <a:close/>
                <a:moveTo>
                  <a:pt x="10232" y="5691"/>
                </a:moveTo>
                <a:cubicBezTo>
                  <a:pt x="10232" y="5706"/>
                  <a:pt x="10217" y="5721"/>
                  <a:pt x="10217" y="5721"/>
                </a:cubicBezTo>
                <a:cubicBezTo>
                  <a:pt x="10246" y="5751"/>
                  <a:pt x="10291" y="5766"/>
                  <a:pt x="10321" y="5781"/>
                </a:cubicBezTo>
                <a:cubicBezTo>
                  <a:pt x="10351" y="5796"/>
                  <a:pt x="10381" y="5796"/>
                  <a:pt x="10411" y="5810"/>
                </a:cubicBezTo>
                <a:cubicBezTo>
                  <a:pt x="10351" y="5766"/>
                  <a:pt x="10291" y="5736"/>
                  <a:pt x="10232" y="5691"/>
                </a:cubicBezTo>
                <a:close/>
                <a:moveTo>
                  <a:pt x="10695" y="5870"/>
                </a:moveTo>
                <a:cubicBezTo>
                  <a:pt x="10680" y="5885"/>
                  <a:pt x="10680" y="5885"/>
                  <a:pt x="10665" y="5900"/>
                </a:cubicBezTo>
                <a:cubicBezTo>
                  <a:pt x="10680" y="5930"/>
                  <a:pt x="10695" y="5945"/>
                  <a:pt x="10709" y="5975"/>
                </a:cubicBezTo>
                <a:cubicBezTo>
                  <a:pt x="10724" y="5975"/>
                  <a:pt x="10739" y="5960"/>
                  <a:pt x="10739" y="5945"/>
                </a:cubicBezTo>
                <a:cubicBezTo>
                  <a:pt x="10724" y="5930"/>
                  <a:pt x="10709" y="5900"/>
                  <a:pt x="10695" y="5870"/>
                </a:cubicBezTo>
                <a:close/>
                <a:moveTo>
                  <a:pt x="8185" y="5094"/>
                </a:moveTo>
                <a:cubicBezTo>
                  <a:pt x="8140" y="5183"/>
                  <a:pt x="8155" y="5422"/>
                  <a:pt x="8215" y="5482"/>
                </a:cubicBezTo>
                <a:cubicBezTo>
                  <a:pt x="8290" y="5557"/>
                  <a:pt x="8394" y="5631"/>
                  <a:pt x="8439" y="5721"/>
                </a:cubicBezTo>
                <a:cubicBezTo>
                  <a:pt x="8499" y="5870"/>
                  <a:pt x="8604" y="5945"/>
                  <a:pt x="8768" y="5960"/>
                </a:cubicBezTo>
                <a:cubicBezTo>
                  <a:pt x="8792" y="5976"/>
                  <a:pt x="8812" y="5988"/>
                  <a:pt x="8833" y="5988"/>
                </a:cubicBezTo>
                <a:cubicBezTo>
                  <a:pt x="8850" y="5988"/>
                  <a:pt x="8867" y="5980"/>
                  <a:pt x="8887" y="5960"/>
                </a:cubicBezTo>
                <a:cubicBezTo>
                  <a:pt x="8962" y="5930"/>
                  <a:pt x="9052" y="5855"/>
                  <a:pt x="9141" y="5855"/>
                </a:cubicBezTo>
                <a:cubicBezTo>
                  <a:pt x="9305" y="5840"/>
                  <a:pt x="9395" y="5736"/>
                  <a:pt x="9455" y="5601"/>
                </a:cubicBezTo>
                <a:cubicBezTo>
                  <a:pt x="9485" y="5542"/>
                  <a:pt x="9485" y="5497"/>
                  <a:pt x="9395" y="5467"/>
                </a:cubicBezTo>
                <a:cubicBezTo>
                  <a:pt x="9395" y="5482"/>
                  <a:pt x="9395" y="5497"/>
                  <a:pt x="9395" y="5497"/>
                </a:cubicBezTo>
                <a:cubicBezTo>
                  <a:pt x="9350" y="5542"/>
                  <a:pt x="9365" y="5616"/>
                  <a:pt x="9291" y="5631"/>
                </a:cubicBezTo>
                <a:cubicBezTo>
                  <a:pt x="9276" y="5631"/>
                  <a:pt x="9276" y="5646"/>
                  <a:pt x="9261" y="5646"/>
                </a:cubicBezTo>
                <a:cubicBezTo>
                  <a:pt x="9261" y="5676"/>
                  <a:pt x="9231" y="5706"/>
                  <a:pt x="9201" y="5706"/>
                </a:cubicBezTo>
                <a:cubicBezTo>
                  <a:pt x="9081" y="5721"/>
                  <a:pt x="8962" y="5766"/>
                  <a:pt x="8857" y="5810"/>
                </a:cubicBezTo>
                <a:cubicBezTo>
                  <a:pt x="8823" y="5824"/>
                  <a:pt x="8788" y="5835"/>
                  <a:pt x="8755" y="5835"/>
                </a:cubicBezTo>
                <a:cubicBezTo>
                  <a:pt x="8717" y="5835"/>
                  <a:pt x="8680" y="5821"/>
                  <a:pt x="8648" y="5781"/>
                </a:cubicBezTo>
                <a:cubicBezTo>
                  <a:pt x="8633" y="5766"/>
                  <a:pt x="8633" y="5766"/>
                  <a:pt x="8618" y="5766"/>
                </a:cubicBezTo>
                <a:cubicBezTo>
                  <a:pt x="8574" y="5751"/>
                  <a:pt x="8544" y="5736"/>
                  <a:pt x="8529" y="5676"/>
                </a:cubicBezTo>
                <a:cubicBezTo>
                  <a:pt x="8484" y="5586"/>
                  <a:pt x="8424" y="5482"/>
                  <a:pt x="8335" y="5422"/>
                </a:cubicBezTo>
                <a:cubicBezTo>
                  <a:pt x="8290" y="5392"/>
                  <a:pt x="8290" y="5362"/>
                  <a:pt x="8275" y="5318"/>
                </a:cubicBezTo>
                <a:cubicBezTo>
                  <a:pt x="8260" y="5273"/>
                  <a:pt x="8260" y="5213"/>
                  <a:pt x="8260" y="5153"/>
                </a:cubicBezTo>
                <a:cubicBezTo>
                  <a:pt x="8245" y="5123"/>
                  <a:pt x="8245" y="5094"/>
                  <a:pt x="8185" y="5094"/>
                </a:cubicBezTo>
                <a:close/>
                <a:moveTo>
                  <a:pt x="11008" y="5781"/>
                </a:moveTo>
                <a:cubicBezTo>
                  <a:pt x="10963" y="5855"/>
                  <a:pt x="10904" y="5915"/>
                  <a:pt x="10859" y="5990"/>
                </a:cubicBezTo>
                <a:cubicBezTo>
                  <a:pt x="10933" y="5943"/>
                  <a:pt x="11008" y="5920"/>
                  <a:pt x="11086" y="5920"/>
                </a:cubicBezTo>
                <a:cubicBezTo>
                  <a:pt x="11133" y="5920"/>
                  <a:pt x="11182" y="5928"/>
                  <a:pt x="11232" y="5945"/>
                </a:cubicBezTo>
                <a:cubicBezTo>
                  <a:pt x="11232" y="5915"/>
                  <a:pt x="11232" y="5900"/>
                  <a:pt x="11232" y="5870"/>
                </a:cubicBezTo>
                <a:lnTo>
                  <a:pt x="11352" y="5870"/>
                </a:lnTo>
                <a:cubicBezTo>
                  <a:pt x="11322" y="5855"/>
                  <a:pt x="11292" y="5840"/>
                  <a:pt x="11262" y="5825"/>
                </a:cubicBezTo>
                <a:cubicBezTo>
                  <a:pt x="11247" y="5825"/>
                  <a:pt x="11247" y="5825"/>
                  <a:pt x="11232" y="5810"/>
                </a:cubicBezTo>
                <a:cubicBezTo>
                  <a:pt x="11217" y="5840"/>
                  <a:pt x="11187" y="5855"/>
                  <a:pt x="11172" y="5870"/>
                </a:cubicBezTo>
                <a:lnTo>
                  <a:pt x="11008" y="5781"/>
                </a:lnTo>
                <a:close/>
                <a:moveTo>
                  <a:pt x="10261" y="5930"/>
                </a:moveTo>
                <a:cubicBezTo>
                  <a:pt x="10246" y="5960"/>
                  <a:pt x="10217" y="5975"/>
                  <a:pt x="10202" y="5990"/>
                </a:cubicBezTo>
                <a:cubicBezTo>
                  <a:pt x="10217" y="6020"/>
                  <a:pt x="10246" y="6049"/>
                  <a:pt x="10261" y="6079"/>
                </a:cubicBezTo>
                <a:cubicBezTo>
                  <a:pt x="10321" y="6079"/>
                  <a:pt x="10351" y="6035"/>
                  <a:pt x="10366" y="5990"/>
                </a:cubicBezTo>
                <a:cubicBezTo>
                  <a:pt x="10366" y="5975"/>
                  <a:pt x="10366" y="5945"/>
                  <a:pt x="10381" y="5930"/>
                </a:cubicBezTo>
                <a:close/>
                <a:moveTo>
                  <a:pt x="7887" y="6064"/>
                </a:moveTo>
                <a:cubicBezTo>
                  <a:pt x="7857" y="6124"/>
                  <a:pt x="7842" y="6139"/>
                  <a:pt x="7842" y="6154"/>
                </a:cubicBezTo>
                <a:cubicBezTo>
                  <a:pt x="7842" y="6184"/>
                  <a:pt x="7857" y="6199"/>
                  <a:pt x="7872" y="6214"/>
                </a:cubicBezTo>
                <a:cubicBezTo>
                  <a:pt x="7887" y="6199"/>
                  <a:pt x="7902" y="6199"/>
                  <a:pt x="7902" y="6184"/>
                </a:cubicBezTo>
                <a:cubicBezTo>
                  <a:pt x="7916" y="6154"/>
                  <a:pt x="7902" y="6124"/>
                  <a:pt x="7887" y="6064"/>
                </a:cubicBezTo>
                <a:close/>
                <a:moveTo>
                  <a:pt x="314" y="4810"/>
                </a:moveTo>
                <a:cubicBezTo>
                  <a:pt x="299" y="4825"/>
                  <a:pt x="284" y="4840"/>
                  <a:pt x="284" y="4840"/>
                </a:cubicBezTo>
                <a:cubicBezTo>
                  <a:pt x="284" y="5109"/>
                  <a:pt x="284" y="5362"/>
                  <a:pt x="299" y="5631"/>
                </a:cubicBezTo>
                <a:cubicBezTo>
                  <a:pt x="299" y="5646"/>
                  <a:pt x="329" y="5661"/>
                  <a:pt x="344" y="5676"/>
                </a:cubicBezTo>
                <a:cubicBezTo>
                  <a:pt x="329" y="5781"/>
                  <a:pt x="299" y="5870"/>
                  <a:pt x="314" y="5975"/>
                </a:cubicBezTo>
                <a:cubicBezTo>
                  <a:pt x="329" y="6079"/>
                  <a:pt x="239" y="6214"/>
                  <a:pt x="374" y="6303"/>
                </a:cubicBezTo>
                <a:cubicBezTo>
                  <a:pt x="374" y="6244"/>
                  <a:pt x="389" y="6199"/>
                  <a:pt x="404" y="6139"/>
                </a:cubicBezTo>
                <a:lnTo>
                  <a:pt x="389" y="6139"/>
                </a:lnTo>
                <a:cubicBezTo>
                  <a:pt x="389" y="6064"/>
                  <a:pt x="404" y="5990"/>
                  <a:pt x="434" y="5930"/>
                </a:cubicBezTo>
                <a:cubicBezTo>
                  <a:pt x="478" y="5825"/>
                  <a:pt x="434" y="5736"/>
                  <a:pt x="359" y="5676"/>
                </a:cubicBezTo>
                <a:cubicBezTo>
                  <a:pt x="359" y="5676"/>
                  <a:pt x="374" y="5676"/>
                  <a:pt x="374" y="5661"/>
                </a:cubicBezTo>
                <a:cubicBezTo>
                  <a:pt x="389" y="5646"/>
                  <a:pt x="434" y="5631"/>
                  <a:pt x="449" y="5601"/>
                </a:cubicBezTo>
                <a:cubicBezTo>
                  <a:pt x="464" y="5572"/>
                  <a:pt x="464" y="5527"/>
                  <a:pt x="449" y="5497"/>
                </a:cubicBezTo>
                <a:cubicBezTo>
                  <a:pt x="404" y="5422"/>
                  <a:pt x="404" y="5318"/>
                  <a:pt x="404" y="5228"/>
                </a:cubicBezTo>
                <a:cubicBezTo>
                  <a:pt x="389" y="5168"/>
                  <a:pt x="449" y="5123"/>
                  <a:pt x="404" y="5064"/>
                </a:cubicBezTo>
                <a:cubicBezTo>
                  <a:pt x="404" y="5049"/>
                  <a:pt x="419" y="5034"/>
                  <a:pt x="434" y="5019"/>
                </a:cubicBezTo>
                <a:cubicBezTo>
                  <a:pt x="434" y="5004"/>
                  <a:pt x="434" y="4989"/>
                  <a:pt x="449" y="4974"/>
                </a:cubicBezTo>
                <a:cubicBezTo>
                  <a:pt x="344" y="4974"/>
                  <a:pt x="329" y="4884"/>
                  <a:pt x="314" y="4810"/>
                </a:cubicBezTo>
                <a:close/>
                <a:moveTo>
                  <a:pt x="10515" y="6303"/>
                </a:moveTo>
                <a:cubicBezTo>
                  <a:pt x="10515" y="6318"/>
                  <a:pt x="10515" y="6348"/>
                  <a:pt x="10515" y="6363"/>
                </a:cubicBezTo>
                <a:cubicBezTo>
                  <a:pt x="10545" y="6348"/>
                  <a:pt x="10575" y="6333"/>
                  <a:pt x="10605" y="6318"/>
                </a:cubicBezTo>
                <a:cubicBezTo>
                  <a:pt x="10575" y="6303"/>
                  <a:pt x="10545" y="6303"/>
                  <a:pt x="10515" y="6303"/>
                </a:cubicBezTo>
                <a:close/>
                <a:moveTo>
                  <a:pt x="10217" y="6303"/>
                </a:moveTo>
                <a:cubicBezTo>
                  <a:pt x="10172" y="6333"/>
                  <a:pt x="10142" y="6363"/>
                  <a:pt x="10112" y="6393"/>
                </a:cubicBezTo>
                <a:cubicBezTo>
                  <a:pt x="10127" y="6408"/>
                  <a:pt x="10127" y="6423"/>
                  <a:pt x="10142" y="6423"/>
                </a:cubicBezTo>
                <a:cubicBezTo>
                  <a:pt x="10172" y="6393"/>
                  <a:pt x="10217" y="6378"/>
                  <a:pt x="10246" y="6348"/>
                </a:cubicBezTo>
                <a:cubicBezTo>
                  <a:pt x="10232" y="6333"/>
                  <a:pt x="10217" y="6318"/>
                  <a:pt x="10217" y="6303"/>
                </a:cubicBezTo>
                <a:close/>
                <a:moveTo>
                  <a:pt x="3122" y="6438"/>
                </a:moveTo>
                <a:cubicBezTo>
                  <a:pt x="3122" y="6448"/>
                  <a:pt x="3122" y="6459"/>
                  <a:pt x="3112" y="6459"/>
                </a:cubicBezTo>
                <a:cubicBezTo>
                  <a:pt x="3107" y="6459"/>
                  <a:pt x="3101" y="6457"/>
                  <a:pt x="3092" y="6453"/>
                </a:cubicBezTo>
                <a:cubicBezTo>
                  <a:pt x="3107" y="6453"/>
                  <a:pt x="3107" y="6438"/>
                  <a:pt x="3122" y="6438"/>
                </a:cubicBezTo>
                <a:close/>
                <a:moveTo>
                  <a:pt x="10635" y="6527"/>
                </a:moveTo>
                <a:cubicBezTo>
                  <a:pt x="10605" y="6557"/>
                  <a:pt x="10575" y="6587"/>
                  <a:pt x="10545" y="6632"/>
                </a:cubicBezTo>
                <a:cubicBezTo>
                  <a:pt x="10551" y="6635"/>
                  <a:pt x="10556" y="6636"/>
                  <a:pt x="10561" y="6636"/>
                </a:cubicBezTo>
                <a:cubicBezTo>
                  <a:pt x="10581" y="6636"/>
                  <a:pt x="10593" y="6614"/>
                  <a:pt x="10605" y="6602"/>
                </a:cubicBezTo>
                <a:cubicBezTo>
                  <a:pt x="10620" y="6572"/>
                  <a:pt x="10620" y="6557"/>
                  <a:pt x="10635" y="6527"/>
                </a:cubicBezTo>
                <a:close/>
                <a:moveTo>
                  <a:pt x="11382" y="6303"/>
                </a:moveTo>
                <a:cubicBezTo>
                  <a:pt x="11397" y="6378"/>
                  <a:pt x="11397" y="6468"/>
                  <a:pt x="11411" y="6542"/>
                </a:cubicBezTo>
                <a:cubicBezTo>
                  <a:pt x="11426" y="6587"/>
                  <a:pt x="11426" y="6632"/>
                  <a:pt x="11441" y="6677"/>
                </a:cubicBezTo>
                <a:cubicBezTo>
                  <a:pt x="11471" y="6677"/>
                  <a:pt x="11501" y="6662"/>
                  <a:pt x="11501" y="6647"/>
                </a:cubicBezTo>
                <a:cubicBezTo>
                  <a:pt x="11501" y="6542"/>
                  <a:pt x="11486" y="6438"/>
                  <a:pt x="11456" y="6333"/>
                </a:cubicBezTo>
                <a:cubicBezTo>
                  <a:pt x="11456" y="6318"/>
                  <a:pt x="11426" y="6318"/>
                  <a:pt x="11411" y="6303"/>
                </a:cubicBezTo>
                <a:close/>
                <a:moveTo>
                  <a:pt x="11441" y="6707"/>
                </a:moveTo>
                <a:lnTo>
                  <a:pt x="11441" y="6707"/>
                </a:lnTo>
                <a:cubicBezTo>
                  <a:pt x="11411" y="6722"/>
                  <a:pt x="11397" y="6781"/>
                  <a:pt x="11352" y="6781"/>
                </a:cubicBezTo>
                <a:cubicBezTo>
                  <a:pt x="11322" y="6781"/>
                  <a:pt x="11307" y="6796"/>
                  <a:pt x="11322" y="6826"/>
                </a:cubicBezTo>
                <a:cubicBezTo>
                  <a:pt x="11322" y="6856"/>
                  <a:pt x="11337" y="6916"/>
                  <a:pt x="11337" y="6916"/>
                </a:cubicBezTo>
                <a:cubicBezTo>
                  <a:pt x="11217" y="6946"/>
                  <a:pt x="11322" y="7020"/>
                  <a:pt x="11322" y="7080"/>
                </a:cubicBezTo>
                <a:lnTo>
                  <a:pt x="11352" y="7080"/>
                </a:lnTo>
                <a:cubicBezTo>
                  <a:pt x="11382" y="7080"/>
                  <a:pt x="11397" y="7080"/>
                  <a:pt x="11411" y="7050"/>
                </a:cubicBezTo>
                <a:cubicBezTo>
                  <a:pt x="11411" y="7020"/>
                  <a:pt x="11411" y="6990"/>
                  <a:pt x="11426" y="6961"/>
                </a:cubicBezTo>
                <a:cubicBezTo>
                  <a:pt x="11471" y="6871"/>
                  <a:pt x="11531" y="6796"/>
                  <a:pt x="11441" y="6707"/>
                </a:cubicBezTo>
                <a:close/>
                <a:moveTo>
                  <a:pt x="9156" y="7110"/>
                </a:moveTo>
                <a:cubicBezTo>
                  <a:pt x="9171" y="7125"/>
                  <a:pt x="9186" y="7140"/>
                  <a:pt x="9201" y="7155"/>
                </a:cubicBezTo>
                <a:cubicBezTo>
                  <a:pt x="9216" y="7140"/>
                  <a:pt x="9246" y="7125"/>
                  <a:pt x="9261" y="7110"/>
                </a:cubicBezTo>
                <a:close/>
                <a:moveTo>
                  <a:pt x="8753" y="6184"/>
                </a:moveTo>
                <a:cubicBezTo>
                  <a:pt x="8693" y="6214"/>
                  <a:pt x="8633" y="6259"/>
                  <a:pt x="8589" y="6303"/>
                </a:cubicBezTo>
                <a:cubicBezTo>
                  <a:pt x="8589" y="6333"/>
                  <a:pt x="8574" y="6378"/>
                  <a:pt x="8529" y="6393"/>
                </a:cubicBezTo>
                <a:cubicBezTo>
                  <a:pt x="8514" y="6438"/>
                  <a:pt x="8574" y="6468"/>
                  <a:pt x="8559" y="6512"/>
                </a:cubicBezTo>
                <a:cubicBezTo>
                  <a:pt x="8454" y="6677"/>
                  <a:pt x="8439" y="6871"/>
                  <a:pt x="8454" y="7065"/>
                </a:cubicBezTo>
                <a:cubicBezTo>
                  <a:pt x="8469" y="7080"/>
                  <a:pt x="8499" y="7110"/>
                  <a:pt x="8514" y="7140"/>
                </a:cubicBezTo>
                <a:cubicBezTo>
                  <a:pt x="8590" y="7162"/>
                  <a:pt x="8667" y="7176"/>
                  <a:pt x="8744" y="7176"/>
                </a:cubicBezTo>
                <a:cubicBezTo>
                  <a:pt x="8772" y="7176"/>
                  <a:pt x="8800" y="7174"/>
                  <a:pt x="8828" y="7170"/>
                </a:cubicBezTo>
                <a:cubicBezTo>
                  <a:pt x="8828" y="7170"/>
                  <a:pt x="8842" y="7170"/>
                  <a:pt x="8842" y="7155"/>
                </a:cubicBezTo>
                <a:cubicBezTo>
                  <a:pt x="8902" y="7140"/>
                  <a:pt x="8887" y="7065"/>
                  <a:pt x="8902" y="7035"/>
                </a:cubicBezTo>
                <a:cubicBezTo>
                  <a:pt x="8917" y="6841"/>
                  <a:pt x="8932" y="6662"/>
                  <a:pt x="8947" y="6483"/>
                </a:cubicBezTo>
                <a:cubicBezTo>
                  <a:pt x="8932" y="6438"/>
                  <a:pt x="8917" y="6408"/>
                  <a:pt x="8887" y="6393"/>
                </a:cubicBezTo>
                <a:cubicBezTo>
                  <a:pt x="8887" y="6378"/>
                  <a:pt x="8887" y="6378"/>
                  <a:pt x="8887" y="6363"/>
                </a:cubicBezTo>
                <a:cubicBezTo>
                  <a:pt x="8872" y="6318"/>
                  <a:pt x="8872" y="6259"/>
                  <a:pt x="8828" y="6229"/>
                </a:cubicBezTo>
                <a:cubicBezTo>
                  <a:pt x="8813" y="6199"/>
                  <a:pt x="8753" y="6214"/>
                  <a:pt x="8753" y="6184"/>
                </a:cubicBezTo>
                <a:close/>
                <a:moveTo>
                  <a:pt x="4505" y="7346"/>
                </a:moveTo>
                <a:cubicBezTo>
                  <a:pt x="4492" y="7346"/>
                  <a:pt x="4479" y="7379"/>
                  <a:pt x="4466" y="7379"/>
                </a:cubicBezTo>
                <a:cubicBezTo>
                  <a:pt x="4481" y="7394"/>
                  <a:pt x="4496" y="7394"/>
                  <a:pt x="4511" y="7409"/>
                </a:cubicBezTo>
                <a:cubicBezTo>
                  <a:pt x="4526" y="7409"/>
                  <a:pt x="4541" y="7394"/>
                  <a:pt x="4556" y="7394"/>
                </a:cubicBezTo>
                <a:cubicBezTo>
                  <a:pt x="4541" y="7379"/>
                  <a:pt x="4526" y="7349"/>
                  <a:pt x="4511" y="7349"/>
                </a:cubicBezTo>
                <a:cubicBezTo>
                  <a:pt x="4509" y="7347"/>
                  <a:pt x="4507" y="7346"/>
                  <a:pt x="4505" y="7346"/>
                </a:cubicBezTo>
                <a:close/>
                <a:moveTo>
                  <a:pt x="4720" y="7409"/>
                </a:moveTo>
                <a:lnTo>
                  <a:pt x="4720" y="7409"/>
                </a:lnTo>
                <a:cubicBezTo>
                  <a:pt x="4711" y="7413"/>
                  <a:pt x="4702" y="7420"/>
                  <a:pt x="4695" y="7427"/>
                </a:cubicBezTo>
                <a:lnTo>
                  <a:pt x="4695" y="7427"/>
                </a:lnTo>
                <a:cubicBezTo>
                  <a:pt x="4709" y="7426"/>
                  <a:pt x="4720" y="7421"/>
                  <a:pt x="4720" y="7409"/>
                </a:cubicBezTo>
                <a:close/>
                <a:moveTo>
                  <a:pt x="8230" y="7394"/>
                </a:moveTo>
                <a:cubicBezTo>
                  <a:pt x="8230" y="7394"/>
                  <a:pt x="8215" y="7409"/>
                  <a:pt x="8200" y="7409"/>
                </a:cubicBezTo>
                <a:cubicBezTo>
                  <a:pt x="8215" y="7424"/>
                  <a:pt x="8230" y="7438"/>
                  <a:pt x="8245" y="7453"/>
                </a:cubicBezTo>
                <a:cubicBezTo>
                  <a:pt x="8260" y="7453"/>
                  <a:pt x="8260" y="7438"/>
                  <a:pt x="8290" y="7424"/>
                </a:cubicBezTo>
                <a:cubicBezTo>
                  <a:pt x="8260" y="7409"/>
                  <a:pt x="8245" y="7394"/>
                  <a:pt x="8230" y="7394"/>
                </a:cubicBezTo>
                <a:close/>
                <a:moveTo>
                  <a:pt x="4914" y="7259"/>
                </a:moveTo>
                <a:cubicBezTo>
                  <a:pt x="4884" y="7304"/>
                  <a:pt x="4855" y="7349"/>
                  <a:pt x="4825" y="7394"/>
                </a:cubicBezTo>
                <a:cubicBezTo>
                  <a:pt x="4843" y="7438"/>
                  <a:pt x="4866" y="7467"/>
                  <a:pt x="4897" y="7467"/>
                </a:cubicBezTo>
                <a:cubicBezTo>
                  <a:pt x="4919" y="7467"/>
                  <a:pt x="4944" y="7454"/>
                  <a:pt x="4974" y="7424"/>
                </a:cubicBezTo>
                <a:cubicBezTo>
                  <a:pt x="4914" y="7379"/>
                  <a:pt x="4974" y="7304"/>
                  <a:pt x="4914" y="7259"/>
                </a:cubicBezTo>
                <a:close/>
                <a:moveTo>
                  <a:pt x="4695" y="7427"/>
                </a:moveTo>
                <a:cubicBezTo>
                  <a:pt x="4661" y="7431"/>
                  <a:pt x="4607" y="7419"/>
                  <a:pt x="4660" y="7483"/>
                </a:cubicBezTo>
                <a:cubicBezTo>
                  <a:pt x="4671" y="7463"/>
                  <a:pt x="4681" y="7443"/>
                  <a:pt x="4695" y="7427"/>
                </a:cubicBezTo>
                <a:close/>
                <a:moveTo>
                  <a:pt x="4481" y="7468"/>
                </a:moveTo>
                <a:cubicBezTo>
                  <a:pt x="4451" y="7483"/>
                  <a:pt x="4436" y="7498"/>
                  <a:pt x="4407" y="7513"/>
                </a:cubicBezTo>
                <a:cubicBezTo>
                  <a:pt x="4407" y="7513"/>
                  <a:pt x="4421" y="7528"/>
                  <a:pt x="4421" y="7528"/>
                </a:cubicBezTo>
                <a:cubicBezTo>
                  <a:pt x="4436" y="7513"/>
                  <a:pt x="4466" y="7498"/>
                  <a:pt x="4481" y="7483"/>
                </a:cubicBezTo>
                <a:lnTo>
                  <a:pt x="4481" y="7468"/>
                </a:lnTo>
                <a:close/>
                <a:moveTo>
                  <a:pt x="13174" y="7319"/>
                </a:moveTo>
                <a:cubicBezTo>
                  <a:pt x="13159" y="7364"/>
                  <a:pt x="13144" y="7424"/>
                  <a:pt x="13129" y="7483"/>
                </a:cubicBezTo>
                <a:cubicBezTo>
                  <a:pt x="13144" y="7513"/>
                  <a:pt x="13159" y="7543"/>
                  <a:pt x="13159" y="7573"/>
                </a:cubicBezTo>
                <a:cubicBezTo>
                  <a:pt x="13185" y="7579"/>
                  <a:pt x="13211" y="7589"/>
                  <a:pt x="13229" y="7589"/>
                </a:cubicBezTo>
                <a:cubicBezTo>
                  <a:pt x="13254" y="7589"/>
                  <a:pt x="13266" y="7573"/>
                  <a:pt x="13249" y="7513"/>
                </a:cubicBezTo>
                <a:cubicBezTo>
                  <a:pt x="13234" y="7498"/>
                  <a:pt x="13234" y="7468"/>
                  <a:pt x="13249" y="7453"/>
                </a:cubicBezTo>
                <a:cubicBezTo>
                  <a:pt x="13219" y="7409"/>
                  <a:pt x="13189" y="7364"/>
                  <a:pt x="13174" y="7319"/>
                </a:cubicBezTo>
                <a:close/>
                <a:moveTo>
                  <a:pt x="4571" y="7603"/>
                </a:moveTo>
                <a:cubicBezTo>
                  <a:pt x="4556" y="7603"/>
                  <a:pt x="4541" y="7618"/>
                  <a:pt x="4541" y="7633"/>
                </a:cubicBezTo>
                <a:cubicBezTo>
                  <a:pt x="4556" y="7648"/>
                  <a:pt x="4571" y="7663"/>
                  <a:pt x="4586" y="7663"/>
                </a:cubicBezTo>
                <a:cubicBezTo>
                  <a:pt x="4586" y="7648"/>
                  <a:pt x="4571" y="7618"/>
                  <a:pt x="4571" y="7603"/>
                </a:cubicBezTo>
                <a:close/>
                <a:moveTo>
                  <a:pt x="4855" y="7603"/>
                </a:moveTo>
                <a:cubicBezTo>
                  <a:pt x="4855" y="7618"/>
                  <a:pt x="4840" y="7618"/>
                  <a:pt x="4840" y="7618"/>
                </a:cubicBezTo>
                <a:cubicBezTo>
                  <a:pt x="4825" y="7648"/>
                  <a:pt x="4825" y="7663"/>
                  <a:pt x="4825" y="7677"/>
                </a:cubicBezTo>
                <a:cubicBezTo>
                  <a:pt x="4870" y="7663"/>
                  <a:pt x="4929" y="7648"/>
                  <a:pt x="4974" y="7633"/>
                </a:cubicBezTo>
                <a:cubicBezTo>
                  <a:pt x="4929" y="7618"/>
                  <a:pt x="4899" y="7618"/>
                  <a:pt x="4855" y="7603"/>
                </a:cubicBezTo>
                <a:close/>
                <a:moveTo>
                  <a:pt x="13368" y="7603"/>
                </a:moveTo>
                <a:cubicBezTo>
                  <a:pt x="13353" y="7603"/>
                  <a:pt x="13353" y="7603"/>
                  <a:pt x="13353" y="7618"/>
                </a:cubicBezTo>
                <a:cubicBezTo>
                  <a:pt x="13353" y="7618"/>
                  <a:pt x="13353" y="7633"/>
                  <a:pt x="13353" y="7633"/>
                </a:cubicBezTo>
                <a:cubicBezTo>
                  <a:pt x="13368" y="7677"/>
                  <a:pt x="13368" y="7707"/>
                  <a:pt x="13368" y="7737"/>
                </a:cubicBezTo>
                <a:cubicBezTo>
                  <a:pt x="13398" y="7722"/>
                  <a:pt x="13428" y="7692"/>
                  <a:pt x="13458" y="7677"/>
                </a:cubicBezTo>
                <a:cubicBezTo>
                  <a:pt x="13428" y="7648"/>
                  <a:pt x="13398" y="7633"/>
                  <a:pt x="13368" y="7603"/>
                </a:cubicBezTo>
                <a:close/>
                <a:moveTo>
                  <a:pt x="374" y="7274"/>
                </a:moveTo>
                <a:cubicBezTo>
                  <a:pt x="359" y="7304"/>
                  <a:pt x="329" y="7319"/>
                  <a:pt x="329" y="7349"/>
                </a:cubicBezTo>
                <a:cubicBezTo>
                  <a:pt x="329" y="7453"/>
                  <a:pt x="344" y="7558"/>
                  <a:pt x="344" y="7663"/>
                </a:cubicBezTo>
                <a:lnTo>
                  <a:pt x="344" y="7767"/>
                </a:lnTo>
                <a:lnTo>
                  <a:pt x="404" y="7692"/>
                </a:lnTo>
                <a:cubicBezTo>
                  <a:pt x="404" y="7692"/>
                  <a:pt x="419" y="7677"/>
                  <a:pt x="419" y="7677"/>
                </a:cubicBezTo>
                <a:cubicBezTo>
                  <a:pt x="449" y="7677"/>
                  <a:pt x="449" y="7663"/>
                  <a:pt x="449" y="7633"/>
                </a:cubicBezTo>
                <a:cubicBezTo>
                  <a:pt x="449" y="7588"/>
                  <a:pt x="464" y="7543"/>
                  <a:pt x="449" y="7513"/>
                </a:cubicBezTo>
                <a:cubicBezTo>
                  <a:pt x="404" y="7453"/>
                  <a:pt x="404" y="7379"/>
                  <a:pt x="404" y="7319"/>
                </a:cubicBezTo>
                <a:cubicBezTo>
                  <a:pt x="404" y="7304"/>
                  <a:pt x="404" y="7289"/>
                  <a:pt x="404" y="7289"/>
                </a:cubicBezTo>
                <a:cubicBezTo>
                  <a:pt x="389" y="7289"/>
                  <a:pt x="389" y="7274"/>
                  <a:pt x="374" y="7274"/>
                </a:cubicBezTo>
                <a:close/>
                <a:moveTo>
                  <a:pt x="4362" y="7707"/>
                </a:moveTo>
                <a:cubicBezTo>
                  <a:pt x="4347" y="7722"/>
                  <a:pt x="4332" y="7722"/>
                  <a:pt x="4317" y="7722"/>
                </a:cubicBezTo>
                <a:cubicBezTo>
                  <a:pt x="4332" y="7752"/>
                  <a:pt x="4347" y="7782"/>
                  <a:pt x="4377" y="7812"/>
                </a:cubicBezTo>
                <a:cubicBezTo>
                  <a:pt x="4392" y="7797"/>
                  <a:pt x="4407" y="7782"/>
                  <a:pt x="4436" y="7782"/>
                </a:cubicBezTo>
                <a:cubicBezTo>
                  <a:pt x="4407" y="7752"/>
                  <a:pt x="4392" y="7737"/>
                  <a:pt x="4362" y="7707"/>
                </a:cubicBezTo>
                <a:close/>
                <a:moveTo>
                  <a:pt x="3914" y="7842"/>
                </a:moveTo>
                <a:cubicBezTo>
                  <a:pt x="3899" y="7857"/>
                  <a:pt x="3869" y="7857"/>
                  <a:pt x="3854" y="7872"/>
                </a:cubicBezTo>
                <a:cubicBezTo>
                  <a:pt x="3869" y="7887"/>
                  <a:pt x="3869" y="7902"/>
                  <a:pt x="3884" y="7916"/>
                </a:cubicBezTo>
                <a:cubicBezTo>
                  <a:pt x="3899" y="7902"/>
                  <a:pt x="3914" y="7887"/>
                  <a:pt x="3929" y="7872"/>
                </a:cubicBezTo>
                <a:cubicBezTo>
                  <a:pt x="3929" y="7872"/>
                  <a:pt x="3914" y="7842"/>
                  <a:pt x="3914" y="7842"/>
                </a:cubicBezTo>
                <a:close/>
                <a:moveTo>
                  <a:pt x="4048" y="7916"/>
                </a:moveTo>
                <a:cubicBezTo>
                  <a:pt x="4056" y="7920"/>
                  <a:pt x="4064" y="7924"/>
                  <a:pt x="4071" y="7928"/>
                </a:cubicBezTo>
                <a:lnTo>
                  <a:pt x="4071" y="7928"/>
                </a:lnTo>
                <a:cubicBezTo>
                  <a:pt x="4068" y="7924"/>
                  <a:pt x="4066" y="7920"/>
                  <a:pt x="4063" y="7916"/>
                </a:cubicBezTo>
                <a:close/>
                <a:moveTo>
                  <a:pt x="4660" y="7827"/>
                </a:moveTo>
                <a:cubicBezTo>
                  <a:pt x="4601" y="7827"/>
                  <a:pt x="4541" y="7842"/>
                  <a:pt x="4451" y="7842"/>
                </a:cubicBezTo>
                <a:cubicBezTo>
                  <a:pt x="4541" y="7887"/>
                  <a:pt x="4601" y="7916"/>
                  <a:pt x="4646" y="7931"/>
                </a:cubicBezTo>
                <a:cubicBezTo>
                  <a:pt x="4675" y="7916"/>
                  <a:pt x="4675" y="7902"/>
                  <a:pt x="4660" y="7887"/>
                </a:cubicBezTo>
                <a:cubicBezTo>
                  <a:pt x="4660" y="7857"/>
                  <a:pt x="4660" y="7842"/>
                  <a:pt x="4660" y="7827"/>
                </a:cubicBezTo>
                <a:close/>
                <a:moveTo>
                  <a:pt x="4840" y="7752"/>
                </a:moveTo>
                <a:cubicBezTo>
                  <a:pt x="4825" y="7782"/>
                  <a:pt x="4825" y="7812"/>
                  <a:pt x="4810" y="7842"/>
                </a:cubicBezTo>
                <a:cubicBezTo>
                  <a:pt x="4810" y="7857"/>
                  <a:pt x="4795" y="7872"/>
                  <a:pt x="4795" y="7887"/>
                </a:cubicBezTo>
                <a:cubicBezTo>
                  <a:pt x="4780" y="7902"/>
                  <a:pt x="4780" y="7916"/>
                  <a:pt x="4795" y="7946"/>
                </a:cubicBezTo>
                <a:cubicBezTo>
                  <a:pt x="4825" y="7931"/>
                  <a:pt x="4840" y="7916"/>
                  <a:pt x="4855" y="7902"/>
                </a:cubicBezTo>
                <a:cubicBezTo>
                  <a:pt x="4870" y="7872"/>
                  <a:pt x="4884" y="7827"/>
                  <a:pt x="4884" y="7797"/>
                </a:cubicBezTo>
                <a:cubicBezTo>
                  <a:pt x="4884" y="7782"/>
                  <a:pt x="4855" y="7767"/>
                  <a:pt x="4840" y="7752"/>
                </a:cubicBezTo>
                <a:close/>
                <a:moveTo>
                  <a:pt x="13249" y="7887"/>
                </a:moveTo>
                <a:cubicBezTo>
                  <a:pt x="13219" y="7902"/>
                  <a:pt x="13189" y="7931"/>
                  <a:pt x="13159" y="7961"/>
                </a:cubicBezTo>
                <a:lnTo>
                  <a:pt x="13323" y="7961"/>
                </a:lnTo>
                <a:cubicBezTo>
                  <a:pt x="13308" y="7931"/>
                  <a:pt x="13278" y="7916"/>
                  <a:pt x="13249" y="7887"/>
                </a:cubicBezTo>
                <a:close/>
                <a:moveTo>
                  <a:pt x="4071" y="7928"/>
                </a:moveTo>
                <a:cubicBezTo>
                  <a:pt x="4098" y="7969"/>
                  <a:pt x="4127" y="8010"/>
                  <a:pt x="4168" y="8051"/>
                </a:cubicBezTo>
                <a:cubicBezTo>
                  <a:pt x="4168" y="8036"/>
                  <a:pt x="4183" y="8021"/>
                  <a:pt x="4197" y="8006"/>
                </a:cubicBezTo>
                <a:cubicBezTo>
                  <a:pt x="4159" y="7980"/>
                  <a:pt x="4120" y="7954"/>
                  <a:pt x="4071" y="7928"/>
                </a:cubicBezTo>
                <a:close/>
                <a:moveTo>
                  <a:pt x="359" y="7797"/>
                </a:moveTo>
                <a:cubicBezTo>
                  <a:pt x="359" y="7891"/>
                  <a:pt x="371" y="7974"/>
                  <a:pt x="373" y="8065"/>
                </a:cubicBezTo>
                <a:lnTo>
                  <a:pt x="373" y="8065"/>
                </a:lnTo>
                <a:cubicBezTo>
                  <a:pt x="410" y="8037"/>
                  <a:pt x="544" y="8031"/>
                  <a:pt x="404" y="7961"/>
                </a:cubicBezTo>
                <a:cubicBezTo>
                  <a:pt x="404" y="7961"/>
                  <a:pt x="404" y="7946"/>
                  <a:pt x="419" y="7946"/>
                </a:cubicBezTo>
                <a:cubicBezTo>
                  <a:pt x="523" y="7842"/>
                  <a:pt x="419" y="7827"/>
                  <a:pt x="359" y="7797"/>
                </a:cubicBezTo>
                <a:close/>
                <a:moveTo>
                  <a:pt x="373" y="8065"/>
                </a:moveTo>
                <a:cubicBezTo>
                  <a:pt x="363" y="8073"/>
                  <a:pt x="361" y="8083"/>
                  <a:pt x="374" y="8096"/>
                </a:cubicBezTo>
                <a:cubicBezTo>
                  <a:pt x="374" y="8085"/>
                  <a:pt x="374" y="8075"/>
                  <a:pt x="373" y="8065"/>
                </a:cubicBezTo>
                <a:close/>
                <a:moveTo>
                  <a:pt x="13338" y="8036"/>
                </a:moveTo>
                <a:cubicBezTo>
                  <a:pt x="13308" y="8036"/>
                  <a:pt x="13278" y="8051"/>
                  <a:pt x="13249" y="8066"/>
                </a:cubicBezTo>
                <a:cubicBezTo>
                  <a:pt x="13263" y="8081"/>
                  <a:pt x="13278" y="8096"/>
                  <a:pt x="13278" y="8096"/>
                </a:cubicBezTo>
                <a:cubicBezTo>
                  <a:pt x="13293" y="8081"/>
                  <a:pt x="13323" y="8066"/>
                  <a:pt x="13338" y="8051"/>
                </a:cubicBezTo>
                <a:cubicBezTo>
                  <a:pt x="13338" y="8036"/>
                  <a:pt x="13338" y="8036"/>
                  <a:pt x="13338" y="8036"/>
                </a:cubicBezTo>
                <a:close/>
                <a:moveTo>
                  <a:pt x="4914" y="8036"/>
                </a:moveTo>
                <a:cubicBezTo>
                  <a:pt x="4899" y="8066"/>
                  <a:pt x="4884" y="8096"/>
                  <a:pt x="4870" y="8126"/>
                </a:cubicBezTo>
                <a:cubicBezTo>
                  <a:pt x="4884" y="8140"/>
                  <a:pt x="4899" y="8140"/>
                  <a:pt x="4914" y="8140"/>
                </a:cubicBezTo>
                <a:cubicBezTo>
                  <a:pt x="4914" y="8111"/>
                  <a:pt x="4914" y="8081"/>
                  <a:pt x="4914" y="8036"/>
                </a:cubicBezTo>
                <a:close/>
                <a:moveTo>
                  <a:pt x="5751" y="8066"/>
                </a:moveTo>
                <a:cubicBezTo>
                  <a:pt x="5706" y="8066"/>
                  <a:pt x="5661" y="8081"/>
                  <a:pt x="5631" y="8096"/>
                </a:cubicBezTo>
                <a:cubicBezTo>
                  <a:pt x="5616" y="8096"/>
                  <a:pt x="5616" y="8126"/>
                  <a:pt x="5616" y="8155"/>
                </a:cubicBezTo>
                <a:cubicBezTo>
                  <a:pt x="5646" y="8140"/>
                  <a:pt x="5676" y="8126"/>
                  <a:pt x="5706" y="8126"/>
                </a:cubicBezTo>
                <a:cubicBezTo>
                  <a:pt x="5711" y="8121"/>
                  <a:pt x="5716" y="8119"/>
                  <a:pt x="5721" y="8119"/>
                </a:cubicBezTo>
                <a:cubicBezTo>
                  <a:pt x="5731" y="8119"/>
                  <a:pt x="5741" y="8126"/>
                  <a:pt x="5751" y="8126"/>
                </a:cubicBezTo>
                <a:cubicBezTo>
                  <a:pt x="5751" y="8096"/>
                  <a:pt x="5751" y="8081"/>
                  <a:pt x="5751" y="8066"/>
                </a:cubicBezTo>
                <a:close/>
                <a:moveTo>
                  <a:pt x="4362" y="8096"/>
                </a:moveTo>
                <a:cubicBezTo>
                  <a:pt x="4332" y="8096"/>
                  <a:pt x="4317" y="8111"/>
                  <a:pt x="4287" y="8111"/>
                </a:cubicBezTo>
                <a:cubicBezTo>
                  <a:pt x="4287" y="8140"/>
                  <a:pt x="4302" y="8155"/>
                  <a:pt x="4317" y="8170"/>
                </a:cubicBezTo>
                <a:cubicBezTo>
                  <a:pt x="4332" y="8140"/>
                  <a:pt x="4347" y="8111"/>
                  <a:pt x="4362" y="8096"/>
                </a:cubicBezTo>
                <a:close/>
                <a:moveTo>
                  <a:pt x="5578" y="5284"/>
                </a:moveTo>
                <a:cubicBezTo>
                  <a:pt x="5556" y="5284"/>
                  <a:pt x="5534" y="5285"/>
                  <a:pt x="5512" y="5288"/>
                </a:cubicBezTo>
                <a:cubicBezTo>
                  <a:pt x="5498" y="5290"/>
                  <a:pt x="5485" y="5290"/>
                  <a:pt x="5470" y="5290"/>
                </a:cubicBezTo>
                <a:cubicBezTo>
                  <a:pt x="5434" y="5290"/>
                  <a:pt x="5395" y="5286"/>
                  <a:pt x="5357" y="5286"/>
                </a:cubicBezTo>
                <a:cubicBezTo>
                  <a:pt x="5296" y="5286"/>
                  <a:pt x="5238" y="5298"/>
                  <a:pt x="5198" y="5362"/>
                </a:cubicBezTo>
                <a:cubicBezTo>
                  <a:pt x="5168" y="5407"/>
                  <a:pt x="5183" y="5497"/>
                  <a:pt x="5153" y="5542"/>
                </a:cubicBezTo>
                <a:cubicBezTo>
                  <a:pt x="5049" y="5661"/>
                  <a:pt x="5034" y="5825"/>
                  <a:pt x="5034" y="5975"/>
                </a:cubicBezTo>
                <a:cubicBezTo>
                  <a:pt x="5034" y="6035"/>
                  <a:pt x="5079" y="6094"/>
                  <a:pt x="5064" y="6154"/>
                </a:cubicBezTo>
                <a:cubicBezTo>
                  <a:pt x="5049" y="6348"/>
                  <a:pt x="5019" y="6527"/>
                  <a:pt x="4989" y="6722"/>
                </a:cubicBezTo>
                <a:cubicBezTo>
                  <a:pt x="4974" y="6737"/>
                  <a:pt x="4974" y="6766"/>
                  <a:pt x="4989" y="6796"/>
                </a:cubicBezTo>
                <a:cubicBezTo>
                  <a:pt x="4989" y="6931"/>
                  <a:pt x="4974" y="7065"/>
                  <a:pt x="4974" y="7200"/>
                </a:cubicBezTo>
                <a:cubicBezTo>
                  <a:pt x="4959" y="7229"/>
                  <a:pt x="4959" y="7244"/>
                  <a:pt x="4959" y="7274"/>
                </a:cubicBezTo>
                <a:cubicBezTo>
                  <a:pt x="4989" y="7409"/>
                  <a:pt x="5004" y="7528"/>
                  <a:pt x="5004" y="7648"/>
                </a:cubicBezTo>
                <a:cubicBezTo>
                  <a:pt x="5019" y="7707"/>
                  <a:pt x="5034" y="7767"/>
                  <a:pt x="5064" y="7812"/>
                </a:cubicBezTo>
                <a:cubicBezTo>
                  <a:pt x="5034" y="7797"/>
                  <a:pt x="5004" y="7782"/>
                  <a:pt x="4974" y="7767"/>
                </a:cubicBezTo>
                <a:cubicBezTo>
                  <a:pt x="4959" y="7782"/>
                  <a:pt x="4959" y="7797"/>
                  <a:pt x="4959" y="7797"/>
                </a:cubicBezTo>
                <a:cubicBezTo>
                  <a:pt x="4989" y="7812"/>
                  <a:pt x="5019" y="7827"/>
                  <a:pt x="5064" y="7842"/>
                </a:cubicBezTo>
                <a:cubicBezTo>
                  <a:pt x="5094" y="7857"/>
                  <a:pt x="5123" y="7872"/>
                  <a:pt x="5168" y="7887"/>
                </a:cubicBezTo>
                <a:cubicBezTo>
                  <a:pt x="5183" y="7872"/>
                  <a:pt x="5183" y="7872"/>
                  <a:pt x="5183" y="7857"/>
                </a:cubicBezTo>
                <a:cubicBezTo>
                  <a:pt x="5198" y="7857"/>
                  <a:pt x="5213" y="7872"/>
                  <a:pt x="5213" y="7872"/>
                </a:cubicBezTo>
                <a:cubicBezTo>
                  <a:pt x="5213" y="7872"/>
                  <a:pt x="5213" y="7887"/>
                  <a:pt x="5228" y="7887"/>
                </a:cubicBezTo>
                <a:cubicBezTo>
                  <a:pt x="5213" y="7887"/>
                  <a:pt x="5198" y="7872"/>
                  <a:pt x="5183" y="7872"/>
                </a:cubicBezTo>
                <a:cubicBezTo>
                  <a:pt x="5183" y="7887"/>
                  <a:pt x="5168" y="7887"/>
                  <a:pt x="5168" y="7887"/>
                </a:cubicBezTo>
                <a:cubicBezTo>
                  <a:pt x="5153" y="7902"/>
                  <a:pt x="5153" y="7931"/>
                  <a:pt x="5153" y="7946"/>
                </a:cubicBezTo>
                <a:cubicBezTo>
                  <a:pt x="5153" y="7961"/>
                  <a:pt x="5138" y="7976"/>
                  <a:pt x="5138" y="7991"/>
                </a:cubicBezTo>
                <a:cubicBezTo>
                  <a:pt x="5138" y="8006"/>
                  <a:pt x="5138" y="8021"/>
                  <a:pt x="5153" y="8036"/>
                </a:cubicBezTo>
                <a:cubicBezTo>
                  <a:pt x="5138" y="8051"/>
                  <a:pt x="5109" y="8066"/>
                  <a:pt x="5094" y="8081"/>
                </a:cubicBezTo>
                <a:cubicBezTo>
                  <a:pt x="5117" y="8104"/>
                  <a:pt x="5141" y="8124"/>
                  <a:pt x="5160" y="8124"/>
                </a:cubicBezTo>
                <a:cubicBezTo>
                  <a:pt x="5177" y="8124"/>
                  <a:pt x="5191" y="8108"/>
                  <a:pt x="5198" y="8066"/>
                </a:cubicBezTo>
                <a:cubicBezTo>
                  <a:pt x="5228" y="8081"/>
                  <a:pt x="5243" y="8096"/>
                  <a:pt x="5258" y="8126"/>
                </a:cubicBezTo>
                <a:cubicBezTo>
                  <a:pt x="5288" y="8111"/>
                  <a:pt x="5318" y="8096"/>
                  <a:pt x="5348" y="8081"/>
                </a:cubicBezTo>
                <a:cubicBezTo>
                  <a:pt x="5318" y="8081"/>
                  <a:pt x="5288" y="8066"/>
                  <a:pt x="5258" y="8051"/>
                </a:cubicBezTo>
                <a:cubicBezTo>
                  <a:pt x="5273" y="8036"/>
                  <a:pt x="5273" y="8021"/>
                  <a:pt x="5288" y="8006"/>
                </a:cubicBezTo>
                <a:cubicBezTo>
                  <a:pt x="5303" y="7976"/>
                  <a:pt x="5303" y="7946"/>
                  <a:pt x="5318" y="7916"/>
                </a:cubicBezTo>
                <a:cubicBezTo>
                  <a:pt x="5377" y="7916"/>
                  <a:pt x="5437" y="7931"/>
                  <a:pt x="5497" y="7946"/>
                </a:cubicBezTo>
                <a:cubicBezTo>
                  <a:pt x="5514" y="7938"/>
                  <a:pt x="5531" y="7929"/>
                  <a:pt x="5549" y="7929"/>
                </a:cubicBezTo>
                <a:cubicBezTo>
                  <a:pt x="5561" y="7929"/>
                  <a:pt x="5574" y="7934"/>
                  <a:pt x="5586" y="7946"/>
                </a:cubicBezTo>
                <a:lnTo>
                  <a:pt x="5676" y="7946"/>
                </a:lnTo>
                <a:cubicBezTo>
                  <a:pt x="5676" y="7961"/>
                  <a:pt x="5691" y="7961"/>
                  <a:pt x="5706" y="7961"/>
                </a:cubicBezTo>
                <a:cubicBezTo>
                  <a:pt x="5751" y="7976"/>
                  <a:pt x="5796" y="7991"/>
                  <a:pt x="5825" y="8006"/>
                </a:cubicBezTo>
                <a:cubicBezTo>
                  <a:pt x="5825" y="7991"/>
                  <a:pt x="5811" y="7961"/>
                  <a:pt x="5796" y="7946"/>
                </a:cubicBezTo>
                <a:lnTo>
                  <a:pt x="5796" y="7946"/>
                </a:lnTo>
                <a:cubicBezTo>
                  <a:pt x="5804" y="7951"/>
                  <a:pt x="5814" y="7953"/>
                  <a:pt x="5825" y="7953"/>
                </a:cubicBezTo>
                <a:cubicBezTo>
                  <a:pt x="5850" y="7953"/>
                  <a:pt x="5879" y="7942"/>
                  <a:pt x="5900" y="7931"/>
                </a:cubicBezTo>
                <a:cubicBezTo>
                  <a:pt x="5915" y="7931"/>
                  <a:pt x="5930" y="7931"/>
                  <a:pt x="5930" y="7916"/>
                </a:cubicBezTo>
                <a:lnTo>
                  <a:pt x="5945" y="7946"/>
                </a:lnTo>
                <a:cubicBezTo>
                  <a:pt x="5975" y="7946"/>
                  <a:pt x="5990" y="7946"/>
                  <a:pt x="6005" y="7961"/>
                </a:cubicBezTo>
                <a:cubicBezTo>
                  <a:pt x="6020" y="7961"/>
                  <a:pt x="6049" y="7991"/>
                  <a:pt x="6049" y="7991"/>
                </a:cubicBezTo>
                <a:cubicBezTo>
                  <a:pt x="6075" y="7965"/>
                  <a:pt x="6095" y="7956"/>
                  <a:pt x="6112" y="7956"/>
                </a:cubicBezTo>
                <a:cubicBezTo>
                  <a:pt x="6145" y="7956"/>
                  <a:pt x="6164" y="7992"/>
                  <a:pt x="6184" y="8021"/>
                </a:cubicBezTo>
                <a:cubicBezTo>
                  <a:pt x="6169" y="8066"/>
                  <a:pt x="6154" y="8111"/>
                  <a:pt x="6139" y="8170"/>
                </a:cubicBezTo>
                <a:lnTo>
                  <a:pt x="6274" y="8170"/>
                </a:lnTo>
                <a:lnTo>
                  <a:pt x="6199" y="8021"/>
                </a:lnTo>
                <a:cubicBezTo>
                  <a:pt x="6214" y="8006"/>
                  <a:pt x="6229" y="7991"/>
                  <a:pt x="6244" y="7976"/>
                </a:cubicBezTo>
                <a:cubicBezTo>
                  <a:pt x="6277" y="8029"/>
                  <a:pt x="6313" y="8044"/>
                  <a:pt x="6349" y="8044"/>
                </a:cubicBezTo>
                <a:cubicBezTo>
                  <a:pt x="6395" y="8044"/>
                  <a:pt x="6441" y="8021"/>
                  <a:pt x="6483" y="8021"/>
                </a:cubicBezTo>
                <a:cubicBezTo>
                  <a:pt x="6534" y="8021"/>
                  <a:pt x="6585" y="8054"/>
                  <a:pt x="6636" y="8054"/>
                </a:cubicBezTo>
                <a:cubicBezTo>
                  <a:pt x="6645" y="8054"/>
                  <a:pt x="6653" y="8053"/>
                  <a:pt x="6662" y="8051"/>
                </a:cubicBezTo>
                <a:cubicBezTo>
                  <a:pt x="6671" y="8046"/>
                  <a:pt x="6681" y="8044"/>
                  <a:pt x="6691" y="8044"/>
                </a:cubicBezTo>
                <a:cubicBezTo>
                  <a:pt x="6722" y="8044"/>
                  <a:pt x="6754" y="8062"/>
                  <a:pt x="6784" y="8062"/>
                </a:cubicBezTo>
                <a:cubicBezTo>
                  <a:pt x="6806" y="8062"/>
                  <a:pt x="6825" y="8053"/>
                  <a:pt x="6841" y="8021"/>
                </a:cubicBezTo>
                <a:cubicBezTo>
                  <a:pt x="6856" y="8036"/>
                  <a:pt x="6886" y="8036"/>
                  <a:pt x="6901" y="8036"/>
                </a:cubicBezTo>
                <a:cubicBezTo>
                  <a:pt x="6931" y="7991"/>
                  <a:pt x="6976" y="7961"/>
                  <a:pt x="7005" y="7916"/>
                </a:cubicBezTo>
                <a:cubicBezTo>
                  <a:pt x="7080" y="7842"/>
                  <a:pt x="7140" y="7767"/>
                  <a:pt x="7214" y="7692"/>
                </a:cubicBezTo>
                <a:cubicBezTo>
                  <a:pt x="7304" y="7618"/>
                  <a:pt x="7304" y="7513"/>
                  <a:pt x="7334" y="7424"/>
                </a:cubicBezTo>
                <a:cubicBezTo>
                  <a:pt x="7334" y="7394"/>
                  <a:pt x="7349" y="7364"/>
                  <a:pt x="7349" y="7334"/>
                </a:cubicBezTo>
                <a:cubicBezTo>
                  <a:pt x="7364" y="7304"/>
                  <a:pt x="7379" y="7274"/>
                  <a:pt x="7379" y="7259"/>
                </a:cubicBezTo>
                <a:cubicBezTo>
                  <a:pt x="7364" y="7214"/>
                  <a:pt x="7364" y="7185"/>
                  <a:pt x="7379" y="7140"/>
                </a:cubicBezTo>
                <a:cubicBezTo>
                  <a:pt x="7379" y="7110"/>
                  <a:pt x="7319" y="7110"/>
                  <a:pt x="7319" y="7080"/>
                </a:cubicBezTo>
                <a:cubicBezTo>
                  <a:pt x="7319" y="6946"/>
                  <a:pt x="7304" y="6826"/>
                  <a:pt x="7304" y="6692"/>
                </a:cubicBezTo>
                <a:lnTo>
                  <a:pt x="7304" y="6692"/>
                </a:lnTo>
                <a:cubicBezTo>
                  <a:pt x="7334" y="6707"/>
                  <a:pt x="7379" y="6707"/>
                  <a:pt x="7409" y="6722"/>
                </a:cubicBezTo>
                <a:cubicBezTo>
                  <a:pt x="7409" y="6707"/>
                  <a:pt x="7409" y="6692"/>
                  <a:pt x="7409" y="6677"/>
                </a:cubicBezTo>
                <a:cubicBezTo>
                  <a:pt x="7379" y="6677"/>
                  <a:pt x="7349" y="6662"/>
                  <a:pt x="7304" y="6662"/>
                </a:cubicBezTo>
                <a:cubicBezTo>
                  <a:pt x="7319" y="6438"/>
                  <a:pt x="7319" y="6199"/>
                  <a:pt x="7334" y="5975"/>
                </a:cubicBezTo>
                <a:cubicBezTo>
                  <a:pt x="7349" y="5736"/>
                  <a:pt x="7289" y="5601"/>
                  <a:pt x="7080" y="5497"/>
                </a:cubicBezTo>
                <a:cubicBezTo>
                  <a:pt x="7050" y="5482"/>
                  <a:pt x="7020" y="5467"/>
                  <a:pt x="6990" y="5452"/>
                </a:cubicBezTo>
                <a:cubicBezTo>
                  <a:pt x="6946" y="5452"/>
                  <a:pt x="6901" y="5437"/>
                  <a:pt x="6871" y="5422"/>
                </a:cubicBezTo>
                <a:lnTo>
                  <a:pt x="6811" y="5422"/>
                </a:lnTo>
                <a:cubicBezTo>
                  <a:pt x="6751" y="5497"/>
                  <a:pt x="6856" y="5557"/>
                  <a:pt x="6841" y="5631"/>
                </a:cubicBezTo>
                <a:cubicBezTo>
                  <a:pt x="6841" y="5706"/>
                  <a:pt x="6916" y="5766"/>
                  <a:pt x="6916" y="5840"/>
                </a:cubicBezTo>
                <a:lnTo>
                  <a:pt x="6916" y="5855"/>
                </a:lnTo>
                <a:cubicBezTo>
                  <a:pt x="6901" y="5885"/>
                  <a:pt x="6871" y="5900"/>
                  <a:pt x="6856" y="5930"/>
                </a:cubicBezTo>
                <a:cubicBezTo>
                  <a:pt x="6856" y="5945"/>
                  <a:pt x="6856" y="5960"/>
                  <a:pt x="6841" y="5975"/>
                </a:cubicBezTo>
                <a:cubicBezTo>
                  <a:pt x="6856" y="5975"/>
                  <a:pt x="6886" y="5960"/>
                  <a:pt x="6901" y="5960"/>
                </a:cubicBezTo>
                <a:lnTo>
                  <a:pt x="6916" y="5870"/>
                </a:lnTo>
                <a:cubicBezTo>
                  <a:pt x="6931" y="5900"/>
                  <a:pt x="6946" y="5945"/>
                  <a:pt x="6961" y="5975"/>
                </a:cubicBezTo>
                <a:cubicBezTo>
                  <a:pt x="6961" y="6005"/>
                  <a:pt x="6961" y="6020"/>
                  <a:pt x="6961" y="6049"/>
                </a:cubicBezTo>
                <a:cubicBezTo>
                  <a:pt x="6946" y="6049"/>
                  <a:pt x="6946" y="6064"/>
                  <a:pt x="6946" y="6079"/>
                </a:cubicBezTo>
                <a:cubicBezTo>
                  <a:pt x="6916" y="6094"/>
                  <a:pt x="6901" y="6109"/>
                  <a:pt x="6886" y="6124"/>
                </a:cubicBezTo>
                <a:cubicBezTo>
                  <a:pt x="6886" y="6154"/>
                  <a:pt x="6901" y="6184"/>
                  <a:pt x="6931" y="6214"/>
                </a:cubicBezTo>
                <a:cubicBezTo>
                  <a:pt x="6916" y="6229"/>
                  <a:pt x="6916" y="6244"/>
                  <a:pt x="6916" y="6259"/>
                </a:cubicBezTo>
                <a:cubicBezTo>
                  <a:pt x="6901" y="6363"/>
                  <a:pt x="6856" y="6453"/>
                  <a:pt x="6886" y="6557"/>
                </a:cubicBezTo>
                <a:cubicBezTo>
                  <a:pt x="6946" y="6737"/>
                  <a:pt x="6901" y="6931"/>
                  <a:pt x="6901" y="7110"/>
                </a:cubicBezTo>
                <a:cubicBezTo>
                  <a:pt x="6901" y="7140"/>
                  <a:pt x="6916" y="7155"/>
                  <a:pt x="6916" y="7185"/>
                </a:cubicBezTo>
                <a:cubicBezTo>
                  <a:pt x="6931" y="7319"/>
                  <a:pt x="6856" y="7424"/>
                  <a:pt x="6841" y="7543"/>
                </a:cubicBezTo>
                <a:cubicBezTo>
                  <a:pt x="6841" y="7558"/>
                  <a:pt x="6871" y="7573"/>
                  <a:pt x="6841" y="7588"/>
                </a:cubicBezTo>
                <a:cubicBezTo>
                  <a:pt x="6796" y="7543"/>
                  <a:pt x="6766" y="7498"/>
                  <a:pt x="6766" y="7424"/>
                </a:cubicBezTo>
                <a:cubicBezTo>
                  <a:pt x="6766" y="7170"/>
                  <a:pt x="6647" y="6946"/>
                  <a:pt x="6617" y="6707"/>
                </a:cubicBezTo>
                <a:cubicBezTo>
                  <a:pt x="6617" y="6699"/>
                  <a:pt x="6617" y="6699"/>
                  <a:pt x="6615" y="6699"/>
                </a:cubicBezTo>
                <a:cubicBezTo>
                  <a:pt x="6613" y="6699"/>
                  <a:pt x="6610" y="6699"/>
                  <a:pt x="6602" y="6692"/>
                </a:cubicBezTo>
                <a:cubicBezTo>
                  <a:pt x="6557" y="6662"/>
                  <a:pt x="6557" y="6617"/>
                  <a:pt x="6617" y="6587"/>
                </a:cubicBezTo>
                <a:cubicBezTo>
                  <a:pt x="6662" y="6527"/>
                  <a:pt x="6677" y="6483"/>
                  <a:pt x="6647" y="6408"/>
                </a:cubicBezTo>
                <a:cubicBezTo>
                  <a:pt x="6602" y="6348"/>
                  <a:pt x="6632" y="6273"/>
                  <a:pt x="6632" y="6214"/>
                </a:cubicBezTo>
                <a:cubicBezTo>
                  <a:pt x="6557" y="6154"/>
                  <a:pt x="6587" y="6064"/>
                  <a:pt x="6572" y="5990"/>
                </a:cubicBezTo>
                <a:cubicBezTo>
                  <a:pt x="6542" y="5885"/>
                  <a:pt x="6602" y="5855"/>
                  <a:pt x="6662" y="5796"/>
                </a:cubicBezTo>
                <a:cubicBezTo>
                  <a:pt x="6737" y="5751"/>
                  <a:pt x="6707" y="5676"/>
                  <a:pt x="6692" y="5616"/>
                </a:cubicBezTo>
                <a:cubicBezTo>
                  <a:pt x="6647" y="5542"/>
                  <a:pt x="6557" y="5527"/>
                  <a:pt x="6483" y="5497"/>
                </a:cubicBezTo>
                <a:cubicBezTo>
                  <a:pt x="6468" y="5497"/>
                  <a:pt x="6453" y="5482"/>
                  <a:pt x="6438" y="5482"/>
                </a:cubicBezTo>
                <a:cubicBezTo>
                  <a:pt x="6393" y="5482"/>
                  <a:pt x="6348" y="5452"/>
                  <a:pt x="6318" y="5422"/>
                </a:cubicBezTo>
                <a:cubicBezTo>
                  <a:pt x="6169" y="5392"/>
                  <a:pt x="6020" y="5347"/>
                  <a:pt x="5870" y="5333"/>
                </a:cubicBezTo>
                <a:cubicBezTo>
                  <a:pt x="5773" y="5308"/>
                  <a:pt x="5675" y="5284"/>
                  <a:pt x="5578" y="5284"/>
                </a:cubicBezTo>
                <a:close/>
                <a:moveTo>
                  <a:pt x="7035" y="8081"/>
                </a:moveTo>
                <a:cubicBezTo>
                  <a:pt x="7020" y="8081"/>
                  <a:pt x="6990" y="8096"/>
                  <a:pt x="6961" y="8096"/>
                </a:cubicBezTo>
                <a:cubicBezTo>
                  <a:pt x="6976" y="8126"/>
                  <a:pt x="6990" y="8140"/>
                  <a:pt x="7020" y="8170"/>
                </a:cubicBezTo>
                <a:cubicBezTo>
                  <a:pt x="7020" y="8155"/>
                  <a:pt x="7020" y="8155"/>
                  <a:pt x="7035" y="8140"/>
                </a:cubicBezTo>
                <a:cubicBezTo>
                  <a:pt x="7050" y="8126"/>
                  <a:pt x="7050" y="8111"/>
                  <a:pt x="7065" y="8096"/>
                </a:cubicBezTo>
                <a:cubicBezTo>
                  <a:pt x="7050" y="8081"/>
                  <a:pt x="7050" y="8081"/>
                  <a:pt x="7035" y="8081"/>
                </a:cubicBezTo>
                <a:close/>
                <a:moveTo>
                  <a:pt x="5811" y="8111"/>
                </a:moveTo>
                <a:cubicBezTo>
                  <a:pt x="5825" y="8140"/>
                  <a:pt x="5840" y="8170"/>
                  <a:pt x="5840" y="8200"/>
                </a:cubicBezTo>
                <a:cubicBezTo>
                  <a:pt x="5855" y="8170"/>
                  <a:pt x="5855" y="8140"/>
                  <a:pt x="5855" y="8126"/>
                </a:cubicBezTo>
                <a:cubicBezTo>
                  <a:pt x="5840" y="8111"/>
                  <a:pt x="5825" y="8111"/>
                  <a:pt x="5811" y="8111"/>
                </a:cubicBezTo>
                <a:close/>
                <a:moveTo>
                  <a:pt x="6498" y="8066"/>
                </a:moveTo>
                <a:cubicBezTo>
                  <a:pt x="6468" y="8096"/>
                  <a:pt x="6438" y="8140"/>
                  <a:pt x="6408" y="8170"/>
                </a:cubicBezTo>
                <a:cubicBezTo>
                  <a:pt x="6423" y="8185"/>
                  <a:pt x="6438" y="8200"/>
                  <a:pt x="6453" y="8200"/>
                </a:cubicBezTo>
                <a:cubicBezTo>
                  <a:pt x="6483" y="8170"/>
                  <a:pt x="6512" y="8140"/>
                  <a:pt x="6542" y="8111"/>
                </a:cubicBezTo>
                <a:cubicBezTo>
                  <a:pt x="6527" y="8096"/>
                  <a:pt x="6512" y="8081"/>
                  <a:pt x="6498" y="8066"/>
                </a:cubicBezTo>
                <a:close/>
                <a:moveTo>
                  <a:pt x="6871" y="8230"/>
                </a:moveTo>
                <a:cubicBezTo>
                  <a:pt x="6856" y="8245"/>
                  <a:pt x="6841" y="8260"/>
                  <a:pt x="6826" y="8275"/>
                </a:cubicBezTo>
                <a:cubicBezTo>
                  <a:pt x="6826" y="8275"/>
                  <a:pt x="6841" y="8290"/>
                  <a:pt x="6841" y="8290"/>
                </a:cubicBezTo>
                <a:cubicBezTo>
                  <a:pt x="6856" y="8290"/>
                  <a:pt x="6871" y="8275"/>
                  <a:pt x="6901" y="8275"/>
                </a:cubicBezTo>
                <a:cubicBezTo>
                  <a:pt x="6886" y="8245"/>
                  <a:pt x="6871" y="8230"/>
                  <a:pt x="6871" y="8230"/>
                </a:cubicBezTo>
                <a:close/>
                <a:moveTo>
                  <a:pt x="374" y="8096"/>
                </a:moveTo>
                <a:cubicBezTo>
                  <a:pt x="344" y="8096"/>
                  <a:pt x="299" y="8096"/>
                  <a:pt x="299" y="8111"/>
                </a:cubicBezTo>
                <a:cubicBezTo>
                  <a:pt x="299" y="8170"/>
                  <a:pt x="314" y="8230"/>
                  <a:pt x="329" y="8290"/>
                </a:cubicBezTo>
                <a:cubicBezTo>
                  <a:pt x="329" y="8305"/>
                  <a:pt x="374" y="8305"/>
                  <a:pt x="404" y="8320"/>
                </a:cubicBezTo>
                <a:lnTo>
                  <a:pt x="374" y="8096"/>
                </a:lnTo>
                <a:close/>
                <a:moveTo>
                  <a:pt x="13592" y="8066"/>
                </a:moveTo>
                <a:cubicBezTo>
                  <a:pt x="13577" y="8066"/>
                  <a:pt x="13562" y="8081"/>
                  <a:pt x="13562" y="8096"/>
                </a:cubicBezTo>
                <a:cubicBezTo>
                  <a:pt x="13547" y="8126"/>
                  <a:pt x="13592" y="8140"/>
                  <a:pt x="13592" y="8155"/>
                </a:cubicBezTo>
                <a:cubicBezTo>
                  <a:pt x="13577" y="8170"/>
                  <a:pt x="13577" y="8185"/>
                  <a:pt x="13562" y="8200"/>
                </a:cubicBezTo>
                <a:cubicBezTo>
                  <a:pt x="13532" y="8200"/>
                  <a:pt x="13502" y="8185"/>
                  <a:pt x="13488" y="8185"/>
                </a:cubicBezTo>
                <a:cubicBezTo>
                  <a:pt x="13502" y="8215"/>
                  <a:pt x="13517" y="8230"/>
                  <a:pt x="13532" y="8260"/>
                </a:cubicBezTo>
                <a:cubicBezTo>
                  <a:pt x="13488" y="8260"/>
                  <a:pt x="13443" y="8275"/>
                  <a:pt x="13398" y="8275"/>
                </a:cubicBezTo>
                <a:cubicBezTo>
                  <a:pt x="13398" y="8290"/>
                  <a:pt x="13398" y="8290"/>
                  <a:pt x="13398" y="8305"/>
                </a:cubicBezTo>
                <a:cubicBezTo>
                  <a:pt x="13443" y="8305"/>
                  <a:pt x="13488" y="8320"/>
                  <a:pt x="13532" y="8320"/>
                </a:cubicBezTo>
                <a:lnTo>
                  <a:pt x="13622" y="8320"/>
                </a:lnTo>
                <a:cubicBezTo>
                  <a:pt x="13622" y="8305"/>
                  <a:pt x="13607" y="8275"/>
                  <a:pt x="13607" y="8260"/>
                </a:cubicBezTo>
                <a:lnTo>
                  <a:pt x="13592" y="8260"/>
                </a:lnTo>
                <a:cubicBezTo>
                  <a:pt x="13652" y="8185"/>
                  <a:pt x="13667" y="8126"/>
                  <a:pt x="13592" y="8066"/>
                </a:cubicBezTo>
                <a:close/>
                <a:moveTo>
                  <a:pt x="4703" y="8224"/>
                </a:moveTo>
                <a:cubicBezTo>
                  <a:pt x="4699" y="8224"/>
                  <a:pt x="4695" y="8226"/>
                  <a:pt x="4690" y="8230"/>
                </a:cubicBezTo>
                <a:cubicBezTo>
                  <a:pt x="4675" y="8245"/>
                  <a:pt x="4646" y="8260"/>
                  <a:pt x="4631" y="8290"/>
                </a:cubicBezTo>
                <a:cubicBezTo>
                  <a:pt x="4631" y="8305"/>
                  <a:pt x="4646" y="8320"/>
                  <a:pt x="4660" y="8335"/>
                </a:cubicBezTo>
                <a:cubicBezTo>
                  <a:pt x="4675" y="8335"/>
                  <a:pt x="4675" y="8335"/>
                  <a:pt x="4690" y="8320"/>
                </a:cubicBezTo>
                <a:cubicBezTo>
                  <a:pt x="4705" y="8290"/>
                  <a:pt x="4720" y="8275"/>
                  <a:pt x="4735" y="8245"/>
                </a:cubicBezTo>
                <a:cubicBezTo>
                  <a:pt x="4725" y="8234"/>
                  <a:pt x="4714" y="8224"/>
                  <a:pt x="4703" y="8224"/>
                </a:cubicBezTo>
                <a:close/>
                <a:moveTo>
                  <a:pt x="658" y="8335"/>
                </a:moveTo>
                <a:cubicBezTo>
                  <a:pt x="628" y="8350"/>
                  <a:pt x="583" y="8365"/>
                  <a:pt x="553" y="8365"/>
                </a:cubicBezTo>
                <a:cubicBezTo>
                  <a:pt x="553" y="8379"/>
                  <a:pt x="568" y="8394"/>
                  <a:pt x="568" y="8409"/>
                </a:cubicBezTo>
                <a:cubicBezTo>
                  <a:pt x="598" y="8394"/>
                  <a:pt x="628" y="8379"/>
                  <a:pt x="673" y="8365"/>
                </a:cubicBezTo>
                <a:cubicBezTo>
                  <a:pt x="658" y="8350"/>
                  <a:pt x="658" y="8350"/>
                  <a:pt x="658" y="8335"/>
                </a:cubicBezTo>
                <a:close/>
                <a:moveTo>
                  <a:pt x="12875" y="8170"/>
                </a:moveTo>
                <a:cubicBezTo>
                  <a:pt x="12860" y="8185"/>
                  <a:pt x="12860" y="8200"/>
                  <a:pt x="12845" y="8200"/>
                </a:cubicBezTo>
                <a:cubicBezTo>
                  <a:pt x="12786" y="8290"/>
                  <a:pt x="12920" y="8320"/>
                  <a:pt x="12905" y="8409"/>
                </a:cubicBezTo>
                <a:lnTo>
                  <a:pt x="12965" y="8439"/>
                </a:lnTo>
                <a:cubicBezTo>
                  <a:pt x="12995" y="8409"/>
                  <a:pt x="13010" y="8379"/>
                  <a:pt x="13054" y="8350"/>
                </a:cubicBezTo>
                <a:cubicBezTo>
                  <a:pt x="13025" y="8305"/>
                  <a:pt x="13010" y="8260"/>
                  <a:pt x="12965" y="8230"/>
                </a:cubicBezTo>
                <a:cubicBezTo>
                  <a:pt x="12950" y="8200"/>
                  <a:pt x="12905" y="8185"/>
                  <a:pt x="12875" y="8170"/>
                </a:cubicBezTo>
                <a:close/>
                <a:moveTo>
                  <a:pt x="5377" y="8379"/>
                </a:moveTo>
                <a:cubicBezTo>
                  <a:pt x="5377" y="8409"/>
                  <a:pt x="5362" y="8439"/>
                  <a:pt x="5362" y="8484"/>
                </a:cubicBezTo>
                <a:lnTo>
                  <a:pt x="5392" y="8484"/>
                </a:lnTo>
                <a:cubicBezTo>
                  <a:pt x="5407" y="8454"/>
                  <a:pt x="5422" y="8439"/>
                  <a:pt x="5422" y="8409"/>
                </a:cubicBezTo>
                <a:cubicBezTo>
                  <a:pt x="5407" y="8394"/>
                  <a:pt x="5392" y="8379"/>
                  <a:pt x="5377" y="8379"/>
                </a:cubicBezTo>
                <a:close/>
                <a:moveTo>
                  <a:pt x="6169" y="8424"/>
                </a:moveTo>
                <a:cubicBezTo>
                  <a:pt x="6124" y="8439"/>
                  <a:pt x="6094" y="8439"/>
                  <a:pt x="6064" y="8454"/>
                </a:cubicBezTo>
                <a:cubicBezTo>
                  <a:pt x="6064" y="8454"/>
                  <a:pt x="6064" y="8469"/>
                  <a:pt x="6064" y="8469"/>
                </a:cubicBezTo>
                <a:cubicBezTo>
                  <a:pt x="6075" y="8480"/>
                  <a:pt x="6093" y="8490"/>
                  <a:pt x="6108" y="8490"/>
                </a:cubicBezTo>
                <a:cubicBezTo>
                  <a:pt x="6114" y="8490"/>
                  <a:pt x="6120" y="8488"/>
                  <a:pt x="6124" y="8484"/>
                </a:cubicBezTo>
                <a:cubicBezTo>
                  <a:pt x="6139" y="8484"/>
                  <a:pt x="6154" y="8454"/>
                  <a:pt x="6169" y="8439"/>
                </a:cubicBezTo>
                <a:cubicBezTo>
                  <a:pt x="6169" y="8439"/>
                  <a:pt x="6169" y="8424"/>
                  <a:pt x="6169" y="8424"/>
                </a:cubicBezTo>
                <a:close/>
                <a:moveTo>
                  <a:pt x="5079" y="8439"/>
                </a:moveTo>
                <a:cubicBezTo>
                  <a:pt x="5049" y="8439"/>
                  <a:pt x="5019" y="8454"/>
                  <a:pt x="4989" y="8469"/>
                </a:cubicBezTo>
                <a:cubicBezTo>
                  <a:pt x="4989" y="8469"/>
                  <a:pt x="4989" y="8484"/>
                  <a:pt x="5004" y="8499"/>
                </a:cubicBezTo>
                <a:cubicBezTo>
                  <a:pt x="5034" y="8484"/>
                  <a:pt x="5049" y="8484"/>
                  <a:pt x="5079" y="8469"/>
                </a:cubicBezTo>
                <a:cubicBezTo>
                  <a:pt x="5079" y="8469"/>
                  <a:pt x="5079" y="8454"/>
                  <a:pt x="5079" y="8439"/>
                </a:cubicBezTo>
                <a:close/>
                <a:moveTo>
                  <a:pt x="13622" y="8409"/>
                </a:moveTo>
                <a:cubicBezTo>
                  <a:pt x="13607" y="8424"/>
                  <a:pt x="13592" y="8439"/>
                  <a:pt x="13562" y="8469"/>
                </a:cubicBezTo>
                <a:cubicBezTo>
                  <a:pt x="13592" y="8484"/>
                  <a:pt x="13622" y="8499"/>
                  <a:pt x="13652" y="8514"/>
                </a:cubicBezTo>
                <a:cubicBezTo>
                  <a:pt x="13652" y="8484"/>
                  <a:pt x="13637" y="8439"/>
                  <a:pt x="13622" y="8409"/>
                </a:cubicBezTo>
                <a:close/>
                <a:moveTo>
                  <a:pt x="4855" y="8350"/>
                </a:moveTo>
                <a:cubicBezTo>
                  <a:pt x="4840" y="8365"/>
                  <a:pt x="4840" y="8365"/>
                  <a:pt x="4825" y="8379"/>
                </a:cubicBezTo>
                <a:cubicBezTo>
                  <a:pt x="4840" y="8409"/>
                  <a:pt x="4855" y="8439"/>
                  <a:pt x="4870" y="8469"/>
                </a:cubicBezTo>
                <a:cubicBezTo>
                  <a:pt x="4884" y="8499"/>
                  <a:pt x="4899" y="8514"/>
                  <a:pt x="4914" y="8544"/>
                </a:cubicBezTo>
                <a:cubicBezTo>
                  <a:pt x="4914" y="8514"/>
                  <a:pt x="4914" y="8484"/>
                  <a:pt x="4914" y="8454"/>
                </a:cubicBezTo>
                <a:cubicBezTo>
                  <a:pt x="4899" y="8424"/>
                  <a:pt x="4870" y="8394"/>
                  <a:pt x="4855" y="8350"/>
                </a:cubicBezTo>
                <a:close/>
                <a:moveTo>
                  <a:pt x="5781" y="8439"/>
                </a:moveTo>
                <a:cubicBezTo>
                  <a:pt x="5781" y="8469"/>
                  <a:pt x="5796" y="8514"/>
                  <a:pt x="5811" y="8544"/>
                </a:cubicBezTo>
                <a:cubicBezTo>
                  <a:pt x="5811" y="8544"/>
                  <a:pt x="5811" y="8529"/>
                  <a:pt x="5811" y="8514"/>
                </a:cubicBezTo>
                <a:cubicBezTo>
                  <a:pt x="5796" y="8484"/>
                  <a:pt x="5781" y="8454"/>
                  <a:pt x="5781" y="8439"/>
                </a:cubicBezTo>
                <a:close/>
                <a:moveTo>
                  <a:pt x="13084" y="8484"/>
                </a:moveTo>
                <a:lnTo>
                  <a:pt x="13084" y="8559"/>
                </a:lnTo>
                <a:cubicBezTo>
                  <a:pt x="13099" y="8544"/>
                  <a:pt x="13114" y="8529"/>
                  <a:pt x="13129" y="8514"/>
                </a:cubicBezTo>
                <a:cubicBezTo>
                  <a:pt x="13114" y="8514"/>
                  <a:pt x="13099" y="8499"/>
                  <a:pt x="13084" y="8484"/>
                </a:cubicBezTo>
                <a:close/>
                <a:moveTo>
                  <a:pt x="702" y="8544"/>
                </a:moveTo>
                <a:cubicBezTo>
                  <a:pt x="688" y="8559"/>
                  <a:pt x="673" y="8559"/>
                  <a:pt x="658" y="8574"/>
                </a:cubicBezTo>
                <a:cubicBezTo>
                  <a:pt x="658" y="8589"/>
                  <a:pt x="673" y="8589"/>
                  <a:pt x="688" y="8618"/>
                </a:cubicBezTo>
                <a:cubicBezTo>
                  <a:pt x="702" y="8589"/>
                  <a:pt x="717" y="8589"/>
                  <a:pt x="717" y="8574"/>
                </a:cubicBezTo>
                <a:cubicBezTo>
                  <a:pt x="717" y="8559"/>
                  <a:pt x="702" y="8559"/>
                  <a:pt x="702" y="8544"/>
                </a:cubicBezTo>
                <a:close/>
                <a:moveTo>
                  <a:pt x="404" y="8320"/>
                </a:moveTo>
                <a:cubicBezTo>
                  <a:pt x="344" y="8424"/>
                  <a:pt x="314" y="8544"/>
                  <a:pt x="434" y="8633"/>
                </a:cubicBezTo>
                <a:cubicBezTo>
                  <a:pt x="449" y="8633"/>
                  <a:pt x="493" y="8618"/>
                  <a:pt x="493" y="8603"/>
                </a:cubicBezTo>
                <a:cubicBezTo>
                  <a:pt x="493" y="8544"/>
                  <a:pt x="493" y="8484"/>
                  <a:pt x="464" y="8424"/>
                </a:cubicBezTo>
                <a:cubicBezTo>
                  <a:pt x="464" y="8394"/>
                  <a:pt x="419" y="8350"/>
                  <a:pt x="404" y="8320"/>
                </a:cubicBezTo>
                <a:close/>
                <a:moveTo>
                  <a:pt x="5870" y="8574"/>
                </a:moveTo>
                <a:cubicBezTo>
                  <a:pt x="5870" y="8603"/>
                  <a:pt x="5885" y="8618"/>
                  <a:pt x="5885" y="8633"/>
                </a:cubicBezTo>
                <a:cubicBezTo>
                  <a:pt x="5900" y="8618"/>
                  <a:pt x="5930" y="8603"/>
                  <a:pt x="5945" y="8574"/>
                </a:cubicBezTo>
                <a:close/>
                <a:moveTo>
                  <a:pt x="13114" y="8603"/>
                </a:moveTo>
                <a:cubicBezTo>
                  <a:pt x="13114" y="8633"/>
                  <a:pt x="13129" y="8648"/>
                  <a:pt x="13129" y="8663"/>
                </a:cubicBezTo>
                <a:cubicBezTo>
                  <a:pt x="13159" y="8663"/>
                  <a:pt x="13174" y="8648"/>
                  <a:pt x="13189" y="8633"/>
                </a:cubicBezTo>
                <a:cubicBezTo>
                  <a:pt x="13159" y="8618"/>
                  <a:pt x="13129" y="8618"/>
                  <a:pt x="13114" y="8603"/>
                </a:cubicBezTo>
                <a:close/>
                <a:moveTo>
                  <a:pt x="5990" y="8663"/>
                </a:moveTo>
                <a:cubicBezTo>
                  <a:pt x="5990" y="8663"/>
                  <a:pt x="5975" y="8678"/>
                  <a:pt x="5960" y="8678"/>
                </a:cubicBezTo>
                <a:cubicBezTo>
                  <a:pt x="5975" y="8708"/>
                  <a:pt x="5990" y="8723"/>
                  <a:pt x="6005" y="8753"/>
                </a:cubicBezTo>
                <a:cubicBezTo>
                  <a:pt x="6005" y="8753"/>
                  <a:pt x="6035" y="8738"/>
                  <a:pt x="6035" y="8738"/>
                </a:cubicBezTo>
                <a:cubicBezTo>
                  <a:pt x="6020" y="8708"/>
                  <a:pt x="6005" y="8678"/>
                  <a:pt x="5990" y="8663"/>
                </a:cubicBezTo>
                <a:close/>
                <a:moveTo>
                  <a:pt x="4989" y="8783"/>
                </a:moveTo>
                <a:cubicBezTo>
                  <a:pt x="4974" y="8783"/>
                  <a:pt x="4959" y="8783"/>
                  <a:pt x="4944" y="8798"/>
                </a:cubicBezTo>
                <a:cubicBezTo>
                  <a:pt x="4944" y="8798"/>
                  <a:pt x="4959" y="8828"/>
                  <a:pt x="4959" y="8828"/>
                </a:cubicBezTo>
                <a:cubicBezTo>
                  <a:pt x="4974" y="8828"/>
                  <a:pt x="4989" y="8813"/>
                  <a:pt x="5019" y="8813"/>
                </a:cubicBezTo>
                <a:cubicBezTo>
                  <a:pt x="5004" y="8798"/>
                  <a:pt x="4989" y="8783"/>
                  <a:pt x="4989" y="8783"/>
                </a:cubicBezTo>
                <a:close/>
                <a:moveTo>
                  <a:pt x="5796" y="8753"/>
                </a:moveTo>
                <a:cubicBezTo>
                  <a:pt x="5796" y="8768"/>
                  <a:pt x="5796" y="8768"/>
                  <a:pt x="5781" y="8783"/>
                </a:cubicBezTo>
                <a:cubicBezTo>
                  <a:pt x="5811" y="8813"/>
                  <a:pt x="5840" y="8828"/>
                  <a:pt x="5870" y="8842"/>
                </a:cubicBezTo>
                <a:cubicBezTo>
                  <a:pt x="5885" y="8842"/>
                  <a:pt x="5885" y="8828"/>
                  <a:pt x="5900" y="8813"/>
                </a:cubicBezTo>
                <a:lnTo>
                  <a:pt x="5796" y="8753"/>
                </a:lnTo>
                <a:close/>
                <a:moveTo>
                  <a:pt x="13219" y="8842"/>
                </a:moveTo>
                <a:cubicBezTo>
                  <a:pt x="13189" y="8872"/>
                  <a:pt x="13174" y="8887"/>
                  <a:pt x="13144" y="8917"/>
                </a:cubicBezTo>
                <a:lnTo>
                  <a:pt x="13204" y="8917"/>
                </a:lnTo>
                <a:cubicBezTo>
                  <a:pt x="13204" y="8932"/>
                  <a:pt x="13204" y="8932"/>
                  <a:pt x="13204" y="8947"/>
                </a:cubicBezTo>
                <a:cubicBezTo>
                  <a:pt x="13234" y="8932"/>
                  <a:pt x="13263" y="8902"/>
                  <a:pt x="13293" y="8887"/>
                </a:cubicBezTo>
                <a:cubicBezTo>
                  <a:pt x="13263" y="8872"/>
                  <a:pt x="13249" y="8857"/>
                  <a:pt x="13219" y="8842"/>
                </a:cubicBezTo>
                <a:close/>
                <a:moveTo>
                  <a:pt x="5915" y="8947"/>
                </a:moveTo>
                <a:cubicBezTo>
                  <a:pt x="5915" y="8962"/>
                  <a:pt x="5885" y="8977"/>
                  <a:pt x="5900" y="8977"/>
                </a:cubicBezTo>
                <a:cubicBezTo>
                  <a:pt x="5900" y="9007"/>
                  <a:pt x="5915" y="9022"/>
                  <a:pt x="5930" y="9037"/>
                </a:cubicBezTo>
                <a:cubicBezTo>
                  <a:pt x="5945" y="9022"/>
                  <a:pt x="5945" y="9007"/>
                  <a:pt x="5960" y="8992"/>
                </a:cubicBezTo>
                <a:cubicBezTo>
                  <a:pt x="5945" y="8977"/>
                  <a:pt x="5930" y="8962"/>
                  <a:pt x="5915" y="8947"/>
                </a:cubicBezTo>
                <a:close/>
                <a:moveTo>
                  <a:pt x="381" y="9052"/>
                </a:moveTo>
                <a:cubicBezTo>
                  <a:pt x="385" y="9055"/>
                  <a:pt x="389" y="9059"/>
                  <a:pt x="389" y="9067"/>
                </a:cubicBezTo>
                <a:lnTo>
                  <a:pt x="381" y="9052"/>
                </a:lnTo>
                <a:close/>
                <a:moveTo>
                  <a:pt x="13443" y="8992"/>
                </a:moveTo>
                <a:cubicBezTo>
                  <a:pt x="13428" y="9022"/>
                  <a:pt x="13413" y="9022"/>
                  <a:pt x="13398" y="9037"/>
                </a:cubicBezTo>
                <a:cubicBezTo>
                  <a:pt x="13428" y="9052"/>
                  <a:pt x="13443" y="9067"/>
                  <a:pt x="13458" y="9067"/>
                </a:cubicBezTo>
                <a:cubicBezTo>
                  <a:pt x="13473" y="9067"/>
                  <a:pt x="13488" y="9052"/>
                  <a:pt x="13488" y="9052"/>
                </a:cubicBezTo>
                <a:cubicBezTo>
                  <a:pt x="13473" y="9022"/>
                  <a:pt x="13458" y="9022"/>
                  <a:pt x="13443" y="8992"/>
                </a:cubicBezTo>
                <a:close/>
                <a:moveTo>
                  <a:pt x="5721" y="9022"/>
                </a:moveTo>
                <a:cubicBezTo>
                  <a:pt x="5691" y="9037"/>
                  <a:pt x="5661" y="9052"/>
                  <a:pt x="5631" y="9067"/>
                </a:cubicBezTo>
                <a:cubicBezTo>
                  <a:pt x="5661" y="9096"/>
                  <a:pt x="5691" y="9111"/>
                  <a:pt x="5721" y="9126"/>
                </a:cubicBezTo>
                <a:cubicBezTo>
                  <a:pt x="5721" y="9096"/>
                  <a:pt x="5721" y="9052"/>
                  <a:pt x="5721" y="9022"/>
                </a:cubicBezTo>
                <a:close/>
                <a:moveTo>
                  <a:pt x="434" y="9291"/>
                </a:moveTo>
                <a:cubicBezTo>
                  <a:pt x="449" y="9305"/>
                  <a:pt x="464" y="9335"/>
                  <a:pt x="464" y="9350"/>
                </a:cubicBezTo>
                <a:lnTo>
                  <a:pt x="434" y="9291"/>
                </a:lnTo>
                <a:close/>
                <a:moveTo>
                  <a:pt x="5751" y="9410"/>
                </a:moveTo>
                <a:cubicBezTo>
                  <a:pt x="5751" y="9425"/>
                  <a:pt x="5751" y="9440"/>
                  <a:pt x="5751" y="9470"/>
                </a:cubicBezTo>
                <a:cubicBezTo>
                  <a:pt x="5766" y="9470"/>
                  <a:pt x="5796" y="9485"/>
                  <a:pt x="5825" y="9485"/>
                </a:cubicBezTo>
                <a:cubicBezTo>
                  <a:pt x="5825" y="9485"/>
                  <a:pt x="5840" y="9440"/>
                  <a:pt x="5825" y="9440"/>
                </a:cubicBezTo>
                <a:cubicBezTo>
                  <a:pt x="5811" y="9425"/>
                  <a:pt x="5781" y="9410"/>
                  <a:pt x="5751" y="9410"/>
                </a:cubicBezTo>
                <a:close/>
                <a:moveTo>
                  <a:pt x="5572" y="9470"/>
                </a:moveTo>
                <a:cubicBezTo>
                  <a:pt x="5557" y="9500"/>
                  <a:pt x="5542" y="9530"/>
                  <a:pt x="5527" y="9559"/>
                </a:cubicBezTo>
                <a:cubicBezTo>
                  <a:pt x="5527" y="9574"/>
                  <a:pt x="5527" y="9574"/>
                  <a:pt x="5542" y="9574"/>
                </a:cubicBezTo>
                <a:cubicBezTo>
                  <a:pt x="5572" y="9544"/>
                  <a:pt x="5601" y="9530"/>
                  <a:pt x="5631" y="9500"/>
                </a:cubicBezTo>
                <a:cubicBezTo>
                  <a:pt x="5616" y="9485"/>
                  <a:pt x="5586" y="9485"/>
                  <a:pt x="5572" y="9470"/>
                </a:cubicBezTo>
                <a:close/>
                <a:moveTo>
                  <a:pt x="5930" y="9530"/>
                </a:moveTo>
                <a:cubicBezTo>
                  <a:pt x="5915" y="9559"/>
                  <a:pt x="5915" y="9589"/>
                  <a:pt x="5900" y="9619"/>
                </a:cubicBezTo>
                <a:cubicBezTo>
                  <a:pt x="5900" y="9619"/>
                  <a:pt x="5915" y="9619"/>
                  <a:pt x="5915" y="9634"/>
                </a:cubicBezTo>
                <a:cubicBezTo>
                  <a:pt x="5930" y="9604"/>
                  <a:pt x="5945" y="9574"/>
                  <a:pt x="5960" y="9559"/>
                </a:cubicBezTo>
                <a:cubicBezTo>
                  <a:pt x="5960" y="9544"/>
                  <a:pt x="5945" y="9530"/>
                  <a:pt x="5930" y="9530"/>
                </a:cubicBezTo>
                <a:close/>
                <a:moveTo>
                  <a:pt x="314" y="8798"/>
                </a:moveTo>
                <a:cubicBezTo>
                  <a:pt x="314" y="8813"/>
                  <a:pt x="299" y="8813"/>
                  <a:pt x="284" y="8813"/>
                </a:cubicBezTo>
                <a:cubicBezTo>
                  <a:pt x="299" y="8842"/>
                  <a:pt x="314" y="8887"/>
                  <a:pt x="329" y="8932"/>
                </a:cubicBezTo>
                <a:cubicBezTo>
                  <a:pt x="314" y="8962"/>
                  <a:pt x="344" y="9007"/>
                  <a:pt x="374" y="9037"/>
                </a:cubicBezTo>
                <a:cubicBezTo>
                  <a:pt x="359" y="9081"/>
                  <a:pt x="344" y="9126"/>
                  <a:pt x="344" y="9171"/>
                </a:cubicBezTo>
                <a:cubicBezTo>
                  <a:pt x="344" y="9186"/>
                  <a:pt x="389" y="9201"/>
                  <a:pt x="404" y="9201"/>
                </a:cubicBezTo>
                <a:cubicBezTo>
                  <a:pt x="419" y="9201"/>
                  <a:pt x="419" y="9216"/>
                  <a:pt x="434" y="9216"/>
                </a:cubicBezTo>
                <a:cubicBezTo>
                  <a:pt x="434" y="9246"/>
                  <a:pt x="434" y="9261"/>
                  <a:pt x="434" y="9291"/>
                </a:cubicBezTo>
                <a:lnTo>
                  <a:pt x="374" y="9291"/>
                </a:lnTo>
                <a:cubicBezTo>
                  <a:pt x="374" y="9305"/>
                  <a:pt x="374" y="9320"/>
                  <a:pt x="389" y="9335"/>
                </a:cubicBezTo>
                <a:cubicBezTo>
                  <a:pt x="404" y="9350"/>
                  <a:pt x="434" y="9380"/>
                  <a:pt x="449" y="9410"/>
                </a:cubicBezTo>
                <a:cubicBezTo>
                  <a:pt x="493" y="9485"/>
                  <a:pt x="523" y="9559"/>
                  <a:pt x="553" y="9649"/>
                </a:cubicBezTo>
                <a:cubicBezTo>
                  <a:pt x="613" y="9559"/>
                  <a:pt x="538" y="9515"/>
                  <a:pt x="508" y="9455"/>
                </a:cubicBezTo>
                <a:cubicBezTo>
                  <a:pt x="523" y="9440"/>
                  <a:pt x="538" y="9425"/>
                  <a:pt x="553" y="9410"/>
                </a:cubicBezTo>
                <a:cubicBezTo>
                  <a:pt x="568" y="9276"/>
                  <a:pt x="583" y="9126"/>
                  <a:pt x="613" y="8947"/>
                </a:cubicBezTo>
                <a:lnTo>
                  <a:pt x="613" y="8947"/>
                </a:lnTo>
                <a:cubicBezTo>
                  <a:pt x="558" y="9007"/>
                  <a:pt x="523" y="9029"/>
                  <a:pt x="499" y="9029"/>
                </a:cubicBezTo>
                <a:cubicBezTo>
                  <a:pt x="457" y="9029"/>
                  <a:pt x="447" y="8964"/>
                  <a:pt x="419" y="8917"/>
                </a:cubicBezTo>
                <a:cubicBezTo>
                  <a:pt x="404" y="8917"/>
                  <a:pt x="374" y="8902"/>
                  <a:pt x="344" y="8902"/>
                </a:cubicBezTo>
                <a:lnTo>
                  <a:pt x="344" y="8887"/>
                </a:lnTo>
                <a:cubicBezTo>
                  <a:pt x="344" y="8857"/>
                  <a:pt x="329" y="8828"/>
                  <a:pt x="314" y="8798"/>
                </a:cubicBezTo>
                <a:close/>
                <a:moveTo>
                  <a:pt x="9455" y="9649"/>
                </a:moveTo>
                <a:cubicBezTo>
                  <a:pt x="9440" y="9664"/>
                  <a:pt x="9410" y="9679"/>
                  <a:pt x="9395" y="9679"/>
                </a:cubicBezTo>
                <a:cubicBezTo>
                  <a:pt x="9395" y="9694"/>
                  <a:pt x="9395" y="9709"/>
                  <a:pt x="9410" y="9724"/>
                </a:cubicBezTo>
                <a:lnTo>
                  <a:pt x="9425" y="9724"/>
                </a:lnTo>
                <a:cubicBezTo>
                  <a:pt x="9440" y="9694"/>
                  <a:pt x="9455" y="9679"/>
                  <a:pt x="9455" y="9649"/>
                </a:cubicBezTo>
                <a:close/>
                <a:moveTo>
                  <a:pt x="807" y="9679"/>
                </a:moveTo>
                <a:cubicBezTo>
                  <a:pt x="792" y="9709"/>
                  <a:pt x="777" y="9739"/>
                  <a:pt x="747" y="9768"/>
                </a:cubicBezTo>
                <a:cubicBezTo>
                  <a:pt x="747" y="9768"/>
                  <a:pt x="777" y="9783"/>
                  <a:pt x="777" y="9783"/>
                </a:cubicBezTo>
                <a:cubicBezTo>
                  <a:pt x="792" y="9754"/>
                  <a:pt x="822" y="9739"/>
                  <a:pt x="837" y="9709"/>
                </a:cubicBezTo>
                <a:cubicBezTo>
                  <a:pt x="837" y="9709"/>
                  <a:pt x="822" y="9694"/>
                  <a:pt x="807" y="9679"/>
                </a:cubicBezTo>
                <a:close/>
                <a:moveTo>
                  <a:pt x="13099" y="9694"/>
                </a:moveTo>
                <a:cubicBezTo>
                  <a:pt x="13084" y="9724"/>
                  <a:pt x="13069" y="9739"/>
                  <a:pt x="13054" y="9768"/>
                </a:cubicBezTo>
                <a:cubicBezTo>
                  <a:pt x="13054" y="9768"/>
                  <a:pt x="13069" y="9783"/>
                  <a:pt x="13069" y="9783"/>
                </a:cubicBezTo>
                <a:cubicBezTo>
                  <a:pt x="13084" y="9768"/>
                  <a:pt x="13114" y="9739"/>
                  <a:pt x="13129" y="9724"/>
                </a:cubicBezTo>
                <a:cubicBezTo>
                  <a:pt x="13114" y="9709"/>
                  <a:pt x="13114" y="9709"/>
                  <a:pt x="13099" y="9694"/>
                </a:cubicBezTo>
                <a:close/>
                <a:moveTo>
                  <a:pt x="13413" y="9709"/>
                </a:moveTo>
                <a:cubicBezTo>
                  <a:pt x="13308" y="9724"/>
                  <a:pt x="13398" y="9768"/>
                  <a:pt x="13398" y="9813"/>
                </a:cubicBezTo>
                <a:cubicBezTo>
                  <a:pt x="13398" y="9768"/>
                  <a:pt x="13413" y="9739"/>
                  <a:pt x="13413" y="9709"/>
                </a:cubicBezTo>
                <a:close/>
                <a:moveTo>
                  <a:pt x="9443" y="9225"/>
                </a:moveTo>
                <a:cubicBezTo>
                  <a:pt x="9427" y="9225"/>
                  <a:pt x="9411" y="9227"/>
                  <a:pt x="9395" y="9231"/>
                </a:cubicBezTo>
                <a:cubicBezTo>
                  <a:pt x="9320" y="9291"/>
                  <a:pt x="9276" y="9365"/>
                  <a:pt x="9291" y="9470"/>
                </a:cubicBezTo>
                <a:cubicBezTo>
                  <a:pt x="9305" y="9485"/>
                  <a:pt x="9305" y="9515"/>
                  <a:pt x="9320" y="9530"/>
                </a:cubicBezTo>
                <a:cubicBezTo>
                  <a:pt x="9335" y="9559"/>
                  <a:pt x="9350" y="9589"/>
                  <a:pt x="9380" y="9604"/>
                </a:cubicBezTo>
                <a:cubicBezTo>
                  <a:pt x="9431" y="9604"/>
                  <a:pt x="9483" y="9571"/>
                  <a:pt x="9534" y="9571"/>
                </a:cubicBezTo>
                <a:cubicBezTo>
                  <a:pt x="9542" y="9571"/>
                  <a:pt x="9551" y="9572"/>
                  <a:pt x="9559" y="9574"/>
                </a:cubicBezTo>
                <a:cubicBezTo>
                  <a:pt x="9589" y="9574"/>
                  <a:pt x="9619" y="9571"/>
                  <a:pt x="9647" y="9571"/>
                </a:cubicBezTo>
                <a:cubicBezTo>
                  <a:pt x="9675" y="9571"/>
                  <a:pt x="9701" y="9574"/>
                  <a:pt x="9724" y="9589"/>
                </a:cubicBezTo>
                <a:lnTo>
                  <a:pt x="9679" y="9619"/>
                </a:lnTo>
                <a:cubicBezTo>
                  <a:pt x="9694" y="9634"/>
                  <a:pt x="9694" y="9649"/>
                  <a:pt x="9709" y="9679"/>
                </a:cubicBezTo>
                <a:lnTo>
                  <a:pt x="9739" y="9619"/>
                </a:lnTo>
                <a:cubicBezTo>
                  <a:pt x="9872" y="9724"/>
                  <a:pt x="10018" y="9738"/>
                  <a:pt x="10168" y="9738"/>
                </a:cubicBezTo>
                <a:cubicBezTo>
                  <a:pt x="10220" y="9738"/>
                  <a:pt x="10273" y="9736"/>
                  <a:pt x="10327" y="9736"/>
                </a:cubicBezTo>
                <a:cubicBezTo>
                  <a:pt x="10360" y="9736"/>
                  <a:pt x="10393" y="9737"/>
                  <a:pt x="10426" y="9739"/>
                </a:cubicBezTo>
                <a:cubicBezTo>
                  <a:pt x="10431" y="9741"/>
                  <a:pt x="10437" y="9743"/>
                  <a:pt x="10441" y="9743"/>
                </a:cubicBezTo>
                <a:cubicBezTo>
                  <a:pt x="10462" y="9743"/>
                  <a:pt x="10476" y="9721"/>
                  <a:pt x="10500" y="9709"/>
                </a:cubicBezTo>
                <a:cubicBezTo>
                  <a:pt x="10530" y="9679"/>
                  <a:pt x="10560" y="9664"/>
                  <a:pt x="10590" y="9634"/>
                </a:cubicBezTo>
                <a:cubicBezTo>
                  <a:pt x="10605" y="9634"/>
                  <a:pt x="10605" y="9634"/>
                  <a:pt x="10605" y="9619"/>
                </a:cubicBezTo>
                <a:cubicBezTo>
                  <a:pt x="10605" y="9697"/>
                  <a:pt x="10639" y="9741"/>
                  <a:pt x="10717" y="9741"/>
                </a:cubicBezTo>
                <a:cubicBezTo>
                  <a:pt x="10729" y="9741"/>
                  <a:pt x="10741" y="9741"/>
                  <a:pt x="10754" y="9739"/>
                </a:cubicBezTo>
                <a:cubicBezTo>
                  <a:pt x="10829" y="9739"/>
                  <a:pt x="10904" y="9739"/>
                  <a:pt x="10978" y="9694"/>
                </a:cubicBezTo>
                <a:cubicBezTo>
                  <a:pt x="11008" y="9679"/>
                  <a:pt x="11038" y="9668"/>
                  <a:pt x="11068" y="9668"/>
                </a:cubicBezTo>
                <a:cubicBezTo>
                  <a:pt x="11098" y="9668"/>
                  <a:pt x="11128" y="9679"/>
                  <a:pt x="11158" y="9709"/>
                </a:cubicBezTo>
                <a:cubicBezTo>
                  <a:pt x="11172" y="9724"/>
                  <a:pt x="11187" y="9731"/>
                  <a:pt x="11202" y="9731"/>
                </a:cubicBezTo>
                <a:cubicBezTo>
                  <a:pt x="11217" y="9731"/>
                  <a:pt x="11232" y="9724"/>
                  <a:pt x="11247" y="9709"/>
                </a:cubicBezTo>
                <a:cubicBezTo>
                  <a:pt x="11247" y="9754"/>
                  <a:pt x="11277" y="9768"/>
                  <a:pt x="11307" y="9798"/>
                </a:cubicBezTo>
                <a:cubicBezTo>
                  <a:pt x="11337" y="9828"/>
                  <a:pt x="11382" y="9858"/>
                  <a:pt x="11397" y="9918"/>
                </a:cubicBezTo>
                <a:cubicBezTo>
                  <a:pt x="11411" y="9963"/>
                  <a:pt x="11426" y="9993"/>
                  <a:pt x="11486" y="9993"/>
                </a:cubicBezTo>
                <a:cubicBezTo>
                  <a:pt x="11531" y="9993"/>
                  <a:pt x="11546" y="9948"/>
                  <a:pt x="11546" y="9903"/>
                </a:cubicBezTo>
                <a:cubicBezTo>
                  <a:pt x="11561" y="9858"/>
                  <a:pt x="11576" y="9813"/>
                  <a:pt x="11576" y="9783"/>
                </a:cubicBezTo>
                <a:cubicBezTo>
                  <a:pt x="11591" y="9649"/>
                  <a:pt x="11561" y="9544"/>
                  <a:pt x="11456" y="9470"/>
                </a:cubicBezTo>
                <a:cubicBezTo>
                  <a:pt x="11422" y="9447"/>
                  <a:pt x="11390" y="9437"/>
                  <a:pt x="11359" y="9437"/>
                </a:cubicBezTo>
                <a:cubicBezTo>
                  <a:pt x="11310" y="9437"/>
                  <a:pt x="11263" y="9463"/>
                  <a:pt x="11217" y="9500"/>
                </a:cubicBezTo>
                <a:cubicBezTo>
                  <a:pt x="11158" y="9485"/>
                  <a:pt x="11113" y="9455"/>
                  <a:pt x="11053" y="9440"/>
                </a:cubicBezTo>
                <a:lnTo>
                  <a:pt x="10978" y="9440"/>
                </a:lnTo>
                <a:cubicBezTo>
                  <a:pt x="10993" y="9470"/>
                  <a:pt x="11008" y="9485"/>
                  <a:pt x="11023" y="9530"/>
                </a:cubicBezTo>
                <a:cubicBezTo>
                  <a:pt x="10917" y="9466"/>
                  <a:pt x="10818" y="9409"/>
                  <a:pt x="10710" y="9409"/>
                </a:cubicBezTo>
                <a:cubicBezTo>
                  <a:pt x="10667" y="9409"/>
                  <a:pt x="10622" y="9418"/>
                  <a:pt x="10575" y="9440"/>
                </a:cubicBezTo>
                <a:lnTo>
                  <a:pt x="10261" y="9410"/>
                </a:lnTo>
                <a:cubicBezTo>
                  <a:pt x="10251" y="9405"/>
                  <a:pt x="10241" y="9403"/>
                  <a:pt x="10232" y="9403"/>
                </a:cubicBezTo>
                <a:cubicBezTo>
                  <a:pt x="10212" y="9403"/>
                  <a:pt x="10192" y="9410"/>
                  <a:pt x="10172" y="9410"/>
                </a:cubicBezTo>
                <a:cubicBezTo>
                  <a:pt x="10082" y="9395"/>
                  <a:pt x="9993" y="9380"/>
                  <a:pt x="9903" y="9350"/>
                </a:cubicBezTo>
                <a:cubicBezTo>
                  <a:pt x="9843" y="9335"/>
                  <a:pt x="9769" y="9320"/>
                  <a:pt x="9709" y="9291"/>
                </a:cubicBezTo>
                <a:cubicBezTo>
                  <a:pt x="9694" y="9276"/>
                  <a:pt x="9664" y="9276"/>
                  <a:pt x="9634" y="9276"/>
                </a:cubicBezTo>
                <a:cubicBezTo>
                  <a:pt x="9604" y="9276"/>
                  <a:pt x="9589" y="9261"/>
                  <a:pt x="9574" y="9261"/>
                </a:cubicBezTo>
                <a:cubicBezTo>
                  <a:pt x="9531" y="9239"/>
                  <a:pt x="9487" y="9225"/>
                  <a:pt x="9443" y="9225"/>
                </a:cubicBezTo>
                <a:close/>
                <a:moveTo>
                  <a:pt x="9604" y="9873"/>
                </a:moveTo>
                <a:cubicBezTo>
                  <a:pt x="9589" y="9873"/>
                  <a:pt x="9589" y="9888"/>
                  <a:pt x="9574" y="9888"/>
                </a:cubicBezTo>
                <a:cubicBezTo>
                  <a:pt x="9604" y="9933"/>
                  <a:pt x="9619" y="9963"/>
                  <a:pt x="9649" y="10007"/>
                </a:cubicBezTo>
                <a:cubicBezTo>
                  <a:pt x="9664" y="9993"/>
                  <a:pt x="9679" y="9993"/>
                  <a:pt x="9679" y="9993"/>
                </a:cubicBezTo>
                <a:cubicBezTo>
                  <a:pt x="9664" y="9948"/>
                  <a:pt x="9634" y="9918"/>
                  <a:pt x="9604" y="9873"/>
                </a:cubicBezTo>
                <a:close/>
                <a:moveTo>
                  <a:pt x="13771" y="9843"/>
                </a:moveTo>
                <a:lnTo>
                  <a:pt x="13712" y="10007"/>
                </a:lnTo>
                <a:cubicBezTo>
                  <a:pt x="13741" y="10007"/>
                  <a:pt x="13771" y="9993"/>
                  <a:pt x="13801" y="9978"/>
                </a:cubicBezTo>
                <a:cubicBezTo>
                  <a:pt x="13786" y="9933"/>
                  <a:pt x="13786" y="9888"/>
                  <a:pt x="13771" y="9843"/>
                </a:cubicBezTo>
                <a:close/>
                <a:moveTo>
                  <a:pt x="1031" y="10022"/>
                </a:moveTo>
                <a:cubicBezTo>
                  <a:pt x="1046" y="10037"/>
                  <a:pt x="1046" y="10052"/>
                  <a:pt x="1046" y="10067"/>
                </a:cubicBezTo>
                <a:cubicBezTo>
                  <a:pt x="1061" y="10052"/>
                  <a:pt x="1091" y="10052"/>
                  <a:pt x="1106" y="10052"/>
                </a:cubicBezTo>
                <a:cubicBezTo>
                  <a:pt x="1076" y="10037"/>
                  <a:pt x="1061" y="10022"/>
                  <a:pt x="1031" y="10022"/>
                </a:cubicBezTo>
                <a:close/>
                <a:moveTo>
                  <a:pt x="4150" y="3367"/>
                </a:moveTo>
                <a:cubicBezTo>
                  <a:pt x="4086" y="3367"/>
                  <a:pt x="4021" y="3407"/>
                  <a:pt x="3950" y="3407"/>
                </a:cubicBezTo>
                <a:cubicBezTo>
                  <a:pt x="3943" y="3407"/>
                  <a:pt x="3936" y="3407"/>
                  <a:pt x="3929" y="3406"/>
                </a:cubicBezTo>
                <a:cubicBezTo>
                  <a:pt x="3917" y="3417"/>
                  <a:pt x="3915" y="3446"/>
                  <a:pt x="3901" y="3446"/>
                </a:cubicBezTo>
                <a:cubicBezTo>
                  <a:pt x="3896" y="3446"/>
                  <a:pt x="3891" y="3443"/>
                  <a:pt x="3884" y="3436"/>
                </a:cubicBezTo>
                <a:cubicBezTo>
                  <a:pt x="3854" y="3406"/>
                  <a:pt x="3804" y="3392"/>
                  <a:pt x="3750" y="3392"/>
                </a:cubicBezTo>
                <a:cubicBezTo>
                  <a:pt x="3669" y="3392"/>
                  <a:pt x="3579" y="3421"/>
                  <a:pt x="3525" y="3466"/>
                </a:cubicBezTo>
                <a:cubicBezTo>
                  <a:pt x="3436" y="3555"/>
                  <a:pt x="3361" y="3675"/>
                  <a:pt x="3242" y="3719"/>
                </a:cubicBezTo>
                <a:cubicBezTo>
                  <a:pt x="3137" y="3764"/>
                  <a:pt x="3152" y="3794"/>
                  <a:pt x="3182" y="3854"/>
                </a:cubicBezTo>
                <a:cubicBezTo>
                  <a:pt x="3167" y="3914"/>
                  <a:pt x="3122" y="3973"/>
                  <a:pt x="3107" y="4018"/>
                </a:cubicBezTo>
                <a:cubicBezTo>
                  <a:pt x="3092" y="4272"/>
                  <a:pt x="3092" y="4511"/>
                  <a:pt x="3077" y="4750"/>
                </a:cubicBezTo>
                <a:cubicBezTo>
                  <a:pt x="3092" y="4780"/>
                  <a:pt x="3107" y="4795"/>
                  <a:pt x="3107" y="4810"/>
                </a:cubicBezTo>
                <a:cubicBezTo>
                  <a:pt x="3107" y="4870"/>
                  <a:pt x="3107" y="4929"/>
                  <a:pt x="3107" y="4989"/>
                </a:cubicBezTo>
                <a:cubicBezTo>
                  <a:pt x="3122" y="4989"/>
                  <a:pt x="3122" y="5004"/>
                  <a:pt x="3107" y="5019"/>
                </a:cubicBezTo>
                <a:cubicBezTo>
                  <a:pt x="3092" y="5034"/>
                  <a:pt x="3077" y="5064"/>
                  <a:pt x="3077" y="5079"/>
                </a:cubicBezTo>
                <a:cubicBezTo>
                  <a:pt x="3062" y="5452"/>
                  <a:pt x="3032" y="5810"/>
                  <a:pt x="3018" y="6184"/>
                </a:cubicBezTo>
                <a:cubicBezTo>
                  <a:pt x="3018" y="6259"/>
                  <a:pt x="3032" y="6333"/>
                  <a:pt x="3047" y="6423"/>
                </a:cubicBezTo>
                <a:cubicBezTo>
                  <a:pt x="2973" y="6468"/>
                  <a:pt x="3018" y="6527"/>
                  <a:pt x="3018" y="6587"/>
                </a:cubicBezTo>
                <a:cubicBezTo>
                  <a:pt x="3003" y="6841"/>
                  <a:pt x="2973" y="7095"/>
                  <a:pt x="2943" y="7349"/>
                </a:cubicBezTo>
                <a:cubicBezTo>
                  <a:pt x="2943" y="7438"/>
                  <a:pt x="2928" y="7513"/>
                  <a:pt x="2913" y="7588"/>
                </a:cubicBezTo>
                <a:cubicBezTo>
                  <a:pt x="2898" y="7737"/>
                  <a:pt x="2838" y="7902"/>
                  <a:pt x="2868" y="8051"/>
                </a:cubicBezTo>
                <a:cubicBezTo>
                  <a:pt x="2883" y="8215"/>
                  <a:pt x="2853" y="8365"/>
                  <a:pt x="2868" y="8529"/>
                </a:cubicBezTo>
                <a:cubicBezTo>
                  <a:pt x="2898" y="8872"/>
                  <a:pt x="2853" y="9231"/>
                  <a:pt x="2853" y="9574"/>
                </a:cubicBezTo>
                <a:cubicBezTo>
                  <a:pt x="2853" y="9634"/>
                  <a:pt x="2883" y="9709"/>
                  <a:pt x="2913" y="9754"/>
                </a:cubicBezTo>
                <a:cubicBezTo>
                  <a:pt x="3018" y="9888"/>
                  <a:pt x="3182" y="9918"/>
                  <a:pt x="3346" y="9948"/>
                </a:cubicBezTo>
                <a:cubicBezTo>
                  <a:pt x="3645" y="9978"/>
                  <a:pt x="3944" y="9978"/>
                  <a:pt x="4257" y="9993"/>
                </a:cubicBezTo>
                <a:cubicBezTo>
                  <a:pt x="4526" y="10007"/>
                  <a:pt x="4795" y="10022"/>
                  <a:pt x="5064" y="10037"/>
                </a:cubicBezTo>
                <a:cubicBezTo>
                  <a:pt x="5288" y="10052"/>
                  <a:pt x="5512" y="10052"/>
                  <a:pt x="5736" y="10082"/>
                </a:cubicBezTo>
                <a:cubicBezTo>
                  <a:pt x="5864" y="10104"/>
                  <a:pt x="5989" y="10121"/>
                  <a:pt x="6110" y="10121"/>
                </a:cubicBezTo>
                <a:cubicBezTo>
                  <a:pt x="6243" y="10121"/>
                  <a:pt x="6373" y="10100"/>
                  <a:pt x="6498" y="10037"/>
                </a:cubicBezTo>
                <a:cubicBezTo>
                  <a:pt x="6512" y="10022"/>
                  <a:pt x="6527" y="9963"/>
                  <a:pt x="6512" y="9933"/>
                </a:cubicBezTo>
                <a:cubicBezTo>
                  <a:pt x="6438" y="9783"/>
                  <a:pt x="6274" y="9813"/>
                  <a:pt x="6139" y="9798"/>
                </a:cubicBezTo>
                <a:cubicBezTo>
                  <a:pt x="5990" y="9768"/>
                  <a:pt x="5825" y="9754"/>
                  <a:pt x="5676" y="9724"/>
                </a:cubicBezTo>
                <a:cubicBezTo>
                  <a:pt x="5706" y="9709"/>
                  <a:pt x="5721" y="9679"/>
                  <a:pt x="5736" y="9664"/>
                </a:cubicBezTo>
                <a:cubicBezTo>
                  <a:pt x="5721" y="9649"/>
                  <a:pt x="5721" y="9649"/>
                  <a:pt x="5706" y="9634"/>
                </a:cubicBezTo>
                <a:lnTo>
                  <a:pt x="5661" y="9709"/>
                </a:lnTo>
                <a:cubicBezTo>
                  <a:pt x="5646" y="9709"/>
                  <a:pt x="5646" y="9724"/>
                  <a:pt x="5646" y="9739"/>
                </a:cubicBezTo>
                <a:cubicBezTo>
                  <a:pt x="5631" y="9754"/>
                  <a:pt x="5631" y="9768"/>
                  <a:pt x="5631" y="9783"/>
                </a:cubicBezTo>
                <a:cubicBezTo>
                  <a:pt x="5615" y="9810"/>
                  <a:pt x="5600" y="9819"/>
                  <a:pt x="5584" y="9819"/>
                </a:cubicBezTo>
                <a:cubicBezTo>
                  <a:pt x="5555" y="9819"/>
                  <a:pt x="5526" y="9788"/>
                  <a:pt x="5497" y="9768"/>
                </a:cubicBezTo>
                <a:cubicBezTo>
                  <a:pt x="5467" y="9754"/>
                  <a:pt x="5437" y="9724"/>
                  <a:pt x="5407" y="9724"/>
                </a:cubicBezTo>
                <a:cubicBezTo>
                  <a:pt x="5228" y="9694"/>
                  <a:pt x="5049" y="9679"/>
                  <a:pt x="4870" y="9664"/>
                </a:cubicBezTo>
                <a:cubicBezTo>
                  <a:pt x="4840" y="9662"/>
                  <a:pt x="4811" y="9661"/>
                  <a:pt x="4781" y="9661"/>
                </a:cubicBezTo>
                <a:cubicBezTo>
                  <a:pt x="4628" y="9661"/>
                  <a:pt x="4476" y="9681"/>
                  <a:pt x="4323" y="9681"/>
                </a:cubicBezTo>
                <a:cubicBezTo>
                  <a:pt x="4251" y="9681"/>
                  <a:pt x="4180" y="9677"/>
                  <a:pt x="4108" y="9664"/>
                </a:cubicBezTo>
                <a:cubicBezTo>
                  <a:pt x="3884" y="9619"/>
                  <a:pt x="3630" y="9634"/>
                  <a:pt x="3406" y="9619"/>
                </a:cubicBezTo>
                <a:cubicBezTo>
                  <a:pt x="3286" y="9619"/>
                  <a:pt x="3182" y="9574"/>
                  <a:pt x="3182" y="9425"/>
                </a:cubicBezTo>
                <a:cubicBezTo>
                  <a:pt x="3182" y="9335"/>
                  <a:pt x="3212" y="9246"/>
                  <a:pt x="3212" y="9156"/>
                </a:cubicBezTo>
                <a:cubicBezTo>
                  <a:pt x="3197" y="9022"/>
                  <a:pt x="3167" y="8902"/>
                  <a:pt x="3182" y="8783"/>
                </a:cubicBezTo>
                <a:cubicBezTo>
                  <a:pt x="3197" y="8394"/>
                  <a:pt x="3227" y="7991"/>
                  <a:pt x="3242" y="7603"/>
                </a:cubicBezTo>
                <a:cubicBezTo>
                  <a:pt x="3242" y="7453"/>
                  <a:pt x="3331" y="7304"/>
                  <a:pt x="3227" y="7170"/>
                </a:cubicBezTo>
                <a:cubicBezTo>
                  <a:pt x="3227" y="7155"/>
                  <a:pt x="3256" y="7125"/>
                  <a:pt x="3256" y="7110"/>
                </a:cubicBezTo>
                <a:cubicBezTo>
                  <a:pt x="3271" y="7095"/>
                  <a:pt x="3301" y="7065"/>
                  <a:pt x="3301" y="7050"/>
                </a:cubicBezTo>
                <a:cubicBezTo>
                  <a:pt x="3286" y="6871"/>
                  <a:pt x="3271" y="6692"/>
                  <a:pt x="3242" y="6512"/>
                </a:cubicBezTo>
                <a:cubicBezTo>
                  <a:pt x="3286" y="6438"/>
                  <a:pt x="3361" y="6378"/>
                  <a:pt x="3361" y="6318"/>
                </a:cubicBezTo>
                <a:cubicBezTo>
                  <a:pt x="3391" y="5960"/>
                  <a:pt x="3406" y="5616"/>
                  <a:pt x="3421" y="5258"/>
                </a:cubicBezTo>
                <a:cubicBezTo>
                  <a:pt x="3421" y="5079"/>
                  <a:pt x="3406" y="4899"/>
                  <a:pt x="3391" y="4720"/>
                </a:cubicBezTo>
                <a:cubicBezTo>
                  <a:pt x="3391" y="4720"/>
                  <a:pt x="3361" y="4720"/>
                  <a:pt x="3361" y="4705"/>
                </a:cubicBezTo>
                <a:lnTo>
                  <a:pt x="3391" y="4705"/>
                </a:lnTo>
                <a:cubicBezTo>
                  <a:pt x="3391" y="4690"/>
                  <a:pt x="3406" y="4675"/>
                  <a:pt x="3406" y="4660"/>
                </a:cubicBezTo>
                <a:cubicBezTo>
                  <a:pt x="3391" y="4466"/>
                  <a:pt x="3391" y="4287"/>
                  <a:pt x="3421" y="4093"/>
                </a:cubicBezTo>
                <a:cubicBezTo>
                  <a:pt x="3451" y="3944"/>
                  <a:pt x="3555" y="3824"/>
                  <a:pt x="3690" y="3779"/>
                </a:cubicBezTo>
                <a:cubicBezTo>
                  <a:pt x="3830" y="3744"/>
                  <a:pt x="3970" y="3730"/>
                  <a:pt x="4110" y="3730"/>
                </a:cubicBezTo>
                <a:cubicBezTo>
                  <a:pt x="4209" y="3730"/>
                  <a:pt x="4308" y="3737"/>
                  <a:pt x="4407" y="3749"/>
                </a:cubicBezTo>
                <a:cubicBezTo>
                  <a:pt x="4446" y="3749"/>
                  <a:pt x="4498" y="3702"/>
                  <a:pt x="4551" y="3702"/>
                </a:cubicBezTo>
                <a:cubicBezTo>
                  <a:pt x="4558" y="3702"/>
                  <a:pt x="4564" y="3703"/>
                  <a:pt x="4571" y="3705"/>
                </a:cubicBezTo>
                <a:cubicBezTo>
                  <a:pt x="4695" y="3730"/>
                  <a:pt x="4820" y="3738"/>
                  <a:pt x="4946" y="3738"/>
                </a:cubicBezTo>
                <a:cubicBezTo>
                  <a:pt x="5151" y="3738"/>
                  <a:pt x="5356" y="3717"/>
                  <a:pt x="5558" y="3717"/>
                </a:cubicBezTo>
                <a:cubicBezTo>
                  <a:pt x="5593" y="3717"/>
                  <a:pt x="5627" y="3718"/>
                  <a:pt x="5661" y="3719"/>
                </a:cubicBezTo>
                <a:cubicBezTo>
                  <a:pt x="5736" y="3719"/>
                  <a:pt x="5796" y="3734"/>
                  <a:pt x="5870" y="3734"/>
                </a:cubicBezTo>
                <a:cubicBezTo>
                  <a:pt x="5875" y="3735"/>
                  <a:pt x="5880" y="3735"/>
                  <a:pt x="5885" y="3735"/>
                </a:cubicBezTo>
                <a:cubicBezTo>
                  <a:pt x="5955" y="3735"/>
                  <a:pt x="6024" y="3673"/>
                  <a:pt x="6098" y="3673"/>
                </a:cubicBezTo>
                <a:cubicBezTo>
                  <a:pt x="6131" y="3673"/>
                  <a:pt x="6164" y="3685"/>
                  <a:pt x="6199" y="3719"/>
                </a:cubicBezTo>
                <a:cubicBezTo>
                  <a:pt x="6199" y="3719"/>
                  <a:pt x="6244" y="3690"/>
                  <a:pt x="6259" y="3675"/>
                </a:cubicBezTo>
                <a:cubicBezTo>
                  <a:pt x="6288" y="3660"/>
                  <a:pt x="6303" y="3645"/>
                  <a:pt x="6318" y="3630"/>
                </a:cubicBezTo>
                <a:cubicBezTo>
                  <a:pt x="6363" y="3615"/>
                  <a:pt x="6393" y="3585"/>
                  <a:pt x="6423" y="3570"/>
                </a:cubicBezTo>
                <a:cubicBezTo>
                  <a:pt x="6408" y="3540"/>
                  <a:pt x="6378" y="3510"/>
                  <a:pt x="6348" y="3495"/>
                </a:cubicBezTo>
                <a:cubicBezTo>
                  <a:pt x="6333" y="3466"/>
                  <a:pt x="6288" y="3451"/>
                  <a:pt x="6259" y="3436"/>
                </a:cubicBezTo>
                <a:cubicBezTo>
                  <a:pt x="6223" y="3400"/>
                  <a:pt x="6188" y="3385"/>
                  <a:pt x="6153" y="3385"/>
                </a:cubicBezTo>
                <a:cubicBezTo>
                  <a:pt x="6113" y="3385"/>
                  <a:pt x="6074" y="3404"/>
                  <a:pt x="6035" y="3436"/>
                </a:cubicBezTo>
                <a:cubicBezTo>
                  <a:pt x="5997" y="3448"/>
                  <a:pt x="5956" y="3453"/>
                  <a:pt x="5915" y="3453"/>
                </a:cubicBezTo>
                <a:cubicBezTo>
                  <a:pt x="5859" y="3453"/>
                  <a:pt x="5803" y="3444"/>
                  <a:pt x="5751" y="3436"/>
                </a:cubicBezTo>
                <a:cubicBezTo>
                  <a:pt x="5527" y="3421"/>
                  <a:pt x="5318" y="3391"/>
                  <a:pt x="5109" y="3391"/>
                </a:cubicBezTo>
                <a:cubicBezTo>
                  <a:pt x="5029" y="3391"/>
                  <a:pt x="4956" y="3384"/>
                  <a:pt x="4881" y="3384"/>
                </a:cubicBezTo>
                <a:cubicBezTo>
                  <a:pt x="4843" y="3384"/>
                  <a:pt x="4805" y="3386"/>
                  <a:pt x="4765" y="3391"/>
                </a:cubicBezTo>
                <a:cubicBezTo>
                  <a:pt x="4737" y="3399"/>
                  <a:pt x="4708" y="3401"/>
                  <a:pt x="4680" y="3401"/>
                </a:cubicBezTo>
                <a:cubicBezTo>
                  <a:pt x="4595" y="3401"/>
                  <a:pt x="4507" y="3376"/>
                  <a:pt x="4421" y="3376"/>
                </a:cubicBezTo>
                <a:cubicBezTo>
                  <a:pt x="4365" y="3376"/>
                  <a:pt x="4311" y="3387"/>
                  <a:pt x="4257" y="3421"/>
                </a:cubicBezTo>
                <a:cubicBezTo>
                  <a:pt x="4222" y="3380"/>
                  <a:pt x="4186" y="3367"/>
                  <a:pt x="4150" y="3367"/>
                </a:cubicBezTo>
                <a:close/>
                <a:moveTo>
                  <a:pt x="1106" y="10396"/>
                </a:moveTo>
                <a:cubicBezTo>
                  <a:pt x="1091" y="10411"/>
                  <a:pt x="1091" y="10426"/>
                  <a:pt x="1076" y="10426"/>
                </a:cubicBezTo>
                <a:cubicBezTo>
                  <a:pt x="1091" y="10441"/>
                  <a:pt x="1106" y="10456"/>
                  <a:pt x="1121" y="10456"/>
                </a:cubicBezTo>
                <a:cubicBezTo>
                  <a:pt x="1136" y="10456"/>
                  <a:pt x="1151" y="10441"/>
                  <a:pt x="1151" y="10426"/>
                </a:cubicBezTo>
                <a:cubicBezTo>
                  <a:pt x="1136" y="10426"/>
                  <a:pt x="1121" y="10411"/>
                  <a:pt x="1106" y="10396"/>
                </a:cubicBezTo>
                <a:close/>
                <a:moveTo>
                  <a:pt x="3167" y="11337"/>
                </a:moveTo>
                <a:cubicBezTo>
                  <a:pt x="3152" y="11352"/>
                  <a:pt x="3137" y="11352"/>
                  <a:pt x="3137" y="11352"/>
                </a:cubicBezTo>
                <a:cubicBezTo>
                  <a:pt x="3152" y="11382"/>
                  <a:pt x="3167" y="11411"/>
                  <a:pt x="3182" y="11441"/>
                </a:cubicBezTo>
                <a:cubicBezTo>
                  <a:pt x="3197" y="11426"/>
                  <a:pt x="3197" y="11426"/>
                  <a:pt x="3212" y="11426"/>
                </a:cubicBezTo>
                <a:cubicBezTo>
                  <a:pt x="3197" y="11396"/>
                  <a:pt x="3182" y="11367"/>
                  <a:pt x="3167" y="11337"/>
                </a:cubicBezTo>
                <a:close/>
                <a:moveTo>
                  <a:pt x="7722" y="11337"/>
                </a:moveTo>
                <a:cubicBezTo>
                  <a:pt x="7737" y="11382"/>
                  <a:pt x="7752" y="11411"/>
                  <a:pt x="7752" y="11456"/>
                </a:cubicBezTo>
                <a:cubicBezTo>
                  <a:pt x="7782" y="11411"/>
                  <a:pt x="7812" y="11382"/>
                  <a:pt x="7842" y="11337"/>
                </a:cubicBezTo>
                <a:close/>
                <a:moveTo>
                  <a:pt x="2599" y="11411"/>
                </a:moveTo>
                <a:cubicBezTo>
                  <a:pt x="2555" y="11411"/>
                  <a:pt x="2510" y="11411"/>
                  <a:pt x="2465" y="11426"/>
                </a:cubicBezTo>
                <a:cubicBezTo>
                  <a:pt x="2465" y="11441"/>
                  <a:pt x="2465" y="11456"/>
                  <a:pt x="2465" y="11486"/>
                </a:cubicBezTo>
                <a:cubicBezTo>
                  <a:pt x="2525" y="11471"/>
                  <a:pt x="2569" y="11456"/>
                  <a:pt x="2614" y="11441"/>
                </a:cubicBezTo>
                <a:cubicBezTo>
                  <a:pt x="2614" y="11426"/>
                  <a:pt x="2599" y="11426"/>
                  <a:pt x="2599" y="11411"/>
                </a:cubicBezTo>
                <a:close/>
                <a:moveTo>
                  <a:pt x="3421" y="11456"/>
                </a:moveTo>
                <a:cubicBezTo>
                  <a:pt x="3406" y="11456"/>
                  <a:pt x="3391" y="11456"/>
                  <a:pt x="3376" y="11471"/>
                </a:cubicBezTo>
                <a:cubicBezTo>
                  <a:pt x="3391" y="11471"/>
                  <a:pt x="3421" y="11471"/>
                  <a:pt x="3451" y="11486"/>
                </a:cubicBezTo>
                <a:cubicBezTo>
                  <a:pt x="3451" y="11471"/>
                  <a:pt x="3451" y="11471"/>
                  <a:pt x="3451" y="11471"/>
                </a:cubicBezTo>
                <a:cubicBezTo>
                  <a:pt x="3436" y="11456"/>
                  <a:pt x="3436" y="11456"/>
                  <a:pt x="3421" y="11456"/>
                </a:cubicBezTo>
                <a:close/>
                <a:moveTo>
                  <a:pt x="7961" y="11367"/>
                </a:moveTo>
                <a:cubicBezTo>
                  <a:pt x="7976" y="11396"/>
                  <a:pt x="8006" y="11441"/>
                  <a:pt x="8021" y="11471"/>
                </a:cubicBezTo>
                <a:lnTo>
                  <a:pt x="8021" y="11486"/>
                </a:lnTo>
                <a:cubicBezTo>
                  <a:pt x="8021" y="11456"/>
                  <a:pt x="8036" y="11426"/>
                  <a:pt x="8036" y="11396"/>
                </a:cubicBezTo>
                <a:cubicBezTo>
                  <a:pt x="8036" y="11382"/>
                  <a:pt x="8006" y="11367"/>
                  <a:pt x="7991" y="11367"/>
                </a:cubicBezTo>
                <a:close/>
                <a:moveTo>
                  <a:pt x="2898" y="11411"/>
                </a:moveTo>
                <a:cubicBezTo>
                  <a:pt x="2883" y="11411"/>
                  <a:pt x="2868" y="11426"/>
                  <a:pt x="2853" y="11426"/>
                </a:cubicBezTo>
                <a:cubicBezTo>
                  <a:pt x="2853" y="11441"/>
                  <a:pt x="2853" y="11456"/>
                  <a:pt x="2853" y="11471"/>
                </a:cubicBezTo>
                <a:cubicBezTo>
                  <a:pt x="2868" y="11486"/>
                  <a:pt x="2883" y="11486"/>
                  <a:pt x="2898" y="11501"/>
                </a:cubicBezTo>
                <a:cubicBezTo>
                  <a:pt x="2898" y="11471"/>
                  <a:pt x="2898" y="11441"/>
                  <a:pt x="2898" y="11411"/>
                </a:cubicBezTo>
                <a:close/>
                <a:moveTo>
                  <a:pt x="2883" y="11561"/>
                </a:moveTo>
                <a:cubicBezTo>
                  <a:pt x="2898" y="11591"/>
                  <a:pt x="2928" y="11606"/>
                  <a:pt x="2958" y="11621"/>
                </a:cubicBezTo>
                <a:cubicBezTo>
                  <a:pt x="2943" y="11606"/>
                  <a:pt x="2943" y="11591"/>
                  <a:pt x="2928" y="11576"/>
                </a:cubicBezTo>
                <a:cubicBezTo>
                  <a:pt x="2913" y="11576"/>
                  <a:pt x="2898" y="11576"/>
                  <a:pt x="2883" y="11561"/>
                </a:cubicBezTo>
                <a:close/>
                <a:moveTo>
                  <a:pt x="3436" y="11576"/>
                </a:moveTo>
                <a:lnTo>
                  <a:pt x="3436" y="11576"/>
                </a:lnTo>
                <a:cubicBezTo>
                  <a:pt x="3421" y="11591"/>
                  <a:pt x="3391" y="11606"/>
                  <a:pt x="3361" y="11621"/>
                </a:cubicBezTo>
                <a:lnTo>
                  <a:pt x="3421" y="11621"/>
                </a:lnTo>
                <a:cubicBezTo>
                  <a:pt x="3421" y="11606"/>
                  <a:pt x="3436" y="11591"/>
                  <a:pt x="3436" y="11576"/>
                </a:cubicBezTo>
                <a:close/>
                <a:moveTo>
                  <a:pt x="7663" y="11396"/>
                </a:moveTo>
                <a:lnTo>
                  <a:pt x="7663" y="11396"/>
                </a:lnTo>
                <a:cubicBezTo>
                  <a:pt x="7677" y="11426"/>
                  <a:pt x="7677" y="11456"/>
                  <a:pt x="7677" y="11471"/>
                </a:cubicBezTo>
                <a:cubicBezTo>
                  <a:pt x="7692" y="11471"/>
                  <a:pt x="7692" y="11486"/>
                  <a:pt x="7692" y="11486"/>
                </a:cubicBezTo>
                <a:lnTo>
                  <a:pt x="7677" y="11516"/>
                </a:lnTo>
                <a:cubicBezTo>
                  <a:pt x="7663" y="11531"/>
                  <a:pt x="7648" y="11531"/>
                  <a:pt x="7648" y="11561"/>
                </a:cubicBezTo>
                <a:cubicBezTo>
                  <a:pt x="7663" y="11561"/>
                  <a:pt x="7663" y="11561"/>
                  <a:pt x="7677" y="11576"/>
                </a:cubicBezTo>
                <a:cubicBezTo>
                  <a:pt x="7677" y="11591"/>
                  <a:pt x="7692" y="11606"/>
                  <a:pt x="7707" y="11621"/>
                </a:cubicBezTo>
                <a:cubicBezTo>
                  <a:pt x="7722" y="11650"/>
                  <a:pt x="7722" y="11665"/>
                  <a:pt x="7737" y="11680"/>
                </a:cubicBezTo>
                <a:lnTo>
                  <a:pt x="7782" y="11680"/>
                </a:lnTo>
                <a:cubicBezTo>
                  <a:pt x="7827" y="11621"/>
                  <a:pt x="7812" y="11576"/>
                  <a:pt x="7767" y="11531"/>
                </a:cubicBezTo>
                <a:cubicBezTo>
                  <a:pt x="7782" y="11531"/>
                  <a:pt x="7782" y="11516"/>
                  <a:pt x="7782" y="11501"/>
                </a:cubicBezTo>
                <a:lnTo>
                  <a:pt x="7767" y="11501"/>
                </a:lnTo>
                <a:cubicBezTo>
                  <a:pt x="7752" y="11501"/>
                  <a:pt x="7737" y="11486"/>
                  <a:pt x="7737" y="11486"/>
                </a:cubicBezTo>
                <a:cubicBezTo>
                  <a:pt x="7707" y="11456"/>
                  <a:pt x="7692" y="11426"/>
                  <a:pt x="7663" y="11396"/>
                </a:cubicBezTo>
                <a:close/>
                <a:moveTo>
                  <a:pt x="3316" y="11680"/>
                </a:moveTo>
                <a:cubicBezTo>
                  <a:pt x="3331" y="11710"/>
                  <a:pt x="3331" y="11740"/>
                  <a:pt x="3346" y="11770"/>
                </a:cubicBezTo>
                <a:cubicBezTo>
                  <a:pt x="3346" y="11775"/>
                  <a:pt x="3349" y="11777"/>
                  <a:pt x="3354" y="11777"/>
                </a:cubicBezTo>
                <a:cubicBezTo>
                  <a:pt x="3364" y="11777"/>
                  <a:pt x="3381" y="11770"/>
                  <a:pt x="3391" y="11770"/>
                </a:cubicBezTo>
                <a:cubicBezTo>
                  <a:pt x="3361" y="11740"/>
                  <a:pt x="3346" y="11710"/>
                  <a:pt x="3331" y="11680"/>
                </a:cubicBezTo>
                <a:close/>
                <a:moveTo>
                  <a:pt x="3077" y="11710"/>
                </a:moveTo>
                <a:cubicBezTo>
                  <a:pt x="3047" y="11740"/>
                  <a:pt x="3003" y="11755"/>
                  <a:pt x="2973" y="11785"/>
                </a:cubicBezTo>
                <a:cubicBezTo>
                  <a:pt x="2973" y="11800"/>
                  <a:pt x="2988" y="11815"/>
                  <a:pt x="2988" y="11815"/>
                </a:cubicBezTo>
                <a:cubicBezTo>
                  <a:pt x="3032" y="11800"/>
                  <a:pt x="3077" y="11770"/>
                  <a:pt x="3107" y="11755"/>
                </a:cubicBezTo>
                <a:cubicBezTo>
                  <a:pt x="3092" y="11740"/>
                  <a:pt x="3092" y="11725"/>
                  <a:pt x="3077" y="11710"/>
                </a:cubicBezTo>
                <a:close/>
                <a:moveTo>
                  <a:pt x="2674" y="11830"/>
                </a:moveTo>
                <a:cubicBezTo>
                  <a:pt x="2629" y="11830"/>
                  <a:pt x="2599" y="11845"/>
                  <a:pt x="2555" y="11860"/>
                </a:cubicBezTo>
                <a:lnTo>
                  <a:pt x="2674" y="11860"/>
                </a:lnTo>
                <a:cubicBezTo>
                  <a:pt x="2674" y="11845"/>
                  <a:pt x="2674" y="11830"/>
                  <a:pt x="2674" y="11830"/>
                </a:cubicBezTo>
                <a:close/>
                <a:moveTo>
                  <a:pt x="6444" y="11727"/>
                </a:moveTo>
                <a:cubicBezTo>
                  <a:pt x="6423" y="11727"/>
                  <a:pt x="6393" y="11750"/>
                  <a:pt x="6376" y="11750"/>
                </a:cubicBezTo>
                <a:cubicBezTo>
                  <a:pt x="6370" y="11750"/>
                  <a:pt x="6365" y="11747"/>
                  <a:pt x="6363" y="11740"/>
                </a:cubicBezTo>
                <a:cubicBezTo>
                  <a:pt x="6348" y="11770"/>
                  <a:pt x="6333" y="11785"/>
                  <a:pt x="6318" y="11800"/>
                </a:cubicBezTo>
                <a:cubicBezTo>
                  <a:pt x="6303" y="11815"/>
                  <a:pt x="6288" y="11815"/>
                  <a:pt x="6288" y="11845"/>
                </a:cubicBezTo>
                <a:cubicBezTo>
                  <a:pt x="6274" y="11845"/>
                  <a:pt x="6274" y="11845"/>
                  <a:pt x="6274" y="11860"/>
                </a:cubicBezTo>
                <a:cubicBezTo>
                  <a:pt x="6229" y="11860"/>
                  <a:pt x="6199" y="11874"/>
                  <a:pt x="6154" y="11889"/>
                </a:cubicBezTo>
                <a:cubicBezTo>
                  <a:pt x="6199" y="11889"/>
                  <a:pt x="6244" y="11904"/>
                  <a:pt x="6288" y="11904"/>
                </a:cubicBezTo>
                <a:cubicBezTo>
                  <a:pt x="6303" y="11904"/>
                  <a:pt x="6303" y="11889"/>
                  <a:pt x="6303" y="11874"/>
                </a:cubicBezTo>
                <a:lnTo>
                  <a:pt x="6318" y="11874"/>
                </a:lnTo>
                <a:cubicBezTo>
                  <a:pt x="6338" y="11874"/>
                  <a:pt x="6352" y="11881"/>
                  <a:pt x="6367" y="11881"/>
                </a:cubicBezTo>
                <a:cubicBezTo>
                  <a:pt x="6372" y="11881"/>
                  <a:pt x="6377" y="11880"/>
                  <a:pt x="6383" y="11879"/>
                </a:cubicBezTo>
                <a:lnTo>
                  <a:pt x="6383" y="11879"/>
                </a:lnTo>
                <a:cubicBezTo>
                  <a:pt x="6378" y="11884"/>
                  <a:pt x="6378" y="11894"/>
                  <a:pt x="6378" y="11904"/>
                </a:cubicBezTo>
                <a:cubicBezTo>
                  <a:pt x="6378" y="11919"/>
                  <a:pt x="6378" y="11934"/>
                  <a:pt x="6378" y="11934"/>
                </a:cubicBezTo>
                <a:cubicBezTo>
                  <a:pt x="6423" y="11919"/>
                  <a:pt x="6453" y="11904"/>
                  <a:pt x="6498" y="11889"/>
                </a:cubicBezTo>
                <a:cubicBezTo>
                  <a:pt x="6468" y="11874"/>
                  <a:pt x="6438" y="11874"/>
                  <a:pt x="6408" y="11874"/>
                </a:cubicBezTo>
                <a:cubicBezTo>
                  <a:pt x="6438" y="11845"/>
                  <a:pt x="6453" y="11830"/>
                  <a:pt x="6468" y="11800"/>
                </a:cubicBezTo>
                <a:cubicBezTo>
                  <a:pt x="6473" y="11743"/>
                  <a:pt x="6462" y="11727"/>
                  <a:pt x="6444" y="11727"/>
                </a:cubicBezTo>
                <a:close/>
                <a:moveTo>
                  <a:pt x="1692" y="11262"/>
                </a:moveTo>
                <a:cubicBezTo>
                  <a:pt x="1673" y="11262"/>
                  <a:pt x="1651" y="11277"/>
                  <a:pt x="1628" y="11292"/>
                </a:cubicBezTo>
                <a:cubicBezTo>
                  <a:pt x="1599" y="11307"/>
                  <a:pt x="1569" y="11337"/>
                  <a:pt x="1539" y="11382"/>
                </a:cubicBezTo>
                <a:lnTo>
                  <a:pt x="1464" y="11277"/>
                </a:lnTo>
                <a:lnTo>
                  <a:pt x="1464" y="11277"/>
                </a:lnTo>
                <a:cubicBezTo>
                  <a:pt x="1478" y="11347"/>
                  <a:pt x="1426" y="11458"/>
                  <a:pt x="1557" y="11458"/>
                </a:cubicBezTo>
                <a:cubicBezTo>
                  <a:pt x="1565" y="11458"/>
                  <a:pt x="1574" y="11457"/>
                  <a:pt x="1584" y="11456"/>
                </a:cubicBezTo>
                <a:lnTo>
                  <a:pt x="1614" y="11456"/>
                </a:lnTo>
                <a:cubicBezTo>
                  <a:pt x="1673" y="11546"/>
                  <a:pt x="1718" y="11635"/>
                  <a:pt x="1778" y="11740"/>
                </a:cubicBezTo>
                <a:cubicBezTo>
                  <a:pt x="1793" y="11755"/>
                  <a:pt x="1793" y="11755"/>
                  <a:pt x="1808" y="11770"/>
                </a:cubicBezTo>
                <a:cubicBezTo>
                  <a:pt x="1853" y="11785"/>
                  <a:pt x="1897" y="11785"/>
                  <a:pt x="1912" y="11800"/>
                </a:cubicBezTo>
                <a:cubicBezTo>
                  <a:pt x="1897" y="11830"/>
                  <a:pt x="1882" y="11860"/>
                  <a:pt x="1867" y="11889"/>
                </a:cubicBezTo>
                <a:cubicBezTo>
                  <a:pt x="1917" y="11889"/>
                  <a:pt x="1967" y="11929"/>
                  <a:pt x="2017" y="11929"/>
                </a:cubicBezTo>
                <a:cubicBezTo>
                  <a:pt x="2042" y="11929"/>
                  <a:pt x="2067" y="11919"/>
                  <a:pt x="2092" y="11889"/>
                </a:cubicBezTo>
                <a:cubicBezTo>
                  <a:pt x="2136" y="11874"/>
                  <a:pt x="2181" y="11860"/>
                  <a:pt x="2241" y="11845"/>
                </a:cubicBezTo>
                <a:lnTo>
                  <a:pt x="2241" y="11845"/>
                </a:lnTo>
                <a:cubicBezTo>
                  <a:pt x="2196" y="11889"/>
                  <a:pt x="2181" y="11919"/>
                  <a:pt x="2121" y="11994"/>
                </a:cubicBezTo>
                <a:cubicBezTo>
                  <a:pt x="2241" y="11979"/>
                  <a:pt x="2330" y="11979"/>
                  <a:pt x="2420" y="11964"/>
                </a:cubicBezTo>
                <a:cubicBezTo>
                  <a:pt x="2480" y="11949"/>
                  <a:pt x="2540" y="11934"/>
                  <a:pt x="2525" y="11860"/>
                </a:cubicBezTo>
                <a:cubicBezTo>
                  <a:pt x="2525" y="11830"/>
                  <a:pt x="2510" y="11800"/>
                  <a:pt x="2480" y="11785"/>
                </a:cubicBezTo>
                <a:cubicBezTo>
                  <a:pt x="2465" y="11770"/>
                  <a:pt x="2450" y="11759"/>
                  <a:pt x="2435" y="11759"/>
                </a:cubicBezTo>
                <a:cubicBezTo>
                  <a:pt x="2420" y="11759"/>
                  <a:pt x="2405" y="11770"/>
                  <a:pt x="2390" y="11800"/>
                </a:cubicBezTo>
                <a:cubicBezTo>
                  <a:pt x="2390" y="11810"/>
                  <a:pt x="2398" y="11821"/>
                  <a:pt x="2392" y="11821"/>
                </a:cubicBezTo>
                <a:cubicBezTo>
                  <a:pt x="2389" y="11821"/>
                  <a:pt x="2384" y="11819"/>
                  <a:pt x="2375" y="11815"/>
                </a:cubicBezTo>
                <a:cubicBezTo>
                  <a:pt x="2375" y="11695"/>
                  <a:pt x="2256" y="11725"/>
                  <a:pt x="2196" y="11695"/>
                </a:cubicBezTo>
                <a:cubicBezTo>
                  <a:pt x="2196" y="11680"/>
                  <a:pt x="2196" y="11680"/>
                  <a:pt x="2196" y="11680"/>
                </a:cubicBezTo>
                <a:cubicBezTo>
                  <a:pt x="2211" y="11591"/>
                  <a:pt x="2136" y="11591"/>
                  <a:pt x="2092" y="11576"/>
                </a:cubicBezTo>
                <a:cubicBezTo>
                  <a:pt x="2017" y="11561"/>
                  <a:pt x="1972" y="11546"/>
                  <a:pt x="1987" y="11471"/>
                </a:cubicBezTo>
                <a:cubicBezTo>
                  <a:pt x="1972" y="11456"/>
                  <a:pt x="1972" y="11441"/>
                  <a:pt x="1972" y="11426"/>
                </a:cubicBezTo>
                <a:cubicBezTo>
                  <a:pt x="1946" y="11418"/>
                  <a:pt x="1925" y="11409"/>
                  <a:pt x="1906" y="11409"/>
                </a:cubicBezTo>
                <a:cubicBezTo>
                  <a:pt x="1893" y="11409"/>
                  <a:pt x="1880" y="11414"/>
                  <a:pt x="1867" y="11426"/>
                </a:cubicBezTo>
                <a:cubicBezTo>
                  <a:pt x="1808" y="11426"/>
                  <a:pt x="1748" y="11396"/>
                  <a:pt x="1733" y="11322"/>
                </a:cubicBezTo>
                <a:cubicBezTo>
                  <a:pt x="1726" y="11277"/>
                  <a:pt x="1711" y="11262"/>
                  <a:pt x="1692" y="11262"/>
                </a:cubicBezTo>
                <a:close/>
                <a:moveTo>
                  <a:pt x="4048" y="11934"/>
                </a:moveTo>
                <a:cubicBezTo>
                  <a:pt x="4048" y="11934"/>
                  <a:pt x="4048" y="11949"/>
                  <a:pt x="4048" y="11949"/>
                </a:cubicBezTo>
                <a:cubicBezTo>
                  <a:pt x="4033" y="11949"/>
                  <a:pt x="4048" y="11964"/>
                  <a:pt x="4048" y="11964"/>
                </a:cubicBezTo>
                <a:cubicBezTo>
                  <a:pt x="4048" y="11979"/>
                  <a:pt x="4048" y="11994"/>
                  <a:pt x="4048" y="11994"/>
                </a:cubicBezTo>
                <a:cubicBezTo>
                  <a:pt x="4078" y="11994"/>
                  <a:pt x="4108" y="11979"/>
                  <a:pt x="4123" y="11979"/>
                </a:cubicBezTo>
                <a:cubicBezTo>
                  <a:pt x="4108" y="11964"/>
                  <a:pt x="4093" y="11949"/>
                  <a:pt x="4078" y="11934"/>
                </a:cubicBezTo>
                <a:close/>
                <a:moveTo>
                  <a:pt x="1001" y="11815"/>
                </a:moveTo>
                <a:cubicBezTo>
                  <a:pt x="956" y="11889"/>
                  <a:pt x="912" y="11964"/>
                  <a:pt x="837" y="12069"/>
                </a:cubicBezTo>
                <a:cubicBezTo>
                  <a:pt x="867" y="12061"/>
                  <a:pt x="900" y="12061"/>
                  <a:pt x="928" y="12061"/>
                </a:cubicBezTo>
                <a:cubicBezTo>
                  <a:pt x="956" y="12061"/>
                  <a:pt x="979" y="12061"/>
                  <a:pt x="986" y="12054"/>
                </a:cubicBezTo>
                <a:cubicBezTo>
                  <a:pt x="1016" y="11979"/>
                  <a:pt x="1031" y="11904"/>
                  <a:pt x="1046" y="11830"/>
                </a:cubicBezTo>
                <a:cubicBezTo>
                  <a:pt x="1031" y="11830"/>
                  <a:pt x="1016" y="11815"/>
                  <a:pt x="1001" y="11815"/>
                </a:cubicBezTo>
                <a:close/>
                <a:moveTo>
                  <a:pt x="5945" y="11889"/>
                </a:moveTo>
                <a:lnTo>
                  <a:pt x="5975" y="11919"/>
                </a:lnTo>
                <a:cubicBezTo>
                  <a:pt x="5930" y="11919"/>
                  <a:pt x="5915" y="11934"/>
                  <a:pt x="5885" y="11949"/>
                </a:cubicBezTo>
                <a:cubicBezTo>
                  <a:pt x="5840" y="12009"/>
                  <a:pt x="5781" y="11994"/>
                  <a:pt x="5721" y="12009"/>
                </a:cubicBezTo>
                <a:cubicBezTo>
                  <a:pt x="5721" y="11994"/>
                  <a:pt x="5721" y="11994"/>
                  <a:pt x="5721" y="11994"/>
                </a:cubicBezTo>
                <a:cubicBezTo>
                  <a:pt x="5721" y="11994"/>
                  <a:pt x="5721" y="11994"/>
                  <a:pt x="5721" y="11979"/>
                </a:cubicBezTo>
                <a:lnTo>
                  <a:pt x="5751" y="11919"/>
                </a:lnTo>
                <a:lnTo>
                  <a:pt x="5751" y="11919"/>
                </a:lnTo>
                <a:cubicBezTo>
                  <a:pt x="5736" y="11949"/>
                  <a:pt x="5646" y="11919"/>
                  <a:pt x="5676" y="11964"/>
                </a:cubicBezTo>
                <a:cubicBezTo>
                  <a:pt x="5654" y="11964"/>
                  <a:pt x="5631" y="11972"/>
                  <a:pt x="5611" y="11972"/>
                </a:cubicBezTo>
                <a:cubicBezTo>
                  <a:pt x="5590" y="11972"/>
                  <a:pt x="5572" y="11964"/>
                  <a:pt x="5557" y="11934"/>
                </a:cubicBezTo>
                <a:cubicBezTo>
                  <a:pt x="5512" y="11994"/>
                  <a:pt x="5482" y="12039"/>
                  <a:pt x="5452" y="12098"/>
                </a:cubicBezTo>
                <a:cubicBezTo>
                  <a:pt x="5480" y="12121"/>
                  <a:pt x="5506" y="12130"/>
                  <a:pt x="5531" y="12130"/>
                </a:cubicBezTo>
                <a:cubicBezTo>
                  <a:pt x="5587" y="12130"/>
                  <a:pt x="5639" y="12085"/>
                  <a:pt x="5691" y="12054"/>
                </a:cubicBezTo>
                <a:cubicBezTo>
                  <a:pt x="5706" y="12084"/>
                  <a:pt x="5736" y="12113"/>
                  <a:pt x="5751" y="12143"/>
                </a:cubicBezTo>
                <a:cubicBezTo>
                  <a:pt x="5775" y="12147"/>
                  <a:pt x="5800" y="12150"/>
                  <a:pt x="5824" y="12150"/>
                </a:cubicBezTo>
                <a:cubicBezTo>
                  <a:pt x="5886" y="12150"/>
                  <a:pt x="5942" y="12130"/>
                  <a:pt x="5975" y="12054"/>
                </a:cubicBezTo>
                <a:cubicBezTo>
                  <a:pt x="6012" y="12084"/>
                  <a:pt x="6046" y="12098"/>
                  <a:pt x="6079" y="12098"/>
                </a:cubicBezTo>
                <a:cubicBezTo>
                  <a:pt x="6113" y="12098"/>
                  <a:pt x="6147" y="12084"/>
                  <a:pt x="6184" y="12054"/>
                </a:cubicBezTo>
                <a:lnTo>
                  <a:pt x="6109" y="12054"/>
                </a:lnTo>
                <a:lnTo>
                  <a:pt x="6035" y="11964"/>
                </a:lnTo>
                <a:cubicBezTo>
                  <a:pt x="6049" y="11949"/>
                  <a:pt x="6049" y="11934"/>
                  <a:pt x="6064" y="11919"/>
                </a:cubicBezTo>
                <a:cubicBezTo>
                  <a:pt x="6020" y="11904"/>
                  <a:pt x="5990" y="11889"/>
                  <a:pt x="5945" y="11889"/>
                </a:cubicBezTo>
                <a:close/>
                <a:moveTo>
                  <a:pt x="3466" y="11710"/>
                </a:moveTo>
                <a:cubicBezTo>
                  <a:pt x="3451" y="11725"/>
                  <a:pt x="3466" y="11770"/>
                  <a:pt x="3451" y="11800"/>
                </a:cubicBezTo>
                <a:lnTo>
                  <a:pt x="3391" y="11830"/>
                </a:lnTo>
                <a:lnTo>
                  <a:pt x="3361" y="11830"/>
                </a:lnTo>
                <a:cubicBezTo>
                  <a:pt x="3301" y="11845"/>
                  <a:pt x="3271" y="11874"/>
                  <a:pt x="3242" y="11919"/>
                </a:cubicBezTo>
                <a:cubicBezTo>
                  <a:pt x="3153" y="11864"/>
                  <a:pt x="3073" y="11833"/>
                  <a:pt x="2982" y="11833"/>
                </a:cubicBezTo>
                <a:cubicBezTo>
                  <a:pt x="2951" y="11833"/>
                  <a:pt x="2918" y="11837"/>
                  <a:pt x="2883" y="11845"/>
                </a:cubicBezTo>
                <a:cubicBezTo>
                  <a:pt x="2853" y="11845"/>
                  <a:pt x="2838" y="11860"/>
                  <a:pt x="2808" y="11874"/>
                </a:cubicBezTo>
                <a:cubicBezTo>
                  <a:pt x="2804" y="11877"/>
                  <a:pt x="2800" y="11878"/>
                  <a:pt x="2797" y="11878"/>
                </a:cubicBezTo>
                <a:cubicBezTo>
                  <a:pt x="2772" y="11878"/>
                  <a:pt x="2763" y="11816"/>
                  <a:pt x="2738" y="11816"/>
                </a:cubicBezTo>
                <a:cubicBezTo>
                  <a:pt x="2729" y="11816"/>
                  <a:pt x="2718" y="11823"/>
                  <a:pt x="2704" y="11845"/>
                </a:cubicBezTo>
                <a:cubicBezTo>
                  <a:pt x="2659" y="11919"/>
                  <a:pt x="2719" y="11934"/>
                  <a:pt x="2764" y="11964"/>
                </a:cubicBezTo>
                <a:cubicBezTo>
                  <a:pt x="2778" y="12020"/>
                  <a:pt x="2801" y="12033"/>
                  <a:pt x="2829" y="12033"/>
                </a:cubicBezTo>
                <a:cubicBezTo>
                  <a:pt x="2854" y="12033"/>
                  <a:pt x="2883" y="12022"/>
                  <a:pt x="2910" y="12022"/>
                </a:cubicBezTo>
                <a:cubicBezTo>
                  <a:pt x="2916" y="12022"/>
                  <a:pt x="2922" y="12022"/>
                  <a:pt x="2928" y="12024"/>
                </a:cubicBezTo>
                <a:cubicBezTo>
                  <a:pt x="2988" y="12050"/>
                  <a:pt x="3044" y="12076"/>
                  <a:pt x="3097" y="12076"/>
                </a:cubicBezTo>
                <a:cubicBezTo>
                  <a:pt x="3136" y="12076"/>
                  <a:pt x="3174" y="12062"/>
                  <a:pt x="3212" y="12024"/>
                </a:cubicBezTo>
                <a:cubicBezTo>
                  <a:pt x="3254" y="12073"/>
                  <a:pt x="3296" y="12099"/>
                  <a:pt x="3338" y="12099"/>
                </a:cubicBezTo>
                <a:cubicBezTo>
                  <a:pt x="3385" y="12099"/>
                  <a:pt x="3433" y="12065"/>
                  <a:pt x="3481" y="11994"/>
                </a:cubicBezTo>
                <a:lnTo>
                  <a:pt x="3585" y="11994"/>
                </a:lnTo>
                <a:cubicBezTo>
                  <a:pt x="3570" y="12039"/>
                  <a:pt x="3540" y="12084"/>
                  <a:pt x="3525" y="12143"/>
                </a:cubicBezTo>
                <a:cubicBezTo>
                  <a:pt x="3570" y="12143"/>
                  <a:pt x="3630" y="12158"/>
                  <a:pt x="3675" y="12173"/>
                </a:cubicBezTo>
                <a:lnTo>
                  <a:pt x="3854" y="12173"/>
                </a:lnTo>
                <a:cubicBezTo>
                  <a:pt x="3884" y="12158"/>
                  <a:pt x="3914" y="12158"/>
                  <a:pt x="3944" y="12143"/>
                </a:cubicBezTo>
                <a:cubicBezTo>
                  <a:pt x="3929" y="12084"/>
                  <a:pt x="4048" y="12054"/>
                  <a:pt x="3988" y="11979"/>
                </a:cubicBezTo>
                <a:cubicBezTo>
                  <a:pt x="3973" y="11972"/>
                  <a:pt x="3958" y="11968"/>
                  <a:pt x="3944" y="11968"/>
                </a:cubicBezTo>
                <a:cubicBezTo>
                  <a:pt x="3929" y="11968"/>
                  <a:pt x="3914" y="11972"/>
                  <a:pt x="3899" y="11979"/>
                </a:cubicBezTo>
                <a:cubicBezTo>
                  <a:pt x="3884" y="11979"/>
                  <a:pt x="3869" y="12009"/>
                  <a:pt x="3854" y="12024"/>
                </a:cubicBezTo>
                <a:cubicBezTo>
                  <a:pt x="3824" y="11979"/>
                  <a:pt x="3779" y="11964"/>
                  <a:pt x="3720" y="11949"/>
                </a:cubicBezTo>
                <a:cubicBezTo>
                  <a:pt x="3734" y="11919"/>
                  <a:pt x="3720" y="11904"/>
                  <a:pt x="3705" y="11874"/>
                </a:cubicBezTo>
                <a:cubicBezTo>
                  <a:pt x="3705" y="11874"/>
                  <a:pt x="3705" y="11860"/>
                  <a:pt x="3705" y="11860"/>
                </a:cubicBezTo>
                <a:cubicBezTo>
                  <a:pt x="3690" y="11845"/>
                  <a:pt x="3675" y="11830"/>
                  <a:pt x="3660" y="11830"/>
                </a:cubicBezTo>
                <a:cubicBezTo>
                  <a:pt x="3600" y="11830"/>
                  <a:pt x="3570" y="11874"/>
                  <a:pt x="3540" y="11904"/>
                </a:cubicBezTo>
                <a:cubicBezTo>
                  <a:pt x="3525" y="11934"/>
                  <a:pt x="3510" y="11934"/>
                  <a:pt x="3481" y="11934"/>
                </a:cubicBezTo>
                <a:cubicBezTo>
                  <a:pt x="3481" y="11934"/>
                  <a:pt x="3481" y="11919"/>
                  <a:pt x="3481" y="11904"/>
                </a:cubicBezTo>
                <a:cubicBezTo>
                  <a:pt x="3555" y="11904"/>
                  <a:pt x="3570" y="11860"/>
                  <a:pt x="3570" y="11800"/>
                </a:cubicBezTo>
                <a:cubicBezTo>
                  <a:pt x="3555" y="11770"/>
                  <a:pt x="3540" y="11740"/>
                  <a:pt x="3525" y="11710"/>
                </a:cubicBezTo>
                <a:close/>
                <a:moveTo>
                  <a:pt x="5186" y="12005"/>
                </a:moveTo>
                <a:cubicBezTo>
                  <a:pt x="5170" y="12005"/>
                  <a:pt x="5154" y="12006"/>
                  <a:pt x="5138" y="12009"/>
                </a:cubicBezTo>
                <a:cubicBezTo>
                  <a:pt x="5064" y="12009"/>
                  <a:pt x="4989" y="12024"/>
                  <a:pt x="4914" y="12024"/>
                </a:cubicBezTo>
                <a:cubicBezTo>
                  <a:pt x="4795" y="12039"/>
                  <a:pt x="4675" y="12054"/>
                  <a:pt x="4571" y="12054"/>
                </a:cubicBezTo>
                <a:cubicBezTo>
                  <a:pt x="4541" y="12054"/>
                  <a:pt x="4515" y="12057"/>
                  <a:pt x="4491" y="12057"/>
                </a:cubicBezTo>
                <a:cubicBezTo>
                  <a:pt x="4466" y="12057"/>
                  <a:pt x="4444" y="12054"/>
                  <a:pt x="4421" y="12039"/>
                </a:cubicBezTo>
                <a:cubicBezTo>
                  <a:pt x="4382" y="12026"/>
                  <a:pt x="4344" y="12020"/>
                  <a:pt x="4307" y="12020"/>
                </a:cubicBezTo>
                <a:cubicBezTo>
                  <a:pt x="4217" y="12020"/>
                  <a:pt x="4133" y="12052"/>
                  <a:pt x="4048" y="12084"/>
                </a:cubicBezTo>
                <a:cubicBezTo>
                  <a:pt x="4063" y="12113"/>
                  <a:pt x="4078" y="12158"/>
                  <a:pt x="4093" y="12158"/>
                </a:cubicBezTo>
                <a:cubicBezTo>
                  <a:pt x="4168" y="12173"/>
                  <a:pt x="4257" y="12173"/>
                  <a:pt x="4332" y="12173"/>
                </a:cubicBezTo>
                <a:lnTo>
                  <a:pt x="4347" y="12173"/>
                </a:lnTo>
                <a:cubicBezTo>
                  <a:pt x="4392" y="12173"/>
                  <a:pt x="4436" y="12169"/>
                  <a:pt x="4481" y="12169"/>
                </a:cubicBezTo>
                <a:cubicBezTo>
                  <a:pt x="4526" y="12169"/>
                  <a:pt x="4571" y="12173"/>
                  <a:pt x="4616" y="12188"/>
                </a:cubicBezTo>
                <a:cubicBezTo>
                  <a:pt x="4645" y="12196"/>
                  <a:pt x="4674" y="12200"/>
                  <a:pt x="4703" y="12200"/>
                </a:cubicBezTo>
                <a:cubicBezTo>
                  <a:pt x="4777" y="12200"/>
                  <a:pt x="4850" y="12176"/>
                  <a:pt x="4914" y="12143"/>
                </a:cubicBezTo>
                <a:cubicBezTo>
                  <a:pt x="4934" y="12173"/>
                  <a:pt x="4954" y="12222"/>
                  <a:pt x="4986" y="12222"/>
                </a:cubicBezTo>
                <a:cubicBezTo>
                  <a:pt x="5003" y="12222"/>
                  <a:pt x="5023" y="12209"/>
                  <a:pt x="5049" y="12173"/>
                </a:cubicBezTo>
                <a:cubicBezTo>
                  <a:pt x="5056" y="12166"/>
                  <a:pt x="5079" y="12162"/>
                  <a:pt x="5103" y="12162"/>
                </a:cubicBezTo>
                <a:cubicBezTo>
                  <a:pt x="5127" y="12162"/>
                  <a:pt x="5153" y="12166"/>
                  <a:pt x="5168" y="12173"/>
                </a:cubicBezTo>
                <a:cubicBezTo>
                  <a:pt x="5205" y="12191"/>
                  <a:pt x="5239" y="12200"/>
                  <a:pt x="5269" y="12200"/>
                </a:cubicBezTo>
                <a:cubicBezTo>
                  <a:pt x="5340" y="12200"/>
                  <a:pt x="5396" y="12156"/>
                  <a:pt x="5437" y="12084"/>
                </a:cubicBezTo>
                <a:cubicBezTo>
                  <a:pt x="5437" y="12039"/>
                  <a:pt x="5407" y="12009"/>
                  <a:pt x="5377" y="12009"/>
                </a:cubicBezTo>
                <a:cubicBezTo>
                  <a:pt x="5358" y="12012"/>
                  <a:pt x="5340" y="12013"/>
                  <a:pt x="5322" y="12013"/>
                </a:cubicBezTo>
                <a:cubicBezTo>
                  <a:pt x="5274" y="12013"/>
                  <a:pt x="5229" y="12005"/>
                  <a:pt x="5186" y="12005"/>
                </a:cubicBezTo>
                <a:close/>
                <a:moveTo>
                  <a:pt x="9325" y="9811"/>
                </a:moveTo>
                <a:cubicBezTo>
                  <a:pt x="9280" y="9811"/>
                  <a:pt x="9238" y="9836"/>
                  <a:pt x="9201" y="9873"/>
                </a:cubicBezTo>
                <a:cubicBezTo>
                  <a:pt x="9186" y="10037"/>
                  <a:pt x="9171" y="10202"/>
                  <a:pt x="9156" y="10366"/>
                </a:cubicBezTo>
                <a:cubicBezTo>
                  <a:pt x="9156" y="10396"/>
                  <a:pt x="9126" y="10426"/>
                  <a:pt x="9126" y="10470"/>
                </a:cubicBezTo>
                <a:cubicBezTo>
                  <a:pt x="9111" y="10500"/>
                  <a:pt x="9126" y="10530"/>
                  <a:pt x="9141" y="10560"/>
                </a:cubicBezTo>
                <a:cubicBezTo>
                  <a:pt x="9126" y="10635"/>
                  <a:pt x="9126" y="10695"/>
                  <a:pt x="9111" y="10769"/>
                </a:cubicBezTo>
                <a:lnTo>
                  <a:pt x="9096" y="10769"/>
                </a:lnTo>
                <a:cubicBezTo>
                  <a:pt x="9096" y="10769"/>
                  <a:pt x="9096" y="10784"/>
                  <a:pt x="9111" y="10784"/>
                </a:cubicBezTo>
                <a:cubicBezTo>
                  <a:pt x="9111" y="10874"/>
                  <a:pt x="9111" y="10948"/>
                  <a:pt x="9111" y="11023"/>
                </a:cubicBezTo>
                <a:cubicBezTo>
                  <a:pt x="9081" y="11038"/>
                  <a:pt x="9081" y="11053"/>
                  <a:pt x="9096" y="11083"/>
                </a:cubicBezTo>
                <a:cubicBezTo>
                  <a:pt x="9081" y="11128"/>
                  <a:pt x="9067" y="11172"/>
                  <a:pt x="9067" y="11217"/>
                </a:cubicBezTo>
                <a:cubicBezTo>
                  <a:pt x="9007" y="11262"/>
                  <a:pt x="9052" y="11292"/>
                  <a:pt x="9052" y="11337"/>
                </a:cubicBezTo>
                <a:cubicBezTo>
                  <a:pt x="8992" y="11606"/>
                  <a:pt x="8932" y="11874"/>
                  <a:pt x="8872" y="12128"/>
                </a:cubicBezTo>
                <a:cubicBezTo>
                  <a:pt x="8828" y="12308"/>
                  <a:pt x="8932" y="12502"/>
                  <a:pt x="9096" y="12517"/>
                </a:cubicBezTo>
                <a:cubicBezTo>
                  <a:pt x="9335" y="12532"/>
                  <a:pt x="9574" y="12532"/>
                  <a:pt x="9813" y="12532"/>
                </a:cubicBezTo>
                <a:cubicBezTo>
                  <a:pt x="10007" y="12532"/>
                  <a:pt x="10202" y="12502"/>
                  <a:pt x="10396" y="12487"/>
                </a:cubicBezTo>
                <a:cubicBezTo>
                  <a:pt x="10426" y="12487"/>
                  <a:pt x="10470" y="12502"/>
                  <a:pt x="10500" y="12502"/>
                </a:cubicBezTo>
                <a:cubicBezTo>
                  <a:pt x="10545" y="12519"/>
                  <a:pt x="10588" y="12527"/>
                  <a:pt x="10630" y="12527"/>
                </a:cubicBezTo>
                <a:cubicBezTo>
                  <a:pt x="10700" y="12527"/>
                  <a:pt x="10769" y="12504"/>
                  <a:pt x="10844" y="12457"/>
                </a:cubicBezTo>
                <a:cubicBezTo>
                  <a:pt x="10874" y="12397"/>
                  <a:pt x="10874" y="12337"/>
                  <a:pt x="10799" y="12323"/>
                </a:cubicBezTo>
                <a:cubicBezTo>
                  <a:pt x="10709" y="12308"/>
                  <a:pt x="10635" y="12218"/>
                  <a:pt x="10545" y="12203"/>
                </a:cubicBezTo>
                <a:cubicBezTo>
                  <a:pt x="10500" y="12173"/>
                  <a:pt x="10456" y="12173"/>
                  <a:pt x="10411" y="12158"/>
                </a:cubicBezTo>
                <a:cubicBezTo>
                  <a:pt x="10325" y="12147"/>
                  <a:pt x="10237" y="12142"/>
                  <a:pt x="10149" y="12142"/>
                </a:cubicBezTo>
                <a:cubicBezTo>
                  <a:pt x="10006" y="12142"/>
                  <a:pt x="9862" y="12155"/>
                  <a:pt x="9724" y="12173"/>
                </a:cubicBezTo>
                <a:cubicBezTo>
                  <a:pt x="9714" y="12175"/>
                  <a:pt x="9704" y="12175"/>
                  <a:pt x="9694" y="12175"/>
                </a:cubicBezTo>
                <a:cubicBezTo>
                  <a:pt x="9628" y="12175"/>
                  <a:pt x="9558" y="12150"/>
                  <a:pt x="9491" y="12150"/>
                </a:cubicBezTo>
                <a:cubicBezTo>
                  <a:pt x="9458" y="12150"/>
                  <a:pt x="9426" y="12156"/>
                  <a:pt x="9395" y="12173"/>
                </a:cubicBezTo>
                <a:cubicBezTo>
                  <a:pt x="9395" y="12173"/>
                  <a:pt x="9380" y="12188"/>
                  <a:pt x="9380" y="12188"/>
                </a:cubicBezTo>
                <a:cubicBezTo>
                  <a:pt x="9365" y="12188"/>
                  <a:pt x="9365" y="12173"/>
                  <a:pt x="9365" y="12173"/>
                </a:cubicBezTo>
                <a:cubicBezTo>
                  <a:pt x="9320" y="12113"/>
                  <a:pt x="9350" y="12054"/>
                  <a:pt x="9365" y="11994"/>
                </a:cubicBezTo>
                <a:cubicBezTo>
                  <a:pt x="9410" y="11755"/>
                  <a:pt x="9455" y="11516"/>
                  <a:pt x="9410" y="11262"/>
                </a:cubicBezTo>
                <a:cubicBezTo>
                  <a:pt x="9395" y="11217"/>
                  <a:pt x="9395" y="11187"/>
                  <a:pt x="9410" y="11143"/>
                </a:cubicBezTo>
                <a:cubicBezTo>
                  <a:pt x="9440" y="11023"/>
                  <a:pt x="9425" y="10919"/>
                  <a:pt x="9440" y="10799"/>
                </a:cubicBezTo>
                <a:cubicBezTo>
                  <a:pt x="9470" y="10590"/>
                  <a:pt x="9440" y="10381"/>
                  <a:pt x="9470" y="10157"/>
                </a:cubicBezTo>
                <a:cubicBezTo>
                  <a:pt x="9485" y="10067"/>
                  <a:pt x="9530" y="9933"/>
                  <a:pt x="9410" y="9843"/>
                </a:cubicBezTo>
                <a:cubicBezTo>
                  <a:pt x="9382" y="9820"/>
                  <a:pt x="9353" y="9811"/>
                  <a:pt x="9325" y="9811"/>
                </a:cubicBezTo>
                <a:close/>
                <a:moveTo>
                  <a:pt x="11411" y="10097"/>
                </a:moveTo>
                <a:cubicBezTo>
                  <a:pt x="11397" y="10097"/>
                  <a:pt x="11367" y="10127"/>
                  <a:pt x="11337" y="10127"/>
                </a:cubicBezTo>
                <a:cubicBezTo>
                  <a:pt x="11337" y="10172"/>
                  <a:pt x="11352" y="10202"/>
                  <a:pt x="11352" y="10246"/>
                </a:cubicBezTo>
                <a:cubicBezTo>
                  <a:pt x="11322" y="10306"/>
                  <a:pt x="11337" y="10351"/>
                  <a:pt x="11382" y="10396"/>
                </a:cubicBezTo>
                <a:cubicBezTo>
                  <a:pt x="11367" y="10396"/>
                  <a:pt x="11352" y="10411"/>
                  <a:pt x="11337" y="10441"/>
                </a:cubicBezTo>
                <a:cubicBezTo>
                  <a:pt x="11337" y="10456"/>
                  <a:pt x="11352" y="10485"/>
                  <a:pt x="11337" y="10515"/>
                </a:cubicBezTo>
                <a:cubicBezTo>
                  <a:pt x="11322" y="10515"/>
                  <a:pt x="11307" y="10530"/>
                  <a:pt x="11307" y="10530"/>
                </a:cubicBezTo>
                <a:cubicBezTo>
                  <a:pt x="11172" y="10709"/>
                  <a:pt x="11172" y="10709"/>
                  <a:pt x="11322" y="10874"/>
                </a:cubicBezTo>
                <a:lnTo>
                  <a:pt x="11307" y="10859"/>
                </a:lnTo>
                <a:cubicBezTo>
                  <a:pt x="11247" y="10904"/>
                  <a:pt x="11232" y="10963"/>
                  <a:pt x="11262" y="11008"/>
                </a:cubicBezTo>
                <a:cubicBezTo>
                  <a:pt x="11292" y="11098"/>
                  <a:pt x="11292" y="11172"/>
                  <a:pt x="11247" y="11262"/>
                </a:cubicBezTo>
                <a:cubicBezTo>
                  <a:pt x="11187" y="11396"/>
                  <a:pt x="11277" y="11546"/>
                  <a:pt x="11247" y="11680"/>
                </a:cubicBezTo>
                <a:cubicBezTo>
                  <a:pt x="11247" y="11725"/>
                  <a:pt x="11262" y="11755"/>
                  <a:pt x="11247" y="11800"/>
                </a:cubicBezTo>
                <a:cubicBezTo>
                  <a:pt x="11217" y="11934"/>
                  <a:pt x="11217" y="11964"/>
                  <a:pt x="11292" y="11964"/>
                </a:cubicBezTo>
                <a:cubicBezTo>
                  <a:pt x="11247" y="11994"/>
                  <a:pt x="11202" y="12024"/>
                  <a:pt x="11217" y="12084"/>
                </a:cubicBezTo>
                <a:cubicBezTo>
                  <a:pt x="11262" y="12263"/>
                  <a:pt x="11172" y="12263"/>
                  <a:pt x="11053" y="12263"/>
                </a:cubicBezTo>
                <a:cubicBezTo>
                  <a:pt x="11023" y="12263"/>
                  <a:pt x="10993" y="12278"/>
                  <a:pt x="10963" y="12293"/>
                </a:cubicBezTo>
                <a:cubicBezTo>
                  <a:pt x="10948" y="12308"/>
                  <a:pt x="10933" y="12337"/>
                  <a:pt x="10933" y="12367"/>
                </a:cubicBezTo>
                <a:cubicBezTo>
                  <a:pt x="10904" y="12457"/>
                  <a:pt x="10993" y="12502"/>
                  <a:pt x="11008" y="12576"/>
                </a:cubicBezTo>
                <a:lnTo>
                  <a:pt x="11038" y="12576"/>
                </a:lnTo>
                <a:cubicBezTo>
                  <a:pt x="11053" y="12591"/>
                  <a:pt x="11083" y="12591"/>
                  <a:pt x="11098" y="12591"/>
                </a:cubicBezTo>
                <a:cubicBezTo>
                  <a:pt x="11128" y="12591"/>
                  <a:pt x="11158" y="12576"/>
                  <a:pt x="11172" y="12576"/>
                </a:cubicBezTo>
                <a:cubicBezTo>
                  <a:pt x="11206" y="12582"/>
                  <a:pt x="11240" y="12588"/>
                  <a:pt x="11272" y="12588"/>
                </a:cubicBezTo>
                <a:cubicBezTo>
                  <a:pt x="11326" y="12588"/>
                  <a:pt x="11374" y="12572"/>
                  <a:pt x="11411" y="12517"/>
                </a:cubicBezTo>
                <a:cubicBezTo>
                  <a:pt x="11441" y="12457"/>
                  <a:pt x="11471" y="12382"/>
                  <a:pt x="11516" y="12308"/>
                </a:cubicBezTo>
                <a:cubicBezTo>
                  <a:pt x="11576" y="12233"/>
                  <a:pt x="11591" y="12143"/>
                  <a:pt x="11531" y="12054"/>
                </a:cubicBezTo>
                <a:cubicBezTo>
                  <a:pt x="11501" y="11994"/>
                  <a:pt x="11471" y="11934"/>
                  <a:pt x="11441" y="11889"/>
                </a:cubicBezTo>
                <a:cubicBezTo>
                  <a:pt x="11426" y="11860"/>
                  <a:pt x="11426" y="11845"/>
                  <a:pt x="11411" y="11830"/>
                </a:cubicBezTo>
                <a:cubicBezTo>
                  <a:pt x="11486" y="11830"/>
                  <a:pt x="11471" y="11725"/>
                  <a:pt x="11516" y="11710"/>
                </a:cubicBezTo>
                <a:cubicBezTo>
                  <a:pt x="11471" y="11606"/>
                  <a:pt x="11546" y="11471"/>
                  <a:pt x="11441" y="11382"/>
                </a:cubicBezTo>
                <a:cubicBezTo>
                  <a:pt x="11426" y="11382"/>
                  <a:pt x="11441" y="11367"/>
                  <a:pt x="11441" y="11352"/>
                </a:cubicBezTo>
                <a:cubicBezTo>
                  <a:pt x="11441" y="11292"/>
                  <a:pt x="11441" y="11247"/>
                  <a:pt x="11441" y="11202"/>
                </a:cubicBezTo>
                <a:cubicBezTo>
                  <a:pt x="11441" y="11158"/>
                  <a:pt x="11441" y="11128"/>
                  <a:pt x="11441" y="11083"/>
                </a:cubicBezTo>
                <a:cubicBezTo>
                  <a:pt x="11456" y="11068"/>
                  <a:pt x="11501" y="11053"/>
                  <a:pt x="11501" y="11038"/>
                </a:cubicBezTo>
                <a:cubicBezTo>
                  <a:pt x="11501" y="10889"/>
                  <a:pt x="11501" y="10754"/>
                  <a:pt x="11501" y="10620"/>
                </a:cubicBezTo>
                <a:cubicBezTo>
                  <a:pt x="11456" y="10575"/>
                  <a:pt x="11486" y="10560"/>
                  <a:pt x="11531" y="10530"/>
                </a:cubicBezTo>
                <a:cubicBezTo>
                  <a:pt x="11531" y="10485"/>
                  <a:pt x="11546" y="10456"/>
                  <a:pt x="11546" y="10411"/>
                </a:cubicBezTo>
                <a:cubicBezTo>
                  <a:pt x="11546" y="10366"/>
                  <a:pt x="11516" y="10366"/>
                  <a:pt x="11486" y="10366"/>
                </a:cubicBezTo>
                <a:cubicBezTo>
                  <a:pt x="11531" y="10321"/>
                  <a:pt x="11606" y="10276"/>
                  <a:pt x="11516" y="10187"/>
                </a:cubicBezTo>
                <a:cubicBezTo>
                  <a:pt x="11531" y="10187"/>
                  <a:pt x="11546" y="10172"/>
                  <a:pt x="11561" y="10157"/>
                </a:cubicBezTo>
                <a:cubicBezTo>
                  <a:pt x="11516" y="10142"/>
                  <a:pt x="11471" y="10112"/>
                  <a:pt x="11411" y="10097"/>
                </a:cubicBezTo>
                <a:close/>
                <a:moveTo>
                  <a:pt x="13360" y="12880"/>
                </a:moveTo>
                <a:cubicBezTo>
                  <a:pt x="13324" y="12880"/>
                  <a:pt x="13301" y="12909"/>
                  <a:pt x="13278" y="12920"/>
                </a:cubicBezTo>
                <a:cubicBezTo>
                  <a:pt x="13263" y="12935"/>
                  <a:pt x="13263" y="12950"/>
                  <a:pt x="13278" y="12965"/>
                </a:cubicBezTo>
                <a:cubicBezTo>
                  <a:pt x="13311" y="12985"/>
                  <a:pt x="13333" y="12993"/>
                  <a:pt x="13349" y="12993"/>
                </a:cubicBezTo>
                <a:cubicBezTo>
                  <a:pt x="13392" y="12993"/>
                  <a:pt x="13387" y="12934"/>
                  <a:pt x="13398" y="12890"/>
                </a:cubicBezTo>
                <a:cubicBezTo>
                  <a:pt x="13384" y="12883"/>
                  <a:pt x="13371" y="12880"/>
                  <a:pt x="13360" y="12880"/>
                </a:cubicBezTo>
                <a:close/>
                <a:moveTo>
                  <a:pt x="13876" y="13741"/>
                </a:moveTo>
                <a:lnTo>
                  <a:pt x="13876" y="13741"/>
                </a:lnTo>
                <a:cubicBezTo>
                  <a:pt x="13861" y="13756"/>
                  <a:pt x="13846" y="13771"/>
                  <a:pt x="13831" y="13801"/>
                </a:cubicBezTo>
                <a:cubicBezTo>
                  <a:pt x="13816" y="13846"/>
                  <a:pt x="13801" y="13876"/>
                  <a:pt x="13801" y="13921"/>
                </a:cubicBezTo>
                <a:cubicBezTo>
                  <a:pt x="13786" y="13936"/>
                  <a:pt x="13771" y="13951"/>
                  <a:pt x="13756" y="13965"/>
                </a:cubicBezTo>
                <a:cubicBezTo>
                  <a:pt x="13786" y="13980"/>
                  <a:pt x="13816" y="13980"/>
                  <a:pt x="13846" y="13995"/>
                </a:cubicBezTo>
                <a:cubicBezTo>
                  <a:pt x="13861" y="13906"/>
                  <a:pt x="13876" y="13816"/>
                  <a:pt x="13876" y="13741"/>
                </a:cubicBezTo>
                <a:close/>
                <a:moveTo>
                  <a:pt x="13263" y="13980"/>
                </a:moveTo>
                <a:cubicBezTo>
                  <a:pt x="13249" y="13980"/>
                  <a:pt x="13234" y="13995"/>
                  <a:pt x="13219" y="14010"/>
                </a:cubicBezTo>
                <a:cubicBezTo>
                  <a:pt x="13234" y="14010"/>
                  <a:pt x="13234" y="14040"/>
                  <a:pt x="13249" y="14040"/>
                </a:cubicBezTo>
                <a:cubicBezTo>
                  <a:pt x="13263" y="14040"/>
                  <a:pt x="13278" y="14025"/>
                  <a:pt x="13308" y="14010"/>
                </a:cubicBezTo>
                <a:cubicBezTo>
                  <a:pt x="13293" y="13995"/>
                  <a:pt x="13278" y="13980"/>
                  <a:pt x="13263" y="13980"/>
                </a:cubicBezTo>
                <a:close/>
                <a:moveTo>
                  <a:pt x="6468" y="13637"/>
                </a:moveTo>
                <a:cubicBezTo>
                  <a:pt x="6468" y="13741"/>
                  <a:pt x="6468" y="13846"/>
                  <a:pt x="6468" y="13951"/>
                </a:cubicBezTo>
                <a:cubicBezTo>
                  <a:pt x="6483" y="13965"/>
                  <a:pt x="6498" y="13965"/>
                  <a:pt x="6512" y="13965"/>
                </a:cubicBezTo>
                <a:cubicBezTo>
                  <a:pt x="6483" y="13980"/>
                  <a:pt x="6468" y="14010"/>
                  <a:pt x="6468" y="14040"/>
                </a:cubicBezTo>
                <a:cubicBezTo>
                  <a:pt x="6408" y="14100"/>
                  <a:pt x="6438" y="14145"/>
                  <a:pt x="6498" y="14175"/>
                </a:cubicBezTo>
                <a:cubicBezTo>
                  <a:pt x="6512" y="14175"/>
                  <a:pt x="6512" y="14160"/>
                  <a:pt x="6527" y="14160"/>
                </a:cubicBezTo>
                <a:cubicBezTo>
                  <a:pt x="6527" y="14145"/>
                  <a:pt x="6542" y="14115"/>
                  <a:pt x="6557" y="14115"/>
                </a:cubicBezTo>
                <a:cubicBezTo>
                  <a:pt x="6587" y="14115"/>
                  <a:pt x="6602" y="14130"/>
                  <a:pt x="6617" y="14130"/>
                </a:cubicBezTo>
                <a:cubicBezTo>
                  <a:pt x="6617" y="14160"/>
                  <a:pt x="6632" y="14190"/>
                  <a:pt x="6647" y="14219"/>
                </a:cubicBezTo>
                <a:lnTo>
                  <a:pt x="6662" y="14219"/>
                </a:lnTo>
                <a:cubicBezTo>
                  <a:pt x="6692" y="14204"/>
                  <a:pt x="6707" y="14190"/>
                  <a:pt x="6737" y="14175"/>
                </a:cubicBezTo>
                <a:cubicBezTo>
                  <a:pt x="6722" y="14175"/>
                  <a:pt x="6722" y="14160"/>
                  <a:pt x="6722" y="14160"/>
                </a:cubicBezTo>
                <a:cubicBezTo>
                  <a:pt x="6692" y="14145"/>
                  <a:pt x="6662" y="14145"/>
                  <a:pt x="6632" y="14130"/>
                </a:cubicBezTo>
                <a:cubicBezTo>
                  <a:pt x="6647" y="14130"/>
                  <a:pt x="6647" y="14115"/>
                  <a:pt x="6662" y="14115"/>
                </a:cubicBezTo>
                <a:cubicBezTo>
                  <a:pt x="6662" y="14100"/>
                  <a:pt x="6662" y="14070"/>
                  <a:pt x="6662" y="14055"/>
                </a:cubicBezTo>
                <a:cubicBezTo>
                  <a:pt x="6662" y="14025"/>
                  <a:pt x="6647" y="13995"/>
                  <a:pt x="6647" y="13980"/>
                </a:cubicBezTo>
                <a:lnTo>
                  <a:pt x="6647" y="13936"/>
                </a:lnTo>
                <a:cubicBezTo>
                  <a:pt x="6662" y="13906"/>
                  <a:pt x="6647" y="13876"/>
                  <a:pt x="6632" y="13861"/>
                </a:cubicBezTo>
                <a:cubicBezTo>
                  <a:pt x="6587" y="13816"/>
                  <a:pt x="6617" y="13786"/>
                  <a:pt x="6632" y="13741"/>
                </a:cubicBezTo>
                <a:cubicBezTo>
                  <a:pt x="6602" y="13652"/>
                  <a:pt x="6527" y="13667"/>
                  <a:pt x="6468" y="13637"/>
                </a:cubicBezTo>
                <a:close/>
                <a:moveTo>
                  <a:pt x="7416" y="14432"/>
                </a:moveTo>
                <a:cubicBezTo>
                  <a:pt x="7409" y="14432"/>
                  <a:pt x="7401" y="14436"/>
                  <a:pt x="7394" y="14443"/>
                </a:cubicBezTo>
                <a:cubicBezTo>
                  <a:pt x="7364" y="14458"/>
                  <a:pt x="7349" y="14458"/>
                  <a:pt x="7334" y="14473"/>
                </a:cubicBezTo>
                <a:cubicBezTo>
                  <a:pt x="7326" y="14469"/>
                  <a:pt x="7319" y="14467"/>
                  <a:pt x="7313" y="14467"/>
                </a:cubicBezTo>
                <a:cubicBezTo>
                  <a:pt x="7298" y="14467"/>
                  <a:pt x="7293" y="14481"/>
                  <a:pt x="7304" y="14503"/>
                </a:cubicBezTo>
                <a:cubicBezTo>
                  <a:pt x="7409" y="14518"/>
                  <a:pt x="7513" y="14533"/>
                  <a:pt x="7618" y="14548"/>
                </a:cubicBezTo>
                <a:cubicBezTo>
                  <a:pt x="7618" y="14548"/>
                  <a:pt x="7618" y="14533"/>
                  <a:pt x="7603" y="14533"/>
                </a:cubicBezTo>
                <a:cubicBezTo>
                  <a:pt x="7603" y="14518"/>
                  <a:pt x="7603" y="14503"/>
                  <a:pt x="7588" y="14503"/>
                </a:cubicBezTo>
                <a:cubicBezTo>
                  <a:pt x="7528" y="14488"/>
                  <a:pt x="7483" y="14458"/>
                  <a:pt x="7439" y="14443"/>
                </a:cubicBezTo>
                <a:cubicBezTo>
                  <a:pt x="7431" y="14436"/>
                  <a:pt x="7424" y="14432"/>
                  <a:pt x="7416" y="14432"/>
                </a:cubicBezTo>
                <a:close/>
                <a:moveTo>
                  <a:pt x="13127" y="14508"/>
                </a:moveTo>
                <a:cubicBezTo>
                  <a:pt x="13114" y="14508"/>
                  <a:pt x="13102" y="14516"/>
                  <a:pt x="13084" y="14533"/>
                </a:cubicBezTo>
                <a:cubicBezTo>
                  <a:pt x="13084" y="14533"/>
                  <a:pt x="13084" y="14548"/>
                  <a:pt x="13084" y="14548"/>
                </a:cubicBezTo>
                <a:cubicBezTo>
                  <a:pt x="13099" y="14563"/>
                  <a:pt x="13114" y="14578"/>
                  <a:pt x="13129" y="14593"/>
                </a:cubicBezTo>
                <a:cubicBezTo>
                  <a:pt x="13144" y="14563"/>
                  <a:pt x="13159" y="14548"/>
                  <a:pt x="13159" y="14518"/>
                </a:cubicBezTo>
                <a:cubicBezTo>
                  <a:pt x="13147" y="14512"/>
                  <a:pt x="13137" y="14508"/>
                  <a:pt x="13127" y="14508"/>
                </a:cubicBezTo>
                <a:close/>
                <a:moveTo>
                  <a:pt x="13502" y="14593"/>
                </a:moveTo>
                <a:cubicBezTo>
                  <a:pt x="13502" y="14608"/>
                  <a:pt x="13488" y="14608"/>
                  <a:pt x="13488" y="14608"/>
                </a:cubicBezTo>
                <a:cubicBezTo>
                  <a:pt x="13488" y="14608"/>
                  <a:pt x="13488" y="14608"/>
                  <a:pt x="13488" y="14593"/>
                </a:cubicBezTo>
                <a:close/>
                <a:moveTo>
                  <a:pt x="13771" y="14070"/>
                </a:moveTo>
                <a:cubicBezTo>
                  <a:pt x="13741" y="14085"/>
                  <a:pt x="13712" y="14100"/>
                  <a:pt x="13682" y="14130"/>
                </a:cubicBezTo>
                <a:cubicBezTo>
                  <a:pt x="13726" y="14145"/>
                  <a:pt x="13756" y="14145"/>
                  <a:pt x="13786" y="14160"/>
                </a:cubicBezTo>
                <a:cubicBezTo>
                  <a:pt x="13756" y="14175"/>
                  <a:pt x="13726" y="14190"/>
                  <a:pt x="13712" y="14204"/>
                </a:cubicBezTo>
                <a:cubicBezTo>
                  <a:pt x="13667" y="14234"/>
                  <a:pt x="13667" y="14279"/>
                  <a:pt x="13637" y="14324"/>
                </a:cubicBezTo>
                <a:cubicBezTo>
                  <a:pt x="13623" y="14406"/>
                  <a:pt x="13597" y="14475"/>
                  <a:pt x="13513" y="14475"/>
                </a:cubicBezTo>
                <a:cubicBezTo>
                  <a:pt x="13505" y="14475"/>
                  <a:pt x="13497" y="14475"/>
                  <a:pt x="13488" y="14473"/>
                </a:cubicBezTo>
                <a:cubicBezTo>
                  <a:pt x="13473" y="14473"/>
                  <a:pt x="13443" y="14488"/>
                  <a:pt x="13443" y="14518"/>
                </a:cubicBezTo>
                <a:lnTo>
                  <a:pt x="13398" y="14473"/>
                </a:lnTo>
                <a:cubicBezTo>
                  <a:pt x="13383" y="14473"/>
                  <a:pt x="13353" y="14488"/>
                  <a:pt x="13338" y="14503"/>
                </a:cubicBezTo>
                <a:lnTo>
                  <a:pt x="13338" y="14653"/>
                </a:lnTo>
                <a:cubicBezTo>
                  <a:pt x="13323" y="14667"/>
                  <a:pt x="13323" y="14667"/>
                  <a:pt x="13308" y="14667"/>
                </a:cubicBezTo>
                <a:cubicBezTo>
                  <a:pt x="13278" y="14712"/>
                  <a:pt x="13234" y="14712"/>
                  <a:pt x="13189" y="14712"/>
                </a:cubicBezTo>
                <a:cubicBezTo>
                  <a:pt x="13144" y="14727"/>
                  <a:pt x="13114" y="14757"/>
                  <a:pt x="13129" y="14817"/>
                </a:cubicBezTo>
                <a:cubicBezTo>
                  <a:pt x="13203" y="14817"/>
                  <a:pt x="13277" y="14825"/>
                  <a:pt x="13348" y="14825"/>
                </a:cubicBezTo>
                <a:cubicBezTo>
                  <a:pt x="13462" y="14825"/>
                  <a:pt x="13569" y="14803"/>
                  <a:pt x="13652" y="14682"/>
                </a:cubicBezTo>
                <a:cubicBezTo>
                  <a:pt x="13771" y="14653"/>
                  <a:pt x="13622" y="14593"/>
                  <a:pt x="13667" y="14548"/>
                </a:cubicBezTo>
                <a:cubicBezTo>
                  <a:pt x="13726" y="14473"/>
                  <a:pt x="13771" y="14399"/>
                  <a:pt x="13801" y="14324"/>
                </a:cubicBezTo>
                <a:cubicBezTo>
                  <a:pt x="13861" y="14219"/>
                  <a:pt x="13876" y="14130"/>
                  <a:pt x="13771" y="14070"/>
                </a:cubicBezTo>
                <a:close/>
                <a:moveTo>
                  <a:pt x="8081" y="14847"/>
                </a:moveTo>
                <a:lnTo>
                  <a:pt x="8081" y="14847"/>
                </a:lnTo>
                <a:cubicBezTo>
                  <a:pt x="8155" y="14981"/>
                  <a:pt x="8260" y="15101"/>
                  <a:pt x="8424" y="15130"/>
                </a:cubicBezTo>
                <a:cubicBezTo>
                  <a:pt x="8305" y="15041"/>
                  <a:pt x="8185" y="14936"/>
                  <a:pt x="8081" y="1484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2e906823ad7_0_283"/>
          <p:cNvSpPr/>
          <p:nvPr/>
        </p:nvSpPr>
        <p:spPr>
          <a:xfrm rot="-5400043">
            <a:off x="8350648" y="4096864"/>
            <a:ext cx="713700" cy="1379548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054" name="Google Shape;1054;g2e906823ad7_0_283"/>
          <p:cNvSpPr/>
          <p:nvPr/>
        </p:nvSpPr>
        <p:spPr>
          <a:xfrm rot="-4886975">
            <a:off x="-97226" y="-331005"/>
            <a:ext cx="835045" cy="1088083"/>
          </a:xfrm>
          <a:custGeom>
            <a:avLst/>
            <a:gdLst/>
            <a:ahLst/>
            <a:cxnLst/>
            <a:rect l="l" t="t" r="r" b="b"/>
            <a:pathLst>
              <a:path w="4168" h="5431" extrusionOk="0">
                <a:moveTo>
                  <a:pt x="1106" y="3297"/>
                </a:moveTo>
                <a:cubicBezTo>
                  <a:pt x="1157" y="3381"/>
                  <a:pt x="1217" y="3458"/>
                  <a:pt x="1270" y="3542"/>
                </a:cubicBezTo>
                <a:cubicBezTo>
                  <a:pt x="1210" y="3458"/>
                  <a:pt x="1150" y="3384"/>
                  <a:pt x="1106" y="3297"/>
                </a:cubicBezTo>
                <a:close/>
                <a:moveTo>
                  <a:pt x="1673" y="1284"/>
                </a:moveTo>
                <a:cubicBezTo>
                  <a:pt x="2035" y="1284"/>
                  <a:pt x="2204" y="1541"/>
                  <a:pt x="2360" y="1824"/>
                </a:cubicBezTo>
                <a:cubicBezTo>
                  <a:pt x="2554" y="2183"/>
                  <a:pt x="2524" y="2586"/>
                  <a:pt x="2509" y="2974"/>
                </a:cubicBezTo>
                <a:cubicBezTo>
                  <a:pt x="2497" y="3331"/>
                  <a:pt x="2255" y="3579"/>
                  <a:pt x="1925" y="3579"/>
                </a:cubicBezTo>
                <a:cubicBezTo>
                  <a:pt x="1868" y="3579"/>
                  <a:pt x="1809" y="3572"/>
                  <a:pt x="1748" y="3557"/>
                </a:cubicBezTo>
                <a:cubicBezTo>
                  <a:pt x="1359" y="3467"/>
                  <a:pt x="1255" y="3138"/>
                  <a:pt x="1180" y="2795"/>
                </a:cubicBezTo>
                <a:cubicBezTo>
                  <a:pt x="1120" y="2496"/>
                  <a:pt x="1165" y="2227"/>
                  <a:pt x="1434" y="2033"/>
                </a:cubicBezTo>
                <a:cubicBezTo>
                  <a:pt x="1524" y="1971"/>
                  <a:pt x="1603" y="1941"/>
                  <a:pt x="1671" y="1941"/>
                </a:cubicBezTo>
                <a:cubicBezTo>
                  <a:pt x="1784" y="1941"/>
                  <a:pt x="1865" y="2024"/>
                  <a:pt x="1912" y="2183"/>
                </a:cubicBezTo>
                <a:cubicBezTo>
                  <a:pt x="1972" y="2347"/>
                  <a:pt x="1972" y="2511"/>
                  <a:pt x="1987" y="2661"/>
                </a:cubicBezTo>
                <a:cubicBezTo>
                  <a:pt x="1987" y="2735"/>
                  <a:pt x="1987" y="2810"/>
                  <a:pt x="2016" y="2885"/>
                </a:cubicBezTo>
                <a:cubicBezTo>
                  <a:pt x="2046" y="2929"/>
                  <a:pt x="2076" y="2959"/>
                  <a:pt x="2121" y="2959"/>
                </a:cubicBezTo>
                <a:cubicBezTo>
                  <a:pt x="2166" y="2959"/>
                  <a:pt x="2196" y="2914"/>
                  <a:pt x="2196" y="2870"/>
                </a:cubicBezTo>
                <a:cubicBezTo>
                  <a:pt x="2226" y="2526"/>
                  <a:pt x="2285" y="2183"/>
                  <a:pt x="2061" y="1869"/>
                </a:cubicBezTo>
                <a:cubicBezTo>
                  <a:pt x="1972" y="1741"/>
                  <a:pt x="1850" y="1668"/>
                  <a:pt x="1705" y="1668"/>
                </a:cubicBezTo>
                <a:cubicBezTo>
                  <a:pt x="1680" y="1668"/>
                  <a:pt x="1654" y="1670"/>
                  <a:pt x="1628" y="1675"/>
                </a:cubicBezTo>
                <a:cubicBezTo>
                  <a:pt x="1210" y="1735"/>
                  <a:pt x="896" y="2093"/>
                  <a:pt x="896" y="2526"/>
                </a:cubicBezTo>
                <a:cubicBezTo>
                  <a:pt x="931" y="2700"/>
                  <a:pt x="939" y="2874"/>
                  <a:pt x="990" y="3041"/>
                </a:cubicBezTo>
                <a:lnTo>
                  <a:pt x="990" y="3041"/>
                </a:lnTo>
                <a:cubicBezTo>
                  <a:pt x="962" y="2973"/>
                  <a:pt x="941" y="2903"/>
                  <a:pt x="941" y="2825"/>
                </a:cubicBezTo>
                <a:cubicBezTo>
                  <a:pt x="881" y="2541"/>
                  <a:pt x="822" y="2257"/>
                  <a:pt x="866" y="1973"/>
                </a:cubicBezTo>
                <a:cubicBezTo>
                  <a:pt x="911" y="1600"/>
                  <a:pt x="1240" y="1316"/>
                  <a:pt x="1613" y="1286"/>
                </a:cubicBezTo>
                <a:cubicBezTo>
                  <a:pt x="1634" y="1285"/>
                  <a:pt x="1654" y="1284"/>
                  <a:pt x="1673" y="1284"/>
                </a:cubicBezTo>
                <a:close/>
                <a:moveTo>
                  <a:pt x="1598" y="0"/>
                </a:moveTo>
                <a:cubicBezTo>
                  <a:pt x="1414" y="0"/>
                  <a:pt x="1224" y="40"/>
                  <a:pt x="1031" y="121"/>
                </a:cubicBezTo>
                <a:cubicBezTo>
                  <a:pt x="478" y="345"/>
                  <a:pt x="135" y="779"/>
                  <a:pt x="75" y="1391"/>
                </a:cubicBezTo>
                <a:cubicBezTo>
                  <a:pt x="0" y="2407"/>
                  <a:pt x="149" y="3363"/>
                  <a:pt x="657" y="4244"/>
                </a:cubicBezTo>
                <a:cubicBezTo>
                  <a:pt x="1022" y="4890"/>
                  <a:pt x="1454" y="5430"/>
                  <a:pt x="2262" y="5430"/>
                </a:cubicBezTo>
                <a:cubicBezTo>
                  <a:pt x="2313" y="5430"/>
                  <a:pt x="2365" y="5428"/>
                  <a:pt x="2420" y="5424"/>
                </a:cubicBezTo>
                <a:cubicBezTo>
                  <a:pt x="3211" y="5349"/>
                  <a:pt x="3913" y="4856"/>
                  <a:pt x="4137" y="4124"/>
                </a:cubicBezTo>
                <a:cubicBezTo>
                  <a:pt x="4152" y="4079"/>
                  <a:pt x="4167" y="4020"/>
                  <a:pt x="4093" y="4005"/>
                </a:cubicBezTo>
                <a:cubicBezTo>
                  <a:pt x="3958" y="4050"/>
                  <a:pt x="3928" y="4184"/>
                  <a:pt x="3868" y="4289"/>
                </a:cubicBezTo>
                <a:cubicBezTo>
                  <a:pt x="3630" y="4737"/>
                  <a:pt x="3256" y="5050"/>
                  <a:pt x="2748" y="5155"/>
                </a:cubicBezTo>
                <a:cubicBezTo>
                  <a:pt x="2571" y="5194"/>
                  <a:pt x="2385" y="5228"/>
                  <a:pt x="2201" y="5228"/>
                </a:cubicBezTo>
                <a:cubicBezTo>
                  <a:pt x="1966" y="5228"/>
                  <a:pt x="1733" y="5173"/>
                  <a:pt x="1524" y="5005"/>
                </a:cubicBezTo>
                <a:cubicBezTo>
                  <a:pt x="1180" y="4722"/>
                  <a:pt x="911" y="4363"/>
                  <a:pt x="717" y="3945"/>
                </a:cubicBezTo>
                <a:cubicBezTo>
                  <a:pt x="359" y="3168"/>
                  <a:pt x="239" y="2332"/>
                  <a:pt x="284" y="1481"/>
                </a:cubicBezTo>
                <a:cubicBezTo>
                  <a:pt x="314" y="958"/>
                  <a:pt x="568" y="570"/>
                  <a:pt x="1016" y="345"/>
                </a:cubicBezTo>
                <a:cubicBezTo>
                  <a:pt x="1199" y="254"/>
                  <a:pt x="1387" y="208"/>
                  <a:pt x="1574" y="208"/>
                </a:cubicBezTo>
                <a:cubicBezTo>
                  <a:pt x="1815" y="208"/>
                  <a:pt x="2052" y="284"/>
                  <a:pt x="2270" y="435"/>
                </a:cubicBezTo>
                <a:cubicBezTo>
                  <a:pt x="2360" y="480"/>
                  <a:pt x="2405" y="540"/>
                  <a:pt x="2465" y="599"/>
                </a:cubicBezTo>
                <a:cubicBezTo>
                  <a:pt x="2584" y="719"/>
                  <a:pt x="2703" y="868"/>
                  <a:pt x="2808" y="1003"/>
                </a:cubicBezTo>
                <a:cubicBezTo>
                  <a:pt x="3286" y="1660"/>
                  <a:pt x="3420" y="2392"/>
                  <a:pt x="3271" y="3168"/>
                </a:cubicBezTo>
                <a:cubicBezTo>
                  <a:pt x="3196" y="3601"/>
                  <a:pt x="2913" y="3870"/>
                  <a:pt x="2479" y="3990"/>
                </a:cubicBezTo>
                <a:cubicBezTo>
                  <a:pt x="2374" y="4021"/>
                  <a:pt x="2275" y="4035"/>
                  <a:pt x="2180" y="4035"/>
                </a:cubicBezTo>
                <a:cubicBezTo>
                  <a:pt x="1897" y="4035"/>
                  <a:pt x="1658" y="3906"/>
                  <a:pt x="1442" y="3713"/>
                </a:cubicBezTo>
                <a:lnTo>
                  <a:pt x="1442" y="3713"/>
                </a:lnTo>
                <a:cubicBezTo>
                  <a:pt x="1513" y="3771"/>
                  <a:pt x="1592" y="3816"/>
                  <a:pt x="1688" y="3840"/>
                </a:cubicBezTo>
                <a:cubicBezTo>
                  <a:pt x="1752" y="3852"/>
                  <a:pt x="1815" y="3858"/>
                  <a:pt x="1877" y="3858"/>
                </a:cubicBezTo>
                <a:cubicBezTo>
                  <a:pt x="2364" y="3858"/>
                  <a:pt x="2767" y="3506"/>
                  <a:pt x="2793" y="2989"/>
                </a:cubicBezTo>
                <a:cubicBezTo>
                  <a:pt x="2808" y="2825"/>
                  <a:pt x="2793" y="2646"/>
                  <a:pt x="2793" y="2481"/>
                </a:cubicBezTo>
                <a:cubicBezTo>
                  <a:pt x="2793" y="2003"/>
                  <a:pt x="2599" y="1615"/>
                  <a:pt x="2300" y="1257"/>
                </a:cubicBezTo>
                <a:cubicBezTo>
                  <a:pt x="2181" y="1122"/>
                  <a:pt x="2031" y="1047"/>
                  <a:pt x="1852" y="1018"/>
                </a:cubicBezTo>
                <a:cubicBezTo>
                  <a:pt x="1794" y="1008"/>
                  <a:pt x="1735" y="1003"/>
                  <a:pt x="1678" y="1003"/>
                </a:cubicBezTo>
                <a:cubicBezTo>
                  <a:pt x="1128" y="1003"/>
                  <a:pt x="623" y="1436"/>
                  <a:pt x="583" y="2003"/>
                </a:cubicBezTo>
                <a:cubicBezTo>
                  <a:pt x="538" y="2735"/>
                  <a:pt x="807" y="3363"/>
                  <a:pt x="1285" y="3900"/>
                </a:cubicBezTo>
                <a:cubicBezTo>
                  <a:pt x="1524" y="4179"/>
                  <a:pt x="1822" y="4298"/>
                  <a:pt x="2141" y="4298"/>
                </a:cubicBezTo>
                <a:cubicBezTo>
                  <a:pt x="2300" y="4298"/>
                  <a:pt x="2465" y="4269"/>
                  <a:pt x="2629" y="4214"/>
                </a:cubicBezTo>
                <a:cubicBezTo>
                  <a:pt x="3137" y="4064"/>
                  <a:pt x="3465" y="3706"/>
                  <a:pt x="3555" y="3198"/>
                </a:cubicBezTo>
                <a:cubicBezTo>
                  <a:pt x="3689" y="2362"/>
                  <a:pt x="3570" y="1570"/>
                  <a:pt x="3032" y="883"/>
                </a:cubicBezTo>
                <a:cubicBezTo>
                  <a:pt x="2942" y="794"/>
                  <a:pt x="2868" y="689"/>
                  <a:pt x="2763" y="599"/>
                </a:cubicBezTo>
                <a:cubicBezTo>
                  <a:pt x="2703" y="555"/>
                  <a:pt x="2644" y="495"/>
                  <a:pt x="2584" y="435"/>
                </a:cubicBezTo>
                <a:cubicBezTo>
                  <a:pt x="2289" y="149"/>
                  <a:pt x="1954" y="0"/>
                  <a:pt x="15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055" name="Google Shape;1055;g2e906823ad7_0_283"/>
          <p:cNvSpPr txBox="1"/>
          <p:nvPr/>
        </p:nvSpPr>
        <p:spPr>
          <a:xfrm>
            <a:off x="681597" y="1147150"/>
            <a:ext cx="8462403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dataset includes </a:t>
            </a:r>
            <a:r>
              <a:rPr lang="en-US" sz="18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125 </a:t>
            </a: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classes of images and their corresponding sketches. </a:t>
            </a:r>
          </a:p>
          <a:p>
            <a:pPr marL="28575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Each class has </a:t>
            </a:r>
            <a:r>
              <a:rPr lang="en-US" sz="18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images of single object in scene</a:t>
            </a:r>
          </a:p>
          <a:p>
            <a:pPr marL="28575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Each image has average of </a:t>
            </a:r>
            <a:r>
              <a:rPr lang="en-US" sz="18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sketches describing the object in the image.</a:t>
            </a:r>
            <a:endParaRPr lang="en"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40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8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classes were selected from sketchy dataset</a:t>
            </a:r>
          </a:p>
          <a:p>
            <a:pPr marL="2540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(butterfly, car, cat)</a:t>
            </a:r>
            <a:br>
              <a:rPr lang="en" sz="18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g2e906823ad7_0_283"/>
          <p:cNvSpPr txBox="1"/>
          <p:nvPr/>
        </p:nvSpPr>
        <p:spPr>
          <a:xfrm>
            <a:off x="276075" y="500650"/>
            <a:ext cx="8042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Selected Datasets: Sketchy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091F1C-133A-C3C9-4A6E-FFF9EC3AC154}"/>
              </a:ext>
            </a:extLst>
          </p:cNvPr>
          <p:cNvGrpSpPr/>
          <p:nvPr/>
        </p:nvGrpSpPr>
        <p:grpSpPr>
          <a:xfrm>
            <a:off x="3052459" y="3325891"/>
            <a:ext cx="3344302" cy="1460747"/>
            <a:chOff x="2494898" y="2182036"/>
            <a:chExt cx="3344302" cy="2143635"/>
          </a:xfrm>
        </p:grpSpPr>
        <p:pic>
          <p:nvPicPr>
            <p:cNvPr id="5" name="Picture 4" descr="A butterfly drawn in black and white&#10;&#10;Description automatically generated">
              <a:extLst>
                <a:ext uri="{FF2B5EF4-FFF2-40B4-BE49-F238E27FC236}">
                  <a16:creationId xmlns:a16="http://schemas.microsoft.com/office/drawing/2014/main" id="{FD9F7FC4-D99E-6A81-9414-DD0CF2D4E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4400" y="2182036"/>
              <a:ext cx="1024800" cy="1013875"/>
            </a:xfrm>
            <a:prstGeom prst="rect">
              <a:avLst/>
            </a:prstGeom>
          </p:spPr>
        </p:pic>
        <p:pic>
          <p:nvPicPr>
            <p:cNvPr id="7" name="Picture 6" descr="A blue butterfly on a leaf&#10;&#10;Description automatically generated">
              <a:extLst>
                <a:ext uri="{FF2B5EF4-FFF2-40B4-BE49-F238E27FC236}">
                  <a16:creationId xmlns:a16="http://schemas.microsoft.com/office/drawing/2014/main" id="{A85757C3-4C77-6557-D36A-83517339C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4400" y="3300272"/>
              <a:ext cx="1024800" cy="1024800"/>
            </a:xfrm>
            <a:prstGeom prst="rect">
              <a:avLst/>
            </a:prstGeom>
          </p:spPr>
        </p:pic>
        <p:pic>
          <p:nvPicPr>
            <p:cNvPr id="9" name="Picture 8" descr="A drawing of a car&#10;&#10;Description automatically generated">
              <a:extLst>
                <a:ext uri="{FF2B5EF4-FFF2-40B4-BE49-F238E27FC236}">
                  <a16:creationId xmlns:a16="http://schemas.microsoft.com/office/drawing/2014/main" id="{D0B12A42-8089-7DA7-1290-4FF4A5EB9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4649" y="2182037"/>
              <a:ext cx="1025399" cy="1025399"/>
            </a:xfrm>
            <a:prstGeom prst="rect">
              <a:avLst/>
            </a:prstGeom>
          </p:spPr>
        </p:pic>
        <p:pic>
          <p:nvPicPr>
            <p:cNvPr id="11" name="Picture 10" descr="A race car on a track&#10;&#10;Description automatically generated">
              <a:extLst>
                <a:ext uri="{FF2B5EF4-FFF2-40B4-BE49-F238E27FC236}">
                  <a16:creationId xmlns:a16="http://schemas.microsoft.com/office/drawing/2014/main" id="{3E1852B7-E828-6BC8-2214-C45D5D5A9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54650" y="3300272"/>
              <a:ext cx="1025399" cy="1025399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2759E86-D85E-4FFA-D2E6-A68B0046C0A4}"/>
                </a:ext>
              </a:extLst>
            </p:cNvPr>
            <p:cNvGrpSpPr/>
            <p:nvPr/>
          </p:nvGrpSpPr>
          <p:grpSpPr>
            <a:xfrm>
              <a:off x="2494898" y="2206675"/>
              <a:ext cx="1025399" cy="2118996"/>
              <a:chOff x="2494898" y="2206675"/>
              <a:chExt cx="1025399" cy="2118996"/>
            </a:xfrm>
          </p:grpSpPr>
          <p:pic>
            <p:nvPicPr>
              <p:cNvPr id="13" name="Picture 12" descr="A cat with a 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455AC32C-5A22-B43D-7C1B-306261FA3B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94898" y="2206675"/>
                <a:ext cx="1025399" cy="1025399"/>
              </a:xfrm>
              <a:prstGeom prst="rect">
                <a:avLst/>
              </a:prstGeom>
            </p:spPr>
          </p:pic>
          <p:pic>
            <p:nvPicPr>
              <p:cNvPr id="15" name="Picture 14" descr="A close-up of a cat&#10;&#10;Description automatically generated">
                <a:extLst>
                  <a:ext uri="{FF2B5EF4-FFF2-40B4-BE49-F238E27FC236}">
                    <a16:creationId xmlns:a16="http://schemas.microsoft.com/office/drawing/2014/main" id="{D47FA7F1-D5D1-18F5-F35E-444035DBC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94898" y="3300272"/>
                <a:ext cx="1025399" cy="102539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2120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"/>
          <p:cNvSpPr txBox="1">
            <a:spLocks noGrp="1"/>
          </p:cNvSpPr>
          <p:nvPr>
            <p:ph type="title"/>
          </p:nvPr>
        </p:nvSpPr>
        <p:spPr>
          <a:xfrm>
            <a:off x="610150" y="233775"/>
            <a:ext cx="425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Preprocessing</a:t>
            </a:r>
            <a:endParaRPr/>
          </a:p>
        </p:txBody>
      </p:sp>
      <p:sp>
        <p:nvSpPr>
          <p:cNvPr id="1072" name="Google Shape;1072;p11"/>
          <p:cNvSpPr txBox="1"/>
          <p:nvPr/>
        </p:nvSpPr>
        <p:spPr>
          <a:xfrm>
            <a:off x="844975" y="958550"/>
            <a:ext cx="63762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It is not mentioned as a step when using our selected dataset, so we did the following as enhancement steps:</a:t>
            </a:r>
            <a:endParaRPr sz="1600" b="0" i="0" u="none" strike="noStrike" cap="none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73" name="Google Shape;1073;p11"/>
          <p:cNvSpPr txBox="1"/>
          <p:nvPr/>
        </p:nvSpPr>
        <p:spPr>
          <a:xfrm>
            <a:off x="844975" y="1593700"/>
            <a:ext cx="4838100" cy="18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Resized to </a:t>
            </a:r>
            <a:r>
              <a:rPr lang="en" sz="16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500 x 500</a:t>
            </a:r>
            <a:endParaRPr sz="16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Binarization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Blurring with kernel size </a:t>
            </a:r>
            <a:r>
              <a:rPr lang="en" sz="16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13 x 13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Binarization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sz="16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Dilation with kernel size </a:t>
            </a:r>
            <a:r>
              <a:rPr lang="en" sz="16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13 x 13</a:t>
            </a:r>
            <a:br>
              <a:rPr lang="en" sz="14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4" name="Google Shape;10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463" y="3706725"/>
            <a:ext cx="1215575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6038" y="3728469"/>
            <a:ext cx="1301250" cy="11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7313" y="3706725"/>
            <a:ext cx="1215550" cy="1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2863" y="3706725"/>
            <a:ext cx="1257200" cy="1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0063" y="3706725"/>
            <a:ext cx="887986" cy="13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2"/>
          <p:cNvSpPr/>
          <p:nvPr/>
        </p:nvSpPr>
        <p:spPr>
          <a:xfrm rot="-1061935">
            <a:off x="7914698" y="-668378"/>
            <a:ext cx="1235302" cy="1992191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2"/>
          <p:cNvSpPr/>
          <p:nvPr/>
        </p:nvSpPr>
        <p:spPr>
          <a:xfrm>
            <a:off x="663425" y="823625"/>
            <a:ext cx="7275000" cy="984600"/>
          </a:xfrm>
          <a:prstGeom prst="roundRect">
            <a:avLst>
              <a:gd name="adj" fmla="val 1930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accent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2"/>
          <p:cNvSpPr txBox="1"/>
          <p:nvPr/>
        </p:nvSpPr>
        <p:spPr>
          <a:xfrm>
            <a:off x="663425" y="177125"/>
            <a:ext cx="6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Algorithms:</a:t>
            </a:r>
            <a:r>
              <a:rPr lang="en" sz="3000" b="1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 b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Diffusion Models</a:t>
            </a:r>
            <a:endParaRPr sz="3000" b="1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7" name="Google Shape;1087;p12"/>
          <p:cNvSpPr/>
          <p:nvPr/>
        </p:nvSpPr>
        <p:spPr>
          <a:xfrm rot="-4886967">
            <a:off x="7878818" y="3773686"/>
            <a:ext cx="1399844" cy="1592052"/>
          </a:xfrm>
          <a:custGeom>
            <a:avLst/>
            <a:gdLst/>
            <a:ahLst/>
            <a:cxnLst/>
            <a:rect l="l" t="t" r="r" b="b"/>
            <a:pathLst>
              <a:path w="4168" h="5431" extrusionOk="0">
                <a:moveTo>
                  <a:pt x="1106" y="3297"/>
                </a:moveTo>
                <a:cubicBezTo>
                  <a:pt x="1157" y="3381"/>
                  <a:pt x="1217" y="3458"/>
                  <a:pt x="1270" y="3542"/>
                </a:cubicBezTo>
                <a:cubicBezTo>
                  <a:pt x="1210" y="3458"/>
                  <a:pt x="1150" y="3384"/>
                  <a:pt x="1106" y="3297"/>
                </a:cubicBezTo>
                <a:close/>
                <a:moveTo>
                  <a:pt x="1673" y="1284"/>
                </a:moveTo>
                <a:cubicBezTo>
                  <a:pt x="2035" y="1284"/>
                  <a:pt x="2204" y="1541"/>
                  <a:pt x="2360" y="1824"/>
                </a:cubicBezTo>
                <a:cubicBezTo>
                  <a:pt x="2554" y="2183"/>
                  <a:pt x="2524" y="2586"/>
                  <a:pt x="2509" y="2974"/>
                </a:cubicBezTo>
                <a:cubicBezTo>
                  <a:pt x="2497" y="3331"/>
                  <a:pt x="2255" y="3579"/>
                  <a:pt x="1925" y="3579"/>
                </a:cubicBezTo>
                <a:cubicBezTo>
                  <a:pt x="1868" y="3579"/>
                  <a:pt x="1809" y="3572"/>
                  <a:pt x="1748" y="3557"/>
                </a:cubicBezTo>
                <a:cubicBezTo>
                  <a:pt x="1359" y="3467"/>
                  <a:pt x="1255" y="3138"/>
                  <a:pt x="1180" y="2795"/>
                </a:cubicBezTo>
                <a:cubicBezTo>
                  <a:pt x="1120" y="2496"/>
                  <a:pt x="1165" y="2227"/>
                  <a:pt x="1434" y="2033"/>
                </a:cubicBezTo>
                <a:cubicBezTo>
                  <a:pt x="1524" y="1971"/>
                  <a:pt x="1603" y="1941"/>
                  <a:pt x="1671" y="1941"/>
                </a:cubicBezTo>
                <a:cubicBezTo>
                  <a:pt x="1784" y="1941"/>
                  <a:pt x="1865" y="2024"/>
                  <a:pt x="1912" y="2183"/>
                </a:cubicBezTo>
                <a:cubicBezTo>
                  <a:pt x="1972" y="2347"/>
                  <a:pt x="1972" y="2511"/>
                  <a:pt x="1987" y="2661"/>
                </a:cubicBezTo>
                <a:cubicBezTo>
                  <a:pt x="1987" y="2735"/>
                  <a:pt x="1987" y="2810"/>
                  <a:pt x="2016" y="2885"/>
                </a:cubicBezTo>
                <a:cubicBezTo>
                  <a:pt x="2046" y="2929"/>
                  <a:pt x="2076" y="2959"/>
                  <a:pt x="2121" y="2959"/>
                </a:cubicBezTo>
                <a:cubicBezTo>
                  <a:pt x="2166" y="2959"/>
                  <a:pt x="2196" y="2914"/>
                  <a:pt x="2196" y="2870"/>
                </a:cubicBezTo>
                <a:cubicBezTo>
                  <a:pt x="2226" y="2526"/>
                  <a:pt x="2285" y="2183"/>
                  <a:pt x="2061" y="1869"/>
                </a:cubicBezTo>
                <a:cubicBezTo>
                  <a:pt x="1972" y="1741"/>
                  <a:pt x="1850" y="1668"/>
                  <a:pt x="1705" y="1668"/>
                </a:cubicBezTo>
                <a:cubicBezTo>
                  <a:pt x="1680" y="1668"/>
                  <a:pt x="1654" y="1670"/>
                  <a:pt x="1628" y="1675"/>
                </a:cubicBezTo>
                <a:cubicBezTo>
                  <a:pt x="1210" y="1735"/>
                  <a:pt x="896" y="2093"/>
                  <a:pt x="896" y="2526"/>
                </a:cubicBezTo>
                <a:cubicBezTo>
                  <a:pt x="931" y="2700"/>
                  <a:pt x="939" y="2874"/>
                  <a:pt x="990" y="3041"/>
                </a:cubicBezTo>
                <a:lnTo>
                  <a:pt x="990" y="3041"/>
                </a:lnTo>
                <a:cubicBezTo>
                  <a:pt x="962" y="2973"/>
                  <a:pt x="941" y="2903"/>
                  <a:pt x="941" y="2825"/>
                </a:cubicBezTo>
                <a:cubicBezTo>
                  <a:pt x="881" y="2541"/>
                  <a:pt x="822" y="2257"/>
                  <a:pt x="866" y="1973"/>
                </a:cubicBezTo>
                <a:cubicBezTo>
                  <a:pt x="911" y="1600"/>
                  <a:pt x="1240" y="1316"/>
                  <a:pt x="1613" y="1286"/>
                </a:cubicBezTo>
                <a:cubicBezTo>
                  <a:pt x="1634" y="1285"/>
                  <a:pt x="1654" y="1284"/>
                  <a:pt x="1673" y="1284"/>
                </a:cubicBezTo>
                <a:close/>
                <a:moveTo>
                  <a:pt x="1598" y="0"/>
                </a:moveTo>
                <a:cubicBezTo>
                  <a:pt x="1414" y="0"/>
                  <a:pt x="1224" y="40"/>
                  <a:pt x="1031" y="121"/>
                </a:cubicBezTo>
                <a:cubicBezTo>
                  <a:pt x="478" y="345"/>
                  <a:pt x="135" y="779"/>
                  <a:pt x="75" y="1391"/>
                </a:cubicBezTo>
                <a:cubicBezTo>
                  <a:pt x="0" y="2407"/>
                  <a:pt x="149" y="3363"/>
                  <a:pt x="657" y="4244"/>
                </a:cubicBezTo>
                <a:cubicBezTo>
                  <a:pt x="1022" y="4890"/>
                  <a:pt x="1454" y="5430"/>
                  <a:pt x="2262" y="5430"/>
                </a:cubicBezTo>
                <a:cubicBezTo>
                  <a:pt x="2313" y="5430"/>
                  <a:pt x="2365" y="5428"/>
                  <a:pt x="2420" y="5424"/>
                </a:cubicBezTo>
                <a:cubicBezTo>
                  <a:pt x="3211" y="5349"/>
                  <a:pt x="3913" y="4856"/>
                  <a:pt x="4137" y="4124"/>
                </a:cubicBezTo>
                <a:cubicBezTo>
                  <a:pt x="4152" y="4079"/>
                  <a:pt x="4167" y="4020"/>
                  <a:pt x="4093" y="4005"/>
                </a:cubicBezTo>
                <a:cubicBezTo>
                  <a:pt x="3958" y="4050"/>
                  <a:pt x="3928" y="4184"/>
                  <a:pt x="3868" y="4289"/>
                </a:cubicBezTo>
                <a:cubicBezTo>
                  <a:pt x="3630" y="4737"/>
                  <a:pt x="3256" y="5050"/>
                  <a:pt x="2748" y="5155"/>
                </a:cubicBezTo>
                <a:cubicBezTo>
                  <a:pt x="2571" y="5194"/>
                  <a:pt x="2385" y="5228"/>
                  <a:pt x="2201" y="5228"/>
                </a:cubicBezTo>
                <a:cubicBezTo>
                  <a:pt x="1966" y="5228"/>
                  <a:pt x="1733" y="5173"/>
                  <a:pt x="1524" y="5005"/>
                </a:cubicBezTo>
                <a:cubicBezTo>
                  <a:pt x="1180" y="4722"/>
                  <a:pt x="911" y="4363"/>
                  <a:pt x="717" y="3945"/>
                </a:cubicBezTo>
                <a:cubicBezTo>
                  <a:pt x="359" y="3168"/>
                  <a:pt x="239" y="2332"/>
                  <a:pt x="284" y="1481"/>
                </a:cubicBezTo>
                <a:cubicBezTo>
                  <a:pt x="314" y="958"/>
                  <a:pt x="568" y="570"/>
                  <a:pt x="1016" y="345"/>
                </a:cubicBezTo>
                <a:cubicBezTo>
                  <a:pt x="1199" y="254"/>
                  <a:pt x="1387" y="208"/>
                  <a:pt x="1574" y="208"/>
                </a:cubicBezTo>
                <a:cubicBezTo>
                  <a:pt x="1815" y="208"/>
                  <a:pt x="2052" y="284"/>
                  <a:pt x="2270" y="435"/>
                </a:cubicBezTo>
                <a:cubicBezTo>
                  <a:pt x="2360" y="480"/>
                  <a:pt x="2405" y="540"/>
                  <a:pt x="2465" y="599"/>
                </a:cubicBezTo>
                <a:cubicBezTo>
                  <a:pt x="2584" y="719"/>
                  <a:pt x="2703" y="868"/>
                  <a:pt x="2808" y="1003"/>
                </a:cubicBezTo>
                <a:cubicBezTo>
                  <a:pt x="3286" y="1660"/>
                  <a:pt x="3420" y="2392"/>
                  <a:pt x="3271" y="3168"/>
                </a:cubicBezTo>
                <a:cubicBezTo>
                  <a:pt x="3196" y="3601"/>
                  <a:pt x="2913" y="3870"/>
                  <a:pt x="2479" y="3990"/>
                </a:cubicBezTo>
                <a:cubicBezTo>
                  <a:pt x="2374" y="4021"/>
                  <a:pt x="2275" y="4035"/>
                  <a:pt x="2180" y="4035"/>
                </a:cubicBezTo>
                <a:cubicBezTo>
                  <a:pt x="1897" y="4035"/>
                  <a:pt x="1658" y="3906"/>
                  <a:pt x="1442" y="3713"/>
                </a:cubicBezTo>
                <a:lnTo>
                  <a:pt x="1442" y="3713"/>
                </a:lnTo>
                <a:cubicBezTo>
                  <a:pt x="1513" y="3771"/>
                  <a:pt x="1592" y="3816"/>
                  <a:pt x="1688" y="3840"/>
                </a:cubicBezTo>
                <a:cubicBezTo>
                  <a:pt x="1752" y="3852"/>
                  <a:pt x="1815" y="3858"/>
                  <a:pt x="1877" y="3858"/>
                </a:cubicBezTo>
                <a:cubicBezTo>
                  <a:pt x="2364" y="3858"/>
                  <a:pt x="2767" y="3506"/>
                  <a:pt x="2793" y="2989"/>
                </a:cubicBezTo>
                <a:cubicBezTo>
                  <a:pt x="2808" y="2825"/>
                  <a:pt x="2793" y="2646"/>
                  <a:pt x="2793" y="2481"/>
                </a:cubicBezTo>
                <a:cubicBezTo>
                  <a:pt x="2793" y="2003"/>
                  <a:pt x="2599" y="1615"/>
                  <a:pt x="2300" y="1257"/>
                </a:cubicBezTo>
                <a:cubicBezTo>
                  <a:pt x="2181" y="1122"/>
                  <a:pt x="2031" y="1047"/>
                  <a:pt x="1852" y="1018"/>
                </a:cubicBezTo>
                <a:cubicBezTo>
                  <a:pt x="1794" y="1008"/>
                  <a:pt x="1735" y="1003"/>
                  <a:pt x="1678" y="1003"/>
                </a:cubicBezTo>
                <a:cubicBezTo>
                  <a:pt x="1128" y="1003"/>
                  <a:pt x="623" y="1436"/>
                  <a:pt x="583" y="2003"/>
                </a:cubicBezTo>
                <a:cubicBezTo>
                  <a:pt x="538" y="2735"/>
                  <a:pt x="807" y="3363"/>
                  <a:pt x="1285" y="3900"/>
                </a:cubicBezTo>
                <a:cubicBezTo>
                  <a:pt x="1524" y="4179"/>
                  <a:pt x="1822" y="4298"/>
                  <a:pt x="2141" y="4298"/>
                </a:cubicBezTo>
                <a:cubicBezTo>
                  <a:pt x="2300" y="4298"/>
                  <a:pt x="2465" y="4269"/>
                  <a:pt x="2629" y="4214"/>
                </a:cubicBezTo>
                <a:cubicBezTo>
                  <a:pt x="3137" y="4064"/>
                  <a:pt x="3465" y="3706"/>
                  <a:pt x="3555" y="3198"/>
                </a:cubicBezTo>
                <a:cubicBezTo>
                  <a:pt x="3689" y="2362"/>
                  <a:pt x="3570" y="1570"/>
                  <a:pt x="3032" y="883"/>
                </a:cubicBezTo>
                <a:cubicBezTo>
                  <a:pt x="2942" y="794"/>
                  <a:pt x="2868" y="689"/>
                  <a:pt x="2763" y="599"/>
                </a:cubicBezTo>
                <a:cubicBezTo>
                  <a:pt x="2703" y="555"/>
                  <a:pt x="2644" y="495"/>
                  <a:pt x="2584" y="435"/>
                </a:cubicBezTo>
                <a:cubicBezTo>
                  <a:pt x="2289" y="149"/>
                  <a:pt x="1954" y="0"/>
                  <a:pt x="15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088" name="Google Shape;1088;p12"/>
          <p:cNvSpPr txBox="1"/>
          <p:nvPr/>
        </p:nvSpPr>
        <p:spPr>
          <a:xfrm>
            <a:off x="889025" y="977375"/>
            <a:ext cx="6823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corresponding image is encoded using a condition encoder, denoised by a U-Net denoiser, then decoded using an image decoder.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089" name="Google Shape;108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1888" y="1808225"/>
            <a:ext cx="5878074" cy="238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7473" y="4117225"/>
            <a:ext cx="4892125" cy="9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e906823ad7_0_341"/>
          <p:cNvSpPr/>
          <p:nvPr/>
        </p:nvSpPr>
        <p:spPr>
          <a:xfrm rot="-10289993">
            <a:off x="7992319" y="2208248"/>
            <a:ext cx="2866203" cy="2204549"/>
          </a:xfrm>
          <a:custGeom>
            <a:avLst/>
            <a:gdLst/>
            <a:ahLst/>
            <a:cxnLst/>
            <a:rect l="l" t="t" r="r" b="b"/>
            <a:pathLst>
              <a:path w="8036" h="6181" extrusionOk="0">
                <a:moveTo>
                  <a:pt x="7289" y="1136"/>
                </a:moveTo>
                <a:lnTo>
                  <a:pt x="7289" y="1136"/>
                </a:lnTo>
                <a:cubicBezTo>
                  <a:pt x="7304" y="1136"/>
                  <a:pt x="7319" y="1151"/>
                  <a:pt x="7319" y="1166"/>
                </a:cubicBezTo>
                <a:cubicBezTo>
                  <a:pt x="7304" y="1151"/>
                  <a:pt x="7304" y="1136"/>
                  <a:pt x="7289" y="1136"/>
                </a:cubicBezTo>
                <a:close/>
                <a:moveTo>
                  <a:pt x="7364" y="1255"/>
                </a:moveTo>
                <a:cubicBezTo>
                  <a:pt x="7364" y="1315"/>
                  <a:pt x="7379" y="1375"/>
                  <a:pt x="7379" y="1434"/>
                </a:cubicBezTo>
                <a:cubicBezTo>
                  <a:pt x="7365" y="1381"/>
                  <a:pt x="7328" y="1327"/>
                  <a:pt x="7256" y="1327"/>
                </a:cubicBezTo>
                <a:cubicBezTo>
                  <a:pt x="7248" y="1327"/>
                  <a:pt x="7239" y="1328"/>
                  <a:pt x="7229" y="1330"/>
                </a:cubicBezTo>
                <a:cubicBezTo>
                  <a:pt x="7229" y="1330"/>
                  <a:pt x="7214" y="1315"/>
                  <a:pt x="7214" y="1300"/>
                </a:cubicBezTo>
                <a:lnTo>
                  <a:pt x="7214" y="1300"/>
                </a:lnTo>
                <a:cubicBezTo>
                  <a:pt x="7236" y="1311"/>
                  <a:pt x="7255" y="1315"/>
                  <a:pt x="7272" y="1315"/>
                </a:cubicBezTo>
                <a:cubicBezTo>
                  <a:pt x="7304" y="1315"/>
                  <a:pt x="7330" y="1299"/>
                  <a:pt x="7349" y="1270"/>
                </a:cubicBezTo>
                <a:cubicBezTo>
                  <a:pt x="7349" y="1270"/>
                  <a:pt x="7349" y="1255"/>
                  <a:pt x="7364" y="1255"/>
                </a:cubicBezTo>
                <a:close/>
                <a:moveTo>
                  <a:pt x="7394" y="1449"/>
                </a:moveTo>
                <a:cubicBezTo>
                  <a:pt x="7394" y="1475"/>
                  <a:pt x="7404" y="1489"/>
                  <a:pt x="7408" y="1512"/>
                </a:cubicBezTo>
                <a:lnTo>
                  <a:pt x="7408" y="1512"/>
                </a:lnTo>
                <a:cubicBezTo>
                  <a:pt x="7406" y="1507"/>
                  <a:pt x="7403" y="1503"/>
                  <a:pt x="7394" y="1494"/>
                </a:cubicBezTo>
                <a:cubicBezTo>
                  <a:pt x="7394" y="1479"/>
                  <a:pt x="7394" y="1464"/>
                  <a:pt x="7394" y="1449"/>
                </a:cubicBezTo>
                <a:close/>
                <a:moveTo>
                  <a:pt x="7423" y="1569"/>
                </a:moveTo>
                <a:cubicBezTo>
                  <a:pt x="7438" y="1584"/>
                  <a:pt x="7438" y="1614"/>
                  <a:pt x="7423" y="1643"/>
                </a:cubicBezTo>
                <a:lnTo>
                  <a:pt x="7423" y="1629"/>
                </a:lnTo>
                <a:cubicBezTo>
                  <a:pt x="7423" y="1614"/>
                  <a:pt x="7423" y="1584"/>
                  <a:pt x="7423" y="1569"/>
                </a:cubicBezTo>
                <a:close/>
                <a:moveTo>
                  <a:pt x="6034" y="4138"/>
                </a:moveTo>
                <a:cubicBezTo>
                  <a:pt x="6049" y="4183"/>
                  <a:pt x="6094" y="4168"/>
                  <a:pt x="6124" y="4197"/>
                </a:cubicBezTo>
                <a:lnTo>
                  <a:pt x="6124" y="4212"/>
                </a:lnTo>
                <a:cubicBezTo>
                  <a:pt x="6079" y="4212"/>
                  <a:pt x="6049" y="4183"/>
                  <a:pt x="6034" y="4138"/>
                </a:cubicBezTo>
                <a:close/>
                <a:moveTo>
                  <a:pt x="5829" y="4867"/>
                </a:moveTo>
                <a:cubicBezTo>
                  <a:pt x="5759" y="4867"/>
                  <a:pt x="5733" y="4921"/>
                  <a:pt x="5706" y="4974"/>
                </a:cubicBezTo>
                <a:cubicBezTo>
                  <a:pt x="5676" y="5079"/>
                  <a:pt x="5616" y="5153"/>
                  <a:pt x="5542" y="5213"/>
                </a:cubicBezTo>
                <a:cubicBezTo>
                  <a:pt x="5527" y="5243"/>
                  <a:pt x="5497" y="5273"/>
                  <a:pt x="5482" y="5303"/>
                </a:cubicBezTo>
                <a:cubicBezTo>
                  <a:pt x="5467" y="5333"/>
                  <a:pt x="5452" y="5362"/>
                  <a:pt x="5437" y="5392"/>
                </a:cubicBezTo>
                <a:cubicBezTo>
                  <a:pt x="5437" y="5392"/>
                  <a:pt x="5437" y="5407"/>
                  <a:pt x="5437" y="5422"/>
                </a:cubicBezTo>
                <a:cubicBezTo>
                  <a:pt x="5437" y="5452"/>
                  <a:pt x="5407" y="5482"/>
                  <a:pt x="5407" y="5527"/>
                </a:cubicBezTo>
                <a:cubicBezTo>
                  <a:pt x="5422" y="5542"/>
                  <a:pt x="5422" y="5542"/>
                  <a:pt x="5437" y="5557"/>
                </a:cubicBezTo>
                <a:cubicBezTo>
                  <a:pt x="5448" y="5564"/>
                  <a:pt x="5459" y="5567"/>
                  <a:pt x="5470" y="5567"/>
                </a:cubicBezTo>
                <a:cubicBezTo>
                  <a:pt x="5504" y="5567"/>
                  <a:pt x="5541" y="5538"/>
                  <a:pt x="5586" y="5527"/>
                </a:cubicBezTo>
                <a:cubicBezTo>
                  <a:pt x="5586" y="5512"/>
                  <a:pt x="5601" y="5512"/>
                  <a:pt x="5601" y="5497"/>
                </a:cubicBezTo>
                <a:cubicBezTo>
                  <a:pt x="5661" y="5422"/>
                  <a:pt x="5661" y="5318"/>
                  <a:pt x="5736" y="5258"/>
                </a:cubicBezTo>
                <a:cubicBezTo>
                  <a:pt x="5736" y="5243"/>
                  <a:pt x="5736" y="5228"/>
                  <a:pt x="5736" y="5213"/>
                </a:cubicBezTo>
                <a:cubicBezTo>
                  <a:pt x="5766" y="5198"/>
                  <a:pt x="5810" y="5198"/>
                  <a:pt x="5825" y="5168"/>
                </a:cubicBezTo>
                <a:cubicBezTo>
                  <a:pt x="5840" y="5153"/>
                  <a:pt x="5840" y="5153"/>
                  <a:pt x="5855" y="5138"/>
                </a:cubicBezTo>
                <a:cubicBezTo>
                  <a:pt x="5870" y="5138"/>
                  <a:pt x="5810" y="5109"/>
                  <a:pt x="5870" y="5094"/>
                </a:cubicBezTo>
                <a:cubicBezTo>
                  <a:pt x="5945" y="5079"/>
                  <a:pt x="5870" y="4974"/>
                  <a:pt x="5945" y="4944"/>
                </a:cubicBezTo>
                <a:cubicBezTo>
                  <a:pt x="5956" y="4877"/>
                  <a:pt x="5925" y="4869"/>
                  <a:pt x="5890" y="4869"/>
                </a:cubicBezTo>
                <a:cubicBezTo>
                  <a:pt x="5879" y="4869"/>
                  <a:pt x="5866" y="4870"/>
                  <a:pt x="5855" y="4870"/>
                </a:cubicBezTo>
                <a:cubicBezTo>
                  <a:pt x="5846" y="4868"/>
                  <a:pt x="5837" y="4867"/>
                  <a:pt x="5829" y="4867"/>
                </a:cubicBezTo>
                <a:close/>
                <a:moveTo>
                  <a:pt x="5049" y="5676"/>
                </a:moveTo>
                <a:cubicBezTo>
                  <a:pt x="5064" y="5691"/>
                  <a:pt x="5064" y="5706"/>
                  <a:pt x="5064" y="5721"/>
                </a:cubicBezTo>
                <a:cubicBezTo>
                  <a:pt x="5049" y="5721"/>
                  <a:pt x="5034" y="5721"/>
                  <a:pt x="5019" y="5736"/>
                </a:cubicBezTo>
                <a:cubicBezTo>
                  <a:pt x="5019" y="5721"/>
                  <a:pt x="5034" y="5706"/>
                  <a:pt x="5034" y="5691"/>
                </a:cubicBezTo>
                <a:cubicBezTo>
                  <a:pt x="5049" y="5691"/>
                  <a:pt x="5049" y="5676"/>
                  <a:pt x="5049" y="5676"/>
                </a:cubicBezTo>
                <a:close/>
                <a:moveTo>
                  <a:pt x="30" y="1"/>
                </a:moveTo>
                <a:cubicBezTo>
                  <a:pt x="15" y="15"/>
                  <a:pt x="15" y="15"/>
                  <a:pt x="15" y="15"/>
                </a:cubicBezTo>
                <a:cubicBezTo>
                  <a:pt x="0" y="30"/>
                  <a:pt x="15" y="60"/>
                  <a:pt x="30" y="75"/>
                </a:cubicBezTo>
                <a:cubicBezTo>
                  <a:pt x="45" y="105"/>
                  <a:pt x="30" y="135"/>
                  <a:pt x="60" y="165"/>
                </a:cubicBezTo>
                <a:cubicBezTo>
                  <a:pt x="60" y="195"/>
                  <a:pt x="75" y="210"/>
                  <a:pt x="105" y="225"/>
                </a:cubicBezTo>
                <a:cubicBezTo>
                  <a:pt x="135" y="254"/>
                  <a:pt x="150" y="284"/>
                  <a:pt x="180" y="314"/>
                </a:cubicBezTo>
                <a:cubicBezTo>
                  <a:pt x="180" y="329"/>
                  <a:pt x="195" y="344"/>
                  <a:pt x="180" y="374"/>
                </a:cubicBezTo>
                <a:cubicBezTo>
                  <a:pt x="180" y="389"/>
                  <a:pt x="180" y="389"/>
                  <a:pt x="180" y="404"/>
                </a:cubicBezTo>
                <a:cubicBezTo>
                  <a:pt x="254" y="449"/>
                  <a:pt x="314" y="493"/>
                  <a:pt x="374" y="538"/>
                </a:cubicBezTo>
                <a:cubicBezTo>
                  <a:pt x="374" y="568"/>
                  <a:pt x="374" y="583"/>
                  <a:pt x="389" y="598"/>
                </a:cubicBezTo>
                <a:cubicBezTo>
                  <a:pt x="434" y="643"/>
                  <a:pt x="463" y="703"/>
                  <a:pt x="508" y="747"/>
                </a:cubicBezTo>
                <a:cubicBezTo>
                  <a:pt x="508" y="792"/>
                  <a:pt x="538" y="822"/>
                  <a:pt x="568" y="837"/>
                </a:cubicBezTo>
                <a:cubicBezTo>
                  <a:pt x="598" y="867"/>
                  <a:pt x="628" y="882"/>
                  <a:pt x="658" y="912"/>
                </a:cubicBezTo>
                <a:cubicBezTo>
                  <a:pt x="687" y="941"/>
                  <a:pt x="672" y="1001"/>
                  <a:pt x="717" y="1031"/>
                </a:cubicBezTo>
                <a:cubicBezTo>
                  <a:pt x="777" y="1076"/>
                  <a:pt x="807" y="1136"/>
                  <a:pt x="867" y="1166"/>
                </a:cubicBezTo>
                <a:cubicBezTo>
                  <a:pt x="882" y="1180"/>
                  <a:pt x="897" y="1210"/>
                  <a:pt x="911" y="1225"/>
                </a:cubicBezTo>
                <a:cubicBezTo>
                  <a:pt x="1106" y="1449"/>
                  <a:pt x="1315" y="1658"/>
                  <a:pt x="1524" y="1868"/>
                </a:cubicBezTo>
                <a:cubicBezTo>
                  <a:pt x="1643" y="2002"/>
                  <a:pt x="1778" y="2121"/>
                  <a:pt x="1882" y="2256"/>
                </a:cubicBezTo>
                <a:cubicBezTo>
                  <a:pt x="1912" y="2271"/>
                  <a:pt x="1927" y="2301"/>
                  <a:pt x="1972" y="2301"/>
                </a:cubicBezTo>
                <a:cubicBezTo>
                  <a:pt x="2300" y="2689"/>
                  <a:pt x="2644" y="3062"/>
                  <a:pt x="2973" y="3451"/>
                </a:cubicBezTo>
                <a:cubicBezTo>
                  <a:pt x="3197" y="3705"/>
                  <a:pt x="3406" y="3959"/>
                  <a:pt x="3615" y="4227"/>
                </a:cubicBezTo>
                <a:cubicBezTo>
                  <a:pt x="3869" y="4541"/>
                  <a:pt x="4108" y="4870"/>
                  <a:pt x="4347" y="5183"/>
                </a:cubicBezTo>
                <a:cubicBezTo>
                  <a:pt x="4496" y="5377"/>
                  <a:pt x="4645" y="5542"/>
                  <a:pt x="4780" y="5721"/>
                </a:cubicBezTo>
                <a:cubicBezTo>
                  <a:pt x="4797" y="5710"/>
                  <a:pt x="4808" y="5705"/>
                  <a:pt x="4814" y="5705"/>
                </a:cubicBezTo>
                <a:cubicBezTo>
                  <a:pt x="4825" y="5705"/>
                  <a:pt x="4825" y="5717"/>
                  <a:pt x="4825" y="5736"/>
                </a:cubicBezTo>
                <a:cubicBezTo>
                  <a:pt x="4825" y="5751"/>
                  <a:pt x="4825" y="5766"/>
                  <a:pt x="4840" y="5781"/>
                </a:cubicBezTo>
                <a:cubicBezTo>
                  <a:pt x="4855" y="5811"/>
                  <a:pt x="4884" y="5840"/>
                  <a:pt x="4899" y="5870"/>
                </a:cubicBezTo>
                <a:lnTo>
                  <a:pt x="4914" y="5870"/>
                </a:lnTo>
                <a:lnTo>
                  <a:pt x="4974" y="5945"/>
                </a:lnTo>
                <a:cubicBezTo>
                  <a:pt x="5034" y="6020"/>
                  <a:pt x="5093" y="6094"/>
                  <a:pt x="5153" y="6169"/>
                </a:cubicBezTo>
                <a:cubicBezTo>
                  <a:pt x="5161" y="6177"/>
                  <a:pt x="5172" y="6180"/>
                  <a:pt x="5185" y="6180"/>
                </a:cubicBezTo>
                <a:cubicBezTo>
                  <a:pt x="5198" y="6180"/>
                  <a:pt x="5213" y="6177"/>
                  <a:pt x="5228" y="6169"/>
                </a:cubicBezTo>
                <a:cubicBezTo>
                  <a:pt x="5213" y="6139"/>
                  <a:pt x="5183" y="6094"/>
                  <a:pt x="5198" y="6094"/>
                </a:cubicBezTo>
                <a:cubicBezTo>
                  <a:pt x="5273" y="6005"/>
                  <a:pt x="5347" y="5930"/>
                  <a:pt x="5407" y="5885"/>
                </a:cubicBezTo>
                <a:cubicBezTo>
                  <a:pt x="5407" y="5840"/>
                  <a:pt x="5422" y="5826"/>
                  <a:pt x="5422" y="5811"/>
                </a:cubicBezTo>
                <a:cubicBezTo>
                  <a:pt x="5452" y="5766"/>
                  <a:pt x="5482" y="5721"/>
                  <a:pt x="5482" y="5676"/>
                </a:cubicBezTo>
                <a:cubicBezTo>
                  <a:pt x="5482" y="5661"/>
                  <a:pt x="5482" y="5646"/>
                  <a:pt x="5482" y="5646"/>
                </a:cubicBezTo>
                <a:cubicBezTo>
                  <a:pt x="5452" y="5572"/>
                  <a:pt x="5392" y="5527"/>
                  <a:pt x="5318" y="5527"/>
                </a:cubicBezTo>
                <a:cubicBezTo>
                  <a:pt x="5303" y="5527"/>
                  <a:pt x="5303" y="5512"/>
                  <a:pt x="5303" y="5512"/>
                </a:cubicBezTo>
                <a:cubicBezTo>
                  <a:pt x="5303" y="5482"/>
                  <a:pt x="5288" y="5437"/>
                  <a:pt x="5273" y="5407"/>
                </a:cubicBezTo>
                <a:cubicBezTo>
                  <a:pt x="5273" y="5407"/>
                  <a:pt x="5273" y="5392"/>
                  <a:pt x="5273" y="5392"/>
                </a:cubicBezTo>
                <a:cubicBezTo>
                  <a:pt x="5273" y="5318"/>
                  <a:pt x="5303" y="5258"/>
                  <a:pt x="5288" y="5183"/>
                </a:cubicBezTo>
                <a:cubicBezTo>
                  <a:pt x="5288" y="5004"/>
                  <a:pt x="5392" y="4914"/>
                  <a:pt x="5542" y="4855"/>
                </a:cubicBezTo>
                <a:cubicBezTo>
                  <a:pt x="5556" y="4840"/>
                  <a:pt x="5586" y="4840"/>
                  <a:pt x="5601" y="4825"/>
                </a:cubicBezTo>
                <a:cubicBezTo>
                  <a:pt x="5646" y="4825"/>
                  <a:pt x="5691" y="4810"/>
                  <a:pt x="5721" y="4810"/>
                </a:cubicBezTo>
                <a:cubicBezTo>
                  <a:pt x="5766" y="4810"/>
                  <a:pt x="5810" y="4810"/>
                  <a:pt x="5840" y="4750"/>
                </a:cubicBezTo>
                <a:cubicBezTo>
                  <a:pt x="5825" y="4720"/>
                  <a:pt x="5825" y="4690"/>
                  <a:pt x="5840" y="4661"/>
                </a:cubicBezTo>
                <a:lnTo>
                  <a:pt x="5840" y="4661"/>
                </a:lnTo>
                <a:cubicBezTo>
                  <a:pt x="5840" y="4690"/>
                  <a:pt x="5825" y="4705"/>
                  <a:pt x="5855" y="4735"/>
                </a:cubicBezTo>
                <a:cubicBezTo>
                  <a:pt x="5870" y="4750"/>
                  <a:pt x="5870" y="4750"/>
                  <a:pt x="5885" y="4765"/>
                </a:cubicBezTo>
                <a:cubicBezTo>
                  <a:pt x="5885" y="4780"/>
                  <a:pt x="5885" y="4780"/>
                  <a:pt x="5900" y="4795"/>
                </a:cubicBezTo>
                <a:cubicBezTo>
                  <a:pt x="5914" y="4799"/>
                  <a:pt x="5928" y="4801"/>
                  <a:pt x="5940" y="4801"/>
                </a:cubicBezTo>
                <a:cubicBezTo>
                  <a:pt x="6017" y="4801"/>
                  <a:pt x="6058" y="4729"/>
                  <a:pt x="6109" y="4690"/>
                </a:cubicBezTo>
                <a:cubicBezTo>
                  <a:pt x="6139" y="4661"/>
                  <a:pt x="6154" y="4646"/>
                  <a:pt x="6154" y="4601"/>
                </a:cubicBezTo>
                <a:cubicBezTo>
                  <a:pt x="6109" y="4556"/>
                  <a:pt x="6169" y="4541"/>
                  <a:pt x="6184" y="4496"/>
                </a:cubicBezTo>
                <a:cubicBezTo>
                  <a:pt x="6199" y="4481"/>
                  <a:pt x="6214" y="4451"/>
                  <a:pt x="6229" y="4422"/>
                </a:cubicBezTo>
                <a:cubicBezTo>
                  <a:pt x="6244" y="4377"/>
                  <a:pt x="6244" y="4317"/>
                  <a:pt x="6258" y="4272"/>
                </a:cubicBezTo>
                <a:cubicBezTo>
                  <a:pt x="6258" y="4257"/>
                  <a:pt x="6258" y="4257"/>
                  <a:pt x="6258" y="4242"/>
                </a:cubicBezTo>
                <a:cubicBezTo>
                  <a:pt x="6258" y="4242"/>
                  <a:pt x="6258" y="4242"/>
                  <a:pt x="6258" y="4227"/>
                </a:cubicBezTo>
                <a:lnTo>
                  <a:pt x="6348" y="4003"/>
                </a:lnTo>
                <a:lnTo>
                  <a:pt x="6378" y="3959"/>
                </a:lnTo>
                <a:cubicBezTo>
                  <a:pt x="6393" y="3959"/>
                  <a:pt x="6408" y="3899"/>
                  <a:pt x="6438" y="3899"/>
                </a:cubicBezTo>
                <a:cubicBezTo>
                  <a:pt x="6512" y="3794"/>
                  <a:pt x="6542" y="3675"/>
                  <a:pt x="6587" y="3555"/>
                </a:cubicBezTo>
                <a:cubicBezTo>
                  <a:pt x="6602" y="3510"/>
                  <a:pt x="6557" y="3436"/>
                  <a:pt x="6647" y="3436"/>
                </a:cubicBezTo>
                <a:cubicBezTo>
                  <a:pt x="6707" y="3406"/>
                  <a:pt x="6692" y="3331"/>
                  <a:pt x="6736" y="3286"/>
                </a:cubicBezTo>
                <a:cubicBezTo>
                  <a:pt x="6751" y="3271"/>
                  <a:pt x="6766" y="3257"/>
                  <a:pt x="6766" y="3242"/>
                </a:cubicBezTo>
                <a:cubicBezTo>
                  <a:pt x="6781" y="3212"/>
                  <a:pt x="6826" y="3197"/>
                  <a:pt x="6841" y="3182"/>
                </a:cubicBezTo>
                <a:cubicBezTo>
                  <a:pt x="6856" y="3182"/>
                  <a:pt x="6856" y="3167"/>
                  <a:pt x="6856" y="3167"/>
                </a:cubicBezTo>
                <a:cubicBezTo>
                  <a:pt x="6901" y="3122"/>
                  <a:pt x="6856" y="3092"/>
                  <a:pt x="6856" y="3047"/>
                </a:cubicBezTo>
                <a:cubicBezTo>
                  <a:pt x="6856" y="3003"/>
                  <a:pt x="6901" y="2988"/>
                  <a:pt x="6916" y="2958"/>
                </a:cubicBezTo>
                <a:cubicBezTo>
                  <a:pt x="6960" y="2943"/>
                  <a:pt x="6990" y="2898"/>
                  <a:pt x="7005" y="2868"/>
                </a:cubicBezTo>
                <a:cubicBezTo>
                  <a:pt x="7020" y="2808"/>
                  <a:pt x="7050" y="2764"/>
                  <a:pt x="7095" y="2734"/>
                </a:cubicBezTo>
                <a:cubicBezTo>
                  <a:pt x="7110" y="2719"/>
                  <a:pt x="7125" y="2689"/>
                  <a:pt x="7110" y="2674"/>
                </a:cubicBezTo>
                <a:cubicBezTo>
                  <a:pt x="7110" y="2674"/>
                  <a:pt x="7095" y="2674"/>
                  <a:pt x="7095" y="2659"/>
                </a:cubicBezTo>
                <a:cubicBezTo>
                  <a:pt x="7065" y="2644"/>
                  <a:pt x="7080" y="2614"/>
                  <a:pt x="7095" y="2599"/>
                </a:cubicBezTo>
                <a:cubicBezTo>
                  <a:pt x="7170" y="2555"/>
                  <a:pt x="7185" y="2480"/>
                  <a:pt x="7229" y="2420"/>
                </a:cubicBezTo>
                <a:cubicBezTo>
                  <a:pt x="7244" y="2375"/>
                  <a:pt x="7259" y="2331"/>
                  <a:pt x="7274" y="2271"/>
                </a:cubicBezTo>
                <a:cubicBezTo>
                  <a:pt x="7289" y="2271"/>
                  <a:pt x="7289" y="2271"/>
                  <a:pt x="7304" y="2256"/>
                </a:cubicBezTo>
                <a:cubicBezTo>
                  <a:pt x="7304" y="2256"/>
                  <a:pt x="7304" y="2241"/>
                  <a:pt x="7304" y="2241"/>
                </a:cubicBezTo>
                <a:cubicBezTo>
                  <a:pt x="7334" y="2196"/>
                  <a:pt x="7379" y="2166"/>
                  <a:pt x="7409" y="2121"/>
                </a:cubicBezTo>
                <a:cubicBezTo>
                  <a:pt x="7423" y="2121"/>
                  <a:pt x="7438" y="2106"/>
                  <a:pt x="7453" y="2106"/>
                </a:cubicBezTo>
                <a:cubicBezTo>
                  <a:pt x="7468" y="2121"/>
                  <a:pt x="7498" y="2136"/>
                  <a:pt x="7528" y="2151"/>
                </a:cubicBezTo>
                <a:cubicBezTo>
                  <a:pt x="7528" y="2092"/>
                  <a:pt x="7453" y="2047"/>
                  <a:pt x="7528" y="1987"/>
                </a:cubicBezTo>
                <a:cubicBezTo>
                  <a:pt x="7558" y="1957"/>
                  <a:pt x="7543" y="1912"/>
                  <a:pt x="7513" y="1882"/>
                </a:cubicBezTo>
                <a:lnTo>
                  <a:pt x="7513" y="1882"/>
                </a:lnTo>
                <a:cubicBezTo>
                  <a:pt x="7529" y="1899"/>
                  <a:pt x="7541" y="1905"/>
                  <a:pt x="7550" y="1905"/>
                </a:cubicBezTo>
                <a:cubicBezTo>
                  <a:pt x="7574" y="1905"/>
                  <a:pt x="7577" y="1859"/>
                  <a:pt x="7588" y="1838"/>
                </a:cubicBezTo>
                <a:cubicBezTo>
                  <a:pt x="7633" y="1808"/>
                  <a:pt x="7722" y="1853"/>
                  <a:pt x="7722" y="1763"/>
                </a:cubicBezTo>
                <a:cubicBezTo>
                  <a:pt x="7752" y="1718"/>
                  <a:pt x="7677" y="1718"/>
                  <a:pt x="7692" y="1673"/>
                </a:cubicBezTo>
                <a:lnTo>
                  <a:pt x="7707" y="1673"/>
                </a:lnTo>
                <a:cubicBezTo>
                  <a:pt x="7722" y="1658"/>
                  <a:pt x="7737" y="1629"/>
                  <a:pt x="7737" y="1614"/>
                </a:cubicBezTo>
                <a:cubicBezTo>
                  <a:pt x="7737" y="1554"/>
                  <a:pt x="7722" y="1509"/>
                  <a:pt x="7797" y="1494"/>
                </a:cubicBezTo>
                <a:cubicBezTo>
                  <a:pt x="7857" y="1449"/>
                  <a:pt x="7916" y="1390"/>
                  <a:pt x="7931" y="1315"/>
                </a:cubicBezTo>
                <a:cubicBezTo>
                  <a:pt x="7946" y="1195"/>
                  <a:pt x="8036" y="1106"/>
                  <a:pt x="8036" y="971"/>
                </a:cubicBezTo>
                <a:cubicBezTo>
                  <a:pt x="7916" y="941"/>
                  <a:pt x="7797" y="912"/>
                  <a:pt x="7677" y="882"/>
                </a:cubicBezTo>
                <a:cubicBezTo>
                  <a:pt x="7670" y="874"/>
                  <a:pt x="7659" y="871"/>
                  <a:pt x="7648" y="871"/>
                </a:cubicBezTo>
                <a:cubicBezTo>
                  <a:pt x="7636" y="871"/>
                  <a:pt x="7625" y="874"/>
                  <a:pt x="7618" y="882"/>
                </a:cubicBezTo>
                <a:cubicBezTo>
                  <a:pt x="7528" y="822"/>
                  <a:pt x="7513" y="747"/>
                  <a:pt x="7498" y="658"/>
                </a:cubicBezTo>
                <a:cubicBezTo>
                  <a:pt x="7379" y="688"/>
                  <a:pt x="7334" y="747"/>
                  <a:pt x="7394" y="837"/>
                </a:cubicBezTo>
                <a:cubicBezTo>
                  <a:pt x="7274" y="837"/>
                  <a:pt x="7155" y="790"/>
                  <a:pt x="7025" y="790"/>
                </a:cubicBezTo>
                <a:cubicBezTo>
                  <a:pt x="7008" y="790"/>
                  <a:pt x="6992" y="790"/>
                  <a:pt x="6975" y="792"/>
                </a:cubicBezTo>
                <a:cubicBezTo>
                  <a:pt x="6964" y="804"/>
                  <a:pt x="6961" y="825"/>
                  <a:pt x="6968" y="833"/>
                </a:cubicBezTo>
                <a:lnTo>
                  <a:pt x="6968" y="833"/>
                </a:lnTo>
                <a:cubicBezTo>
                  <a:pt x="6940" y="819"/>
                  <a:pt x="6913" y="806"/>
                  <a:pt x="6886" y="792"/>
                </a:cubicBezTo>
                <a:cubicBezTo>
                  <a:pt x="6841" y="777"/>
                  <a:pt x="6796" y="747"/>
                  <a:pt x="6751" y="732"/>
                </a:cubicBezTo>
                <a:cubicBezTo>
                  <a:pt x="6751" y="717"/>
                  <a:pt x="6751" y="703"/>
                  <a:pt x="6751" y="673"/>
                </a:cubicBezTo>
                <a:lnTo>
                  <a:pt x="6766" y="673"/>
                </a:lnTo>
                <a:cubicBezTo>
                  <a:pt x="6758" y="655"/>
                  <a:pt x="6749" y="648"/>
                  <a:pt x="6737" y="648"/>
                </a:cubicBezTo>
                <a:cubicBezTo>
                  <a:pt x="6729" y="648"/>
                  <a:pt x="6719" y="652"/>
                  <a:pt x="6707" y="658"/>
                </a:cubicBezTo>
                <a:cubicBezTo>
                  <a:pt x="6666" y="642"/>
                  <a:pt x="6627" y="636"/>
                  <a:pt x="6589" y="636"/>
                </a:cubicBezTo>
                <a:cubicBezTo>
                  <a:pt x="6515" y="636"/>
                  <a:pt x="6443" y="656"/>
                  <a:pt x="6368" y="656"/>
                </a:cubicBezTo>
                <a:cubicBezTo>
                  <a:pt x="6337" y="656"/>
                  <a:pt x="6306" y="652"/>
                  <a:pt x="6273" y="643"/>
                </a:cubicBezTo>
                <a:cubicBezTo>
                  <a:pt x="6252" y="632"/>
                  <a:pt x="6231" y="622"/>
                  <a:pt x="6210" y="622"/>
                </a:cubicBezTo>
                <a:cubicBezTo>
                  <a:pt x="6201" y="622"/>
                  <a:pt x="6193" y="623"/>
                  <a:pt x="6184" y="628"/>
                </a:cubicBezTo>
                <a:cubicBezTo>
                  <a:pt x="6165" y="675"/>
                  <a:pt x="6135" y="698"/>
                  <a:pt x="6100" y="698"/>
                </a:cubicBezTo>
                <a:cubicBezTo>
                  <a:pt x="6079" y="698"/>
                  <a:pt x="6057" y="689"/>
                  <a:pt x="6034" y="673"/>
                </a:cubicBezTo>
                <a:cubicBezTo>
                  <a:pt x="6028" y="670"/>
                  <a:pt x="6022" y="668"/>
                  <a:pt x="6016" y="668"/>
                </a:cubicBezTo>
                <a:cubicBezTo>
                  <a:pt x="5992" y="668"/>
                  <a:pt x="5966" y="688"/>
                  <a:pt x="5930" y="688"/>
                </a:cubicBezTo>
                <a:cubicBezTo>
                  <a:pt x="5900" y="688"/>
                  <a:pt x="5885" y="673"/>
                  <a:pt x="5855" y="673"/>
                </a:cubicBezTo>
                <a:lnTo>
                  <a:pt x="5840" y="673"/>
                </a:lnTo>
                <a:cubicBezTo>
                  <a:pt x="5840" y="658"/>
                  <a:pt x="5840" y="658"/>
                  <a:pt x="5840" y="643"/>
                </a:cubicBezTo>
                <a:lnTo>
                  <a:pt x="5855" y="643"/>
                </a:lnTo>
                <a:cubicBezTo>
                  <a:pt x="5810" y="628"/>
                  <a:pt x="5781" y="613"/>
                  <a:pt x="5736" y="598"/>
                </a:cubicBezTo>
                <a:cubicBezTo>
                  <a:pt x="5691" y="688"/>
                  <a:pt x="5691" y="688"/>
                  <a:pt x="5512" y="688"/>
                </a:cubicBezTo>
                <a:cubicBezTo>
                  <a:pt x="5467" y="688"/>
                  <a:pt x="5407" y="658"/>
                  <a:pt x="5347" y="643"/>
                </a:cubicBezTo>
                <a:cubicBezTo>
                  <a:pt x="5273" y="628"/>
                  <a:pt x="5198" y="628"/>
                  <a:pt x="5123" y="613"/>
                </a:cubicBezTo>
                <a:cubicBezTo>
                  <a:pt x="5093" y="613"/>
                  <a:pt x="5079" y="613"/>
                  <a:pt x="5064" y="598"/>
                </a:cubicBezTo>
                <a:lnTo>
                  <a:pt x="5004" y="598"/>
                </a:lnTo>
                <a:cubicBezTo>
                  <a:pt x="5019" y="583"/>
                  <a:pt x="5019" y="568"/>
                  <a:pt x="5034" y="553"/>
                </a:cubicBezTo>
                <a:cubicBezTo>
                  <a:pt x="4989" y="553"/>
                  <a:pt x="4929" y="568"/>
                  <a:pt x="4884" y="568"/>
                </a:cubicBezTo>
                <a:cubicBezTo>
                  <a:pt x="4884" y="563"/>
                  <a:pt x="4876" y="563"/>
                  <a:pt x="4867" y="563"/>
                </a:cubicBezTo>
                <a:lnTo>
                  <a:pt x="4867" y="563"/>
                </a:lnTo>
                <a:cubicBezTo>
                  <a:pt x="4848" y="563"/>
                  <a:pt x="4825" y="563"/>
                  <a:pt x="4855" y="523"/>
                </a:cubicBezTo>
                <a:cubicBezTo>
                  <a:pt x="4879" y="499"/>
                  <a:pt x="4834" y="455"/>
                  <a:pt x="4793" y="455"/>
                </a:cubicBezTo>
                <a:cubicBezTo>
                  <a:pt x="4783" y="455"/>
                  <a:pt x="4773" y="458"/>
                  <a:pt x="4765" y="464"/>
                </a:cubicBezTo>
                <a:cubicBezTo>
                  <a:pt x="4735" y="493"/>
                  <a:pt x="4705" y="508"/>
                  <a:pt x="4675" y="538"/>
                </a:cubicBezTo>
                <a:cubicBezTo>
                  <a:pt x="4586" y="523"/>
                  <a:pt x="4511" y="493"/>
                  <a:pt x="4421" y="478"/>
                </a:cubicBezTo>
                <a:cubicBezTo>
                  <a:pt x="4377" y="464"/>
                  <a:pt x="4317" y="464"/>
                  <a:pt x="4272" y="449"/>
                </a:cubicBezTo>
                <a:cubicBezTo>
                  <a:pt x="4227" y="434"/>
                  <a:pt x="4167" y="434"/>
                  <a:pt x="4123" y="434"/>
                </a:cubicBezTo>
                <a:cubicBezTo>
                  <a:pt x="4078" y="421"/>
                  <a:pt x="4037" y="416"/>
                  <a:pt x="3997" y="416"/>
                </a:cubicBezTo>
                <a:cubicBezTo>
                  <a:pt x="3942" y="416"/>
                  <a:pt x="3891" y="425"/>
                  <a:pt x="3839" y="434"/>
                </a:cubicBezTo>
                <a:cubicBezTo>
                  <a:pt x="3821" y="438"/>
                  <a:pt x="3804" y="440"/>
                  <a:pt x="3787" y="440"/>
                </a:cubicBezTo>
                <a:cubicBezTo>
                  <a:pt x="3745" y="440"/>
                  <a:pt x="3706" y="429"/>
                  <a:pt x="3675" y="419"/>
                </a:cubicBezTo>
                <a:cubicBezTo>
                  <a:pt x="3660" y="404"/>
                  <a:pt x="3645" y="404"/>
                  <a:pt x="3615" y="404"/>
                </a:cubicBezTo>
                <a:lnTo>
                  <a:pt x="3376" y="404"/>
                </a:lnTo>
                <a:cubicBezTo>
                  <a:pt x="3361" y="404"/>
                  <a:pt x="3361" y="404"/>
                  <a:pt x="3346" y="419"/>
                </a:cubicBezTo>
                <a:lnTo>
                  <a:pt x="3122" y="419"/>
                </a:lnTo>
                <a:cubicBezTo>
                  <a:pt x="3073" y="389"/>
                  <a:pt x="3024" y="360"/>
                  <a:pt x="2971" y="360"/>
                </a:cubicBezTo>
                <a:cubicBezTo>
                  <a:pt x="2943" y="360"/>
                  <a:pt x="2914" y="368"/>
                  <a:pt x="2883" y="389"/>
                </a:cubicBezTo>
                <a:cubicBezTo>
                  <a:pt x="2876" y="396"/>
                  <a:pt x="2868" y="400"/>
                  <a:pt x="2859" y="400"/>
                </a:cubicBezTo>
                <a:cubicBezTo>
                  <a:pt x="2849" y="400"/>
                  <a:pt x="2838" y="396"/>
                  <a:pt x="2823" y="389"/>
                </a:cubicBezTo>
                <a:lnTo>
                  <a:pt x="2734" y="389"/>
                </a:lnTo>
                <a:cubicBezTo>
                  <a:pt x="2654" y="349"/>
                  <a:pt x="2574" y="342"/>
                  <a:pt x="2495" y="342"/>
                </a:cubicBezTo>
                <a:cubicBezTo>
                  <a:pt x="2455" y="342"/>
                  <a:pt x="2415" y="344"/>
                  <a:pt x="2375" y="344"/>
                </a:cubicBezTo>
                <a:cubicBezTo>
                  <a:pt x="2241" y="344"/>
                  <a:pt x="2106" y="329"/>
                  <a:pt x="1972" y="314"/>
                </a:cubicBezTo>
                <a:cubicBezTo>
                  <a:pt x="1942" y="299"/>
                  <a:pt x="1912" y="284"/>
                  <a:pt x="1882" y="284"/>
                </a:cubicBezTo>
                <a:cubicBezTo>
                  <a:pt x="1867" y="269"/>
                  <a:pt x="1837" y="269"/>
                  <a:pt x="1823" y="269"/>
                </a:cubicBezTo>
                <a:cubicBezTo>
                  <a:pt x="1793" y="269"/>
                  <a:pt x="1756" y="263"/>
                  <a:pt x="1722" y="263"/>
                </a:cubicBezTo>
                <a:cubicBezTo>
                  <a:pt x="1705" y="263"/>
                  <a:pt x="1688" y="264"/>
                  <a:pt x="1673" y="269"/>
                </a:cubicBezTo>
                <a:cubicBezTo>
                  <a:pt x="1643" y="284"/>
                  <a:pt x="1613" y="284"/>
                  <a:pt x="1584" y="299"/>
                </a:cubicBezTo>
                <a:cubicBezTo>
                  <a:pt x="1547" y="275"/>
                  <a:pt x="1520" y="250"/>
                  <a:pt x="1479" y="250"/>
                </a:cubicBezTo>
                <a:cubicBezTo>
                  <a:pt x="1470" y="250"/>
                  <a:pt x="1460" y="252"/>
                  <a:pt x="1449" y="254"/>
                </a:cubicBezTo>
                <a:lnTo>
                  <a:pt x="1404" y="254"/>
                </a:lnTo>
                <a:cubicBezTo>
                  <a:pt x="1330" y="254"/>
                  <a:pt x="1270" y="239"/>
                  <a:pt x="1195" y="239"/>
                </a:cubicBezTo>
                <a:cubicBezTo>
                  <a:pt x="1150" y="239"/>
                  <a:pt x="1136" y="195"/>
                  <a:pt x="1091" y="195"/>
                </a:cubicBezTo>
                <a:cubicBezTo>
                  <a:pt x="1076" y="195"/>
                  <a:pt x="1076" y="180"/>
                  <a:pt x="1061" y="180"/>
                </a:cubicBezTo>
                <a:cubicBezTo>
                  <a:pt x="1031" y="180"/>
                  <a:pt x="1001" y="180"/>
                  <a:pt x="986" y="165"/>
                </a:cubicBezTo>
                <a:cubicBezTo>
                  <a:pt x="941" y="135"/>
                  <a:pt x="897" y="150"/>
                  <a:pt x="867" y="105"/>
                </a:cubicBezTo>
                <a:cubicBezTo>
                  <a:pt x="852" y="105"/>
                  <a:pt x="852" y="105"/>
                  <a:pt x="837" y="90"/>
                </a:cubicBezTo>
                <a:lnTo>
                  <a:pt x="822" y="90"/>
                </a:lnTo>
                <a:cubicBezTo>
                  <a:pt x="792" y="90"/>
                  <a:pt x="762" y="105"/>
                  <a:pt x="732" y="105"/>
                </a:cubicBezTo>
                <a:lnTo>
                  <a:pt x="687" y="105"/>
                </a:lnTo>
                <a:cubicBezTo>
                  <a:pt x="678" y="102"/>
                  <a:pt x="668" y="101"/>
                  <a:pt x="657" y="101"/>
                </a:cubicBezTo>
                <a:cubicBezTo>
                  <a:pt x="628" y="101"/>
                  <a:pt x="595" y="109"/>
                  <a:pt x="561" y="109"/>
                </a:cubicBezTo>
                <a:cubicBezTo>
                  <a:pt x="548" y="109"/>
                  <a:pt x="536" y="108"/>
                  <a:pt x="523" y="105"/>
                </a:cubicBezTo>
                <a:cubicBezTo>
                  <a:pt x="493" y="90"/>
                  <a:pt x="478" y="75"/>
                  <a:pt x="463" y="60"/>
                </a:cubicBezTo>
                <a:cubicBezTo>
                  <a:pt x="463" y="45"/>
                  <a:pt x="463" y="45"/>
                  <a:pt x="448" y="45"/>
                </a:cubicBezTo>
                <a:cubicBezTo>
                  <a:pt x="419" y="30"/>
                  <a:pt x="389" y="15"/>
                  <a:pt x="359" y="1"/>
                </a:cubicBezTo>
                <a:cubicBezTo>
                  <a:pt x="353" y="31"/>
                  <a:pt x="342" y="39"/>
                  <a:pt x="329" y="39"/>
                </a:cubicBezTo>
                <a:cubicBezTo>
                  <a:pt x="314" y="39"/>
                  <a:pt x="296" y="28"/>
                  <a:pt x="281" y="28"/>
                </a:cubicBezTo>
                <a:cubicBezTo>
                  <a:pt x="277" y="28"/>
                  <a:pt x="273" y="29"/>
                  <a:pt x="269" y="30"/>
                </a:cubicBezTo>
                <a:cubicBezTo>
                  <a:pt x="239" y="68"/>
                  <a:pt x="206" y="79"/>
                  <a:pt x="170" y="79"/>
                </a:cubicBezTo>
                <a:cubicBezTo>
                  <a:pt x="135" y="79"/>
                  <a:pt x="97" y="68"/>
                  <a:pt x="60" y="60"/>
                </a:cubicBezTo>
                <a:cubicBezTo>
                  <a:pt x="45" y="30"/>
                  <a:pt x="45" y="15"/>
                  <a:pt x="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2e906823ad7_0_341"/>
          <p:cNvSpPr/>
          <p:nvPr/>
        </p:nvSpPr>
        <p:spPr>
          <a:xfrm rot="-1061935">
            <a:off x="5185621" y="-1335069"/>
            <a:ext cx="1396621" cy="2699899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2e906823ad7_0_341"/>
          <p:cNvSpPr/>
          <p:nvPr/>
        </p:nvSpPr>
        <p:spPr>
          <a:xfrm>
            <a:off x="326110" y="1073400"/>
            <a:ext cx="3943090" cy="2996700"/>
          </a:xfrm>
          <a:prstGeom prst="roundRect">
            <a:avLst>
              <a:gd name="adj" fmla="val 19304"/>
            </a:avLst>
          </a:prstGeom>
          <a:solidFill>
            <a:srgbClr val="A1DBBD"/>
          </a:solidFill>
          <a:ln>
            <a:solidFill>
              <a:srgbClr val="A1DBBD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SzPts val="1600"/>
            </a:pPr>
            <a:r>
              <a:rPr lang="en-US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ControlNet is a neural network structure that controls diffusion models by adding extra conditions. It duplicates the weights of neural network blocks into a “locked” copy and a “trainable” copy.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dirty="0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98" name="Google Shape;1098;g2e906823ad7_0_341"/>
          <p:cNvSpPr txBox="1"/>
          <p:nvPr/>
        </p:nvSpPr>
        <p:spPr>
          <a:xfrm>
            <a:off x="325025" y="148325"/>
            <a:ext cx="682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Algorithms:</a:t>
            </a:r>
            <a:r>
              <a:rPr lang="en" sz="3000" b="1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 b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ControlNet</a:t>
            </a:r>
            <a:endParaRPr sz="3000" b="1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9" name="Google Shape;1099;g2e906823ad7_0_341"/>
          <p:cNvSpPr/>
          <p:nvPr/>
        </p:nvSpPr>
        <p:spPr>
          <a:xfrm rot="-4886967">
            <a:off x="370649" y="4030861"/>
            <a:ext cx="1360505" cy="1803745"/>
          </a:xfrm>
          <a:custGeom>
            <a:avLst/>
            <a:gdLst/>
            <a:ahLst/>
            <a:cxnLst/>
            <a:rect l="l" t="t" r="r" b="b"/>
            <a:pathLst>
              <a:path w="4168" h="5431" extrusionOk="0">
                <a:moveTo>
                  <a:pt x="1106" y="3297"/>
                </a:moveTo>
                <a:cubicBezTo>
                  <a:pt x="1157" y="3381"/>
                  <a:pt x="1217" y="3458"/>
                  <a:pt x="1270" y="3542"/>
                </a:cubicBezTo>
                <a:cubicBezTo>
                  <a:pt x="1210" y="3458"/>
                  <a:pt x="1150" y="3384"/>
                  <a:pt x="1106" y="3297"/>
                </a:cubicBezTo>
                <a:close/>
                <a:moveTo>
                  <a:pt x="1673" y="1284"/>
                </a:moveTo>
                <a:cubicBezTo>
                  <a:pt x="2035" y="1284"/>
                  <a:pt x="2204" y="1541"/>
                  <a:pt x="2360" y="1824"/>
                </a:cubicBezTo>
                <a:cubicBezTo>
                  <a:pt x="2554" y="2183"/>
                  <a:pt x="2524" y="2586"/>
                  <a:pt x="2509" y="2974"/>
                </a:cubicBezTo>
                <a:cubicBezTo>
                  <a:pt x="2497" y="3331"/>
                  <a:pt x="2255" y="3579"/>
                  <a:pt x="1925" y="3579"/>
                </a:cubicBezTo>
                <a:cubicBezTo>
                  <a:pt x="1868" y="3579"/>
                  <a:pt x="1809" y="3572"/>
                  <a:pt x="1748" y="3557"/>
                </a:cubicBezTo>
                <a:cubicBezTo>
                  <a:pt x="1359" y="3467"/>
                  <a:pt x="1255" y="3138"/>
                  <a:pt x="1180" y="2795"/>
                </a:cubicBezTo>
                <a:cubicBezTo>
                  <a:pt x="1120" y="2496"/>
                  <a:pt x="1165" y="2227"/>
                  <a:pt x="1434" y="2033"/>
                </a:cubicBezTo>
                <a:cubicBezTo>
                  <a:pt x="1524" y="1971"/>
                  <a:pt x="1603" y="1941"/>
                  <a:pt x="1671" y="1941"/>
                </a:cubicBezTo>
                <a:cubicBezTo>
                  <a:pt x="1784" y="1941"/>
                  <a:pt x="1865" y="2024"/>
                  <a:pt x="1912" y="2183"/>
                </a:cubicBezTo>
                <a:cubicBezTo>
                  <a:pt x="1972" y="2347"/>
                  <a:pt x="1972" y="2511"/>
                  <a:pt x="1987" y="2661"/>
                </a:cubicBezTo>
                <a:cubicBezTo>
                  <a:pt x="1987" y="2735"/>
                  <a:pt x="1987" y="2810"/>
                  <a:pt x="2016" y="2885"/>
                </a:cubicBezTo>
                <a:cubicBezTo>
                  <a:pt x="2046" y="2929"/>
                  <a:pt x="2076" y="2959"/>
                  <a:pt x="2121" y="2959"/>
                </a:cubicBezTo>
                <a:cubicBezTo>
                  <a:pt x="2166" y="2959"/>
                  <a:pt x="2196" y="2914"/>
                  <a:pt x="2196" y="2870"/>
                </a:cubicBezTo>
                <a:cubicBezTo>
                  <a:pt x="2226" y="2526"/>
                  <a:pt x="2285" y="2183"/>
                  <a:pt x="2061" y="1869"/>
                </a:cubicBezTo>
                <a:cubicBezTo>
                  <a:pt x="1972" y="1741"/>
                  <a:pt x="1850" y="1668"/>
                  <a:pt x="1705" y="1668"/>
                </a:cubicBezTo>
                <a:cubicBezTo>
                  <a:pt x="1680" y="1668"/>
                  <a:pt x="1654" y="1670"/>
                  <a:pt x="1628" y="1675"/>
                </a:cubicBezTo>
                <a:cubicBezTo>
                  <a:pt x="1210" y="1735"/>
                  <a:pt x="896" y="2093"/>
                  <a:pt x="896" y="2526"/>
                </a:cubicBezTo>
                <a:cubicBezTo>
                  <a:pt x="931" y="2700"/>
                  <a:pt x="939" y="2874"/>
                  <a:pt x="990" y="3041"/>
                </a:cubicBezTo>
                <a:lnTo>
                  <a:pt x="990" y="3041"/>
                </a:lnTo>
                <a:cubicBezTo>
                  <a:pt x="962" y="2973"/>
                  <a:pt x="941" y="2903"/>
                  <a:pt x="941" y="2825"/>
                </a:cubicBezTo>
                <a:cubicBezTo>
                  <a:pt x="881" y="2541"/>
                  <a:pt x="822" y="2257"/>
                  <a:pt x="866" y="1973"/>
                </a:cubicBezTo>
                <a:cubicBezTo>
                  <a:pt x="911" y="1600"/>
                  <a:pt x="1240" y="1316"/>
                  <a:pt x="1613" y="1286"/>
                </a:cubicBezTo>
                <a:cubicBezTo>
                  <a:pt x="1634" y="1285"/>
                  <a:pt x="1654" y="1284"/>
                  <a:pt x="1673" y="1284"/>
                </a:cubicBezTo>
                <a:close/>
                <a:moveTo>
                  <a:pt x="1598" y="0"/>
                </a:moveTo>
                <a:cubicBezTo>
                  <a:pt x="1414" y="0"/>
                  <a:pt x="1224" y="40"/>
                  <a:pt x="1031" y="121"/>
                </a:cubicBezTo>
                <a:cubicBezTo>
                  <a:pt x="478" y="345"/>
                  <a:pt x="135" y="779"/>
                  <a:pt x="75" y="1391"/>
                </a:cubicBezTo>
                <a:cubicBezTo>
                  <a:pt x="0" y="2407"/>
                  <a:pt x="149" y="3363"/>
                  <a:pt x="657" y="4244"/>
                </a:cubicBezTo>
                <a:cubicBezTo>
                  <a:pt x="1022" y="4890"/>
                  <a:pt x="1454" y="5430"/>
                  <a:pt x="2262" y="5430"/>
                </a:cubicBezTo>
                <a:cubicBezTo>
                  <a:pt x="2313" y="5430"/>
                  <a:pt x="2365" y="5428"/>
                  <a:pt x="2420" y="5424"/>
                </a:cubicBezTo>
                <a:cubicBezTo>
                  <a:pt x="3211" y="5349"/>
                  <a:pt x="3913" y="4856"/>
                  <a:pt x="4137" y="4124"/>
                </a:cubicBezTo>
                <a:cubicBezTo>
                  <a:pt x="4152" y="4079"/>
                  <a:pt x="4167" y="4020"/>
                  <a:pt x="4093" y="4005"/>
                </a:cubicBezTo>
                <a:cubicBezTo>
                  <a:pt x="3958" y="4050"/>
                  <a:pt x="3928" y="4184"/>
                  <a:pt x="3868" y="4289"/>
                </a:cubicBezTo>
                <a:cubicBezTo>
                  <a:pt x="3630" y="4737"/>
                  <a:pt x="3256" y="5050"/>
                  <a:pt x="2748" y="5155"/>
                </a:cubicBezTo>
                <a:cubicBezTo>
                  <a:pt x="2571" y="5194"/>
                  <a:pt x="2385" y="5228"/>
                  <a:pt x="2201" y="5228"/>
                </a:cubicBezTo>
                <a:cubicBezTo>
                  <a:pt x="1966" y="5228"/>
                  <a:pt x="1733" y="5173"/>
                  <a:pt x="1524" y="5005"/>
                </a:cubicBezTo>
                <a:cubicBezTo>
                  <a:pt x="1180" y="4722"/>
                  <a:pt x="911" y="4363"/>
                  <a:pt x="717" y="3945"/>
                </a:cubicBezTo>
                <a:cubicBezTo>
                  <a:pt x="359" y="3168"/>
                  <a:pt x="239" y="2332"/>
                  <a:pt x="284" y="1481"/>
                </a:cubicBezTo>
                <a:cubicBezTo>
                  <a:pt x="314" y="958"/>
                  <a:pt x="568" y="570"/>
                  <a:pt x="1016" y="345"/>
                </a:cubicBezTo>
                <a:cubicBezTo>
                  <a:pt x="1199" y="254"/>
                  <a:pt x="1387" y="208"/>
                  <a:pt x="1574" y="208"/>
                </a:cubicBezTo>
                <a:cubicBezTo>
                  <a:pt x="1815" y="208"/>
                  <a:pt x="2052" y="284"/>
                  <a:pt x="2270" y="435"/>
                </a:cubicBezTo>
                <a:cubicBezTo>
                  <a:pt x="2360" y="480"/>
                  <a:pt x="2405" y="540"/>
                  <a:pt x="2465" y="599"/>
                </a:cubicBezTo>
                <a:cubicBezTo>
                  <a:pt x="2584" y="719"/>
                  <a:pt x="2703" y="868"/>
                  <a:pt x="2808" y="1003"/>
                </a:cubicBezTo>
                <a:cubicBezTo>
                  <a:pt x="3286" y="1660"/>
                  <a:pt x="3420" y="2392"/>
                  <a:pt x="3271" y="3168"/>
                </a:cubicBezTo>
                <a:cubicBezTo>
                  <a:pt x="3196" y="3601"/>
                  <a:pt x="2913" y="3870"/>
                  <a:pt x="2479" y="3990"/>
                </a:cubicBezTo>
                <a:cubicBezTo>
                  <a:pt x="2374" y="4021"/>
                  <a:pt x="2275" y="4035"/>
                  <a:pt x="2180" y="4035"/>
                </a:cubicBezTo>
                <a:cubicBezTo>
                  <a:pt x="1897" y="4035"/>
                  <a:pt x="1658" y="3906"/>
                  <a:pt x="1442" y="3713"/>
                </a:cubicBezTo>
                <a:lnTo>
                  <a:pt x="1442" y="3713"/>
                </a:lnTo>
                <a:cubicBezTo>
                  <a:pt x="1513" y="3771"/>
                  <a:pt x="1592" y="3816"/>
                  <a:pt x="1688" y="3840"/>
                </a:cubicBezTo>
                <a:cubicBezTo>
                  <a:pt x="1752" y="3852"/>
                  <a:pt x="1815" y="3858"/>
                  <a:pt x="1877" y="3858"/>
                </a:cubicBezTo>
                <a:cubicBezTo>
                  <a:pt x="2364" y="3858"/>
                  <a:pt x="2767" y="3506"/>
                  <a:pt x="2793" y="2989"/>
                </a:cubicBezTo>
                <a:cubicBezTo>
                  <a:pt x="2808" y="2825"/>
                  <a:pt x="2793" y="2646"/>
                  <a:pt x="2793" y="2481"/>
                </a:cubicBezTo>
                <a:cubicBezTo>
                  <a:pt x="2793" y="2003"/>
                  <a:pt x="2599" y="1615"/>
                  <a:pt x="2300" y="1257"/>
                </a:cubicBezTo>
                <a:cubicBezTo>
                  <a:pt x="2181" y="1122"/>
                  <a:pt x="2031" y="1047"/>
                  <a:pt x="1852" y="1018"/>
                </a:cubicBezTo>
                <a:cubicBezTo>
                  <a:pt x="1794" y="1008"/>
                  <a:pt x="1735" y="1003"/>
                  <a:pt x="1678" y="1003"/>
                </a:cubicBezTo>
                <a:cubicBezTo>
                  <a:pt x="1128" y="1003"/>
                  <a:pt x="623" y="1436"/>
                  <a:pt x="583" y="2003"/>
                </a:cubicBezTo>
                <a:cubicBezTo>
                  <a:pt x="538" y="2735"/>
                  <a:pt x="807" y="3363"/>
                  <a:pt x="1285" y="3900"/>
                </a:cubicBezTo>
                <a:cubicBezTo>
                  <a:pt x="1524" y="4179"/>
                  <a:pt x="1822" y="4298"/>
                  <a:pt x="2141" y="4298"/>
                </a:cubicBezTo>
                <a:cubicBezTo>
                  <a:pt x="2300" y="4298"/>
                  <a:pt x="2465" y="4269"/>
                  <a:pt x="2629" y="4214"/>
                </a:cubicBezTo>
                <a:cubicBezTo>
                  <a:pt x="3137" y="4064"/>
                  <a:pt x="3465" y="3706"/>
                  <a:pt x="3555" y="3198"/>
                </a:cubicBezTo>
                <a:cubicBezTo>
                  <a:pt x="3689" y="2362"/>
                  <a:pt x="3570" y="1570"/>
                  <a:pt x="3032" y="883"/>
                </a:cubicBezTo>
                <a:cubicBezTo>
                  <a:pt x="2942" y="794"/>
                  <a:pt x="2868" y="689"/>
                  <a:pt x="2763" y="599"/>
                </a:cubicBezTo>
                <a:cubicBezTo>
                  <a:pt x="2703" y="555"/>
                  <a:pt x="2644" y="495"/>
                  <a:pt x="2584" y="435"/>
                </a:cubicBezTo>
                <a:cubicBezTo>
                  <a:pt x="2289" y="149"/>
                  <a:pt x="1954" y="0"/>
                  <a:pt x="15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D89C66-68C6-D2F7-66AE-3463DED70611}"/>
              </a:ext>
            </a:extLst>
          </p:cNvPr>
          <p:cNvSpPr txBox="1"/>
          <p:nvPr/>
        </p:nvSpPr>
        <p:spPr>
          <a:xfrm>
            <a:off x="5162400" y="0"/>
            <a:ext cx="3981600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00" name="Google Shape;1100;g2e906823ad7_0_3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0814" y="696741"/>
            <a:ext cx="4307668" cy="41444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3"/>
          <p:cNvSpPr txBox="1">
            <a:spLocks noGrp="1"/>
          </p:cNvSpPr>
          <p:nvPr>
            <p:ph type="title"/>
          </p:nvPr>
        </p:nvSpPr>
        <p:spPr>
          <a:xfrm>
            <a:off x="541581" y="430156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Algorithms:</a:t>
            </a: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GANs</a:t>
            </a:r>
            <a:endParaRPr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106" name="Google Shape;1106;p13"/>
          <p:cNvSpPr txBox="1"/>
          <p:nvPr/>
        </p:nvSpPr>
        <p:spPr>
          <a:xfrm>
            <a:off x="602423" y="995565"/>
            <a:ext cx="7582316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Basically, a Generative Adversarial Network consists of two parts pitting against each other i.e. the Discriminator and the Generator. The generator takes the role of a forger and learns to map from a latent space to a particular data distribution of interest. </a:t>
            </a:r>
          </a:p>
        </p:txBody>
      </p:sp>
      <p:pic>
        <p:nvPicPr>
          <p:cNvPr id="1032" name="Picture 8" descr="Generative Adversarial Network (GAN) - Semiconductor Engineering">
            <a:extLst>
              <a:ext uri="{FF2B5EF4-FFF2-40B4-BE49-F238E27FC236}">
                <a16:creationId xmlns:a16="http://schemas.microsoft.com/office/drawing/2014/main" id="{9D0893B5-995F-EDD9-B59B-68FE26181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875" y="2269164"/>
            <a:ext cx="3466800" cy="25586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Algorithms:</a:t>
            </a: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GANs Types</a:t>
            </a:r>
            <a:endParaRPr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3" name="Google Shape;1106;p13">
            <a:extLst>
              <a:ext uri="{FF2B5EF4-FFF2-40B4-BE49-F238E27FC236}">
                <a16:creationId xmlns:a16="http://schemas.microsoft.com/office/drawing/2014/main" id="{61F36078-F3B8-A7F6-9388-3BCC5DCE31FC}"/>
              </a:ext>
            </a:extLst>
          </p:cNvPr>
          <p:cNvSpPr txBox="1"/>
          <p:nvPr/>
        </p:nvSpPr>
        <p:spPr>
          <a:xfrm>
            <a:off x="780842" y="1248326"/>
            <a:ext cx="7582316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Vanilla GAN: generate data based on random seed (non-deterministic)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endParaRPr lang="en"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Conditional GAN: generate data based on guidance (deterministic)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endParaRPr lang="en"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Super-resolution GAN: increase the resolution of the data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endParaRPr lang="en"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CycleGAN: maps data from variation to other variation</a:t>
            </a:r>
            <a:endParaRPr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2994451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Algorithms:</a:t>
            </a: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Conditional GAN</a:t>
            </a:r>
            <a:endParaRPr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106" name="Google Shape;1106;p13"/>
          <p:cNvSpPr txBox="1"/>
          <p:nvPr/>
        </p:nvSpPr>
        <p:spPr>
          <a:xfrm>
            <a:off x="720000" y="1091525"/>
            <a:ext cx="7372454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Random seed generation will result in random output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"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Conditional GAN accepts a condition input that works as guidance that generates data with specifics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endParaRPr lang="en"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This is benefitical in case there are variations in the data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endParaRPr lang="en"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 Vanilla GANs generation process is domain specific or the output data can’t be predicted  </a:t>
            </a:r>
            <a:endParaRPr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985998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Algorithms:</a:t>
            </a:r>
            <a:r>
              <a:rPr lang="en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pix2pix</a:t>
            </a:r>
            <a:endParaRPr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106" name="Google Shape;1106;p13"/>
          <p:cNvSpPr txBox="1"/>
          <p:nvPr/>
        </p:nvSpPr>
        <p:spPr>
          <a:xfrm>
            <a:off x="719999" y="1091525"/>
            <a:ext cx="7704001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CGAN conditioned on images is called </a:t>
            </a:r>
            <a:r>
              <a:rPr lang="en" sz="1600" b="1" dirty="0">
                <a:solidFill>
                  <a:schemeClr val="tx2">
                    <a:lumMod val="50000"/>
                  </a:schemeClr>
                </a:solidFill>
                <a:latin typeface="Albert Sans"/>
                <a:ea typeface="Albert Sans"/>
                <a:cs typeface="Albert Sans"/>
                <a:sym typeface="Albert Sans"/>
              </a:rPr>
              <a:t>pix2pix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</a:rPr>
              <a:t>In this model we can generate images based on condition in image representation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</a:rPr>
              <a:t>Condition can be segmentation map, edge detection, or sketches (our case)</a:t>
            </a:r>
          </a:p>
        </p:txBody>
      </p:sp>
      <p:pic>
        <p:nvPicPr>
          <p:cNvPr id="3074" name="Picture 2" descr="Pix2Pix: a GAN architecture for image to image transformation">
            <a:extLst>
              <a:ext uri="{FF2B5EF4-FFF2-40B4-BE49-F238E27FC236}">
                <a16:creationId xmlns:a16="http://schemas.microsoft.com/office/drawing/2014/main" id="{96C46B1B-8BB9-227F-0B6E-46AD0EC75C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30"/>
          <a:stretch/>
        </p:blipFill>
        <p:spPr bwMode="auto">
          <a:xfrm>
            <a:off x="2270437" y="2357690"/>
            <a:ext cx="4391314" cy="20977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098" name="Picture 2" descr="U-Net: Convolutional Networks for Biomedical Image Segmentation">
            <a:extLst>
              <a:ext uri="{FF2B5EF4-FFF2-40B4-BE49-F238E27FC236}">
                <a16:creationId xmlns:a16="http://schemas.microsoft.com/office/drawing/2014/main" id="{180B0FA8-07FC-697D-5807-3D221F88A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343" y="2357689"/>
            <a:ext cx="3665035" cy="2785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22" name="Picture 2" descr="PatchGAN discriminator. Each value of the output matrix represents the... |  Download Scientific Diagram">
            <a:extLst>
              <a:ext uri="{FF2B5EF4-FFF2-40B4-BE49-F238E27FC236}">
                <a16:creationId xmlns:a16="http://schemas.microsoft.com/office/drawing/2014/main" id="{7329851B-F1E1-984C-3E94-0C08FA1ED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665" y="2357690"/>
            <a:ext cx="3170731" cy="275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57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e906823ad7_0_368"/>
          <p:cNvSpPr txBox="1"/>
          <p:nvPr/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Algorithms:</a:t>
            </a:r>
            <a:r>
              <a:rPr lang="en" sz="3000" b="1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pix2pix finetuning</a:t>
            </a:r>
            <a:endParaRPr sz="3000" b="1"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g2e906823ad7_0_368"/>
          <p:cNvSpPr txBox="1"/>
          <p:nvPr/>
        </p:nvSpPr>
        <p:spPr>
          <a:xfrm>
            <a:off x="720000" y="1104471"/>
            <a:ext cx="7704000" cy="359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We first trained the model for 50 epochs on canny edge detection as a strong constraint from images of 3 classes (butterfly, car, cat)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endParaRPr lang="en" sz="1600" b="0" i="0" u="none" strike="noStrike" cap="none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Then the model was finetuned for 150 more epochs on sketches as a waek constraint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endParaRPr lang="en" sz="1600" b="0" i="0" u="none" strike="noStrike" cap="none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This gives the model better generation ability than directly training it on sketches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endParaRPr lang="en" sz="1600" b="0" i="0" u="none" strike="noStrike" cap="none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Results of these experiments will be discussed in the next section</a:t>
            </a:r>
            <a:endParaRPr sz="1600" b="0" i="0" u="none" strike="noStrike" cap="none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636584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e906823ad7_0_384"/>
          <p:cNvSpPr/>
          <p:nvPr/>
        </p:nvSpPr>
        <p:spPr>
          <a:xfrm>
            <a:off x="6413283" y="-303892"/>
            <a:ext cx="3001778" cy="2144478"/>
          </a:xfrm>
          <a:custGeom>
            <a:avLst/>
            <a:gdLst/>
            <a:ahLst/>
            <a:cxnLst/>
            <a:rect l="l" t="t" r="r" b="b"/>
            <a:pathLst>
              <a:path w="6036" h="5830" extrusionOk="0">
                <a:moveTo>
                  <a:pt x="5139" y="732"/>
                </a:moveTo>
                <a:cubicBezTo>
                  <a:pt x="5285" y="732"/>
                  <a:pt x="5353" y="804"/>
                  <a:pt x="5378" y="993"/>
                </a:cubicBezTo>
                <a:cubicBezTo>
                  <a:pt x="5378" y="1083"/>
                  <a:pt x="5363" y="1172"/>
                  <a:pt x="5423" y="1247"/>
                </a:cubicBezTo>
                <a:cubicBezTo>
                  <a:pt x="5404" y="1242"/>
                  <a:pt x="5386" y="1240"/>
                  <a:pt x="5370" y="1240"/>
                </a:cubicBezTo>
                <a:cubicBezTo>
                  <a:pt x="5280" y="1240"/>
                  <a:pt x="5217" y="1301"/>
                  <a:pt x="5154" y="1352"/>
                </a:cubicBezTo>
                <a:cubicBezTo>
                  <a:pt x="4885" y="1576"/>
                  <a:pt x="4661" y="1859"/>
                  <a:pt x="4467" y="2158"/>
                </a:cubicBezTo>
                <a:cubicBezTo>
                  <a:pt x="4526" y="1979"/>
                  <a:pt x="4512" y="1800"/>
                  <a:pt x="4541" y="1620"/>
                </a:cubicBezTo>
                <a:cubicBezTo>
                  <a:pt x="4556" y="1546"/>
                  <a:pt x="4556" y="1471"/>
                  <a:pt x="4541" y="1396"/>
                </a:cubicBezTo>
                <a:cubicBezTo>
                  <a:pt x="4541" y="1172"/>
                  <a:pt x="4526" y="948"/>
                  <a:pt x="4780" y="829"/>
                </a:cubicBezTo>
                <a:cubicBezTo>
                  <a:pt x="4810" y="814"/>
                  <a:pt x="4825" y="784"/>
                  <a:pt x="4825" y="754"/>
                </a:cubicBezTo>
                <a:cubicBezTo>
                  <a:pt x="4849" y="768"/>
                  <a:pt x="4873" y="774"/>
                  <a:pt x="4896" y="774"/>
                </a:cubicBezTo>
                <a:cubicBezTo>
                  <a:pt x="4947" y="774"/>
                  <a:pt x="4998" y="749"/>
                  <a:pt x="5049" y="739"/>
                </a:cubicBezTo>
                <a:cubicBezTo>
                  <a:pt x="5082" y="735"/>
                  <a:pt x="5112" y="732"/>
                  <a:pt x="5139" y="732"/>
                </a:cubicBezTo>
                <a:close/>
                <a:moveTo>
                  <a:pt x="5393" y="1426"/>
                </a:moveTo>
                <a:cubicBezTo>
                  <a:pt x="5378" y="1665"/>
                  <a:pt x="5363" y="1889"/>
                  <a:pt x="5273" y="2113"/>
                </a:cubicBezTo>
                <a:cubicBezTo>
                  <a:pt x="5273" y="2143"/>
                  <a:pt x="5258" y="2173"/>
                  <a:pt x="5273" y="2218"/>
                </a:cubicBezTo>
                <a:cubicBezTo>
                  <a:pt x="5243" y="2233"/>
                  <a:pt x="5214" y="2278"/>
                  <a:pt x="5199" y="2322"/>
                </a:cubicBezTo>
                <a:cubicBezTo>
                  <a:pt x="4915" y="3009"/>
                  <a:pt x="4526" y="3622"/>
                  <a:pt x="4019" y="4159"/>
                </a:cubicBezTo>
                <a:cubicBezTo>
                  <a:pt x="3989" y="4189"/>
                  <a:pt x="3944" y="4219"/>
                  <a:pt x="3959" y="4264"/>
                </a:cubicBezTo>
                <a:cubicBezTo>
                  <a:pt x="3869" y="4279"/>
                  <a:pt x="3825" y="4369"/>
                  <a:pt x="3750" y="4413"/>
                </a:cubicBezTo>
                <a:cubicBezTo>
                  <a:pt x="3730" y="4423"/>
                  <a:pt x="3716" y="4427"/>
                  <a:pt x="3705" y="4427"/>
                </a:cubicBezTo>
                <a:cubicBezTo>
                  <a:pt x="3666" y="4427"/>
                  <a:pt x="3675" y="4374"/>
                  <a:pt x="3675" y="4339"/>
                </a:cubicBezTo>
                <a:cubicBezTo>
                  <a:pt x="3675" y="4294"/>
                  <a:pt x="3705" y="4264"/>
                  <a:pt x="3735" y="4219"/>
                </a:cubicBezTo>
                <a:cubicBezTo>
                  <a:pt x="3959" y="3726"/>
                  <a:pt x="4153" y="3219"/>
                  <a:pt x="4347" y="2726"/>
                </a:cubicBezTo>
                <a:cubicBezTo>
                  <a:pt x="4362" y="2666"/>
                  <a:pt x="4377" y="2621"/>
                  <a:pt x="4407" y="2576"/>
                </a:cubicBezTo>
                <a:lnTo>
                  <a:pt x="4407" y="2561"/>
                </a:lnTo>
                <a:lnTo>
                  <a:pt x="4422" y="2561"/>
                </a:lnTo>
                <a:cubicBezTo>
                  <a:pt x="4497" y="2546"/>
                  <a:pt x="4526" y="2487"/>
                  <a:pt x="4556" y="2442"/>
                </a:cubicBezTo>
                <a:cubicBezTo>
                  <a:pt x="4646" y="2293"/>
                  <a:pt x="4736" y="2173"/>
                  <a:pt x="4825" y="2024"/>
                </a:cubicBezTo>
                <a:cubicBezTo>
                  <a:pt x="4975" y="1815"/>
                  <a:pt x="5184" y="1635"/>
                  <a:pt x="5363" y="1441"/>
                </a:cubicBezTo>
                <a:cubicBezTo>
                  <a:pt x="5363" y="1441"/>
                  <a:pt x="5378" y="1426"/>
                  <a:pt x="5393" y="1426"/>
                </a:cubicBezTo>
                <a:close/>
                <a:moveTo>
                  <a:pt x="4317" y="1232"/>
                </a:moveTo>
                <a:lnTo>
                  <a:pt x="4317" y="1232"/>
                </a:lnTo>
                <a:cubicBezTo>
                  <a:pt x="4347" y="1635"/>
                  <a:pt x="4302" y="2009"/>
                  <a:pt x="4198" y="2382"/>
                </a:cubicBezTo>
                <a:cubicBezTo>
                  <a:pt x="4168" y="2472"/>
                  <a:pt x="4123" y="2561"/>
                  <a:pt x="4153" y="2666"/>
                </a:cubicBezTo>
                <a:cubicBezTo>
                  <a:pt x="4153" y="2681"/>
                  <a:pt x="4153" y="2681"/>
                  <a:pt x="4168" y="2681"/>
                </a:cubicBezTo>
                <a:cubicBezTo>
                  <a:pt x="4108" y="2696"/>
                  <a:pt x="4093" y="2741"/>
                  <a:pt x="4063" y="2770"/>
                </a:cubicBezTo>
                <a:cubicBezTo>
                  <a:pt x="3869" y="3144"/>
                  <a:pt x="3690" y="3517"/>
                  <a:pt x="3556" y="3921"/>
                </a:cubicBezTo>
                <a:cubicBezTo>
                  <a:pt x="3526" y="3995"/>
                  <a:pt x="3496" y="4085"/>
                  <a:pt x="3541" y="4174"/>
                </a:cubicBezTo>
                <a:lnTo>
                  <a:pt x="3556" y="4189"/>
                </a:lnTo>
                <a:cubicBezTo>
                  <a:pt x="3549" y="4188"/>
                  <a:pt x="3543" y="4188"/>
                  <a:pt x="3536" y="4188"/>
                </a:cubicBezTo>
                <a:cubicBezTo>
                  <a:pt x="3462" y="4188"/>
                  <a:pt x="3434" y="4269"/>
                  <a:pt x="3406" y="4324"/>
                </a:cubicBezTo>
                <a:cubicBezTo>
                  <a:pt x="3332" y="4458"/>
                  <a:pt x="3257" y="4593"/>
                  <a:pt x="3167" y="4727"/>
                </a:cubicBezTo>
                <a:cubicBezTo>
                  <a:pt x="3078" y="4891"/>
                  <a:pt x="2973" y="5041"/>
                  <a:pt x="2794" y="5175"/>
                </a:cubicBezTo>
                <a:cubicBezTo>
                  <a:pt x="2794" y="4936"/>
                  <a:pt x="2764" y="4727"/>
                  <a:pt x="2794" y="4518"/>
                </a:cubicBezTo>
                <a:cubicBezTo>
                  <a:pt x="2824" y="4398"/>
                  <a:pt x="2869" y="4264"/>
                  <a:pt x="2809" y="4130"/>
                </a:cubicBezTo>
                <a:cubicBezTo>
                  <a:pt x="2809" y="4115"/>
                  <a:pt x="2809" y="4115"/>
                  <a:pt x="2809" y="4115"/>
                </a:cubicBezTo>
                <a:cubicBezTo>
                  <a:pt x="2884" y="3906"/>
                  <a:pt x="2958" y="3711"/>
                  <a:pt x="3048" y="3502"/>
                </a:cubicBezTo>
                <a:cubicBezTo>
                  <a:pt x="3078" y="3398"/>
                  <a:pt x="3093" y="3278"/>
                  <a:pt x="3182" y="3204"/>
                </a:cubicBezTo>
                <a:cubicBezTo>
                  <a:pt x="3182" y="3129"/>
                  <a:pt x="3197" y="3054"/>
                  <a:pt x="3242" y="2994"/>
                </a:cubicBezTo>
                <a:cubicBezTo>
                  <a:pt x="3257" y="2890"/>
                  <a:pt x="3287" y="2800"/>
                  <a:pt x="3347" y="2726"/>
                </a:cubicBezTo>
                <a:cubicBezTo>
                  <a:pt x="3362" y="2696"/>
                  <a:pt x="3362" y="2666"/>
                  <a:pt x="3376" y="2636"/>
                </a:cubicBezTo>
                <a:cubicBezTo>
                  <a:pt x="3466" y="2427"/>
                  <a:pt x="3556" y="2218"/>
                  <a:pt x="3660" y="2009"/>
                </a:cubicBezTo>
                <a:lnTo>
                  <a:pt x="3645" y="1994"/>
                </a:lnTo>
                <a:lnTo>
                  <a:pt x="3645" y="1994"/>
                </a:lnTo>
                <a:cubicBezTo>
                  <a:pt x="3660" y="2009"/>
                  <a:pt x="3675" y="2009"/>
                  <a:pt x="3675" y="2024"/>
                </a:cubicBezTo>
                <a:cubicBezTo>
                  <a:pt x="3750" y="1994"/>
                  <a:pt x="3780" y="1919"/>
                  <a:pt x="3810" y="1874"/>
                </a:cubicBezTo>
                <a:cubicBezTo>
                  <a:pt x="3959" y="1650"/>
                  <a:pt x="4123" y="1441"/>
                  <a:pt x="4317" y="1232"/>
                </a:cubicBezTo>
                <a:close/>
                <a:moveTo>
                  <a:pt x="4047" y="465"/>
                </a:moveTo>
                <a:cubicBezTo>
                  <a:pt x="4095" y="465"/>
                  <a:pt x="4141" y="481"/>
                  <a:pt x="4183" y="530"/>
                </a:cubicBezTo>
                <a:cubicBezTo>
                  <a:pt x="4317" y="665"/>
                  <a:pt x="4302" y="874"/>
                  <a:pt x="4183" y="1023"/>
                </a:cubicBezTo>
                <a:cubicBezTo>
                  <a:pt x="4004" y="1247"/>
                  <a:pt x="3795" y="1471"/>
                  <a:pt x="3645" y="1740"/>
                </a:cubicBezTo>
                <a:cubicBezTo>
                  <a:pt x="3571" y="1785"/>
                  <a:pt x="3466" y="1815"/>
                  <a:pt x="3451" y="1934"/>
                </a:cubicBezTo>
                <a:cubicBezTo>
                  <a:pt x="3421" y="1979"/>
                  <a:pt x="3406" y="2024"/>
                  <a:pt x="3436" y="2068"/>
                </a:cubicBezTo>
                <a:lnTo>
                  <a:pt x="3451" y="2068"/>
                </a:lnTo>
                <a:cubicBezTo>
                  <a:pt x="3093" y="2741"/>
                  <a:pt x="2854" y="3443"/>
                  <a:pt x="2630" y="4145"/>
                </a:cubicBezTo>
                <a:lnTo>
                  <a:pt x="2630" y="4159"/>
                </a:lnTo>
                <a:cubicBezTo>
                  <a:pt x="2630" y="4145"/>
                  <a:pt x="2615" y="4145"/>
                  <a:pt x="2615" y="4145"/>
                </a:cubicBezTo>
                <a:cubicBezTo>
                  <a:pt x="2540" y="4159"/>
                  <a:pt x="2525" y="4234"/>
                  <a:pt x="2495" y="4279"/>
                </a:cubicBezTo>
                <a:cubicBezTo>
                  <a:pt x="2316" y="4623"/>
                  <a:pt x="2107" y="4951"/>
                  <a:pt x="1868" y="5250"/>
                </a:cubicBezTo>
                <a:cubicBezTo>
                  <a:pt x="1778" y="5369"/>
                  <a:pt x="1704" y="5489"/>
                  <a:pt x="1539" y="5578"/>
                </a:cubicBezTo>
                <a:cubicBezTo>
                  <a:pt x="1584" y="4772"/>
                  <a:pt x="1913" y="4070"/>
                  <a:pt x="2137" y="3353"/>
                </a:cubicBezTo>
                <a:cubicBezTo>
                  <a:pt x="2167" y="3278"/>
                  <a:pt x="2182" y="3204"/>
                  <a:pt x="2211" y="3144"/>
                </a:cubicBezTo>
                <a:cubicBezTo>
                  <a:pt x="2226" y="3114"/>
                  <a:pt x="2241" y="3084"/>
                  <a:pt x="2241" y="3054"/>
                </a:cubicBezTo>
                <a:cubicBezTo>
                  <a:pt x="2256" y="2994"/>
                  <a:pt x="2286" y="2935"/>
                  <a:pt x="2301" y="2875"/>
                </a:cubicBezTo>
                <a:cubicBezTo>
                  <a:pt x="2301" y="2875"/>
                  <a:pt x="2301" y="2875"/>
                  <a:pt x="2301" y="2860"/>
                </a:cubicBezTo>
                <a:lnTo>
                  <a:pt x="2331" y="2860"/>
                </a:lnTo>
                <a:cubicBezTo>
                  <a:pt x="2391" y="2815"/>
                  <a:pt x="2421" y="2741"/>
                  <a:pt x="2450" y="2666"/>
                </a:cubicBezTo>
                <a:cubicBezTo>
                  <a:pt x="2764" y="1994"/>
                  <a:pt x="3093" y="1337"/>
                  <a:pt x="3556" y="754"/>
                </a:cubicBezTo>
                <a:cubicBezTo>
                  <a:pt x="3600" y="709"/>
                  <a:pt x="3675" y="709"/>
                  <a:pt x="3705" y="650"/>
                </a:cubicBezTo>
                <a:cubicBezTo>
                  <a:pt x="3750" y="575"/>
                  <a:pt x="3810" y="530"/>
                  <a:pt x="3884" y="500"/>
                </a:cubicBezTo>
                <a:cubicBezTo>
                  <a:pt x="3939" y="484"/>
                  <a:pt x="3994" y="465"/>
                  <a:pt x="4047" y="465"/>
                </a:cubicBezTo>
                <a:close/>
                <a:moveTo>
                  <a:pt x="3297" y="1"/>
                </a:moveTo>
                <a:cubicBezTo>
                  <a:pt x="3243" y="1"/>
                  <a:pt x="3184" y="13"/>
                  <a:pt x="3123" y="37"/>
                </a:cubicBezTo>
                <a:cubicBezTo>
                  <a:pt x="3033" y="82"/>
                  <a:pt x="2943" y="127"/>
                  <a:pt x="2869" y="187"/>
                </a:cubicBezTo>
                <a:cubicBezTo>
                  <a:pt x="2391" y="545"/>
                  <a:pt x="2122" y="1068"/>
                  <a:pt x="1823" y="1561"/>
                </a:cubicBezTo>
                <a:cubicBezTo>
                  <a:pt x="1569" y="1979"/>
                  <a:pt x="1345" y="2427"/>
                  <a:pt x="1121" y="2875"/>
                </a:cubicBezTo>
                <a:cubicBezTo>
                  <a:pt x="807" y="3472"/>
                  <a:pt x="509" y="4085"/>
                  <a:pt x="210" y="4697"/>
                </a:cubicBezTo>
                <a:cubicBezTo>
                  <a:pt x="61" y="4951"/>
                  <a:pt x="1" y="5235"/>
                  <a:pt x="61" y="5563"/>
                </a:cubicBezTo>
                <a:cubicBezTo>
                  <a:pt x="135" y="5265"/>
                  <a:pt x="210" y="5026"/>
                  <a:pt x="270" y="4772"/>
                </a:cubicBezTo>
                <a:lnTo>
                  <a:pt x="285" y="4772"/>
                </a:lnTo>
                <a:cubicBezTo>
                  <a:pt x="359" y="4593"/>
                  <a:pt x="449" y="4428"/>
                  <a:pt x="539" y="4264"/>
                </a:cubicBezTo>
                <a:cubicBezTo>
                  <a:pt x="807" y="3756"/>
                  <a:pt x="1076" y="3263"/>
                  <a:pt x="1330" y="2756"/>
                </a:cubicBezTo>
                <a:cubicBezTo>
                  <a:pt x="1674" y="2054"/>
                  <a:pt x="2062" y="1381"/>
                  <a:pt x="2510" y="754"/>
                </a:cubicBezTo>
                <a:cubicBezTo>
                  <a:pt x="2674" y="515"/>
                  <a:pt x="2869" y="291"/>
                  <a:pt x="3152" y="172"/>
                </a:cubicBezTo>
                <a:cubicBezTo>
                  <a:pt x="3206" y="148"/>
                  <a:pt x="3255" y="133"/>
                  <a:pt x="3300" y="133"/>
                </a:cubicBezTo>
                <a:cubicBezTo>
                  <a:pt x="3368" y="133"/>
                  <a:pt x="3427" y="166"/>
                  <a:pt x="3481" y="246"/>
                </a:cubicBezTo>
                <a:cubicBezTo>
                  <a:pt x="3556" y="381"/>
                  <a:pt x="3600" y="485"/>
                  <a:pt x="3451" y="605"/>
                </a:cubicBezTo>
                <a:cubicBezTo>
                  <a:pt x="3391" y="665"/>
                  <a:pt x="3332" y="739"/>
                  <a:pt x="3272" y="814"/>
                </a:cubicBezTo>
                <a:cubicBezTo>
                  <a:pt x="2809" y="1426"/>
                  <a:pt x="2480" y="2113"/>
                  <a:pt x="2182" y="2815"/>
                </a:cubicBezTo>
                <a:cubicBezTo>
                  <a:pt x="2152" y="2875"/>
                  <a:pt x="2137" y="2935"/>
                  <a:pt x="2122" y="2980"/>
                </a:cubicBezTo>
                <a:cubicBezTo>
                  <a:pt x="2092" y="3039"/>
                  <a:pt x="2092" y="3084"/>
                  <a:pt x="2047" y="3129"/>
                </a:cubicBezTo>
                <a:cubicBezTo>
                  <a:pt x="1928" y="3458"/>
                  <a:pt x="1793" y="3771"/>
                  <a:pt x="1674" y="4100"/>
                </a:cubicBezTo>
                <a:cubicBezTo>
                  <a:pt x="1495" y="4593"/>
                  <a:pt x="1330" y="5100"/>
                  <a:pt x="1345" y="5638"/>
                </a:cubicBezTo>
                <a:cubicBezTo>
                  <a:pt x="1360" y="5698"/>
                  <a:pt x="1390" y="5788"/>
                  <a:pt x="1435" y="5817"/>
                </a:cubicBezTo>
                <a:cubicBezTo>
                  <a:pt x="1444" y="5826"/>
                  <a:pt x="1459" y="5830"/>
                  <a:pt x="1477" y="5830"/>
                </a:cubicBezTo>
                <a:cubicBezTo>
                  <a:pt x="1519" y="5830"/>
                  <a:pt x="1578" y="5809"/>
                  <a:pt x="1599" y="5788"/>
                </a:cubicBezTo>
                <a:cubicBezTo>
                  <a:pt x="1763" y="5638"/>
                  <a:pt x="1928" y="5489"/>
                  <a:pt x="2062" y="5310"/>
                </a:cubicBezTo>
                <a:cubicBezTo>
                  <a:pt x="2241" y="5071"/>
                  <a:pt x="2406" y="4802"/>
                  <a:pt x="2600" y="4503"/>
                </a:cubicBezTo>
                <a:cubicBezTo>
                  <a:pt x="2600" y="4772"/>
                  <a:pt x="2600" y="4981"/>
                  <a:pt x="2600" y="5190"/>
                </a:cubicBezTo>
                <a:cubicBezTo>
                  <a:pt x="2615" y="5280"/>
                  <a:pt x="2585" y="5399"/>
                  <a:pt x="2704" y="5414"/>
                </a:cubicBezTo>
                <a:cubicBezTo>
                  <a:pt x="2779" y="5414"/>
                  <a:pt x="2884" y="5369"/>
                  <a:pt x="2928" y="5310"/>
                </a:cubicBezTo>
                <a:cubicBezTo>
                  <a:pt x="3137" y="5056"/>
                  <a:pt x="3332" y="4787"/>
                  <a:pt x="3526" y="4533"/>
                </a:cubicBezTo>
                <a:cubicBezTo>
                  <a:pt x="3569" y="4594"/>
                  <a:pt x="3618" y="4634"/>
                  <a:pt x="3671" y="4634"/>
                </a:cubicBezTo>
                <a:cubicBezTo>
                  <a:pt x="3710" y="4634"/>
                  <a:pt x="3751" y="4613"/>
                  <a:pt x="3795" y="4563"/>
                </a:cubicBezTo>
                <a:cubicBezTo>
                  <a:pt x="3869" y="4503"/>
                  <a:pt x="3944" y="4443"/>
                  <a:pt x="4034" y="4384"/>
                </a:cubicBezTo>
                <a:cubicBezTo>
                  <a:pt x="4661" y="3801"/>
                  <a:pt x="5094" y="3099"/>
                  <a:pt x="5393" y="2307"/>
                </a:cubicBezTo>
                <a:cubicBezTo>
                  <a:pt x="5408" y="2293"/>
                  <a:pt x="5408" y="2278"/>
                  <a:pt x="5408" y="2248"/>
                </a:cubicBezTo>
                <a:cubicBezTo>
                  <a:pt x="5438" y="2173"/>
                  <a:pt x="5467" y="2083"/>
                  <a:pt x="5497" y="2009"/>
                </a:cubicBezTo>
                <a:cubicBezTo>
                  <a:pt x="5497" y="1994"/>
                  <a:pt x="5497" y="1979"/>
                  <a:pt x="5497" y="1979"/>
                </a:cubicBezTo>
                <a:lnTo>
                  <a:pt x="5572" y="1352"/>
                </a:lnTo>
                <a:cubicBezTo>
                  <a:pt x="5627" y="1319"/>
                  <a:pt x="5675" y="1302"/>
                  <a:pt x="5716" y="1302"/>
                </a:cubicBezTo>
                <a:cubicBezTo>
                  <a:pt x="5786" y="1302"/>
                  <a:pt x="5831" y="1352"/>
                  <a:pt x="5841" y="1456"/>
                </a:cubicBezTo>
                <a:cubicBezTo>
                  <a:pt x="5841" y="1725"/>
                  <a:pt x="5856" y="1994"/>
                  <a:pt x="5781" y="2248"/>
                </a:cubicBezTo>
                <a:cubicBezTo>
                  <a:pt x="5617" y="2860"/>
                  <a:pt x="5243" y="3383"/>
                  <a:pt x="4900" y="3921"/>
                </a:cubicBezTo>
                <a:cubicBezTo>
                  <a:pt x="4751" y="4130"/>
                  <a:pt x="4616" y="4339"/>
                  <a:pt x="4467" y="4563"/>
                </a:cubicBezTo>
                <a:cubicBezTo>
                  <a:pt x="4475" y="4603"/>
                  <a:pt x="4491" y="4617"/>
                  <a:pt x="4512" y="4617"/>
                </a:cubicBezTo>
                <a:cubicBezTo>
                  <a:pt x="4530" y="4617"/>
                  <a:pt x="4551" y="4606"/>
                  <a:pt x="4571" y="4593"/>
                </a:cubicBezTo>
                <a:cubicBezTo>
                  <a:pt x="4601" y="4548"/>
                  <a:pt x="4631" y="4518"/>
                  <a:pt x="4676" y="4488"/>
                </a:cubicBezTo>
                <a:cubicBezTo>
                  <a:pt x="5094" y="3965"/>
                  <a:pt x="5453" y="3398"/>
                  <a:pt x="5736" y="2785"/>
                </a:cubicBezTo>
                <a:cubicBezTo>
                  <a:pt x="5930" y="2412"/>
                  <a:pt x="6035" y="2009"/>
                  <a:pt x="6005" y="1591"/>
                </a:cubicBezTo>
                <a:cubicBezTo>
                  <a:pt x="5990" y="1352"/>
                  <a:pt x="5901" y="1187"/>
                  <a:pt x="5751" y="1187"/>
                </a:cubicBezTo>
                <a:cubicBezTo>
                  <a:pt x="5587" y="1187"/>
                  <a:pt x="5572" y="1113"/>
                  <a:pt x="5557" y="978"/>
                </a:cubicBezTo>
                <a:cubicBezTo>
                  <a:pt x="5543" y="703"/>
                  <a:pt x="5428" y="542"/>
                  <a:pt x="5211" y="542"/>
                </a:cubicBezTo>
                <a:cubicBezTo>
                  <a:pt x="5193" y="542"/>
                  <a:pt x="5174" y="543"/>
                  <a:pt x="5154" y="545"/>
                </a:cubicBezTo>
                <a:cubicBezTo>
                  <a:pt x="5019" y="560"/>
                  <a:pt x="4885" y="620"/>
                  <a:pt x="4751" y="665"/>
                </a:cubicBezTo>
                <a:cubicBezTo>
                  <a:pt x="4721" y="679"/>
                  <a:pt x="4706" y="679"/>
                  <a:pt x="4676" y="694"/>
                </a:cubicBezTo>
                <a:cubicBezTo>
                  <a:pt x="4600" y="745"/>
                  <a:pt x="4556" y="774"/>
                  <a:pt x="4526" y="774"/>
                </a:cubicBezTo>
                <a:cubicBezTo>
                  <a:pt x="4483" y="774"/>
                  <a:pt x="4465" y="719"/>
                  <a:pt x="4422" y="590"/>
                </a:cubicBezTo>
                <a:cubicBezTo>
                  <a:pt x="4349" y="382"/>
                  <a:pt x="4225" y="275"/>
                  <a:pt x="4066" y="275"/>
                </a:cubicBezTo>
                <a:cubicBezTo>
                  <a:pt x="3997" y="275"/>
                  <a:pt x="3921" y="295"/>
                  <a:pt x="3839" y="336"/>
                </a:cubicBezTo>
                <a:cubicBezTo>
                  <a:pt x="3794" y="356"/>
                  <a:pt x="3756" y="372"/>
                  <a:pt x="3724" y="372"/>
                </a:cubicBezTo>
                <a:cubicBezTo>
                  <a:pt x="3682" y="372"/>
                  <a:pt x="3649" y="345"/>
                  <a:pt x="3615" y="261"/>
                </a:cubicBezTo>
                <a:cubicBezTo>
                  <a:pt x="3561" y="87"/>
                  <a:pt x="3444" y="1"/>
                  <a:pt x="32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g2e906823ad7_0_384"/>
          <p:cNvSpPr txBox="1"/>
          <p:nvPr/>
        </p:nvSpPr>
        <p:spPr>
          <a:xfrm>
            <a:off x="2292125" y="2540688"/>
            <a:ext cx="4381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Experimental Results</a:t>
            </a:r>
            <a:endParaRPr sz="48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28" name="Google Shape;1128;g2e906823ad7_0_384"/>
          <p:cNvSpPr/>
          <p:nvPr/>
        </p:nvSpPr>
        <p:spPr>
          <a:xfrm>
            <a:off x="3509900" y="1100075"/>
            <a:ext cx="19464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2e906823ad7_0_384"/>
          <p:cNvSpPr txBox="1">
            <a:spLocks noGrp="1"/>
          </p:cNvSpPr>
          <p:nvPr>
            <p:ph type="title"/>
          </p:nvPr>
        </p:nvSpPr>
        <p:spPr>
          <a:xfrm>
            <a:off x="3601787" y="1211672"/>
            <a:ext cx="176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6000" dirty="0">
                <a:solidFill>
                  <a:schemeClr val="accent5"/>
                </a:solidFill>
              </a:rPr>
              <a:t>05</a:t>
            </a:r>
            <a:endParaRPr sz="6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e906823ad7_0_320"/>
          <p:cNvSpPr txBox="1"/>
          <p:nvPr/>
        </p:nvSpPr>
        <p:spPr>
          <a:xfrm>
            <a:off x="482600" y="324850"/>
            <a:ext cx="469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Evaluation</a:t>
            </a: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Criteria</a:t>
            </a:r>
            <a:endParaRPr sz="3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5" name="Google Shape;1135;g2e906823ad7_0_320"/>
          <p:cNvSpPr txBox="1"/>
          <p:nvPr/>
        </p:nvSpPr>
        <p:spPr>
          <a:xfrm flipH="1">
            <a:off x="482600" y="1828150"/>
            <a:ext cx="8416600" cy="241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Fréchet Inception Distance (FID)</a:t>
            </a:r>
            <a:endParaRPr sz="1500" b="1" dirty="0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Evaluation method of  the quality of generated images from any deep learning models as: GAN, etc.</a:t>
            </a:r>
            <a:endParaRPr sz="1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provide a more robust measure of the quality of generated images by comparing statistics (mean and covariance) of features extracted from real and generated images.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" sz="1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38000"/>
              </a:lnSpc>
              <a:spcBef>
                <a:spcPts val="1200"/>
              </a:spcBef>
            </a:pPr>
            <a:r>
              <a:rPr lang="en-US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FID provides a numerical score that indicates the realism of the generated images, with lower scores suggesting higher quality.</a:t>
            </a:r>
            <a:endParaRPr lang="en-US"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2" name="Google Shape;1142;g2e906823ad7_0_6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950" y="3128593"/>
            <a:ext cx="6358725" cy="4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30391-85B2-210C-7752-F637E2AF95A6}"/>
              </a:ext>
            </a:extLst>
          </p:cNvPr>
          <p:cNvSpPr txBox="1"/>
          <p:nvPr/>
        </p:nvSpPr>
        <p:spPr>
          <a:xfrm>
            <a:off x="-1" y="-8"/>
            <a:ext cx="4232671" cy="514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47" name="Google Shape;1147;g2e906823ad7_0_306"/>
          <p:cNvSpPr txBox="1"/>
          <p:nvPr/>
        </p:nvSpPr>
        <p:spPr>
          <a:xfrm>
            <a:off x="720000" y="509700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ControlNet Results</a:t>
            </a:r>
            <a:endParaRPr sz="3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48" name="Google Shape;1148;g2e906823ad7_0_306"/>
          <p:cNvGraphicFramePr/>
          <p:nvPr/>
        </p:nvGraphicFramePr>
        <p:xfrm>
          <a:off x="1130400" y="1582239"/>
          <a:ext cx="6979376" cy="2111363"/>
        </p:xfrm>
        <a:graphic>
          <a:graphicData uri="http://schemas.openxmlformats.org/drawingml/2006/table">
            <a:tbl>
              <a:tblPr>
                <a:noFill/>
                <a:tableStyleId>{DEF72BBC-4FDB-4E83-8D3C-1F4DD18A48BB}</a:tableStyleId>
              </a:tblPr>
              <a:tblGrid>
                <a:gridCol w="203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46">
                  <a:extLst>
                    <a:ext uri="{9D8B030D-6E8A-4147-A177-3AD203B41FA5}">
                      <a16:colId xmlns:a16="http://schemas.microsoft.com/office/drawing/2014/main" val="2234492119"/>
                    </a:ext>
                  </a:extLst>
                </a:gridCol>
                <a:gridCol w="2472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182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FFFFFF"/>
                          </a:solidFill>
                        </a:rPr>
                        <a:t>Model Name</a:t>
                      </a:r>
                      <a:endParaRPr sz="14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u="none" strike="noStrike" cap="none" dirty="0">
                          <a:solidFill>
                            <a:schemeClr val="accent5"/>
                          </a:solidFill>
                        </a:rPr>
                        <a:t>No. of epochs</a:t>
                      </a:r>
                      <a:endParaRPr lang="en-US" sz="1400" u="none" strike="noStrike" cap="none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FFFFFF"/>
                          </a:solidFill>
                        </a:rPr>
                        <a:t>FID</a:t>
                      </a:r>
                      <a:endParaRPr sz="14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D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36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0B2A6B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0B2A6B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b="1" u="none" strike="noStrike" cap="none" dirty="0">
                          <a:solidFill>
                            <a:schemeClr val="accent4"/>
                          </a:solidFill>
                        </a:rPr>
                        <a:t>ControlNet</a:t>
                      </a:r>
                      <a:endParaRPr sz="1600" b="1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accent4"/>
                          </a:solidFill>
                        </a:rPr>
                        <a:t>10</a:t>
                      </a:r>
                      <a:endParaRPr sz="14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accent4"/>
                          </a:solidFill>
                        </a:rPr>
                        <a:t>7996.29</a:t>
                      </a:r>
                      <a:endParaRPr sz="14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accent4"/>
                          </a:solidFill>
                        </a:rPr>
                        <a:t>20</a:t>
                      </a:r>
                      <a:endParaRPr sz="14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500" b="0" u="none" strike="noStrike" cap="none" dirty="0">
                          <a:solidFill>
                            <a:schemeClr val="accent4"/>
                          </a:solidFill>
                        </a:rPr>
                        <a:t>6487.25</a:t>
                      </a:r>
                      <a:endParaRPr sz="1500" b="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7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accent4"/>
                          </a:solidFill>
                        </a:rPr>
                        <a:t>30</a:t>
                      </a:r>
                      <a:endParaRPr sz="14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 dirty="0">
                          <a:solidFill>
                            <a:schemeClr val="accent4"/>
                          </a:solidFill>
                        </a:rPr>
                        <a:t>7550.70</a:t>
                      </a:r>
                      <a:endParaRPr sz="14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1084;p12">
            <a:extLst>
              <a:ext uri="{FF2B5EF4-FFF2-40B4-BE49-F238E27FC236}">
                <a16:creationId xmlns:a16="http://schemas.microsoft.com/office/drawing/2014/main" id="{6CCC342A-1375-05CE-30FB-B202AD8D12CD}"/>
              </a:ext>
            </a:extLst>
          </p:cNvPr>
          <p:cNvSpPr/>
          <p:nvPr/>
        </p:nvSpPr>
        <p:spPr>
          <a:xfrm rot="2345165">
            <a:off x="-62480" y="-576447"/>
            <a:ext cx="1235302" cy="1992191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80F2-0C74-4499-9142-186F617DDE13}"/>
              </a:ext>
            </a:extLst>
          </p:cNvPr>
          <p:cNvSpPr/>
          <p:nvPr/>
        </p:nvSpPr>
        <p:spPr>
          <a:xfrm>
            <a:off x="5715243" y="2815964"/>
            <a:ext cx="2318400" cy="46003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bg2">
                <a:lumMod val="90000"/>
                <a:alpha val="6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0ABD42B-2D90-093E-A54F-19B539B3CEA0}"/>
              </a:ext>
            </a:extLst>
          </p:cNvPr>
          <p:cNvSpPr/>
          <p:nvPr/>
        </p:nvSpPr>
        <p:spPr>
          <a:xfrm>
            <a:off x="4232671" y="2531250"/>
            <a:ext cx="375693" cy="30766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oogle Shape;1149;g2e906823ad7_0_306"/>
          <p:cNvPicPr preferRelativeResize="0"/>
          <p:nvPr/>
        </p:nvPicPr>
        <p:blipFill rotWithShape="1">
          <a:blip r:embed="rId3">
            <a:alphaModFix/>
          </a:blip>
          <a:srcRect t="3759" r="67544"/>
          <a:stretch/>
        </p:blipFill>
        <p:spPr>
          <a:xfrm>
            <a:off x="1874837" y="1665907"/>
            <a:ext cx="2265164" cy="2192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49;g2e906823ad7_0_306">
            <a:extLst>
              <a:ext uri="{FF2B5EF4-FFF2-40B4-BE49-F238E27FC236}">
                <a16:creationId xmlns:a16="http://schemas.microsoft.com/office/drawing/2014/main" id="{D50CE446-5CD5-D3A9-29B3-9744D028D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8344" t="-1" b="-303"/>
          <a:stretch/>
        </p:blipFill>
        <p:spPr>
          <a:xfrm>
            <a:off x="4701034" y="1673505"/>
            <a:ext cx="2209376" cy="21923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54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30391-85B2-210C-7752-F637E2AF95A6}"/>
              </a:ext>
            </a:extLst>
          </p:cNvPr>
          <p:cNvSpPr txBox="1"/>
          <p:nvPr/>
        </p:nvSpPr>
        <p:spPr>
          <a:xfrm>
            <a:off x="-1" y="-8"/>
            <a:ext cx="4232671" cy="514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47" name="Google Shape;1147;g2e906823ad7_0_306"/>
          <p:cNvSpPr txBox="1"/>
          <p:nvPr/>
        </p:nvSpPr>
        <p:spPr>
          <a:xfrm>
            <a:off x="720000" y="509700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 b="1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CGAN</a:t>
            </a: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Results</a:t>
            </a:r>
            <a:endParaRPr sz="3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48" name="Google Shape;1148;g2e906823ad7_0_306"/>
          <p:cNvGraphicFramePr/>
          <p:nvPr>
            <p:extLst>
              <p:ext uri="{D42A27DB-BD31-4B8C-83A1-F6EECF244321}">
                <p14:modId xmlns:p14="http://schemas.microsoft.com/office/powerpoint/2010/main" val="2564751246"/>
              </p:ext>
            </p:extLst>
          </p:nvPr>
        </p:nvGraphicFramePr>
        <p:xfrm>
          <a:off x="1130400" y="1582239"/>
          <a:ext cx="6979376" cy="2111363"/>
        </p:xfrm>
        <a:graphic>
          <a:graphicData uri="http://schemas.openxmlformats.org/drawingml/2006/table">
            <a:tbl>
              <a:tblPr>
                <a:noFill/>
                <a:tableStyleId>{DEF72BBC-4FDB-4E83-8D3C-1F4DD18A48BB}</a:tableStyleId>
              </a:tblPr>
              <a:tblGrid>
                <a:gridCol w="203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46">
                  <a:extLst>
                    <a:ext uri="{9D8B030D-6E8A-4147-A177-3AD203B41FA5}">
                      <a16:colId xmlns:a16="http://schemas.microsoft.com/office/drawing/2014/main" val="2234492119"/>
                    </a:ext>
                  </a:extLst>
                </a:gridCol>
                <a:gridCol w="2472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182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FFFFFF"/>
                          </a:solidFill>
                        </a:rPr>
                        <a:t>Model Name</a:t>
                      </a:r>
                      <a:endParaRPr sz="14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u="none" strike="noStrike" cap="none" dirty="0">
                          <a:solidFill>
                            <a:schemeClr val="accent5"/>
                          </a:solidFill>
                        </a:rPr>
                        <a:t>No. of epochs</a:t>
                      </a:r>
                      <a:endParaRPr lang="en-US" sz="1400" u="none" strike="noStrike" cap="none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D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 dirty="0">
                          <a:solidFill>
                            <a:srgbClr val="FFFFFF"/>
                          </a:solidFill>
                        </a:rPr>
                        <a:t>FID</a:t>
                      </a:r>
                      <a:endParaRPr sz="14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DB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36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0B2A6B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0B2A6B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accent4"/>
                          </a:solidFill>
                        </a:rPr>
                        <a:t>CGAN</a:t>
                      </a: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accent4"/>
                          </a:solidFill>
                        </a:rPr>
                        <a:t>50</a:t>
                      </a:r>
                      <a:endParaRPr sz="14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accent4"/>
                          </a:solidFill>
                        </a:rPr>
                        <a:t>131.04</a:t>
                      </a:r>
                      <a:endParaRPr sz="14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</a:rPr>
                        <a:t>100</a:t>
                      </a:r>
                      <a:endParaRPr sz="14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</a:rPr>
                        <a:t>131.77</a:t>
                      </a:r>
                      <a:endParaRPr sz="1500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7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</a:rPr>
                        <a:t>150</a:t>
                      </a:r>
                      <a:endParaRPr sz="1400" u="none" strike="noStrike" cap="none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b="1" dirty="0">
                          <a:solidFill>
                            <a:schemeClr val="accent4"/>
                          </a:solidFill>
                        </a:rPr>
                        <a:t>55.02</a:t>
                      </a:r>
                      <a:endParaRPr sz="1500" b="1" u="none" strike="noStrike" cap="none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1084;p12">
            <a:extLst>
              <a:ext uri="{FF2B5EF4-FFF2-40B4-BE49-F238E27FC236}">
                <a16:creationId xmlns:a16="http://schemas.microsoft.com/office/drawing/2014/main" id="{6CCC342A-1375-05CE-30FB-B202AD8D12CD}"/>
              </a:ext>
            </a:extLst>
          </p:cNvPr>
          <p:cNvSpPr/>
          <p:nvPr/>
        </p:nvSpPr>
        <p:spPr>
          <a:xfrm rot="2345165">
            <a:off x="-62480" y="-576447"/>
            <a:ext cx="1235302" cy="1992191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80F2-0C74-4499-9142-186F617DDE13}"/>
              </a:ext>
            </a:extLst>
          </p:cNvPr>
          <p:cNvSpPr/>
          <p:nvPr/>
        </p:nvSpPr>
        <p:spPr>
          <a:xfrm>
            <a:off x="5715243" y="3269564"/>
            <a:ext cx="2318400" cy="42403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chemeClr val="bg2">
                <a:lumMod val="90000"/>
                <a:alpha val="6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57" name="Google Shape;1157;g2e906823ad7_0_4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800" y="1875958"/>
            <a:ext cx="1762527" cy="181764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A546A22D-8CD3-8E08-24AA-290794F2F461}"/>
              </a:ext>
            </a:extLst>
          </p:cNvPr>
          <p:cNvSpPr/>
          <p:nvPr/>
        </p:nvSpPr>
        <p:spPr>
          <a:xfrm>
            <a:off x="4435390" y="2689650"/>
            <a:ext cx="375693" cy="30766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oogle Shape;1158;g2e906823ad7_0_422">
            <a:extLst>
              <a:ext uri="{FF2B5EF4-FFF2-40B4-BE49-F238E27FC236}">
                <a16:creationId xmlns:a16="http://schemas.microsoft.com/office/drawing/2014/main" id="{A189EEF9-CA6A-E10A-3C9B-A8891989271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4580" y="1873936"/>
            <a:ext cx="1693325" cy="181966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28153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30391-85B2-210C-7752-F637E2AF95A6}"/>
              </a:ext>
            </a:extLst>
          </p:cNvPr>
          <p:cNvSpPr txBox="1"/>
          <p:nvPr/>
        </p:nvSpPr>
        <p:spPr>
          <a:xfrm>
            <a:off x="-1" y="-8"/>
            <a:ext cx="4232671" cy="514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47" name="Google Shape;1147;g2e906823ad7_0_306"/>
          <p:cNvSpPr txBox="1"/>
          <p:nvPr/>
        </p:nvSpPr>
        <p:spPr>
          <a:xfrm>
            <a:off x="720000" y="509700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 b="1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Summarized</a:t>
            </a:r>
            <a:r>
              <a:rPr lang="en" sz="3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Results</a:t>
            </a:r>
            <a:endParaRPr sz="3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84;p12">
            <a:extLst>
              <a:ext uri="{FF2B5EF4-FFF2-40B4-BE49-F238E27FC236}">
                <a16:creationId xmlns:a16="http://schemas.microsoft.com/office/drawing/2014/main" id="{6CCC342A-1375-05CE-30FB-B202AD8D12CD}"/>
              </a:ext>
            </a:extLst>
          </p:cNvPr>
          <p:cNvSpPr/>
          <p:nvPr/>
        </p:nvSpPr>
        <p:spPr>
          <a:xfrm rot="2345165">
            <a:off x="-62480" y="-576447"/>
            <a:ext cx="1235302" cy="1992191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7" name="Google Shape;1197;g2e906823ad7_0_353"/>
          <p:cNvPicPr preferRelativeResize="0"/>
          <p:nvPr/>
        </p:nvPicPr>
        <p:blipFill>
          <a:blip r:embed="rId3"/>
          <a:srcRect/>
          <a:stretch/>
        </p:blipFill>
        <p:spPr>
          <a:xfrm>
            <a:off x="4656621" y="1655648"/>
            <a:ext cx="4063429" cy="27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g2e906823ad7_0_353"/>
          <p:cNvPicPr preferRelativeResize="0"/>
          <p:nvPr/>
        </p:nvPicPr>
        <p:blipFill>
          <a:blip r:embed="rId4"/>
          <a:srcRect/>
          <a:stretch/>
        </p:blipFill>
        <p:spPr>
          <a:xfrm>
            <a:off x="423950" y="1655648"/>
            <a:ext cx="4033782" cy="2793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624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5"/>
          <p:cNvSpPr/>
          <p:nvPr/>
        </p:nvSpPr>
        <p:spPr>
          <a:xfrm>
            <a:off x="3735900" y="1366775"/>
            <a:ext cx="16722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5"/>
          <p:cNvSpPr txBox="1">
            <a:spLocks noGrp="1"/>
          </p:cNvSpPr>
          <p:nvPr>
            <p:ph type="title"/>
          </p:nvPr>
        </p:nvSpPr>
        <p:spPr>
          <a:xfrm>
            <a:off x="3814841" y="1478372"/>
            <a:ext cx="1514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165" name="Google Shape;1165;p15"/>
          <p:cNvSpPr/>
          <p:nvPr/>
        </p:nvSpPr>
        <p:spPr>
          <a:xfrm>
            <a:off x="-566313" y="4040437"/>
            <a:ext cx="1586879" cy="1532532"/>
          </a:xfrm>
          <a:custGeom>
            <a:avLst/>
            <a:gdLst/>
            <a:ahLst/>
            <a:cxnLst/>
            <a:rect l="l" t="t" r="r" b="b"/>
            <a:pathLst>
              <a:path w="6036" h="5830" extrusionOk="0">
                <a:moveTo>
                  <a:pt x="5139" y="732"/>
                </a:moveTo>
                <a:cubicBezTo>
                  <a:pt x="5285" y="732"/>
                  <a:pt x="5353" y="804"/>
                  <a:pt x="5378" y="993"/>
                </a:cubicBezTo>
                <a:cubicBezTo>
                  <a:pt x="5378" y="1083"/>
                  <a:pt x="5363" y="1172"/>
                  <a:pt x="5423" y="1247"/>
                </a:cubicBezTo>
                <a:cubicBezTo>
                  <a:pt x="5404" y="1242"/>
                  <a:pt x="5386" y="1240"/>
                  <a:pt x="5370" y="1240"/>
                </a:cubicBezTo>
                <a:cubicBezTo>
                  <a:pt x="5280" y="1240"/>
                  <a:pt x="5217" y="1301"/>
                  <a:pt x="5154" y="1352"/>
                </a:cubicBezTo>
                <a:cubicBezTo>
                  <a:pt x="4885" y="1576"/>
                  <a:pt x="4661" y="1859"/>
                  <a:pt x="4467" y="2158"/>
                </a:cubicBezTo>
                <a:cubicBezTo>
                  <a:pt x="4526" y="1979"/>
                  <a:pt x="4512" y="1800"/>
                  <a:pt x="4541" y="1620"/>
                </a:cubicBezTo>
                <a:cubicBezTo>
                  <a:pt x="4556" y="1546"/>
                  <a:pt x="4556" y="1471"/>
                  <a:pt x="4541" y="1396"/>
                </a:cubicBezTo>
                <a:cubicBezTo>
                  <a:pt x="4541" y="1172"/>
                  <a:pt x="4526" y="948"/>
                  <a:pt x="4780" y="829"/>
                </a:cubicBezTo>
                <a:cubicBezTo>
                  <a:pt x="4810" y="814"/>
                  <a:pt x="4825" y="784"/>
                  <a:pt x="4825" y="754"/>
                </a:cubicBezTo>
                <a:cubicBezTo>
                  <a:pt x="4849" y="768"/>
                  <a:pt x="4873" y="774"/>
                  <a:pt x="4896" y="774"/>
                </a:cubicBezTo>
                <a:cubicBezTo>
                  <a:pt x="4947" y="774"/>
                  <a:pt x="4998" y="749"/>
                  <a:pt x="5049" y="739"/>
                </a:cubicBezTo>
                <a:cubicBezTo>
                  <a:pt x="5082" y="735"/>
                  <a:pt x="5112" y="732"/>
                  <a:pt x="5139" y="732"/>
                </a:cubicBezTo>
                <a:close/>
                <a:moveTo>
                  <a:pt x="5393" y="1426"/>
                </a:moveTo>
                <a:cubicBezTo>
                  <a:pt x="5378" y="1665"/>
                  <a:pt x="5363" y="1889"/>
                  <a:pt x="5273" y="2113"/>
                </a:cubicBezTo>
                <a:cubicBezTo>
                  <a:pt x="5273" y="2143"/>
                  <a:pt x="5258" y="2173"/>
                  <a:pt x="5273" y="2218"/>
                </a:cubicBezTo>
                <a:cubicBezTo>
                  <a:pt x="5243" y="2233"/>
                  <a:pt x="5214" y="2278"/>
                  <a:pt x="5199" y="2322"/>
                </a:cubicBezTo>
                <a:cubicBezTo>
                  <a:pt x="4915" y="3009"/>
                  <a:pt x="4526" y="3622"/>
                  <a:pt x="4019" y="4159"/>
                </a:cubicBezTo>
                <a:cubicBezTo>
                  <a:pt x="3989" y="4189"/>
                  <a:pt x="3944" y="4219"/>
                  <a:pt x="3959" y="4264"/>
                </a:cubicBezTo>
                <a:cubicBezTo>
                  <a:pt x="3869" y="4279"/>
                  <a:pt x="3825" y="4369"/>
                  <a:pt x="3750" y="4413"/>
                </a:cubicBezTo>
                <a:cubicBezTo>
                  <a:pt x="3730" y="4423"/>
                  <a:pt x="3716" y="4427"/>
                  <a:pt x="3705" y="4427"/>
                </a:cubicBezTo>
                <a:cubicBezTo>
                  <a:pt x="3666" y="4427"/>
                  <a:pt x="3675" y="4374"/>
                  <a:pt x="3675" y="4339"/>
                </a:cubicBezTo>
                <a:cubicBezTo>
                  <a:pt x="3675" y="4294"/>
                  <a:pt x="3705" y="4264"/>
                  <a:pt x="3735" y="4219"/>
                </a:cubicBezTo>
                <a:cubicBezTo>
                  <a:pt x="3959" y="3726"/>
                  <a:pt x="4153" y="3219"/>
                  <a:pt x="4347" y="2726"/>
                </a:cubicBezTo>
                <a:cubicBezTo>
                  <a:pt x="4362" y="2666"/>
                  <a:pt x="4377" y="2621"/>
                  <a:pt x="4407" y="2576"/>
                </a:cubicBezTo>
                <a:lnTo>
                  <a:pt x="4407" y="2561"/>
                </a:lnTo>
                <a:lnTo>
                  <a:pt x="4422" y="2561"/>
                </a:lnTo>
                <a:cubicBezTo>
                  <a:pt x="4497" y="2546"/>
                  <a:pt x="4526" y="2487"/>
                  <a:pt x="4556" y="2442"/>
                </a:cubicBezTo>
                <a:cubicBezTo>
                  <a:pt x="4646" y="2293"/>
                  <a:pt x="4736" y="2173"/>
                  <a:pt x="4825" y="2024"/>
                </a:cubicBezTo>
                <a:cubicBezTo>
                  <a:pt x="4975" y="1815"/>
                  <a:pt x="5184" y="1635"/>
                  <a:pt x="5363" y="1441"/>
                </a:cubicBezTo>
                <a:cubicBezTo>
                  <a:pt x="5363" y="1441"/>
                  <a:pt x="5378" y="1426"/>
                  <a:pt x="5393" y="1426"/>
                </a:cubicBezTo>
                <a:close/>
                <a:moveTo>
                  <a:pt x="4317" y="1232"/>
                </a:moveTo>
                <a:lnTo>
                  <a:pt x="4317" y="1232"/>
                </a:lnTo>
                <a:cubicBezTo>
                  <a:pt x="4347" y="1635"/>
                  <a:pt x="4302" y="2009"/>
                  <a:pt x="4198" y="2382"/>
                </a:cubicBezTo>
                <a:cubicBezTo>
                  <a:pt x="4168" y="2472"/>
                  <a:pt x="4123" y="2561"/>
                  <a:pt x="4153" y="2666"/>
                </a:cubicBezTo>
                <a:cubicBezTo>
                  <a:pt x="4153" y="2681"/>
                  <a:pt x="4153" y="2681"/>
                  <a:pt x="4168" y="2681"/>
                </a:cubicBezTo>
                <a:cubicBezTo>
                  <a:pt x="4108" y="2696"/>
                  <a:pt x="4093" y="2741"/>
                  <a:pt x="4063" y="2770"/>
                </a:cubicBezTo>
                <a:cubicBezTo>
                  <a:pt x="3869" y="3144"/>
                  <a:pt x="3690" y="3517"/>
                  <a:pt x="3556" y="3921"/>
                </a:cubicBezTo>
                <a:cubicBezTo>
                  <a:pt x="3526" y="3995"/>
                  <a:pt x="3496" y="4085"/>
                  <a:pt x="3541" y="4174"/>
                </a:cubicBezTo>
                <a:lnTo>
                  <a:pt x="3556" y="4189"/>
                </a:lnTo>
                <a:cubicBezTo>
                  <a:pt x="3549" y="4188"/>
                  <a:pt x="3543" y="4188"/>
                  <a:pt x="3536" y="4188"/>
                </a:cubicBezTo>
                <a:cubicBezTo>
                  <a:pt x="3462" y="4188"/>
                  <a:pt x="3434" y="4269"/>
                  <a:pt x="3406" y="4324"/>
                </a:cubicBezTo>
                <a:cubicBezTo>
                  <a:pt x="3332" y="4458"/>
                  <a:pt x="3257" y="4593"/>
                  <a:pt x="3167" y="4727"/>
                </a:cubicBezTo>
                <a:cubicBezTo>
                  <a:pt x="3078" y="4891"/>
                  <a:pt x="2973" y="5041"/>
                  <a:pt x="2794" y="5175"/>
                </a:cubicBezTo>
                <a:cubicBezTo>
                  <a:pt x="2794" y="4936"/>
                  <a:pt x="2764" y="4727"/>
                  <a:pt x="2794" y="4518"/>
                </a:cubicBezTo>
                <a:cubicBezTo>
                  <a:pt x="2824" y="4398"/>
                  <a:pt x="2869" y="4264"/>
                  <a:pt x="2809" y="4130"/>
                </a:cubicBezTo>
                <a:cubicBezTo>
                  <a:pt x="2809" y="4115"/>
                  <a:pt x="2809" y="4115"/>
                  <a:pt x="2809" y="4115"/>
                </a:cubicBezTo>
                <a:cubicBezTo>
                  <a:pt x="2884" y="3906"/>
                  <a:pt x="2958" y="3711"/>
                  <a:pt x="3048" y="3502"/>
                </a:cubicBezTo>
                <a:cubicBezTo>
                  <a:pt x="3078" y="3398"/>
                  <a:pt x="3093" y="3278"/>
                  <a:pt x="3182" y="3204"/>
                </a:cubicBezTo>
                <a:cubicBezTo>
                  <a:pt x="3182" y="3129"/>
                  <a:pt x="3197" y="3054"/>
                  <a:pt x="3242" y="2994"/>
                </a:cubicBezTo>
                <a:cubicBezTo>
                  <a:pt x="3257" y="2890"/>
                  <a:pt x="3287" y="2800"/>
                  <a:pt x="3347" y="2726"/>
                </a:cubicBezTo>
                <a:cubicBezTo>
                  <a:pt x="3362" y="2696"/>
                  <a:pt x="3362" y="2666"/>
                  <a:pt x="3376" y="2636"/>
                </a:cubicBezTo>
                <a:cubicBezTo>
                  <a:pt x="3466" y="2427"/>
                  <a:pt x="3556" y="2218"/>
                  <a:pt x="3660" y="2009"/>
                </a:cubicBezTo>
                <a:lnTo>
                  <a:pt x="3645" y="1994"/>
                </a:lnTo>
                <a:lnTo>
                  <a:pt x="3645" y="1994"/>
                </a:lnTo>
                <a:cubicBezTo>
                  <a:pt x="3660" y="2009"/>
                  <a:pt x="3675" y="2009"/>
                  <a:pt x="3675" y="2024"/>
                </a:cubicBezTo>
                <a:cubicBezTo>
                  <a:pt x="3750" y="1994"/>
                  <a:pt x="3780" y="1919"/>
                  <a:pt x="3810" y="1874"/>
                </a:cubicBezTo>
                <a:cubicBezTo>
                  <a:pt x="3959" y="1650"/>
                  <a:pt x="4123" y="1441"/>
                  <a:pt x="4317" y="1232"/>
                </a:cubicBezTo>
                <a:close/>
                <a:moveTo>
                  <a:pt x="4047" y="465"/>
                </a:moveTo>
                <a:cubicBezTo>
                  <a:pt x="4095" y="465"/>
                  <a:pt x="4141" y="481"/>
                  <a:pt x="4183" y="530"/>
                </a:cubicBezTo>
                <a:cubicBezTo>
                  <a:pt x="4317" y="665"/>
                  <a:pt x="4302" y="874"/>
                  <a:pt x="4183" y="1023"/>
                </a:cubicBezTo>
                <a:cubicBezTo>
                  <a:pt x="4004" y="1247"/>
                  <a:pt x="3795" y="1471"/>
                  <a:pt x="3645" y="1740"/>
                </a:cubicBezTo>
                <a:cubicBezTo>
                  <a:pt x="3571" y="1785"/>
                  <a:pt x="3466" y="1815"/>
                  <a:pt x="3451" y="1934"/>
                </a:cubicBezTo>
                <a:cubicBezTo>
                  <a:pt x="3421" y="1979"/>
                  <a:pt x="3406" y="2024"/>
                  <a:pt x="3436" y="2068"/>
                </a:cubicBezTo>
                <a:lnTo>
                  <a:pt x="3451" y="2068"/>
                </a:lnTo>
                <a:cubicBezTo>
                  <a:pt x="3093" y="2741"/>
                  <a:pt x="2854" y="3443"/>
                  <a:pt x="2630" y="4145"/>
                </a:cubicBezTo>
                <a:lnTo>
                  <a:pt x="2630" y="4159"/>
                </a:lnTo>
                <a:cubicBezTo>
                  <a:pt x="2630" y="4145"/>
                  <a:pt x="2615" y="4145"/>
                  <a:pt x="2615" y="4145"/>
                </a:cubicBezTo>
                <a:cubicBezTo>
                  <a:pt x="2540" y="4159"/>
                  <a:pt x="2525" y="4234"/>
                  <a:pt x="2495" y="4279"/>
                </a:cubicBezTo>
                <a:cubicBezTo>
                  <a:pt x="2316" y="4623"/>
                  <a:pt x="2107" y="4951"/>
                  <a:pt x="1868" y="5250"/>
                </a:cubicBezTo>
                <a:cubicBezTo>
                  <a:pt x="1778" y="5369"/>
                  <a:pt x="1704" y="5489"/>
                  <a:pt x="1539" y="5578"/>
                </a:cubicBezTo>
                <a:cubicBezTo>
                  <a:pt x="1584" y="4772"/>
                  <a:pt x="1913" y="4070"/>
                  <a:pt x="2137" y="3353"/>
                </a:cubicBezTo>
                <a:cubicBezTo>
                  <a:pt x="2167" y="3278"/>
                  <a:pt x="2182" y="3204"/>
                  <a:pt x="2211" y="3144"/>
                </a:cubicBezTo>
                <a:cubicBezTo>
                  <a:pt x="2226" y="3114"/>
                  <a:pt x="2241" y="3084"/>
                  <a:pt x="2241" y="3054"/>
                </a:cubicBezTo>
                <a:cubicBezTo>
                  <a:pt x="2256" y="2994"/>
                  <a:pt x="2286" y="2935"/>
                  <a:pt x="2301" y="2875"/>
                </a:cubicBezTo>
                <a:cubicBezTo>
                  <a:pt x="2301" y="2875"/>
                  <a:pt x="2301" y="2875"/>
                  <a:pt x="2301" y="2860"/>
                </a:cubicBezTo>
                <a:lnTo>
                  <a:pt x="2331" y="2860"/>
                </a:lnTo>
                <a:cubicBezTo>
                  <a:pt x="2391" y="2815"/>
                  <a:pt x="2421" y="2741"/>
                  <a:pt x="2450" y="2666"/>
                </a:cubicBezTo>
                <a:cubicBezTo>
                  <a:pt x="2764" y="1994"/>
                  <a:pt x="3093" y="1337"/>
                  <a:pt x="3556" y="754"/>
                </a:cubicBezTo>
                <a:cubicBezTo>
                  <a:pt x="3600" y="709"/>
                  <a:pt x="3675" y="709"/>
                  <a:pt x="3705" y="650"/>
                </a:cubicBezTo>
                <a:cubicBezTo>
                  <a:pt x="3750" y="575"/>
                  <a:pt x="3810" y="530"/>
                  <a:pt x="3884" y="500"/>
                </a:cubicBezTo>
                <a:cubicBezTo>
                  <a:pt x="3939" y="484"/>
                  <a:pt x="3994" y="465"/>
                  <a:pt x="4047" y="465"/>
                </a:cubicBezTo>
                <a:close/>
                <a:moveTo>
                  <a:pt x="3297" y="1"/>
                </a:moveTo>
                <a:cubicBezTo>
                  <a:pt x="3243" y="1"/>
                  <a:pt x="3184" y="13"/>
                  <a:pt x="3123" y="37"/>
                </a:cubicBezTo>
                <a:cubicBezTo>
                  <a:pt x="3033" y="82"/>
                  <a:pt x="2943" y="127"/>
                  <a:pt x="2869" y="187"/>
                </a:cubicBezTo>
                <a:cubicBezTo>
                  <a:pt x="2391" y="545"/>
                  <a:pt x="2122" y="1068"/>
                  <a:pt x="1823" y="1561"/>
                </a:cubicBezTo>
                <a:cubicBezTo>
                  <a:pt x="1569" y="1979"/>
                  <a:pt x="1345" y="2427"/>
                  <a:pt x="1121" y="2875"/>
                </a:cubicBezTo>
                <a:cubicBezTo>
                  <a:pt x="807" y="3472"/>
                  <a:pt x="509" y="4085"/>
                  <a:pt x="210" y="4697"/>
                </a:cubicBezTo>
                <a:cubicBezTo>
                  <a:pt x="61" y="4951"/>
                  <a:pt x="1" y="5235"/>
                  <a:pt x="61" y="5563"/>
                </a:cubicBezTo>
                <a:cubicBezTo>
                  <a:pt x="135" y="5265"/>
                  <a:pt x="210" y="5026"/>
                  <a:pt x="270" y="4772"/>
                </a:cubicBezTo>
                <a:lnTo>
                  <a:pt x="285" y="4772"/>
                </a:lnTo>
                <a:cubicBezTo>
                  <a:pt x="359" y="4593"/>
                  <a:pt x="449" y="4428"/>
                  <a:pt x="539" y="4264"/>
                </a:cubicBezTo>
                <a:cubicBezTo>
                  <a:pt x="807" y="3756"/>
                  <a:pt x="1076" y="3263"/>
                  <a:pt x="1330" y="2756"/>
                </a:cubicBezTo>
                <a:cubicBezTo>
                  <a:pt x="1674" y="2054"/>
                  <a:pt x="2062" y="1381"/>
                  <a:pt x="2510" y="754"/>
                </a:cubicBezTo>
                <a:cubicBezTo>
                  <a:pt x="2674" y="515"/>
                  <a:pt x="2869" y="291"/>
                  <a:pt x="3152" y="172"/>
                </a:cubicBezTo>
                <a:cubicBezTo>
                  <a:pt x="3206" y="148"/>
                  <a:pt x="3255" y="133"/>
                  <a:pt x="3300" y="133"/>
                </a:cubicBezTo>
                <a:cubicBezTo>
                  <a:pt x="3368" y="133"/>
                  <a:pt x="3427" y="166"/>
                  <a:pt x="3481" y="246"/>
                </a:cubicBezTo>
                <a:cubicBezTo>
                  <a:pt x="3556" y="381"/>
                  <a:pt x="3600" y="485"/>
                  <a:pt x="3451" y="605"/>
                </a:cubicBezTo>
                <a:cubicBezTo>
                  <a:pt x="3391" y="665"/>
                  <a:pt x="3332" y="739"/>
                  <a:pt x="3272" y="814"/>
                </a:cubicBezTo>
                <a:cubicBezTo>
                  <a:pt x="2809" y="1426"/>
                  <a:pt x="2480" y="2113"/>
                  <a:pt x="2182" y="2815"/>
                </a:cubicBezTo>
                <a:cubicBezTo>
                  <a:pt x="2152" y="2875"/>
                  <a:pt x="2137" y="2935"/>
                  <a:pt x="2122" y="2980"/>
                </a:cubicBezTo>
                <a:cubicBezTo>
                  <a:pt x="2092" y="3039"/>
                  <a:pt x="2092" y="3084"/>
                  <a:pt x="2047" y="3129"/>
                </a:cubicBezTo>
                <a:cubicBezTo>
                  <a:pt x="1928" y="3458"/>
                  <a:pt x="1793" y="3771"/>
                  <a:pt x="1674" y="4100"/>
                </a:cubicBezTo>
                <a:cubicBezTo>
                  <a:pt x="1495" y="4593"/>
                  <a:pt x="1330" y="5100"/>
                  <a:pt x="1345" y="5638"/>
                </a:cubicBezTo>
                <a:cubicBezTo>
                  <a:pt x="1360" y="5698"/>
                  <a:pt x="1390" y="5788"/>
                  <a:pt x="1435" y="5817"/>
                </a:cubicBezTo>
                <a:cubicBezTo>
                  <a:pt x="1444" y="5826"/>
                  <a:pt x="1459" y="5830"/>
                  <a:pt x="1477" y="5830"/>
                </a:cubicBezTo>
                <a:cubicBezTo>
                  <a:pt x="1519" y="5830"/>
                  <a:pt x="1578" y="5809"/>
                  <a:pt x="1599" y="5788"/>
                </a:cubicBezTo>
                <a:cubicBezTo>
                  <a:pt x="1763" y="5638"/>
                  <a:pt x="1928" y="5489"/>
                  <a:pt x="2062" y="5310"/>
                </a:cubicBezTo>
                <a:cubicBezTo>
                  <a:pt x="2241" y="5071"/>
                  <a:pt x="2406" y="4802"/>
                  <a:pt x="2600" y="4503"/>
                </a:cubicBezTo>
                <a:cubicBezTo>
                  <a:pt x="2600" y="4772"/>
                  <a:pt x="2600" y="4981"/>
                  <a:pt x="2600" y="5190"/>
                </a:cubicBezTo>
                <a:cubicBezTo>
                  <a:pt x="2615" y="5280"/>
                  <a:pt x="2585" y="5399"/>
                  <a:pt x="2704" y="5414"/>
                </a:cubicBezTo>
                <a:cubicBezTo>
                  <a:pt x="2779" y="5414"/>
                  <a:pt x="2884" y="5369"/>
                  <a:pt x="2928" y="5310"/>
                </a:cubicBezTo>
                <a:cubicBezTo>
                  <a:pt x="3137" y="5056"/>
                  <a:pt x="3332" y="4787"/>
                  <a:pt x="3526" y="4533"/>
                </a:cubicBezTo>
                <a:cubicBezTo>
                  <a:pt x="3569" y="4594"/>
                  <a:pt x="3618" y="4634"/>
                  <a:pt x="3671" y="4634"/>
                </a:cubicBezTo>
                <a:cubicBezTo>
                  <a:pt x="3710" y="4634"/>
                  <a:pt x="3751" y="4613"/>
                  <a:pt x="3795" y="4563"/>
                </a:cubicBezTo>
                <a:cubicBezTo>
                  <a:pt x="3869" y="4503"/>
                  <a:pt x="3944" y="4443"/>
                  <a:pt x="4034" y="4384"/>
                </a:cubicBezTo>
                <a:cubicBezTo>
                  <a:pt x="4661" y="3801"/>
                  <a:pt x="5094" y="3099"/>
                  <a:pt x="5393" y="2307"/>
                </a:cubicBezTo>
                <a:cubicBezTo>
                  <a:pt x="5408" y="2293"/>
                  <a:pt x="5408" y="2278"/>
                  <a:pt x="5408" y="2248"/>
                </a:cubicBezTo>
                <a:cubicBezTo>
                  <a:pt x="5438" y="2173"/>
                  <a:pt x="5467" y="2083"/>
                  <a:pt x="5497" y="2009"/>
                </a:cubicBezTo>
                <a:cubicBezTo>
                  <a:pt x="5497" y="1994"/>
                  <a:pt x="5497" y="1979"/>
                  <a:pt x="5497" y="1979"/>
                </a:cubicBezTo>
                <a:lnTo>
                  <a:pt x="5572" y="1352"/>
                </a:lnTo>
                <a:cubicBezTo>
                  <a:pt x="5627" y="1319"/>
                  <a:pt x="5675" y="1302"/>
                  <a:pt x="5716" y="1302"/>
                </a:cubicBezTo>
                <a:cubicBezTo>
                  <a:pt x="5786" y="1302"/>
                  <a:pt x="5831" y="1352"/>
                  <a:pt x="5841" y="1456"/>
                </a:cubicBezTo>
                <a:cubicBezTo>
                  <a:pt x="5841" y="1725"/>
                  <a:pt x="5856" y="1994"/>
                  <a:pt x="5781" y="2248"/>
                </a:cubicBezTo>
                <a:cubicBezTo>
                  <a:pt x="5617" y="2860"/>
                  <a:pt x="5243" y="3383"/>
                  <a:pt x="4900" y="3921"/>
                </a:cubicBezTo>
                <a:cubicBezTo>
                  <a:pt x="4751" y="4130"/>
                  <a:pt x="4616" y="4339"/>
                  <a:pt x="4467" y="4563"/>
                </a:cubicBezTo>
                <a:cubicBezTo>
                  <a:pt x="4475" y="4603"/>
                  <a:pt x="4491" y="4617"/>
                  <a:pt x="4512" y="4617"/>
                </a:cubicBezTo>
                <a:cubicBezTo>
                  <a:pt x="4530" y="4617"/>
                  <a:pt x="4551" y="4606"/>
                  <a:pt x="4571" y="4593"/>
                </a:cubicBezTo>
                <a:cubicBezTo>
                  <a:pt x="4601" y="4548"/>
                  <a:pt x="4631" y="4518"/>
                  <a:pt x="4676" y="4488"/>
                </a:cubicBezTo>
                <a:cubicBezTo>
                  <a:pt x="5094" y="3965"/>
                  <a:pt x="5453" y="3398"/>
                  <a:pt x="5736" y="2785"/>
                </a:cubicBezTo>
                <a:cubicBezTo>
                  <a:pt x="5930" y="2412"/>
                  <a:pt x="6035" y="2009"/>
                  <a:pt x="6005" y="1591"/>
                </a:cubicBezTo>
                <a:cubicBezTo>
                  <a:pt x="5990" y="1352"/>
                  <a:pt x="5901" y="1187"/>
                  <a:pt x="5751" y="1187"/>
                </a:cubicBezTo>
                <a:cubicBezTo>
                  <a:pt x="5587" y="1187"/>
                  <a:pt x="5572" y="1113"/>
                  <a:pt x="5557" y="978"/>
                </a:cubicBezTo>
                <a:cubicBezTo>
                  <a:pt x="5543" y="703"/>
                  <a:pt x="5428" y="542"/>
                  <a:pt x="5211" y="542"/>
                </a:cubicBezTo>
                <a:cubicBezTo>
                  <a:pt x="5193" y="542"/>
                  <a:pt x="5174" y="543"/>
                  <a:pt x="5154" y="545"/>
                </a:cubicBezTo>
                <a:cubicBezTo>
                  <a:pt x="5019" y="560"/>
                  <a:pt x="4885" y="620"/>
                  <a:pt x="4751" y="665"/>
                </a:cubicBezTo>
                <a:cubicBezTo>
                  <a:pt x="4721" y="679"/>
                  <a:pt x="4706" y="679"/>
                  <a:pt x="4676" y="694"/>
                </a:cubicBezTo>
                <a:cubicBezTo>
                  <a:pt x="4600" y="745"/>
                  <a:pt x="4556" y="774"/>
                  <a:pt x="4526" y="774"/>
                </a:cubicBezTo>
                <a:cubicBezTo>
                  <a:pt x="4483" y="774"/>
                  <a:pt x="4465" y="719"/>
                  <a:pt x="4422" y="590"/>
                </a:cubicBezTo>
                <a:cubicBezTo>
                  <a:pt x="4349" y="382"/>
                  <a:pt x="4225" y="275"/>
                  <a:pt x="4066" y="275"/>
                </a:cubicBezTo>
                <a:cubicBezTo>
                  <a:pt x="3997" y="275"/>
                  <a:pt x="3921" y="295"/>
                  <a:pt x="3839" y="336"/>
                </a:cubicBezTo>
                <a:cubicBezTo>
                  <a:pt x="3794" y="356"/>
                  <a:pt x="3756" y="372"/>
                  <a:pt x="3724" y="372"/>
                </a:cubicBezTo>
                <a:cubicBezTo>
                  <a:pt x="3682" y="372"/>
                  <a:pt x="3649" y="345"/>
                  <a:pt x="3615" y="261"/>
                </a:cubicBezTo>
                <a:cubicBezTo>
                  <a:pt x="3561" y="87"/>
                  <a:pt x="3444" y="1"/>
                  <a:pt x="32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15"/>
          <p:cNvSpPr/>
          <p:nvPr/>
        </p:nvSpPr>
        <p:spPr>
          <a:xfrm rot="-4886967">
            <a:off x="7553951" y="-822174"/>
            <a:ext cx="1519179" cy="1979565"/>
          </a:xfrm>
          <a:custGeom>
            <a:avLst/>
            <a:gdLst/>
            <a:ahLst/>
            <a:cxnLst/>
            <a:rect l="l" t="t" r="r" b="b"/>
            <a:pathLst>
              <a:path w="4168" h="5431" extrusionOk="0">
                <a:moveTo>
                  <a:pt x="1106" y="3297"/>
                </a:moveTo>
                <a:cubicBezTo>
                  <a:pt x="1157" y="3381"/>
                  <a:pt x="1217" y="3458"/>
                  <a:pt x="1270" y="3542"/>
                </a:cubicBezTo>
                <a:cubicBezTo>
                  <a:pt x="1210" y="3458"/>
                  <a:pt x="1150" y="3384"/>
                  <a:pt x="1106" y="3297"/>
                </a:cubicBezTo>
                <a:close/>
                <a:moveTo>
                  <a:pt x="1673" y="1284"/>
                </a:moveTo>
                <a:cubicBezTo>
                  <a:pt x="2035" y="1284"/>
                  <a:pt x="2204" y="1541"/>
                  <a:pt x="2360" y="1824"/>
                </a:cubicBezTo>
                <a:cubicBezTo>
                  <a:pt x="2554" y="2183"/>
                  <a:pt x="2524" y="2586"/>
                  <a:pt x="2509" y="2974"/>
                </a:cubicBezTo>
                <a:cubicBezTo>
                  <a:pt x="2497" y="3331"/>
                  <a:pt x="2255" y="3579"/>
                  <a:pt x="1925" y="3579"/>
                </a:cubicBezTo>
                <a:cubicBezTo>
                  <a:pt x="1868" y="3579"/>
                  <a:pt x="1809" y="3572"/>
                  <a:pt x="1748" y="3557"/>
                </a:cubicBezTo>
                <a:cubicBezTo>
                  <a:pt x="1359" y="3467"/>
                  <a:pt x="1255" y="3138"/>
                  <a:pt x="1180" y="2795"/>
                </a:cubicBezTo>
                <a:cubicBezTo>
                  <a:pt x="1120" y="2496"/>
                  <a:pt x="1165" y="2227"/>
                  <a:pt x="1434" y="2033"/>
                </a:cubicBezTo>
                <a:cubicBezTo>
                  <a:pt x="1524" y="1971"/>
                  <a:pt x="1603" y="1941"/>
                  <a:pt x="1671" y="1941"/>
                </a:cubicBezTo>
                <a:cubicBezTo>
                  <a:pt x="1784" y="1941"/>
                  <a:pt x="1865" y="2024"/>
                  <a:pt x="1912" y="2183"/>
                </a:cubicBezTo>
                <a:cubicBezTo>
                  <a:pt x="1972" y="2347"/>
                  <a:pt x="1972" y="2511"/>
                  <a:pt x="1987" y="2661"/>
                </a:cubicBezTo>
                <a:cubicBezTo>
                  <a:pt x="1987" y="2735"/>
                  <a:pt x="1987" y="2810"/>
                  <a:pt x="2016" y="2885"/>
                </a:cubicBezTo>
                <a:cubicBezTo>
                  <a:pt x="2046" y="2929"/>
                  <a:pt x="2076" y="2959"/>
                  <a:pt x="2121" y="2959"/>
                </a:cubicBezTo>
                <a:cubicBezTo>
                  <a:pt x="2166" y="2959"/>
                  <a:pt x="2196" y="2914"/>
                  <a:pt x="2196" y="2870"/>
                </a:cubicBezTo>
                <a:cubicBezTo>
                  <a:pt x="2226" y="2526"/>
                  <a:pt x="2285" y="2183"/>
                  <a:pt x="2061" y="1869"/>
                </a:cubicBezTo>
                <a:cubicBezTo>
                  <a:pt x="1972" y="1741"/>
                  <a:pt x="1850" y="1668"/>
                  <a:pt x="1705" y="1668"/>
                </a:cubicBezTo>
                <a:cubicBezTo>
                  <a:pt x="1680" y="1668"/>
                  <a:pt x="1654" y="1670"/>
                  <a:pt x="1628" y="1675"/>
                </a:cubicBezTo>
                <a:cubicBezTo>
                  <a:pt x="1210" y="1735"/>
                  <a:pt x="896" y="2093"/>
                  <a:pt x="896" y="2526"/>
                </a:cubicBezTo>
                <a:cubicBezTo>
                  <a:pt x="931" y="2700"/>
                  <a:pt x="939" y="2874"/>
                  <a:pt x="990" y="3041"/>
                </a:cubicBezTo>
                <a:lnTo>
                  <a:pt x="990" y="3041"/>
                </a:lnTo>
                <a:cubicBezTo>
                  <a:pt x="962" y="2973"/>
                  <a:pt x="941" y="2903"/>
                  <a:pt x="941" y="2825"/>
                </a:cubicBezTo>
                <a:cubicBezTo>
                  <a:pt x="881" y="2541"/>
                  <a:pt x="822" y="2257"/>
                  <a:pt x="866" y="1973"/>
                </a:cubicBezTo>
                <a:cubicBezTo>
                  <a:pt x="911" y="1600"/>
                  <a:pt x="1240" y="1316"/>
                  <a:pt x="1613" y="1286"/>
                </a:cubicBezTo>
                <a:cubicBezTo>
                  <a:pt x="1634" y="1285"/>
                  <a:pt x="1654" y="1284"/>
                  <a:pt x="1673" y="1284"/>
                </a:cubicBezTo>
                <a:close/>
                <a:moveTo>
                  <a:pt x="1598" y="0"/>
                </a:moveTo>
                <a:cubicBezTo>
                  <a:pt x="1414" y="0"/>
                  <a:pt x="1224" y="40"/>
                  <a:pt x="1031" y="121"/>
                </a:cubicBezTo>
                <a:cubicBezTo>
                  <a:pt x="478" y="345"/>
                  <a:pt x="135" y="779"/>
                  <a:pt x="75" y="1391"/>
                </a:cubicBezTo>
                <a:cubicBezTo>
                  <a:pt x="0" y="2407"/>
                  <a:pt x="149" y="3363"/>
                  <a:pt x="657" y="4244"/>
                </a:cubicBezTo>
                <a:cubicBezTo>
                  <a:pt x="1022" y="4890"/>
                  <a:pt x="1454" y="5430"/>
                  <a:pt x="2262" y="5430"/>
                </a:cubicBezTo>
                <a:cubicBezTo>
                  <a:pt x="2313" y="5430"/>
                  <a:pt x="2365" y="5428"/>
                  <a:pt x="2420" y="5424"/>
                </a:cubicBezTo>
                <a:cubicBezTo>
                  <a:pt x="3211" y="5349"/>
                  <a:pt x="3913" y="4856"/>
                  <a:pt x="4137" y="4124"/>
                </a:cubicBezTo>
                <a:cubicBezTo>
                  <a:pt x="4152" y="4079"/>
                  <a:pt x="4167" y="4020"/>
                  <a:pt x="4093" y="4005"/>
                </a:cubicBezTo>
                <a:cubicBezTo>
                  <a:pt x="3958" y="4050"/>
                  <a:pt x="3928" y="4184"/>
                  <a:pt x="3868" y="4289"/>
                </a:cubicBezTo>
                <a:cubicBezTo>
                  <a:pt x="3630" y="4737"/>
                  <a:pt x="3256" y="5050"/>
                  <a:pt x="2748" y="5155"/>
                </a:cubicBezTo>
                <a:cubicBezTo>
                  <a:pt x="2571" y="5194"/>
                  <a:pt x="2385" y="5228"/>
                  <a:pt x="2201" y="5228"/>
                </a:cubicBezTo>
                <a:cubicBezTo>
                  <a:pt x="1966" y="5228"/>
                  <a:pt x="1733" y="5173"/>
                  <a:pt x="1524" y="5005"/>
                </a:cubicBezTo>
                <a:cubicBezTo>
                  <a:pt x="1180" y="4722"/>
                  <a:pt x="911" y="4363"/>
                  <a:pt x="717" y="3945"/>
                </a:cubicBezTo>
                <a:cubicBezTo>
                  <a:pt x="359" y="3168"/>
                  <a:pt x="239" y="2332"/>
                  <a:pt x="284" y="1481"/>
                </a:cubicBezTo>
                <a:cubicBezTo>
                  <a:pt x="314" y="958"/>
                  <a:pt x="568" y="570"/>
                  <a:pt x="1016" y="345"/>
                </a:cubicBezTo>
                <a:cubicBezTo>
                  <a:pt x="1199" y="254"/>
                  <a:pt x="1387" y="208"/>
                  <a:pt x="1574" y="208"/>
                </a:cubicBezTo>
                <a:cubicBezTo>
                  <a:pt x="1815" y="208"/>
                  <a:pt x="2052" y="284"/>
                  <a:pt x="2270" y="435"/>
                </a:cubicBezTo>
                <a:cubicBezTo>
                  <a:pt x="2360" y="480"/>
                  <a:pt x="2405" y="540"/>
                  <a:pt x="2465" y="599"/>
                </a:cubicBezTo>
                <a:cubicBezTo>
                  <a:pt x="2584" y="719"/>
                  <a:pt x="2703" y="868"/>
                  <a:pt x="2808" y="1003"/>
                </a:cubicBezTo>
                <a:cubicBezTo>
                  <a:pt x="3286" y="1660"/>
                  <a:pt x="3420" y="2392"/>
                  <a:pt x="3271" y="3168"/>
                </a:cubicBezTo>
                <a:cubicBezTo>
                  <a:pt x="3196" y="3601"/>
                  <a:pt x="2913" y="3870"/>
                  <a:pt x="2479" y="3990"/>
                </a:cubicBezTo>
                <a:cubicBezTo>
                  <a:pt x="2374" y="4021"/>
                  <a:pt x="2275" y="4035"/>
                  <a:pt x="2180" y="4035"/>
                </a:cubicBezTo>
                <a:cubicBezTo>
                  <a:pt x="1897" y="4035"/>
                  <a:pt x="1658" y="3906"/>
                  <a:pt x="1442" y="3713"/>
                </a:cubicBezTo>
                <a:lnTo>
                  <a:pt x="1442" y="3713"/>
                </a:lnTo>
                <a:cubicBezTo>
                  <a:pt x="1513" y="3771"/>
                  <a:pt x="1592" y="3816"/>
                  <a:pt x="1688" y="3840"/>
                </a:cubicBezTo>
                <a:cubicBezTo>
                  <a:pt x="1752" y="3852"/>
                  <a:pt x="1815" y="3858"/>
                  <a:pt x="1877" y="3858"/>
                </a:cubicBezTo>
                <a:cubicBezTo>
                  <a:pt x="2364" y="3858"/>
                  <a:pt x="2767" y="3506"/>
                  <a:pt x="2793" y="2989"/>
                </a:cubicBezTo>
                <a:cubicBezTo>
                  <a:pt x="2808" y="2825"/>
                  <a:pt x="2793" y="2646"/>
                  <a:pt x="2793" y="2481"/>
                </a:cubicBezTo>
                <a:cubicBezTo>
                  <a:pt x="2793" y="2003"/>
                  <a:pt x="2599" y="1615"/>
                  <a:pt x="2300" y="1257"/>
                </a:cubicBezTo>
                <a:cubicBezTo>
                  <a:pt x="2181" y="1122"/>
                  <a:pt x="2031" y="1047"/>
                  <a:pt x="1852" y="1018"/>
                </a:cubicBezTo>
                <a:cubicBezTo>
                  <a:pt x="1794" y="1008"/>
                  <a:pt x="1735" y="1003"/>
                  <a:pt x="1678" y="1003"/>
                </a:cubicBezTo>
                <a:cubicBezTo>
                  <a:pt x="1128" y="1003"/>
                  <a:pt x="623" y="1436"/>
                  <a:pt x="583" y="2003"/>
                </a:cubicBezTo>
                <a:cubicBezTo>
                  <a:pt x="538" y="2735"/>
                  <a:pt x="807" y="3363"/>
                  <a:pt x="1285" y="3900"/>
                </a:cubicBezTo>
                <a:cubicBezTo>
                  <a:pt x="1524" y="4179"/>
                  <a:pt x="1822" y="4298"/>
                  <a:pt x="2141" y="4298"/>
                </a:cubicBezTo>
                <a:cubicBezTo>
                  <a:pt x="2300" y="4298"/>
                  <a:pt x="2465" y="4269"/>
                  <a:pt x="2629" y="4214"/>
                </a:cubicBezTo>
                <a:cubicBezTo>
                  <a:pt x="3137" y="4064"/>
                  <a:pt x="3465" y="3706"/>
                  <a:pt x="3555" y="3198"/>
                </a:cubicBezTo>
                <a:cubicBezTo>
                  <a:pt x="3689" y="2362"/>
                  <a:pt x="3570" y="1570"/>
                  <a:pt x="3032" y="883"/>
                </a:cubicBezTo>
                <a:cubicBezTo>
                  <a:pt x="2942" y="794"/>
                  <a:pt x="2868" y="689"/>
                  <a:pt x="2763" y="599"/>
                </a:cubicBezTo>
                <a:cubicBezTo>
                  <a:pt x="2703" y="555"/>
                  <a:pt x="2644" y="495"/>
                  <a:pt x="2584" y="435"/>
                </a:cubicBezTo>
                <a:cubicBezTo>
                  <a:pt x="2289" y="149"/>
                  <a:pt x="1954" y="0"/>
                  <a:pt x="15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167" name="Google Shape;1167;p15"/>
          <p:cNvSpPr txBox="1"/>
          <p:nvPr/>
        </p:nvSpPr>
        <p:spPr>
          <a:xfrm>
            <a:off x="3594500" y="2698175"/>
            <a:ext cx="2183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Demo</a:t>
            </a:r>
            <a:endParaRPr sz="48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E63B4C-856C-86F1-08C4-2A208F391B91}"/>
              </a:ext>
            </a:extLst>
          </p:cNvPr>
          <p:cNvSpPr txBox="1"/>
          <p:nvPr/>
        </p:nvSpPr>
        <p:spPr>
          <a:xfrm>
            <a:off x="-1" y="-8"/>
            <a:ext cx="8208001" cy="514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73" name="Google Shape;1173;g2e906823ad7_0_441"/>
          <p:cNvSpPr txBox="1"/>
          <p:nvPr/>
        </p:nvSpPr>
        <p:spPr>
          <a:xfrm>
            <a:off x="1612800" y="214450"/>
            <a:ext cx="6000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Generating from new sketch</a:t>
            </a:r>
            <a:endParaRPr sz="2800" b="1" dirty="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demo1">
            <a:hlinkClick r:id="" action="ppaction://media"/>
            <a:extLst>
              <a:ext uri="{FF2B5EF4-FFF2-40B4-BE49-F238E27FC236}">
                <a16:creationId xmlns:a16="http://schemas.microsoft.com/office/drawing/2014/main" id="{CD393FF0-5FE8-A499-1FC3-A8A504E7B4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0600" y="860950"/>
            <a:ext cx="7162800" cy="3879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27E223-B9CB-E6B1-3C14-68E2C733CF33}"/>
              </a:ext>
            </a:extLst>
          </p:cNvPr>
          <p:cNvSpPr txBox="1"/>
          <p:nvPr/>
        </p:nvSpPr>
        <p:spPr>
          <a:xfrm>
            <a:off x="-1" y="-8"/>
            <a:ext cx="8208001" cy="51435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79" name="Google Shape;1179;g2e906823ad7_0_699"/>
          <p:cNvSpPr txBox="1"/>
          <p:nvPr/>
        </p:nvSpPr>
        <p:spPr>
          <a:xfrm>
            <a:off x="2409750" y="277950"/>
            <a:ext cx="4324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2800" b="1">
                <a:solidFill>
                  <a:schemeClr val="accent4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ctr"/>
            <a:r>
              <a:rPr lang="en" dirty="0">
                <a:sym typeface="Montserrat"/>
              </a:rPr>
              <a:t>Uploading a sketch</a:t>
            </a:r>
            <a:endParaRPr dirty="0">
              <a:sym typeface="Montserrat"/>
            </a:endParaRPr>
          </a:p>
        </p:txBody>
      </p:sp>
      <p:pic>
        <p:nvPicPr>
          <p:cNvPr id="2" name="demo2">
            <a:hlinkClick r:id="" action="ppaction://media"/>
            <a:extLst>
              <a:ext uri="{FF2B5EF4-FFF2-40B4-BE49-F238E27FC236}">
                <a16:creationId xmlns:a16="http://schemas.microsoft.com/office/drawing/2014/main" id="{2E5AFAC5-596E-C008-1BF9-DC940928AF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7410" y="924450"/>
            <a:ext cx="6949180" cy="37641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e906823ad7_0_583"/>
          <p:cNvSpPr txBox="1">
            <a:spLocks noGrp="1"/>
          </p:cNvSpPr>
          <p:nvPr>
            <p:ph type="subTitle" idx="1"/>
          </p:nvPr>
        </p:nvSpPr>
        <p:spPr>
          <a:xfrm>
            <a:off x="1511141" y="2698169"/>
            <a:ext cx="612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 b="1" dirty="0"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sz="48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/>
          </a:p>
        </p:txBody>
      </p:sp>
      <p:sp>
        <p:nvSpPr>
          <p:cNvPr id="1246" name="Google Shape;1246;g2e906823ad7_0_583"/>
          <p:cNvSpPr/>
          <p:nvPr/>
        </p:nvSpPr>
        <p:spPr>
          <a:xfrm>
            <a:off x="792587" y="-226763"/>
            <a:ext cx="1586879" cy="1532532"/>
          </a:xfrm>
          <a:custGeom>
            <a:avLst/>
            <a:gdLst/>
            <a:ahLst/>
            <a:cxnLst/>
            <a:rect l="l" t="t" r="r" b="b"/>
            <a:pathLst>
              <a:path w="6036" h="5830" extrusionOk="0">
                <a:moveTo>
                  <a:pt x="5139" y="732"/>
                </a:moveTo>
                <a:cubicBezTo>
                  <a:pt x="5285" y="732"/>
                  <a:pt x="5353" y="804"/>
                  <a:pt x="5378" y="993"/>
                </a:cubicBezTo>
                <a:cubicBezTo>
                  <a:pt x="5378" y="1083"/>
                  <a:pt x="5363" y="1172"/>
                  <a:pt x="5423" y="1247"/>
                </a:cubicBezTo>
                <a:cubicBezTo>
                  <a:pt x="5404" y="1242"/>
                  <a:pt x="5386" y="1240"/>
                  <a:pt x="5370" y="1240"/>
                </a:cubicBezTo>
                <a:cubicBezTo>
                  <a:pt x="5280" y="1240"/>
                  <a:pt x="5217" y="1301"/>
                  <a:pt x="5154" y="1352"/>
                </a:cubicBezTo>
                <a:cubicBezTo>
                  <a:pt x="4885" y="1576"/>
                  <a:pt x="4661" y="1859"/>
                  <a:pt x="4467" y="2158"/>
                </a:cubicBezTo>
                <a:cubicBezTo>
                  <a:pt x="4526" y="1979"/>
                  <a:pt x="4512" y="1800"/>
                  <a:pt x="4541" y="1620"/>
                </a:cubicBezTo>
                <a:cubicBezTo>
                  <a:pt x="4556" y="1546"/>
                  <a:pt x="4556" y="1471"/>
                  <a:pt x="4541" y="1396"/>
                </a:cubicBezTo>
                <a:cubicBezTo>
                  <a:pt x="4541" y="1172"/>
                  <a:pt x="4526" y="948"/>
                  <a:pt x="4780" y="829"/>
                </a:cubicBezTo>
                <a:cubicBezTo>
                  <a:pt x="4810" y="814"/>
                  <a:pt x="4825" y="784"/>
                  <a:pt x="4825" y="754"/>
                </a:cubicBezTo>
                <a:cubicBezTo>
                  <a:pt x="4849" y="768"/>
                  <a:pt x="4873" y="774"/>
                  <a:pt x="4896" y="774"/>
                </a:cubicBezTo>
                <a:cubicBezTo>
                  <a:pt x="4947" y="774"/>
                  <a:pt x="4998" y="749"/>
                  <a:pt x="5049" y="739"/>
                </a:cubicBezTo>
                <a:cubicBezTo>
                  <a:pt x="5082" y="735"/>
                  <a:pt x="5112" y="732"/>
                  <a:pt x="5139" y="732"/>
                </a:cubicBezTo>
                <a:close/>
                <a:moveTo>
                  <a:pt x="5393" y="1426"/>
                </a:moveTo>
                <a:cubicBezTo>
                  <a:pt x="5378" y="1665"/>
                  <a:pt x="5363" y="1889"/>
                  <a:pt x="5273" y="2113"/>
                </a:cubicBezTo>
                <a:cubicBezTo>
                  <a:pt x="5273" y="2143"/>
                  <a:pt x="5258" y="2173"/>
                  <a:pt x="5273" y="2218"/>
                </a:cubicBezTo>
                <a:cubicBezTo>
                  <a:pt x="5243" y="2233"/>
                  <a:pt x="5214" y="2278"/>
                  <a:pt x="5199" y="2322"/>
                </a:cubicBezTo>
                <a:cubicBezTo>
                  <a:pt x="4915" y="3009"/>
                  <a:pt x="4526" y="3622"/>
                  <a:pt x="4019" y="4159"/>
                </a:cubicBezTo>
                <a:cubicBezTo>
                  <a:pt x="3989" y="4189"/>
                  <a:pt x="3944" y="4219"/>
                  <a:pt x="3959" y="4264"/>
                </a:cubicBezTo>
                <a:cubicBezTo>
                  <a:pt x="3869" y="4279"/>
                  <a:pt x="3825" y="4369"/>
                  <a:pt x="3750" y="4413"/>
                </a:cubicBezTo>
                <a:cubicBezTo>
                  <a:pt x="3730" y="4423"/>
                  <a:pt x="3716" y="4427"/>
                  <a:pt x="3705" y="4427"/>
                </a:cubicBezTo>
                <a:cubicBezTo>
                  <a:pt x="3666" y="4427"/>
                  <a:pt x="3675" y="4374"/>
                  <a:pt x="3675" y="4339"/>
                </a:cubicBezTo>
                <a:cubicBezTo>
                  <a:pt x="3675" y="4294"/>
                  <a:pt x="3705" y="4264"/>
                  <a:pt x="3735" y="4219"/>
                </a:cubicBezTo>
                <a:cubicBezTo>
                  <a:pt x="3959" y="3726"/>
                  <a:pt x="4153" y="3219"/>
                  <a:pt x="4347" y="2726"/>
                </a:cubicBezTo>
                <a:cubicBezTo>
                  <a:pt x="4362" y="2666"/>
                  <a:pt x="4377" y="2621"/>
                  <a:pt x="4407" y="2576"/>
                </a:cubicBezTo>
                <a:lnTo>
                  <a:pt x="4407" y="2561"/>
                </a:lnTo>
                <a:lnTo>
                  <a:pt x="4422" y="2561"/>
                </a:lnTo>
                <a:cubicBezTo>
                  <a:pt x="4497" y="2546"/>
                  <a:pt x="4526" y="2487"/>
                  <a:pt x="4556" y="2442"/>
                </a:cubicBezTo>
                <a:cubicBezTo>
                  <a:pt x="4646" y="2293"/>
                  <a:pt x="4736" y="2173"/>
                  <a:pt x="4825" y="2024"/>
                </a:cubicBezTo>
                <a:cubicBezTo>
                  <a:pt x="4975" y="1815"/>
                  <a:pt x="5184" y="1635"/>
                  <a:pt x="5363" y="1441"/>
                </a:cubicBezTo>
                <a:cubicBezTo>
                  <a:pt x="5363" y="1441"/>
                  <a:pt x="5378" y="1426"/>
                  <a:pt x="5393" y="1426"/>
                </a:cubicBezTo>
                <a:close/>
                <a:moveTo>
                  <a:pt x="4317" y="1232"/>
                </a:moveTo>
                <a:lnTo>
                  <a:pt x="4317" y="1232"/>
                </a:lnTo>
                <a:cubicBezTo>
                  <a:pt x="4347" y="1635"/>
                  <a:pt x="4302" y="2009"/>
                  <a:pt x="4198" y="2382"/>
                </a:cubicBezTo>
                <a:cubicBezTo>
                  <a:pt x="4168" y="2472"/>
                  <a:pt x="4123" y="2561"/>
                  <a:pt x="4153" y="2666"/>
                </a:cubicBezTo>
                <a:cubicBezTo>
                  <a:pt x="4153" y="2681"/>
                  <a:pt x="4153" y="2681"/>
                  <a:pt x="4168" y="2681"/>
                </a:cubicBezTo>
                <a:cubicBezTo>
                  <a:pt x="4108" y="2696"/>
                  <a:pt x="4093" y="2741"/>
                  <a:pt x="4063" y="2770"/>
                </a:cubicBezTo>
                <a:cubicBezTo>
                  <a:pt x="3869" y="3144"/>
                  <a:pt x="3690" y="3517"/>
                  <a:pt x="3556" y="3921"/>
                </a:cubicBezTo>
                <a:cubicBezTo>
                  <a:pt x="3526" y="3995"/>
                  <a:pt x="3496" y="4085"/>
                  <a:pt x="3541" y="4174"/>
                </a:cubicBezTo>
                <a:lnTo>
                  <a:pt x="3556" y="4189"/>
                </a:lnTo>
                <a:cubicBezTo>
                  <a:pt x="3549" y="4188"/>
                  <a:pt x="3543" y="4188"/>
                  <a:pt x="3536" y="4188"/>
                </a:cubicBezTo>
                <a:cubicBezTo>
                  <a:pt x="3462" y="4188"/>
                  <a:pt x="3434" y="4269"/>
                  <a:pt x="3406" y="4324"/>
                </a:cubicBezTo>
                <a:cubicBezTo>
                  <a:pt x="3332" y="4458"/>
                  <a:pt x="3257" y="4593"/>
                  <a:pt x="3167" y="4727"/>
                </a:cubicBezTo>
                <a:cubicBezTo>
                  <a:pt x="3078" y="4891"/>
                  <a:pt x="2973" y="5041"/>
                  <a:pt x="2794" y="5175"/>
                </a:cubicBezTo>
                <a:cubicBezTo>
                  <a:pt x="2794" y="4936"/>
                  <a:pt x="2764" y="4727"/>
                  <a:pt x="2794" y="4518"/>
                </a:cubicBezTo>
                <a:cubicBezTo>
                  <a:pt x="2824" y="4398"/>
                  <a:pt x="2869" y="4264"/>
                  <a:pt x="2809" y="4130"/>
                </a:cubicBezTo>
                <a:cubicBezTo>
                  <a:pt x="2809" y="4115"/>
                  <a:pt x="2809" y="4115"/>
                  <a:pt x="2809" y="4115"/>
                </a:cubicBezTo>
                <a:cubicBezTo>
                  <a:pt x="2884" y="3906"/>
                  <a:pt x="2958" y="3711"/>
                  <a:pt x="3048" y="3502"/>
                </a:cubicBezTo>
                <a:cubicBezTo>
                  <a:pt x="3078" y="3398"/>
                  <a:pt x="3093" y="3278"/>
                  <a:pt x="3182" y="3204"/>
                </a:cubicBezTo>
                <a:cubicBezTo>
                  <a:pt x="3182" y="3129"/>
                  <a:pt x="3197" y="3054"/>
                  <a:pt x="3242" y="2994"/>
                </a:cubicBezTo>
                <a:cubicBezTo>
                  <a:pt x="3257" y="2890"/>
                  <a:pt x="3287" y="2800"/>
                  <a:pt x="3347" y="2726"/>
                </a:cubicBezTo>
                <a:cubicBezTo>
                  <a:pt x="3362" y="2696"/>
                  <a:pt x="3362" y="2666"/>
                  <a:pt x="3376" y="2636"/>
                </a:cubicBezTo>
                <a:cubicBezTo>
                  <a:pt x="3466" y="2427"/>
                  <a:pt x="3556" y="2218"/>
                  <a:pt x="3660" y="2009"/>
                </a:cubicBezTo>
                <a:lnTo>
                  <a:pt x="3645" y="1994"/>
                </a:lnTo>
                <a:lnTo>
                  <a:pt x="3645" y="1994"/>
                </a:lnTo>
                <a:cubicBezTo>
                  <a:pt x="3660" y="2009"/>
                  <a:pt x="3675" y="2009"/>
                  <a:pt x="3675" y="2024"/>
                </a:cubicBezTo>
                <a:cubicBezTo>
                  <a:pt x="3750" y="1994"/>
                  <a:pt x="3780" y="1919"/>
                  <a:pt x="3810" y="1874"/>
                </a:cubicBezTo>
                <a:cubicBezTo>
                  <a:pt x="3959" y="1650"/>
                  <a:pt x="4123" y="1441"/>
                  <a:pt x="4317" y="1232"/>
                </a:cubicBezTo>
                <a:close/>
                <a:moveTo>
                  <a:pt x="4047" y="465"/>
                </a:moveTo>
                <a:cubicBezTo>
                  <a:pt x="4095" y="465"/>
                  <a:pt x="4141" y="481"/>
                  <a:pt x="4183" y="530"/>
                </a:cubicBezTo>
                <a:cubicBezTo>
                  <a:pt x="4317" y="665"/>
                  <a:pt x="4302" y="874"/>
                  <a:pt x="4183" y="1023"/>
                </a:cubicBezTo>
                <a:cubicBezTo>
                  <a:pt x="4004" y="1247"/>
                  <a:pt x="3795" y="1471"/>
                  <a:pt x="3645" y="1740"/>
                </a:cubicBezTo>
                <a:cubicBezTo>
                  <a:pt x="3571" y="1785"/>
                  <a:pt x="3466" y="1815"/>
                  <a:pt x="3451" y="1934"/>
                </a:cubicBezTo>
                <a:cubicBezTo>
                  <a:pt x="3421" y="1979"/>
                  <a:pt x="3406" y="2024"/>
                  <a:pt x="3436" y="2068"/>
                </a:cubicBezTo>
                <a:lnTo>
                  <a:pt x="3451" y="2068"/>
                </a:lnTo>
                <a:cubicBezTo>
                  <a:pt x="3093" y="2741"/>
                  <a:pt x="2854" y="3443"/>
                  <a:pt x="2630" y="4145"/>
                </a:cubicBezTo>
                <a:lnTo>
                  <a:pt x="2630" y="4159"/>
                </a:lnTo>
                <a:cubicBezTo>
                  <a:pt x="2630" y="4145"/>
                  <a:pt x="2615" y="4145"/>
                  <a:pt x="2615" y="4145"/>
                </a:cubicBezTo>
                <a:cubicBezTo>
                  <a:pt x="2540" y="4159"/>
                  <a:pt x="2525" y="4234"/>
                  <a:pt x="2495" y="4279"/>
                </a:cubicBezTo>
                <a:cubicBezTo>
                  <a:pt x="2316" y="4623"/>
                  <a:pt x="2107" y="4951"/>
                  <a:pt x="1868" y="5250"/>
                </a:cubicBezTo>
                <a:cubicBezTo>
                  <a:pt x="1778" y="5369"/>
                  <a:pt x="1704" y="5489"/>
                  <a:pt x="1539" y="5578"/>
                </a:cubicBezTo>
                <a:cubicBezTo>
                  <a:pt x="1584" y="4772"/>
                  <a:pt x="1913" y="4070"/>
                  <a:pt x="2137" y="3353"/>
                </a:cubicBezTo>
                <a:cubicBezTo>
                  <a:pt x="2167" y="3278"/>
                  <a:pt x="2182" y="3204"/>
                  <a:pt x="2211" y="3144"/>
                </a:cubicBezTo>
                <a:cubicBezTo>
                  <a:pt x="2226" y="3114"/>
                  <a:pt x="2241" y="3084"/>
                  <a:pt x="2241" y="3054"/>
                </a:cubicBezTo>
                <a:cubicBezTo>
                  <a:pt x="2256" y="2994"/>
                  <a:pt x="2286" y="2935"/>
                  <a:pt x="2301" y="2875"/>
                </a:cubicBezTo>
                <a:cubicBezTo>
                  <a:pt x="2301" y="2875"/>
                  <a:pt x="2301" y="2875"/>
                  <a:pt x="2301" y="2860"/>
                </a:cubicBezTo>
                <a:lnTo>
                  <a:pt x="2331" y="2860"/>
                </a:lnTo>
                <a:cubicBezTo>
                  <a:pt x="2391" y="2815"/>
                  <a:pt x="2421" y="2741"/>
                  <a:pt x="2450" y="2666"/>
                </a:cubicBezTo>
                <a:cubicBezTo>
                  <a:pt x="2764" y="1994"/>
                  <a:pt x="3093" y="1337"/>
                  <a:pt x="3556" y="754"/>
                </a:cubicBezTo>
                <a:cubicBezTo>
                  <a:pt x="3600" y="709"/>
                  <a:pt x="3675" y="709"/>
                  <a:pt x="3705" y="650"/>
                </a:cubicBezTo>
                <a:cubicBezTo>
                  <a:pt x="3750" y="575"/>
                  <a:pt x="3810" y="530"/>
                  <a:pt x="3884" y="500"/>
                </a:cubicBezTo>
                <a:cubicBezTo>
                  <a:pt x="3939" y="484"/>
                  <a:pt x="3994" y="465"/>
                  <a:pt x="4047" y="465"/>
                </a:cubicBezTo>
                <a:close/>
                <a:moveTo>
                  <a:pt x="3297" y="1"/>
                </a:moveTo>
                <a:cubicBezTo>
                  <a:pt x="3243" y="1"/>
                  <a:pt x="3184" y="13"/>
                  <a:pt x="3123" y="37"/>
                </a:cubicBezTo>
                <a:cubicBezTo>
                  <a:pt x="3033" y="82"/>
                  <a:pt x="2943" y="127"/>
                  <a:pt x="2869" y="187"/>
                </a:cubicBezTo>
                <a:cubicBezTo>
                  <a:pt x="2391" y="545"/>
                  <a:pt x="2122" y="1068"/>
                  <a:pt x="1823" y="1561"/>
                </a:cubicBezTo>
                <a:cubicBezTo>
                  <a:pt x="1569" y="1979"/>
                  <a:pt x="1345" y="2427"/>
                  <a:pt x="1121" y="2875"/>
                </a:cubicBezTo>
                <a:cubicBezTo>
                  <a:pt x="807" y="3472"/>
                  <a:pt x="509" y="4085"/>
                  <a:pt x="210" y="4697"/>
                </a:cubicBezTo>
                <a:cubicBezTo>
                  <a:pt x="61" y="4951"/>
                  <a:pt x="1" y="5235"/>
                  <a:pt x="61" y="5563"/>
                </a:cubicBezTo>
                <a:cubicBezTo>
                  <a:pt x="135" y="5265"/>
                  <a:pt x="210" y="5026"/>
                  <a:pt x="270" y="4772"/>
                </a:cubicBezTo>
                <a:lnTo>
                  <a:pt x="285" y="4772"/>
                </a:lnTo>
                <a:cubicBezTo>
                  <a:pt x="359" y="4593"/>
                  <a:pt x="449" y="4428"/>
                  <a:pt x="539" y="4264"/>
                </a:cubicBezTo>
                <a:cubicBezTo>
                  <a:pt x="807" y="3756"/>
                  <a:pt x="1076" y="3263"/>
                  <a:pt x="1330" y="2756"/>
                </a:cubicBezTo>
                <a:cubicBezTo>
                  <a:pt x="1674" y="2054"/>
                  <a:pt x="2062" y="1381"/>
                  <a:pt x="2510" y="754"/>
                </a:cubicBezTo>
                <a:cubicBezTo>
                  <a:pt x="2674" y="515"/>
                  <a:pt x="2869" y="291"/>
                  <a:pt x="3152" y="172"/>
                </a:cubicBezTo>
                <a:cubicBezTo>
                  <a:pt x="3206" y="148"/>
                  <a:pt x="3255" y="133"/>
                  <a:pt x="3300" y="133"/>
                </a:cubicBezTo>
                <a:cubicBezTo>
                  <a:pt x="3368" y="133"/>
                  <a:pt x="3427" y="166"/>
                  <a:pt x="3481" y="246"/>
                </a:cubicBezTo>
                <a:cubicBezTo>
                  <a:pt x="3556" y="381"/>
                  <a:pt x="3600" y="485"/>
                  <a:pt x="3451" y="605"/>
                </a:cubicBezTo>
                <a:cubicBezTo>
                  <a:pt x="3391" y="665"/>
                  <a:pt x="3332" y="739"/>
                  <a:pt x="3272" y="814"/>
                </a:cubicBezTo>
                <a:cubicBezTo>
                  <a:pt x="2809" y="1426"/>
                  <a:pt x="2480" y="2113"/>
                  <a:pt x="2182" y="2815"/>
                </a:cubicBezTo>
                <a:cubicBezTo>
                  <a:pt x="2152" y="2875"/>
                  <a:pt x="2137" y="2935"/>
                  <a:pt x="2122" y="2980"/>
                </a:cubicBezTo>
                <a:cubicBezTo>
                  <a:pt x="2092" y="3039"/>
                  <a:pt x="2092" y="3084"/>
                  <a:pt x="2047" y="3129"/>
                </a:cubicBezTo>
                <a:cubicBezTo>
                  <a:pt x="1928" y="3458"/>
                  <a:pt x="1793" y="3771"/>
                  <a:pt x="1674" y="4100"/>
                </a:cubicBezTo>
                <a:cubicBezTo>
                  <a:pt x="1495" y="4593"/>
                  <a:pt x="1330" y="5100"/>
                  <a:pt x="1345" y="5638"/>
                </a:cubicBezTo>
                <a:cubicBezTo>
                  <a:pt x="1360" y="5698"/>
                  <a:pt x="1390" y="5788"/>
                  <a:pt x="1435" y="5817"/>
                </a:cubicBezTo>
                <a:cubicBezTo>
                  <a:pt x="1444" y="5826"/>
                  <a:pt x="1459" y="5830"/>
                  <a:pt x="1477" y="5830"/>
                </a:cubicBezTo>
                <a:cubicBezTo>
                  <a:pt x="1519" y="5830"/>
                  <a:pt x="1578" y="5809"/>
                  <a:pt x="1599" y="5788"/>
                </a:cubicBezTo>
                <a:cubicBezTo>
                  <a:pt x="1763" y="5638"/>
                  <a:pt x="1928" y="5489"/>
                  <a:pt x="2062" y="5310"/>
                </a:cubicBezTo>
                <a:cubicBezTo>
                  <a:pt x="2241" y="5071"/>
                  <a:pt x="2406" y="4802"/>
                  <a:pt x="2600" y="4503"/>
                </a:cubicBezTo>
                <a:cubicBezTo>
                  <a:pt x="2600" y="4772"/>
                  <a:pt x="2600" y="4981"/>
                  <a:pt x="2600" y="5190"/>
                </a:cubicBezTo>
                <a:cubicBezTo>
                  <a:pt x="2615" y="5280"/>
                  <a:pt x="2585" y="5399"/>
                  <a:pt x="2704" y="5414"/>
                </a:cubicBezTo>
                <a:cubicBezTo>
                  <a:pt x="2779" y="5414"/>
                  <a:pt x="2884" y="5369"/>
                  <a:pt x="2928" y="5310"/>
                </a:cubicBezTo>
                <a:cubicBezTo>
                  <a:pt x="3137" y="5056"/>
                  <a:pt x="3332" y="4787"/>
                  <a:pt x="3526" y="4533"/>
                </a:cubicBezTo>
                <a:cubicBezTo>
                  <a:pt x="3569" y="4594"/>
                  <a:pt x="3618" y="4634"/>
                  <a:pt x="3671" y="4634"/>
                </a:cubicBezTo>
                <a:cubicBezTo>
                  <a:pt x="3710" y="4634"/>
                  <a:pt x="3751" y="4613"/>
                  <a:pt x="3795" y="4563"/>
                </a:cubicBezTo>
                <a:cubicBezTo>
                  <a:pt x="3869" y="4503"/>
                  <a:pt x="3944" y="4443"/>
                  <a:pt x="4034" y="4384"/>
                </a:cubicBezTo>
                <a:cubicBezTo>
                  <a:pt x="4661" y="3801"/>
                  <a:pt x="5094" y="3099"/>
                  <a:pt x="5393" y="2307"/>
                </a:cubicBezTo>
                <a:cubicBezTo>
                  <a:pt x="5408" y="2293"/>
                  <a:pt x="5408" y="2278"/>
                  <a:pt x="5408" y="2248"/>
                </a:cubicBezTo>
                <a:cubicBezTo>
                  <a:pt x="5438" y="2173"/>
                  <a:pt x="5467" y="2083"/>
                  <a:pt x="5497" y="2009"/>
                </a:cubicBezTo>
                <a:cubicBezTo>
                  <a:pt x="5497" y="1994"/>
                  <a:pt x="5497" y="1979"/>
                  <a:pt x="5497" y="1979"/>
                </a:cubicBezTo>
                <a:lnTo>
                  <a:pt x="5572" y="1352"/>
                </a:lnTo>
                <a:cubicBezTo>
                  <a:pt x="5627" y="1319"/>
                  <a:pt x="5675" y="1302"/>
                  <a:pt x="5716" y="1302"/>
                </a:cubicBezTo>
                <a:cubicBezTo>
                  <a:pt x="5786" y="1302"/>
                  <a:pt x="5831" y="1352"/>
                  <a:pt x="5841" y="1456"/>
                </a:cubicBezTo>
                <a:cubicBezTo>
                  <a:pt x="5841" y="1725"/>
                  <a:pt x="5856" y="1994"/>
                  <a:pt x="5781" y="2248"/>
                </a:cubicBezTo>
                <a:cubicBezTo>
                  <a:pt x="5617" y="2860"/>
                  <a:pt x="5243" y="3383"/>
                  <a:pt x="4900" y="3921"/>
                </a:cubicBezTo>
                <a:cubicBezTo>
                  <a:pt x="4751" y="4130"/>
                  <a:pt x="4616" y="4339"/>
                  <a:pt x="4467" y="4563"/>
                </a:cubicBezTo>
                <a:cubicBezTo>
                  <a:pt x="4475" y="4603"/>
                  <a:pt x="4491" y="4617"/>
                  <a:pt x="4512" y="4617"/>
                </a:cubicBezTo>
                <a:cubicBezTo>
                  <a:pt x="4530" y="4617"/>
                  <a:pt x="4551" y="4606"/>
                  <a:pt x="4571" y="4593"/>
                </a:cubicBezTo>
                <a:cubicBezTo>
                  <a:pt x="4601" y="4548"/>
                  <a:pt x="4631" y="4518"/>
                  <a:pt x="4676" y="4488"/>
                </a:cubicBezTo>
                <a:cubicBezTo>
                  <a:pt x="5094" y="3965"/>
                  <a:pt x="5453" y="3398"/>
                  <a:pt x="5736" y="2785"/>
                </a:cubicBezTo>
                <a:cubicBezTo>
                  <a:pt x="5930" y="2412"/>
                  <a:pt x="6035" y="2009"/>
                  <a:pt x="6005" y="1591"/>
                </a:cubicBezTo>
                <a:cubicBezTo>
                  <a:pt x="5990" y="1352"/>
                  <a:pt x="5901" y="1187"/>
                  <a:pt x="5751" y="1187"/>
                </a:cubicBezTo>
                <a:cubicBezTo>
                  <a:pt x="5587" y="1187"/>
                  <a:pt x="5572" y="1113"/>
                  <a:pt x="5557" y="978"/>
                </a:cubicBezTo>
                <a:cubicBezTo>
                  <a:pt x="5543" y="703"/>
                  <a:pt x="5428" y="542"/>
                  <a:pt x="5211" y="542"/>
                </a:cubicBezTo>
                <a:cubicBezTo>
                  <a:pt x="5193" y="542"/>
                  <a:pt x="5174" y="543"/>
                  <a:pt x="5154" y="545"/>
                </a:cubicBezTo>
                <a:cubicBezTo>
                  <a:pt x="5019" y="560"/>
                  <a:pt x="4885" y="620"/>
                  <a:pt x="4751" y="665"/>
                </a:cubicBezTo>
                <a:cubicBezTo>
                  <a:pt x="4721" y="679"/>
                  <a:pt x="4706" y="679"/>
                  <a:pt x="4676" y="694"/>
                </a:cubicBezTo>
                <a:cubicBezTo>
                  <a:pt x="4600" y="745"/>
                  <a:pt x="4556" y="774"/>
                  <a:pt x="4526" y="774"/>
                </a:cubicBezTo>
                <a:cubicBezTo>
                  <a:pt x="4483" y="774"/>
                  <a:pt x="4465" y="719"/>
                  <a:pt x="4422" y="590"/>
                </a:cubicBezTo>
                <a:cubicBezTo>
                  <a:pt x="4349" y="382"/>
                  <a:pt x="4225" y="275"/>
                  <a:pt x="4066" y="275"/>
                </a:cubicBezTo>
                <a:cubicBezTo>
                  <a:pt x="3997" y="275"/>
                  <a:pt x="3921" y="295"/>
                  <a:pt x="3839" y="336"/>
                </a:cubicBezTo>
                <a:cubicBezTo>
                  <a:pt x="3794" y="356"/>
                  <a:pt x="3756" y="372"/>
                  <a:pt x="3724" y="372"/>
                </a:cubicBezTo>
                <a:cubicBezTo>
                  <a:pt x="3682" y="372"/>
                  <a:pt x="3649" y="345"/>
                  <a:pt x="3615" y="261"/>
                </a:cubicBezTo>
                <a:cubicBezTo>
                  <a:pt x="3561" y="87"/>
                  <a:pt x="3444" y="1"/>
                  <a:pt x="32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g2e906823ad7_0_583"/>
          <p:cNvSpPr/>
          <p:nvPr/>
        </p:nvSpPr>
        <p:spPr>
          <a:xfrm rot="-4886967">
            <a:off x="7973051" y="3127526"/>
            <a:ext cx="1519179" cy="1979565"/>
          </a:xfrm>
          <a:custGeom>
            <a:avLst/>
            <a:gdLst/>
            <a:ahLst/>
            <a:cxnLst/>
            <a:rect l="l" t="t" r="r" b="b"/>
            <a:pathLst>
              <a:path w="4168" h="5431" extrusionOk="0">
                <a:moveTo>
                  <a:pt x="1106" y="3297"/>
                </a:moveTo>
                <a:cubicBezTo>
                  <a:pt x="1157" y="3381"/>
                  <a:pt x="1217" y="3458"/>
                  <a:pt x="1270" y="3542"/>
                </a:cubicBezTo>
                <a:cubicBezTo>
                  <a:pt x="1210" y="3458"/>
                  <a:pt x="1150" y="3384"/>
                  <a:pt x="1106" y="3297"/>
                </a:cubicBezTo>
                <a:close/>
                <a:moveTo>
                  <a:pt x="1673" y="1284"/>
                </a:moveTo>
                <a:cubicBezTo>
                  <a:pt x="2035" y="1284"/>
                  <a:pt x="2204" y="1541"/>
                  <a:pt x="2360" y="1824"/>
                </a:cubicBezTo>
                <a:cubicBezTo>
                  <a:pt x="2554" y="2183"/>
                  <a:pt x="2524" y="2586"/>
                  <a:pt x="2509" y="2974"/>
                </a:cubicBezTo>
                <a:cubicBezTo>
                  <a:pt x="2497" y="3331"/>
                  <a:pt x="2255" y="3579"/>
                  <a:pt x="1925" y="3579"/>
                </a:cubicBezTo>
                <a:cubicBezTo>
                  <a:pt x="1868" y="3579"/>
                  <a:pt x="1809" y="3572"/>
                  <a:pt x="1748" y="3557"/>
                </a:cubicBezTo>
                <a:cubicBezTo>
                  <a:pt x="1359" y="3467"/>
                  <a:pt x="1255" y="3138"/>
                  <a:pt x="1180" y="2795"/>
                </a:cubicBezTo>
                <a:cubicBezTo>
                  <a:pt x="1120" y="2496"/>
                  <a:pt x="1165" y="2227"/>
                  <a:pt x="1434" y="2033"/>
                </a:cubicBezTo>
                <a:cubicBezTo>
                  <a:pt x="1524" y="1971"/>
                  <a:pt x="1603" y="1941"/>
                  <a:pt x="1671" y="1941"/>
                </a:cubicBezTo>
                <a:cubicBezTo>
                  <a:pt x="1784" y="1941"/>
                  <a:pt x="1865" y="2024"/>
                  <a:pt x="1912" y="2183"/>
                </a:cubicBezTo>
                <a:cubicBezTo>
                  <a:pt x="1972" y="2347"/>
                  <a:pt x="1972" y="2511"/>
                  <a:pt x="1987" y="2661"/>
                </a:cubicBezTo>
                <a:cubicBezTo>
                  <a:pt x="1987" y="2735"/>
                  <a:pt x="1987" y="2810"/>
                  <a:pt x="2016" y="2885"/>
                </a:cubicBezTo>
                <a:cubicBezTo>
                  <a:pt x="2046" y="2929"/>
                  <a:pt x="2076" y="2959"/>
                  <a:pt x="2121" y="2959"/>
                </a:cubicBezTo>
                <a:cubicBezTo>
                  <a:pt x="2166" y="2959"/>
                  <a:pt x="2196" y="2914"/>
                  <a:pt x="2196" y="2870"/>
                </a:cubicBezTo>
                <a:cubicBezTo>
                  <a:pt x="2226" y="2526"/>
                  <a:pt x="2285" y="2183"/>
                  <a:pt x="2061" y="1869"/>
                </a:cubicBezTo>
                <a:cubicBezTo>
                  <a:pt x="1972" y="1741"/>
                  <a:pt x="1850" y="1668"/>
                  <a:pt x="1705" y="1668"/>
                </a:cubicBezTo>
                <a:cubicBezTo>
                  <a:pt x="1680" y="1668"/>
                  <a:pt x="1654" y="1670"/>
                  <a:pt x="1628" y="1675"/>
                </a:cubicBezTo>
                <a:cubicBezTo>
                  <a:pt x="1210" y="1735"/>
                  <a:pt x="896" y="2093"/>
                  <a:pt x="896" y="2526"/>
                </a:cubicBezTo>
                <a:cubicBezTo>
                  <a:pt x="931" y="2700"/>
                  <a:pt x="939" y="2874"/>
                  <a:pt x="990" y="3041"/>
                </a:cubicBezTo>
                <a:lnTo>
                  <a:pt x="990" y="3041"/>
                </a:lnTo>
                <a:cubicBezTo>
                  <a:pt x="962" y="2973"/>
                  <a:pt x="941" y="2903"/>
                  <a:pt x="941" y="2825"/>
                </a:cubicBezTo>
                <a:cubicBezTo>
                  <a:pt x="881" y="2541"/>
                  <a:pt x="822" y="2257"/>
                  <a:pt x="866" y="1973"/>
                </a:cubicBezTo>
                <a:cubicBezTo>
                  <a:pt x="911" y="1600"/>
                  <a:pt x="1240" y="1316"/>
                  <a:pt x="1613" y="1286"/>
                </a:cubicBezTo>
                <a:cubicBezTo>
                  <a:pt x="1634" y="1285"/>
                  <a:pt x="1654" y="1284"/>
                  <a:pt x="1673" y="1284"/>
                </a:cubicBezTo>
                <a:close/>
                <a:moveTo>
                  <a:pt x="1598" y="0"/>
                </a:moveTo>
                <a:cubicBezTo>
                  <a:pt x="1414" y="0"/>
                  <a:pt x="1224" y="40"/>
                  <a:pt x="1031" y="121"/>
                </a:cubicBezTo>
                <a:cubicBezTo>
                  <a:pt x="478" y="345"/>
                  <a:pt x="135" y="779"/>
                  <a:pt x="75" y="1391"/>
                </a:cubicBezTo>
                <a:cubicBezTo>
                  <a:pt x="0" y="2407"/>
                  <a:pt x="149" y="3363"/>
                  <a:pt x="657" y="4244"/>
                </a:cubicBezTo>
                <a:cubicBezTo>
                  <a:pt x="1022" y="4890"/>
                  <a:pt x="1454" y="5430"/>
                  <a:pt x="2262" y="5430"/>
                </a:cubicBezTo>
                <a:cubicBezTo>
                  <a:pt x="2313" y="5430"/>
                  <a:pt x="2365" y="5428"/>
                  <a:pt x="2420" y="5424"/>
                </a:cubicBezTo>
                <a:cubicBezTo>
                  <a:pt x="3211" y="5349"/>
                  <a:pt x="3913" y="4856"/>
                  <a:pt x="4137" y="4124"/>
                </a:cubicBezTo>
                <a:cubicBezTo>
                  <a:pt x="4152" y="4079"/>
                  <a:pt x="4167" y="4020"/>
                  <a:pt x="4093" y="4005"/>
                </a:cubicBezTo>
                <a:cubicBezTo>
                  <a:pt x="3958" y="4050"/>
                  <a:pt x="3928" y="4184"/>
                  <a:pt x="3868" y="4289"/>
                </a:cubicBezTo>
                <a:cubicBezTo>
                  <a:pt x="3630" y="4737"/>
                  <a:pt x="3256" y="5050"/>
                  <a:pt x="2748" y="5155"/>
                </a:cubicBezTo>
                <a:cubicBezTo>
                  <a:pt x="2571" y="5194"/>
                  <a:pt x="2385" y="5228"/>
                  <a:pt x="2201" y="5228"/>
                </a:cubicBezTo>
                <a:cubicBezTo>
                  <a:pt x="1966" y="5228"/>
                  <a:pt x="1733" y="5173"/>
                  <a:pt x="1524" y="5005"/>
                </a:cubicBezTo>
                <a:cubicBezTo>
                  <a:pt x="1180" y="4722"/>
                  <a:pt x="911" y="4363"/>
                  <a:pt x="717" y="3945"/>
                </a:cubicBezTo>
                <a:cubicBezTo>
                  <a:pt x="359" y="3168"/>
                  <a:pt x="239" y="2332"/>
                  <a:pt x="284" y="1481"/>
                </a:cubicBezTo>
                <a:cubicBezTo>
                  <a:pt x="314" y="958"/>
                  <a:pt x="568" y="570"/>
                  <a:pt x="1016" y="345"/>
                </a:cubicBezTo>
                <a:cubicBezTo>
                  <a:pt x="1199" y="254"/>
                  <a:pt x="1387" y="208"/>
                  <a:pt x="1574" y="208"/>
                </a:cubicBezTo>
                <a:cubicBezTo>
                  <a:pt x="1815" y="208"/>
                  <a:pt x="2052" y="284"/>
                  <a:pt x="2270" y="435"/>
                </a:cubicBezTo>
                <a:cubicBezTo>
                  <a:pt x="2360" y="480"/>
                  <a:pt x="2405" y="540"/>
                  <a:pt x="2465" y="599"/>
                </a:cubicBezTo>
                <a:cubicBezTo>
                  <a:pt x="2584" y="719"/>
                  <a:pt x="2703" y="868"/>
                  <a:pt x="2808" y="1003"/>
                </a:cubicBezTo>
                <a:cubicBezTo>
                  <a:pt x="3286" y="1660"/>
                  <a:pt x="3420" y="2392"/>
                  <a:pt x="3271" y="3168"/>
                </a:cubicBezTo>
                <a:cubicBezTo>
                  <a:pt x="3196" y="3601"/>
                  <a:pt x="2913" y="3870"/>
                  <a:pt x="2479" y="3990"/>
                </a:cubicBezTo>
                <a:cubicBezTo>
                  <a:pt x="2374" y="4021"/>
                  <a:pt x="2275" y="4035"/>
                  <a:pt x="2180" y="4035"/>
                </a:cubicBezTo>
                <a:cubicBezTo>
                  <a:pt x="1897" y="4035"/>
                  <a:pt x="1658" y="3906"/>
                  <a:pt x="1442" y="3713"/>
                </a:cubicBezTo>
                <a:lnTo>
                  <a:pt x="1442" y="3713"/>
                </a:lnTo>
                <a:cubicBezTo>
                  <a:pt x="1513" y="3771"/>
                  <a:pt x="1592" y="3816"/>
                  <a:pt x="1688" y="3840"/>
                </a:cubicBezTo>
                <a:cubicBezTo>
                  <a:pt x="1752" y="3852"/>
                  <a:pt x="1815" y="3858"/>
                  <a:pt x="1877" y="3858"/>
                </a:cubicBezTo>
                <a:cubicBezTo>
                  <a:pt x="2364" y="3858"/>
                  <a:pt x="2767" y="3506"/>
                  <a:pt x="2793" y="2989"/>
                </a:cubicBezTo>
                <a:cubicBezTo>
                  <a:pt x="2808" y="2825"/>
                  <a:pt x="2793" y="2646"/>
                  <a:pt x="2793" y="2481"/>
                </a:cubicBezTo>
                <a:cubicBezTo>
                  <a:pt x="2793" y="2003"/>
                  <a:pt x="2599" y="1615"/>
                  <a:pt x="2300" y="1257"/>
                </a:cubicBezTo>
                <a:cubicBezTo>
                  <a:pt x="2181" y="1122"/>
                  <a:pt x="2031" y="1047"/>
                  <a:pt x="1852" y="1018"/>
                </a:cubicBezTo>
                <a:cubicBezTo>
                  <a:pt x="1794" y="1008"/>
                  <a:pt x="1735" y="1003"/>
                  <a:pt x="1678" y="1003"/>
                </a:cubicBezTo>
                <a:cubicBezTo>
                  <a:pt x="1128" y="1003"/>
                  <a:pt x="623" y="1436"/>
                  <a:pt x="583" y="2003"/>
                </a:cubicBezTo>
                <a:cubicBezTo>
                  <a:pt x="538" y="2735"/>
                  <a:pt x="807" y="3363"/>
                  <a:pt x="1285" y="3900"/>
                </a:cubicBezTo>
                <a:cubicBezTo>
                  <a:pt x="1524" y="4179"/>
                  <a:pt x="1822" y="4298"/>
                  <a:pt x="2141" y="4298"/>
                </a:cubicBezTo>
                <a:cubicBezTo>
                  <a:pt x="2300" y="4298"/>
                  <a:pt x="2465" y="4269"/>
                  <a:pt x="2629" y="4214"/>
                </a:cubicBezTo>
                <a:cubicBezTo>
                  <a:pt x="3137" y="4064"/>
                  <a:pt x="3465" y="3706"/>
                  <a:pt x="3555" y="3198"/>
                </a:cubicBezTo>
                <a:cubicBezTo>
                  <a:pt x="3689" y="2362"/>
                  <a:pt x="3570" y="1570"/>
                  <a:pt x="3032" y="883"/>
                </a:cubicBezTo>
                <a:cubicBezTo>
                  <a:pt x="2942" y="794"/>
                  <a:pt x="2868" y="689"/>
                  <a:pt x="2763" y="599"/>
                </a:cubicBezTo>
                <a:cubicBezTo>
                  <a:pt x="2703" y="555"/>
                  <a:pt x="2644" y="495"/>
                  <a:pt x="2584" y="435"/>
                </a:cubicBezTo>
                <a:cubicBezTo>
                  <a:pt x="2289" y="149"/>
                  <a:pt x="1954" y="0"/>
                  <a:pt x="15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" name="Google Shape;1189;g2e906823ad7_0_461">
            <a:extLst>
              <a:ext uri="{FF2B5EF4-FFF2-40B4-BE49-F238E27FC236}">
                <a16:creationId xmlns:a16="http://schemas.microsoft.com/office/drawing/2014/main" id="{A585FC5C-5944-DE79-41DA-53A81573840B}"/>
              </a:ext>
            </a:extLst>
          </p:cNvPr>
          <p:cNvSpPr/>
          <p:nvPr/>
        </p:nvSpPr>
        <p:spPr>
          <a:xfrm>
            <a:off x="3735900" y="1366775"/>
            <a:ext cx="16722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90;g2e906823ad7_0_461">
            <a:extLst>
              <a:ext uri="{FF2B5EF4-FFF2-40B4-BE49-F238E27FC236}">
                <a16:creationId xmlns:a16="http://schemas.microsoft.com/office/drawing/2014/main" id="{E333D37A-7568-B0E0-5A0D-13CAFBDB3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4841" y="1478372"/>
            <a:ext cx="1514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6000" dirty="0">
                <a:solidFill>
                  <a:schemeClr val="accent5"/>
                </a:solidFill>
              </a:rPr>
              <a:t>07</a:t>
            </a:r>
            <a:endParaRPr sz="6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e906823ad7_0_591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Tools</a:t>
            </a:r>
            <a:endParaRPr sz="3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3" name="Google Shape;1253;g2e906823ad7_0_591"/>
          <p:cNvSpPr txBox="1"/>
          <p:nvPr/>
        </p:nvSpPr>
        <p:spPr>
          <a:xfrm>
            <a:off x="720000" y="1332325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Python </a:t>
            </a:r>
            <a:endParaRPr sz="1800" b="1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4" name="Google Shape;1254;g2e906823ad7_0_591"/>
          <p:cNvSpPr txBox="1"/>
          <p:nvPr/>
        </p:nvSpPr>
        <p:spPr>
          <a:xfrm>
            <a:off x="2322810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Colab</a:t>
            </a:r>
            <a:endParaRPr sz="1800" b="1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5" name="Google Shape;1255;g2e906823ad7_0_591"/>
          <p:cNvSpPr txBox="1"/>
          <p:nvPr/>
        </p:nvSpPr>
        <p:spPr>
          <a:xfrm>
            <a:off x="5971495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PyTorch </a:t>
            </a:r>
            <a:endParaRPr sz="1800" b="1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56" name="Google Shape;1256;g2e906823ad7_0_5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8968" y="1557828"/>
            <a:ext cx="983615" cy="98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g2e906823ad7_0_591"/>
          <p:cNvPicPr preferRelativeResize="0"/>
          <p:nvPr/>
        </p:nvPicPr>
        <p:blipFill rotWithShape="1">
          <a:blip r:embed="rId4">
            <a:alphaModFix/>
          </a:blip>
          <a:srcRect r="66101" b="27076"/>
          <a:stretch/>
        </p:blipFill>
        <p:spPr>
          <a:xfrm>
            <a:off x="969584" y="1638193"/>
            <a:ext cx="933449" cy="8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g2e906823ad7_0_591" descr="A red and black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67917" y="1557823"/>
            <a:ext cx="1052550" cy="10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g2e906823ad7_0_591"/>
          <p:cNvSpPr txBox="1"/>
          <p:nvPr/>
        </p:nvSpPr>
        <p:spPr>
          <a:xfrm>
            <a:off x="2267418" y="2969381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Flask</a:t>
            </a:r>
            <a:endParaRPr sz="1800" b="1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60" name="Google Shape;1260;g2e906823ad7_0_591" descr="A black background with a black square&#10;&#10;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66661" y="3308774"/>
            <a:ext cx="927007" cy="82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g2e906823ad7_0_5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8525" y="1746438"/>
            <a:ext cx="1748537" cy="67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g2e906823ad7_0_591"/>
          <p:cNvSpPr txBox="1"/>
          <p:nvPr/>
        </p:nvSpPr>
        <p:spPr>
          <a:xfrm>
            <a:off x="4093935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Kaggle</a:t>
            </a:r>
            <a:endParaRPr sz="1800" b="1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63" name="Google Shape;1263;g2e906823ad7_0_5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19925" y="2969375"/>
            <a:ext cx="1527200" cy="15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g2e906823ad7_0_591"/>
          <p:cNvSpPr txBox="1"/>
          <p:nvPr/>
        </p:nvSpPr>
        <p:spPr>
          <a:xfrm>
            <a:off x="4540968" y="2969381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HTML, CSS, JS</a:t>
            </a:r>
            <a:endParaRPr sz="1800" b="1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AB2BD9-798E-5482-AAFE-492EE12B6CFC}"/>
              </a:ext>
            </a:extLst>
          </p:cNvPr>
          <p:cNvSpPr txBox="1"/>
          <p:nvPr/>
        </p:nvSpPr>
        <p:spPr>
          <a:xfrm>
            <a:off x="1789506" y="1248169"/>
            <a:ext cx="4166939" cy="35612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184" name="Google Shape;1184;g2e906823ad7_0_461"/>
          <p:cNvGrpSpPr/>
          <p:nvPr/>
        </p:nvGrpSpPr>
        <p:grpSpPr>
          <a:xfrm>
            <a:off x="2246702" y="-1236927"/>
            <a:ext cx="7178805" cy="6625617"/>
            <a:chOff x="2246702" y="-1236927"/>
            <a:chExt cx="7178805" cy="6625617"/>
          </a:xfrm>
        </p:grpSpPr>
        <p:sp>
          <p:nvSpPr>
            <p:cNvPr id="1185" name="Google Shape;1185;g2e906823ad7_0_461"/>
            <p:cNvSpPr/>
            <p:nvPr/>
          </p:nvSpPr>
          <p:spPr>
            <a:xfrm flipH="1">
              <a:off x="2246702" y="-1236927"/>
              <a:ext cx="2610104" cy="2072755"/>
            </a:xfrm>
            <a:custGeom>
              <a:avLst/>
              <a:gdLst/>
              <a:ahLst/>
              <a:cxnLst/>
              <a:rect l="l" t="t" r="r" b="b"/>
              <a:pathLst>
                <a:path w="7723" h="6133" extrusionOk="0">
                  <a:moveTo>
                    <a:pt x="1644" y="1996"/>
                  </a:moveTo>
                  <a:lnTo>
                    <a:pt x="1644" y="1996"/>
                  </a:lnTo>
                  <a:cubicBezTo>
                    <a:pt x="1644" y="1998"/>
                    <a:pt x="1643" y="2000"/>
                    <a:pt x="1643" y="2001"/>
                  </a:cubicBezTo>
                  <a:cubicBezTo>
                    <a:pt x="1583" y="2046"/>
                    <a:pt x="1568" y="2136"/>
                    <a:pt x="1494" y="2180"/>
                  </a:cubicBezTo>
                  <a:cubicBezTo>
                    <a:pt x="1553" y="2110"/>
                    <a:pt x="1593" y="2048"/>
                    <a:pt x="1644" y="1996"/>
                  </a:cubicBezTo>
                  <a:close/>
                  <a:moveTo>
                    <a:pt x="5875" y="1"/>
                  </a:moveTo>
                  <a:cubicBezTo>
                    <a:pt x="5809" y="1"/>
                    <a:pt x="5738" y="15"/>
                    <a:pt x="5661" y="45"/>
                  </a:cubicBezTo>
                  <a:cubicBezTo>
                    <a:pt x="5347" y="164"/>
                    <a:pt x="5034" y="179"/>
                    <a:pt x="4720" y="209"/>
                  </a:cubicBezTo>
                  <a:cubicBezTo>
                    <a:pt x="4630" y="239"/>
                    <a:pt x="4541" y="269"/>
                    <a:pt x="4466" y="284"/>
                  </a:cubicBezTo>
                  <a:cubicBezTo>
                    <a:pt x="4152" y="403"/>
                    <a:pt x="3809" y="463"/>
                    <a:pt x="3659" y="821"/>
                  </a:cubicBezTo>
                  <a:cubicBezTo>
                    <a:pt x="3650" y="850"/>
                    <a:pt x="3567" y="1007"/>
                    <a:pt x="3485" y="1007"/>
                  </a:cubicBezTo>
                  <a:cubicBezTo>
                    <a:pt x="3439" y="1007"/>
                    <a:pt x="3393" y="957"/>
                    <a:pt x="3361" y="806"/>
                  </a:cubicBezTo>
                  <a:cubicBezTo>
                    <a:pt x="3346" y="732"/>
                    <a:pt x="3226" y="762"/>
                    <a:pt x="3182" y="717"/>
                  </a:cubicBezTo>
                  <a:cubicBezTo>
                    <a:pt x="3167" y="687"/>
                    <a:pt x="3137" y="657"/>
                    <a:pt x="3107" y="627"/>
                  </a:cubicBezTo>
                  <a:cubicBezTo>
                    <a:pt x="3032" y="702"/>
                    <a:pt x="3077" y="806"/>
                    <a:pt x="3047" y="896"/>
                  </a:cubicBezTo>
                  <a:cubicBezTo>
                    <a:pt x="3030" y="953"/>
                    <a:pt x="3016" y="973"/>
                    <a:pt x="3004" y="973"/>
                  </a:cubicBezTo>
                  <a:cubicBezTo>
                    <a:pt x="2978" y="973"/>
                    <a:pt x="2962" y="878"/>
                    <a:pt x="2935" y="878"/>
                  </a:cubicBezTo>
                  <a:cubicBezTo>
                    <a:pt x="2933" y="878"/>
                    <a:pt x="2930" y="879"/>
                    <a:pt x="2928" y="881"/>
                  </a:cubicBezTo>
                  <a:cubicBezTo>
                    <a:pt x="2873" y="837"/>
                    <a:pt x="2820" y="818"/>
                    <a:pt x="2773" y="818"/>
                  </a:cubicBezTo>
                  <a:cubicBezTo>
                    <a:pt x="2692" y="818"/>
                    <a:pt x="2627" y="876"/>
                    <a:pt x="2599" y="971"/>
                  </a:cubicBezTo>
                  <a:cubicBezTo>
                    <a:pt x="2524" y="1284"/>
                    <a:pt x="2285" y="1434"/>
                    <a:pt x="2031" y="1523"/>
                  </a:cubicBezTo>
                  <a:cubicBezTo>
                    <a:pt x="1857" y="1589"/>
                    <a:pt x="1754" y="1687"/>
                    <a:pt x="1693" y="1828"/>
                  </a:cubicBezTo>
                  <a:lnTo>
                    <a:pt x="1693" y="1828"/>
                  </a:lnTo>
                  <a:cubicBezTo>
                    <a:pt x="1695" y="1743"/>
                    <a:pt x="1698" y="1663"/>
                    <a:pt x="1748" y="1583"/>
                  </a:cubicBezTo>
                  <a:cubicBezTo>
                    <a:pt x="1793" y="1493"/>
                    <a:pt x="1793" y="1389"/>
                    <a:pt x="1688" y="1329"/>
                  </a:cubicBezTo>
                  <a:cubicBezTo>
                    <a:pt x="1655" y="1310"/>
                    <a:pt x="1630" y="1301"/>
                    <a:pt x="1609" y="1301"/>
                  </a:cubicBezTo>
                  <a:cubicBezTo>
                    <a:pt x="1536" y="1301"/>
                    <a:pt x="1529" y="1405"/>
                    <a:pt x="1494" y="1464"/>
                  </a:cubicBezTo>
                  <a:cubicBezTo>
                    <a:pt x="1464" y="1523"/>
                    <a:pt x="1434" y="1598"/>
                    <a:pt x="1374" y="1628"/>
                  </a:cubicBezTo>
                  <a:cubicBezTo>
                    <a:pt x="1031" y="1762"/>
                    <a:pt x="971" y="2061"/>
                    <a:pt x="1001" y="2345"/>
                  </a:cubicBezTo>
                  <a:cubicBezTo>
                    <a:pt x="1046" y="2614"/>
                    <a:pt x="956" y="2778"/>
                    <a:pt x="762" y="2927"/>
                  </a:cubicBezTo>
                  <a:cubicBezTo>
                    <a:pt x="239" y="3345"/>
                    <a:pt x="0" y="3868"/>
                    <a:pt x="135" y="4540"/>
                  </a:cubicBezTo>
                  <a:cubicBezTo>
                    <a:pt x="299" y="4764"/>
                    <a:pt x="179" y="5063"/>
                    <a:pt x="299" y="5302"/>
                  </a:cubicBezTo>
                  <a:cubicBezTo>
                    <a:pt x="359" y="5422"/>
                    <a:pt x="374" y="5556"/>
                    <a:pt x="463" y="5646"/>
                  </a:cubicBezTo>
                  <a:cubicBezTo>
                    <a:pt x="493" y="5705"/>
                    <a:pt x="523" y="5765"/>
                    <a:pt x="553" y="5810"/>
                  </a:cubicBezTo>
                  <a:cubicBezTo>
                    <a:pt x="727" y="5868"/>
                    <a:pt x="746" y="6124"/>
                    <a:pt x="953" y="6124"/>
                  </a:cubicBezTo>
                  <a:cubicBezTo>
                    <a:pt x="959" y="6124"/>
                    <a:pt x="965" y="6124"/>
                    <a:pt x="971" y="6124"/>
                  </a:cubicBezTo>
                  <a:cubicBezTo>
                    <a:pt x="1016" y="6122"/>
                    <a:pt x="1061" y="6121"/>
                    <a:pt x="1106" y="6121"/>
                  </a:cubicBezTo>
                  <a:cubicBezTo>
                    <a:pt x="1284" y="6121"/>
                    <a:pt x="1463" y="6132"/>
                    <a:pt x="1634" y="6132"/>
                  </a:cubicBezTo>
                  <a:cubicBezTo>
                    <a:pt x="1779" y="6132"/>
                    <a:pt x="1919" y="6124"/>
                    <a:pt x="2046" y="6094"/>
                  </a:cubicBezTo>
                  <a:cubicBezTo>
                    <a:pt x="2539" y="5974"/>
                    <a:pt x="3032" y="5900"/>
                    <a:pt x="3525" y="5825"/>
                  </a:cubicBezTo>
                  <a:cubicBezTo>
                    <a:pt x="3704" y="5705"/>
                    <a:pt x="3869" y="5586"/>
                    <a:pt x="4063" y="5496"/>
                  </a:cubicBezTo>
                  <a:cubicBezTo>
                    <a:pt x="4511" y="5287"/>
                    <a:pt x="4974" y="5108"/>
                    <a:pt x="5437" y="4914"/>
                  </a:cubicBezTo>
                  <a:cubicBezTo>
                    <a:pt x="5661" y="4824"/>
                    <a:pt x="5945" y="4809"/>
                    <a:pt x="6109" y="4675"/>
                  </a:cubicBezTo>
                  <a:cubicBezTo>
                    <a:pt x="6572" y="4301"/>
                    <a:pt x="7005" y="3898"/>
                    <a:pt x="7423" y="3480"/>
                  </a:cubicBezTo>
                  <a:cubicBezTo>
                    <a:pt x="7662" y="3256"/>
                    <a:pt x="7722" y="2972"/>
                    <a:pt x="7617" y="2629"/>
                  </a:cubicBezTo>
                  <a:cubicBezTo>
                    <a:pt x="7453" y="2076"/>
                    <a:pt x="7110" y="1628"/>
                    <a:pt x="6841" y="1135"/>
                  </a:cubicBezTo>
                  <a:cubicBezTo>
                    <a:pt x="6572" y="956"/>
                    <a:pt x="6617" y="597"/>
                    <a:pt x="6423" y="373"/>
                  </a:cubicBezTo>
                  <a:cubicBezTo>
                    <a:pt x="6272" y="165"/>
                    <a:pt x="6103" y="1"/>
                    <a:pt x="58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g2e906823ad7_0_461"/>
            <p:cNvSpPr/>
            <p:nvPr/>
          </p:nvSpPr>
          <p:spPr>
            <a:xfrm rot="2038579">
              <a:off x="8003219" y="4230212"/>
              <a:ext cx="1422288" cy="1158478"/>
            </a:xfrm>
            <a:custGeom>
              <a:avLst/>
              <a:gdLst/>
              <a:ahLst/>
              <a:cxnLst/>
              <a:rect l="l" t="t" r="r" b="b"/>
              <a:pathLst>
                <a:path w="11412" h="13904" extrusionOk="0">
                  <a:moveTo>
                    <a:pt x="6519" y="1887"/>
                  </a:moveTo>
                  <a:lnTo>
                    <a:pt x="6519" y="1887"/>
                  </a:lnTo>
                  <a:cubicBezTo>
                    <a:pt x="6521" y="1889"/>
                    <a:pt x="6524" y="1892"/>
                    <a:pt x="6528" y="1896"/>
                  </a:cubicBezTo>
                  <a:cubicBezTo>
                    <a:pt x="6525" y="1893"/>
                    <a:pt x="6522" y="1890"/>
                    <a:pt x="6519" y="1887"/>
                  </a:cubicBezTo>
                  <a:close/>
                  <a:moveTo>
                    <a:pt x="6244" y="2762"/>
                  </a:moveTo>
                  <a:lnTo>
                    <a:pt x="6240" y="2783"/>
                  </a:lnTo>
                  <a:lnTo>
                    <a:pt x="6240" y="2783"/>
                  </a:lnTo>
                  <a:cubicBezTo>
                    <a:pt x="6242" y="2776"/>
                    <a:pt x="6244" y="2768"/>
                    <a:pt x="6244" y="2762"/>
                  </a:cubicBezTo>
                  <a:close/>
                  <a:moveTo>
                    <a:pt x="6240" y="2783"/>
                  </a:moveTo>
                  <a:cubicBezTo>
                    <a:pt x="6233" y="2810"/>
                    <a:pt x="6217" y="2840"/>
                    <a:pt x="6229" y="2851"/>
                  </a:cubicBezTo>
                  <a:lnTo>
                    <a:pt x="6240" y="2783"/>
                  </a:lnTo>
                  <a:close/>
                  <a:moveTo>
                    <a:pt x="7872" y="4539"/>
                  </a:moveTo>
                  <a:cubicBezTo>
                    <a:pt x="7887" y="4554"/>
                    <a:pt x="7887" y="4554"/>
                    <a:pt x="7887" y="4569"/>
                  </a:cubicBezTo>
                  <a:lnTo>
                    <a:pt x="7872" y="4554"/>
                  </a:lnTo>
                  <a:cubicBezTo>
                    <a:pt x="7872" y="4554"/>
                    <a:pt x="7872" y="4554"/>
                    <a:pt x="7872" y="4539"/>
                  </a:cubicBezTo>
                  <a:close/>
                  <a:moveTo>
                    <a:pt x="6095" y="4285"/>
                  </a:moveTo>
                  <a:lnTo>
                    <a:pt x="6095" y="4285"/>
                  </a:lnTo>
                  <a:cubicBezTo>
                    <a:pt x="6184" y="4405"/>
                    <a:pt x="6289" y="4524"/>
                    <a:pt x="6378" y="4659"/>
                  </a:cubicBezTo>
                  <a:cubicBezTo>
                    <a:pt x="6289" y="4524"/>
                    <a:pt x="6199" y="4405"/>
                    <a:pt x="6095" y="4285"/>
                  </a:cubicBezTo>
                  <a:close/>
                  <a:moveTo>
                    <a:pt x="6378" y="4659"/>
                  </a:moveTo>
                  <a:lnTo>
                    <a:pt x="6528" y="4883"/>
                  </a:lnTo>
                  <a:cubicBezTo>
                    <a:pt x="6483" y="4808"/>
                    <a:pt x="6438" y="4733"/>
                    <a:pt x="6378" y="4659"/>
                  </a:cubicBezTo>
                  <a:close/>
                  <a:moveTo>
                    <a:pt x="6528" y="4883"/>
                  </a:moveTo>
                  <a:cubicBezTo>
                    <a:pt x="6558" y="4957"/>
                    <a:pt x="6587" y="5017"/>
                    <a:pt x="6617" y="5077"/>
                  </a:cubicBezTo>
                  <a:cubicBezTo>
                    <a:pt x="6632" y="5077"/>
                    <a:pt x="6647" y="5062"/>
                    <a:pt x="6662" y="5062"/>
                  </a:cubicBezTo>
                  <a:cubicBezTo>
                    <a:pt x="6617" y="5002"/>
                    <a:pt x="6572" y="4942"/>
                    <a:pt x="6528" y="4883"/>
                  </a:cubicBezTo>
                  <a:close/>
                  <a:moveTo>
                    <a:pt x="7422" y="5942"/>
                  </a:moveTo>
                  <a:cubicBezTo>
                    <a:pt x="7365" y="5942"/>
                    <a:pt x="7316" y="5991"/>
                    <a:pt x="7274" y="6033"/>
                  </a:cubicBezTo>
                  <a:cubicBezTo>
                    <a:pt x="7349" y="6018"/>
                    <a:pt x="7424" y="5988"/>
                    <a:pt x="7498" y="5973"/>
                  </a:cubicBezTo>
                  <a:cubicBezTo>
                    <a:pt x="7472" y="5951"/>
                    <a:pt x="7446" y="5942"/>
                    <a:pt x="7422" y="5942"/>
                  </a:cubicBezTo>
                  <a:close/>
                  <a:moveTo>
                    <a:pt x="7618" y="5973"/>
                  </a:moveTo>
                  <a:lnTo>
                    <a:pt x="7618" y="5973"/>
                  </a:lnTo>
                  <a:cubicBezTo>
                    <a:pt x="7633" y="6018"/>
                    <a:pt x="7663" y="6048"/>
                    <a:pt x="7678" y="6093"/>
                  </a:cubicBezTo>
                  <a:cubicBezTo>
                    <a:pt x="7708" y="6078"/>
                    <a:pt x="7737" y="6063"/>
                    <a:pt x="7767" y="6033"/>
                  </a:cubicBezTo>
                  <a:cubicBezTo>
                    <a:pt x="7723" y="6018"/>
                    <a:pt x="7663" y="6003"/>
                    <a:pt x="7618" y="5973"/>
                  </a:cubicBezTo>
                  <a:close/>
                  <a:moveTo>
                    <a:pt x="6333" y="6063"/>
                  </a:moveTo>
                  <a:cubicBezTo>
                    <a:pt x="6259" y="6093"/>
                    <a:pt x="6199" y="6122"/>
                    <a:pt x="6124" y="6152"/>
                  </a:cubicBezTo>
                  <a:cubicBezTo>
                    <a:pt x="6149" y="6166"/>
                    <a:pt x="6170" y="6172"/>
                    <a:pt x="6189" y="6172"/>
                  </a:cubicBezTo>
                  <a:cubicBezTo>
                    <a:pt x="6251" y="6172"/>
                    <a:pt x="6288" y="6108"/>
                    <a:pt x="6333" y="6063"/>
                  </a:cubicBezTo>
                  <a:close/>
                  <a:moveTo>
                    <a:pt x="6378" y="6122"/>
                  </a:moveTo>
                  <a:cubicBezTo>
                    <a:pt x="6378" y="6152"/>
                    <a:pt x="6378" y="6167"/>
                    <a:pt x="6378" y="6197"/>
                  </a:cubicBezTo>
                  <a:lnTo>
                    <a:pt x="6423" y="6197"/>
                  </a:lnTo>
                  <a:cubicBezTo>
                    <a:pt x="6408" y="6167"/>
                    <a:pt x="6393" y="6152"/>
                    <a:pt x="6378" y="6122"/>
                  </a:cubicBezTo>
                  <a:close/>
                  <a:moveTo>
                    <a:pt x="6662" y="6152"/>
                  </a:moveTo>
                  <a:cubicBezTo>
                    <a:pt x="6632" y="6167"/>
                    <a:pt x="6617" y="6197"/>
                    <a:pt x="6602" y="6227"/>
                  </a:cubicBezTo>
                  <a:cubicBezTo>
                    <a:pt x="6617" y="6227"/>
                    <a:pt x="6632" y="6242"/>
                    <a:pt x="6647" y="6242"/>
                  </a:cubicBezTo>
                  <a:cubicBezTo>
                    <a:pt x="6662" y="6212"/>
                    <a:pt x="6677" y="6197"/>
                    <a:pt x="6692" y="6167"/>
                  </a:cubicBezTo>
                  <a:cubicBezTo>
                    <a:pt x="6677" y="6167"/>
                    <a:pt x="6662" y="6152"/>
                    <a:pt x="6662" y="6152"/>
                  </a:cubicBezTo>
                  <a:close/>
                  <a:moveTo>
                    <a:pt x="5497" y="6959"/>
                  </a:moveTo>
                  <a:cubicBezTo>
                    <a:pt x="5497" y="6974"/>
                    <a:pt x="5497" y="6974"/>
                    <a:pt x="5497" y="6989"/>
                  </a:cubicBezTo>
                  <a:lnTo>
                    <a:pt x="5482" y="6974"/>
                  </a:lnTo>
                  <a:lnTo>
                    <a:pt x="5497" y="6959"/>
                  </a:lnTo>
                  <a:close/>
                  <a:moveTo>
                    <a:pt x="5436" y="7087"/>
                  </a:moveTo>
                  <a:cubicBezTo>
                    <a:pt x="5446" y="7087"/>
                    <a:pt x="5457" y="7098"/>
                    <a:pt x="5467" y="7108"/>
                  </a:cubicBezTo>
                  <a:cubicBezTo>
                    <a:pt x="5452" y="7093"/>
                    <a:pt x="5437" y="7093"/>
                    <a:pt x="5422" y="7093"/>
                  </a:cubicBezTo>
                  <a:cubicBezTo>
                    <a:pt x="5427" y="7089"/>
                    <a:pt x="5431" y="7087"/>
                    <a:pt x="5436" y="7087"/>
                  </a:cubicBezTo>
                  <a:close/>
                  <a:moveTo>
                    <a:pt x="5572" y="7108"/>
                  </a:moveTo>
                  <a:cubicBezTo>
                    <a:pt x="5587" y="7123"/>
                    <a:pt x="5602" y="7153"/>
                    <a:pt x="5602" y="7168"/>
                  </a:cubicBezTo>
                  <a:lnTo>
                    <a:pt x="5602" y="7168"/>
                  </a:lnTo>
                  <a:cubicBezTo>
                    <a:pt x="5602" y="7153"/>
                    <a:pt x="5587" y="7138"/>
                    <a:pt x="5557" y="7108"/>
                  </a:cubicBezTo>
                  <a:close/>
                  <a:moveTo>
                    <a:pt x="9545" y="7213"/>
                  </a:moveTo>
                  <a:lnTo>
                    <a:pt x="9589" y="7310"/>
                  </a:lnTo>
                  <a:lnTo>
                    <a:pt x="9589" y="7310"/>
                  </a:lnTo>
                  <a:cubicBezTo>
                    <a:pt x="9575" y="7276"/>
                    <a:pt x="9560" y="7243"/>
                    <a:pt x="9545" y="7213"/>
                  </a:cubicBezTo>
                  <a:close/>
                  <a:moveTo>
                    <a:pt x="9589" y="7310"/>
                  </a:moveTo>
                  <a:cubicBezTo>
                    <a:pt x="9604" y="7343"/>
                    <a:pt x="9619" y="7377"/>
                    <a:pt x="9634" y="7407"/>
                  </a:cubicBezTo>
                  <a:lnTo>
                    <a:pt x="9589" y="7310"/>
                  </a:lnTo>
                  <a:close/>
                  <a:moveTo>
                    <a:pt x="5624" y="1"/>
                  </a:moveTo>
                  <a:cubicBezTo>
                    <a:pt x="5530" y="1"/>
                    <a:pt x="5446" y="50"/>
                    <a:pt x="5363" y="133"/>
                  </a:cubicBezTo>
                  <a:cubicBezTo>
                    <a:pt x="5273" y="208"/>
                    <a:pt x="5183" y="297"/>
                    <a:pt x="5094" y="372"/>
                  </a:cubicBezTo>
                  <a:cubicBezTo>
                    <a:pt x="5064" y="402"/>
                    <a:pt x="5034" y="432"/>
                    <a:pt x="5004" y="462"/>
                  </a:cubicBezTo>
                  <a:lnTo>
                    <a:pt x="4915" y="566"/>
                  </a:lnTo>
                  <a:lnTo>
                    <a:pt x="4900" y="566"/>
                  </a:lnTo>
                  <a:lnTo>
                    <a:pt x="4885" y="596"/>
                  </a:lnTo>
                  <a:cubicBezTo>
                    <a:pt x="4870" y="611"/>
                    <a:pt x="4855" y="641"/>
                    <a:pt x="4825" y="656"/>
                  </a:cubicBezTo>
                  <a:cubicBezTo>
                    <a:pt x="4810" y="686"/>
                    <a:pt x="4765" y="731"/>
                    <a:pt x="4780" y="760"/>
                  </a:cubicBezTo>
                  <a:cubicBezTo>
                    <a:pt x="4795" y="895"/>
                    <a:pt x="4825" y="1014"/>
                    <a:pt x="4855" y="1149"/>
                  </a:cubicBezTo>
                  <a:cubicBezTo>
                    <a:pt x="4915" y="1223"/>
                    <a:pt x="4974" y="1283"/>
                    <a:pt x="5004" y="1373"/>
                  </a:cubicBezTo>
                  <a:cubicBezTo>
                    <a:pt x="5064" y="1657"/>
                    <a:pt x="5288" y="1806"/>
                    <a:pt x="5467" y="2015"/>
                  </a:cubicBezTo>
                  <a:cubicBezTo>
                    <a:pt x="5497" y="2075"/>
                    <a:pt x="5512" y="2149"/>
                    <a:pt x="5542" y="2179"/>
                  </a:cubicBezTo>
                  <a:cubicBezTo>
                    <a:pt x="5691" y="2329"/>
                    <a:pt x="5841" y="2478"/>
                    <a:pt x="5975" y="2627"/>
                  </a:cubicBezTo>
                  <a:cubicBezTo>
                    <a:pt x="6043" y="2696"/>
                    <a:pt x="6111" y="2764"/>
                    <a:pt x="6214" y="2764"/>
                  </a:cubicBezTo>
                  <a:cubicBezTo>
                    <a:pt x="6223" y="2764"/>
                    <a:pt x="6233" y="2763"/>
                    <a:pt x="6244" y="2762"/>
                  </a:cubicBezTo>
                  <a:lnTo>
                    <a:pt x="6244" y="2762"/>
                  </a:lnTo>
                  <a:cubicBezTo>
                    <a:pt x="6244" y="2762"/>
                    <a:pt x="6244" y="2762"/>
                    <a:pt x="6244" y="2762"/>
                  </a:cubicBezTo>
                  <a:lnTo>
                    <a:pt x="6348" y="2732"/>
                  </a:lnTo>
                  <a:lnTo>
                    <a:pt x="6363" y="2747"/>
                  </a:lnTo>
                  <a:cubicBezTo>
                    <a:pt x="6468" y="2881"/>
                    <a:pt x="6543" y="3016"/>
                    <a:pt x="6647" y="3165"/>
                  </a:cubicBezTo>
                  <a:lnTo>
                    <a:pt x="6767" y="3270"/>
                  </a:lnTo>
                  <a:lnTo>
                    <a:pt x="6677" y="3329"/>
                  </a:lnTo>
                  <a:lnTo>
                    <a:pt x="6722" y="3329"/>
                  </a:lnTo>
                  <a:cubicBezTo>
                    <a:pt x="6737" y="3344"/>
                    <a:pt x="6737" y="3344"/>
                    <a:pt x="6737" y="3359"/>
                  </a:cubicBezTo>
                  <a:cubicBezTo>
                    <a:pt x="6692" y="3449"/>
                    <a:pt x="6752" y="3449"/>
                    <a:pt x="6811" y="3449"/>
                  </a:cubicBezTo>
                  <a:cubicBezTo>
                    <a:pt x="6811" y="3494"/>
                    <a:pt x="6782" y="3553"/>
                    <a:pt x="6796" y="3583"/>
                  </a:cubicBezTo>
                  <a:cubicBezTo>
                    <a:pt x="6886" y="3703"/>
                    <a:pt x="6976" y="3822"/>
                    <a:pt x="7080" y="3942"/>
                  </a:cubicBezTo>
                  <a:cubicBezTo>
                    <a:pt x="7200" y="4076"/>
                    <a:pt x="7319" y="4211"/>
                    <a:pt x="7439" y="4345"/>
                  </a:cubicBezTo>
                  <a:cubicBezTo>
                    <a:pt x="7484" y="4420"/>
                    <a:pt x="7513" y="4494"/>
                    <a:pt x="7558" y="4569"/>
                  </a:cubicBezTo>
                  <a:cubicBezTo>
                    <a:pt x="7573" y="4599"/>
                    <a:pt x="7618" y="4614"/>
                    <a:pt x="7648" y="4629"/>
                  </a:cubicBezTo>
                  <a:cubicBezTo>
                    <a:pt x="7723" y="4703"/>
                    <a:pt x="7812" y="4763"/>
                    <a:pt x="7857" y="4853"/>
                  </a:cubicBezTo>
                  <a:cubicBezTo>
                    <a:pt x="7917" y="4957"/>
                    <a:pt x="7976" y="5002"/>
                    <a:pt x="8081" y="5032"/>
                  </a:cubicBezTo>
                  <a:lnTo>
                    <a:pt x="8081" y="5017"/>
                  </a:lnTo>
                  <a:cubicBezTo>
                    <a:pt x="8096" y="5032"/>
                    <a:pt x="8096" y="5047"/>
                    <a:pt x="8096" y="5047"/>
                  </a:cubicBezTo>
                  <a:lnTo>
                    <a:pt x="8081" y="5032"/>
                  </a:lnTo>
                  <a:lnTo>
                    <a:pt x="8081" y="5032"/>
                  </a:lnTo>
                  <a:cubicBezTo>
                    <a:pt x="8111" y="5241"/>
                    <a:pt x="8171" y="5316"/>
                    <a:pt x="8305" y="5346"/>
                  </a:cubicBezTo>
                  <a:cubicBezTo>
                    <a:pt x="8350" y="5391"/>
                    <a:pt x="8410" y="5435"/>
                    <a:pt x="8454" y="5495"/>
                  </a:cubicBezTo>
                  <a:cubicBezTo>
                    <a:pt x="8484" y="5540"/>
                    <a:pt x="8529" y="5600"/>
                    <a:pt x="8559" y="5659"/>
                  </a:cubicBezTo>
                  <a:cubicBezTo>
                    <a:pt x="8559" y="5674"/>
                    <a:pt x="8559" y="5689"/>
                    <a:pt x="8559" y="5704"/>
                  </a:cubicBezTo>
                  <a:cubicBezTo>
                    <a:pt x="8580" y="5715"/>
                    <a:pt x="8594" y="5725"/>
                    <a:pt x="8610" y="5725"/>
                  </a:cubicBezTo>
                  <a:cubicBezTo>
                    <a:pt x="8617" y="5725"/>
                    <a:pt x="8625" y="5723"/>
                    <a:pt x="8634" y="5719"/>
                  </a:cubicBezTo>
                  <a:cubicBezTo>
                    <a:pt x="8634" y="5734"/>
                    <a:pt x="8634" y="5764"/>
                    <a:pt x="8649" y="5779"/>
                  </a:cubicBezTo>
                  <a:cubicBezTo>
                    <a:pt x="8888" y="6167"/>
                    <a:pt x="9126" y="6570"/>
                    <a:pt x="9365" y="6959"/>
                  </a:cubicBezTo>
                  <a:cubicBezTo>
                    <a:pt x="9425" y="7048"/>
                    <a:pt x="9485" y="7123"/>
                    <a:pt x="9545" y="7213"/>
                  </a:cubicBezTo>
                  <a:cubicBezTo>
                    <a:pt x="9545" y="7213"/>
                    <a:pt x="9545" y="7213"/>
                    <a:pt x="9545" y="7213"/>
                  </a:cubicBezTo>
                  <a:lnTo>
                    <a:pt x="9545" y="7213"/>
                  </a:lnTo>
                  <a:cubicBezTo>
                    <a:pt x="9589" y="7272"/>
                    <a:pt x="9604" y="7332"/>
                    <a:pt x="9634" y="7407"/>
                  </a:cubicBezTo>
                  <a:cubicBezTo>
                    <a:pt x="9649" y="7422"/>
                    <a:pt x="9649" y="7437"/>
                    <a:pt x="9664" y="7437"/>
                  </a:cubicBezTo>
                  <a:lnTo>
                    <a:pt x="8335" y="2239"/>
                  </a:lnTo>
                  <a:lnTo>
                    <a:pt x="8335" y="2239"/>
                  </a:lnTo>
                  <a:lnTo>
                    <a:pt x="8335" y="2239"/>
                  </a:lnTo>
                  <a:lnTo>
                    <a:pt x="7678" y="2672"/>
                  </a:lnTo>
                  <a:cubicBezTo>
                    <a:pt x="7678" y="2672"/>
                    <a:pt x="7678" y="2657"/>
                    <a:pt x="7678" y="2657"/>
                  </a:cubicBezTo>
                  <a:lnTo>
                    <a:pt x="7678" y="2493"/>
                  </a:lnTo>
                  <a:cubicBezTo>
                    <a:pt x="7752" y="2478"/>
                    <a:pt x="7767" y="2433"/>
                    <a:pt x="7752" y="2388"/>
                  </a:cubicBezTo>
                  <a:lnTo>
                    <a:pt x="8335" y="2239"/>
                  </a:lnTo>
                  <a:cubicBezTo>
                    <a:pt x="8365" y="2209"/>
                    <a:pt x="8380" y="2179"/>
                    <a:pt x="8410" y="2135"/>
                  </a:cubicBezTo>
                  <a:cubicBezTo>
                    <a:pt x="8380" y="2135"/>
                    <a:pt x="8365" y="2135"/>
                    <a:pt x="8335" y="2120"/>
                  </a:cubicBezTo>
                  <a:cubicBezTo>
                    <a:pt x="8335" y="2120"/>
                    <a:pt x="8335" y="2105"/>
                    <a:pt x="8335" y="2090"/>
                  </a:cubicBezTo>
                  <a:cubicBezTo>
                    <a:pt x="8320" y="2075"/>
                    <a:pt x="8320" y="2060"/>
                    <a:pt x="8305" y="2030"/>
                  </a:cubicBezTo>
                  <a:cubicBezTo>
                    <a:pt x="8275" y="2060"/>
                    <a:pt x="8260" y="2075"/>
                    <a:pt x="8230" y="2105"/>
                  </a:cubicBezTo>
                  <a:cubicBezTo>
                    <a:pt x="8111" y="1955"/>
                    <a:pt x="7991" y="1806"/>
                    <a:pt x="7887" y="1671"/>
                  </a:cubicBezTo>
                  <a:lnTo>
                    <a:pt x="7872" y="1671"/>
                  </a:lnTo>
                  <a:cubicBezTo>
                    <a:pt x="7842" y="1627"/>
                    <a:pt x="7812" y="1582"/>
                    <a:pt x="7767" y="1552"/>
                  </a:cubicBezTo>
                  <a:lnTo>
                    <a:pt x="7618" y="1373"/>
                  </a:lnTo>
                  <a:cubicBezTo>
                    <a:pt x="7618" y="1358"/>
                    <a:pt x="7618" y="1358"/>
                    <a:pt x="7618" y="1343"/>
                  </a:cubicBezTo>
                  <a:cubicBezTo>
                    <a:pt x="7588" y="1298"/>
                    <a:pt x="7573" y="1283"/>
                    <a:pt x="7558" y="1283"/>
                  </a:cubicBezTo>
                  <a:lnTo>
                    <a:pt x="7424" y="1149"/>
                  </a:lnTo>
                  <a:cubicBezTo>
                    <a:pt x="7245" y="955"/>
                    <a:pt x="7050" y="790"/>
                    <a:pt x="6871" y="596"/>
                  </a:cubicBezTo>
                  <a:cubicBezTo>
                    <a:pt x="6692" y="432"/>
                    <a:pt x="6483" y="327"/>
                    <a:pt x="6274" y="223"/>
                  </a:cubicBezTo>
                  <a:cubicBezTo>
                    <a:pt x="6244" y="208"/>
                    <a:pt x="6214" y="178"/>
                    <a:pt x="6184" y="163"/>
                  </a:cubicBezTo>
                  <a:cubicBezTo>
                    <a:pt x="6139" y="133"/>
                    <a:pt x="6109" y="118"/>
                    <a:pt x="6065" y="88"/>
                  </a:cubicBezTo>
                  <a:cubicBezTo>
                    <a:pt x="6035" y="73"/>
                    <a:pt x="5990" y="73"/>
                    <a:pt x="5960" y="73"/>
                  </a:cubicBezTo>
                  <a:lnTo>
                    <a:pt x="5811" y="58"/>
                  </a:lnTo>
                  <a:cubicBezTo>
                    <a:pt x="5743" y="19"/>
                    <a:pt x="5681" y="1"/>
                    <a:pt x="5624" y="1"/>
                  </a:cubicBezTo>
                  <a:close/>
                  <a:moveTo>
                    <a:pt x="9664" y="7437"/>
                  </a:moveTo>
                  <a:cubicBezTo>
                    <a:pt x="9664" y="7444"/>
                    <a:pt x="9668" y="7452"/>
                    <a:pt x="9672" y="7459"/>
                  </a:cubicBezTo>
                  <a:lnTo>
                    <a:pt x="9672" y="7459"/>
                  </a:lnTo>
                  <a:lnTo>
                    <a:pt x="9664" y="7437"/>
                  </a:lnTo>
                  <a:close/>
                  <a:moveTo>
                    <a:pt x="9675" y="7467"/>
                  </a:moveTo>
                  <a:cubicBezTo>
                    <a:pt x="9677" y="7472"/>
                    <a:pt x="9679" y="7477"/>
                    <a:pt x="9679" y="7482"/>
                  </a:cubicBezTo>
                  <a:lnTo>
                    <a:pt x="9679" y="7482"/>
                  </a:lnTo>
                  <a:lnTo>
                    <a:pt x="9675" y="7467"/>
                  </a:lnTo>
                  <a:close/>
                  <a:moveTo>
                    <a:pt x="11023" y="7452"/>
                  </a:moveTo>
                  <a:cubicBezTo>
                    <a:pt x="11008" y="7452"/>
                    <a:pt x="11008" y="7467"/>
                    <a:pt x="10993" y="7496"/>
                  </a:cubicBezTo>
                  <a:cubicBezTo>
                    <a:pt x="11001" y="7489"/>
                    <a:pt x="11008" y="7489"/>
                    <a:pt x="11016" y="7489"/>
                  </a:cubicBezTo>
                  <a:cubicBezTo>
                    <a:pt x="11023" y="7489"/>
                    <a:pt x="11031" y="7489"/>
                    <a:pt x="11038" y="7482"/>
                  </a:cubicBezTo>
                  <a:cubicBezTo>
                    <a:pt x="11053" y="7482"/>
                    <a:pt x="11068" y="7467"/>
                    <a:pt x="11068" y="7467"/>
                  </a:cubicBezTo>
                  <a:cubicBezTo>
                    <a:pt x="11053" y="7452"/>
                    <a:pt x="11038" y="7452"/>
                    <a:pt x="11023" y="7452"/>
                  </a:cubicBezTo>
                  <a:close/>
                  <a:moveTo>
                    <a:pt x="10321" y="8034"/>
                  </a:moveTo>
                  <a:cubicBezTo>
                    <a:pt x="10306" y="8034"/>
                    <a:pt x="10306" y="8049"/>
                    <a:pt x="10291" y="8049"/>
                  </a:cubicBezTo>
                  <a:cubicBezTo>
                    <a:pt x="10291" y="8049"/>
                    <a:pt x="10291" y="8034"/>
                    <a:pt x="10291" y="8034"/>
                  </a:cubicBezTo>
                  <a:close/>
                  <a:moveTo>
                    <a:pt x="5437" y="8243"/>
                  </a:moveTo>
                  <a:cubicBezTo>
                    <a:pt x="5437" y="8243"/>
                    <a:pt x="5422" y="8258"/>
                    <a:pt x="5407" y="8258"/>
                  </a:cubicBezTo>
                  <a:lnTo>
                    <a:pt x="5437" y="8243"/>
                  </a:lnTo>
                  <a:close/>
                  <a:moveTo>
                    <a:pt x="11173" y="8348"/>
                  </a:moveTo>
                  <a:cubicBezTo>
                    <a:pt x="11143" y="8378"/>
                    <a:pt x="11128" y="8393"/>
                    <a:pt x="11098" y="8422"/>
                  </a:cubicBezTo>
                  <a:cubicBezTo>
                    <a:pt x="11128" y="8408"/>
                    <a:pt x="11158" y="8378"/>
                    <a:pt x="11188" y="8363"/>
                  </a:cubicBezTo>
                  <a:cubicBezTo>
                    <a:pt x="11188" y="8363"/>
                    <a:pt x="11173" y="8348"/>
                    <a:pt x="11173" y="8348"/>
                  </a:cubicBezTo>
                  <a:close/>
                  <a:moveTo>
                    <a:pt x="11173" y="8452"/>
                  </a:moveTo>
                  <a:cubicBezTo>
                    <a:pt x="11158" y="8467"/>
                    <a:pt x="11158" y="8482"/>
                    <a:pt x="11143" y="8482"/>
                  </a:cubicBezTo>
                  <a:cubicBezTo>
                    <a:pt x="11143" y="8497"/>
                    <a:pt x="11158" y="8497"/>
                    <a:pt x="11173" y="8512"/>
                  </a:cubicBezTo>
                  <a:cubicBezTo>
                    <a:pt x="11188" y="8497"/>
                    <a:pt x="11203" y="8482"/>
                    <a:pt x="11203" y="8482"/>
                  </a:cubicBezTo>
                  <a:cubicBezTo>
                    <a:pt x="11203" y="8467"/>
                    <a:pt x="11173" y="8452"/>
                    <a:pt x="11173" y="8452"/>
                  </a:cubicBezTo>
                  <a:close/>
                  <a:moveTo>
                    <a:pt x="11412" y="8736"/>
                  </a:moveTo>
                  <a:cubicBezTo>
                    <a:pt x="11382" y="8766"/>
                    <a:pt x="11367" y="8796"/>
                    <a:pt x="11337" y="8811"/>
                  </a:cubicBezTo>
                  <a:cubicBezTo>
                    <a:pt x="11367" y="8841"/>
                    <a:pt x="11382" y="8856"/>
                    <a:pt x="11412" y="8886"/>
                  </a:cubicBezTo>
                  <a:lnTo>
                    <a:pt x="11412" y="8736"/>
                  </a:lnTo>
                  <a:close/>
                  <a:moveTo>
                    <a:pt x="6035" y="9124"/>
                  </a:moveTo>
                  <a:lnTo>
                    <a:pt x="6020" y="9139"/>
                  </a:lnTo>
                  <a:cubicBezTo>
                    <a:pt x="6020" y="9124"/>
                    <a:pt x="6020" y="9124"/>
                    <a:pt x="6035" y="9124"/>
                  </a:cubicBezTo>
                  <a:close/>
                  <a:moveTo>
                    <a:pt x="2151" y="9289"/>
                  </a:moveTo>
                  <a:cubicBezTo>
                    <a:pt x="2151" y="9289"/>
                    <a:pt x="2151" y="9304"/>
                    <a:pt x="2151" y="9304"/>
                  </a:cubicBezTo>
                  <a:lnTo>
                    <a:pt x="2137" y="9304"/>
                  </a:lnTo>
                  <a:lnTo>
                    <a:pt x="2151" y="9289"/>
                  </a:lnTo>
                  <a:close/>
                  <a:moveTo>
                    <a:pt x="11053" y="9289"/>
                  </a:moveTo>
                  <a:lnTo>
                    <a:pt x="11038" y="9304"/>
                  </a:lnTo>
                  <a:cubicBezTo>
                    <a:pt x="11038" y="9289"/>
                    <a:pt x="11038" y="9289"/>
                    <a:pt x="11038" y="9289"/>
                  </a:cubicBezTo>
                  <a:close/>
                  <a:moveTo>
                    <a:pt x="1211" y="11081"/>
                  </a:moveTo>
                  <a:cubicBezTo>
                    <a:pt x="1225" y="11096"/>
                    <a:pt x="1240" y="11096"/>
                    <a:pt x="1255" y="11111"/>
                  </a:cubicBezTo>
                  <a:cubicBezTo>
                    <a:pt x="1225" y="11111"/>
                    <a:pt x="1211" y="11096"/>
                    <a:pt x="1211" y="11081"/>
                  </a:cubicBezTo>
                  <a:close/>
                  <a:moveTo>
                    <a:pt x="3003" y="12097"/>
                  </a:moveTo>
                  <a:cubicBezTo>
                    <a:pt x="3003" y="12112"/>
                    <a:pt x="2988" y="12127"/>
                    <a:pt x="2988" y="12142"/>
                  </a:cubicBezTo>
                  <a:lnTo>
                    <a:pt x="3018" y="12142"/>
                  </a:lnTo>
                  <a:cubicBezTo>
                    <a:pt x="3018" y="12142"/>
                    <a:pt x="3033" y="12127"/>
                    <a:pt x="3033" y="12097"/>
                  </a:cubicBezTo>
                  <a:close/>
                  <a:moveTo>
                    <a:pt x="2361" y="12306"/>
                  </a:moveTo>
                  <a:lnTo>
                    <a:pt x="2359" y="12312"/>
                  </a:lnTo>
                  <a:lnTo>
                    <a:pt x="2359" y="12312"/>
                  </a:lnTo>
                  <a:cubicBezTo>
                    <a:pt x="2360" y="12310"/>
                    <a:pt x="2361" y="12308"/>
                    <a:pt x="2361" y="12306"/>
                  </a:cubicBezTo>
                  <a:close/>
                  <a:moveTo>
                    <a:pt x="2359" y="12312"/>
                  </a:moveTo>
                  <a:cubicBezTo>
                    <a:pt x="2354" y="12328"/>
                    <a:pt x="2333" y="12354"/>
                    <a:pt x="2346" y="12381"/>
                  </a:cubicBezTo>
                  <a:lnTo>
                    <a:pt x="2359" y="12312"/>
                  </a:lnTo>
                  <a:close/>
                  <a:moveTo>
                    <a:pt x="3660" y="12366"/>
                  </a:moveTo>
                  <a:lnTo>
                    <a:pt x="3645" y="12395"/>
                  </a:lnTo>
                  <a:lnTo>
                    <a:pt x="3630" y="12381"/>
                  </a:lnTo>
                  <a:lnTo>
                    <a:pt x="3660" y="12366"/>
                  </a:lnTo>
                  <a:close/>
                  <a:moveTo>
                    <a:pt x="4750" y="12366"/>
                  </a:moveTo>
                  <a:cubicBezTo>
                    <a:pt x="4735" y="12395"/>
                    <a:pt x="4720" y="12410"/>
                    <a:pt x="4705" y="12425"/>
                  </a:cubicBezTo>
                  <a:cubicBezTo>
                    <a:pt x="4691" y="12425"/>
                    <a:pt x="4720" y="12455"/>
                    <a:pt x="4720" y="12455"/>
                  </a:cubicBezTo>
                  <a:cubicBezTo>
                    <a:pt x="4735" y="12440"/>
                    <a:pt x="4750" y="12425"/>
                    <a:pt x="4780" y="12410"/>
                  </a:cubicBezTo>
                  <a:cubicBezTo>
                    <a:pt x="4765" y="12395"/>
                    <a:pt x="4765" y="12381"/>
                    <a:pt x="4750" y="12366"/>
                  </a:cubicBezTo>
                  <a:close/>
                  <a:moveTo>
                    <a:pt x="4496" y="12455"/>
                  </a:moveTo>
                  <a:cubicBezTo>
                    <a:pt x="4481" y="12470"/>
                    <a:pt x="4467" y="12485"/>
                    <a:pt x="4467" y="12485"/>
                  </a:cubicBezTo>
                  <a:cubicBezTo>
                    <a:pt x="4467" y="12500"/>
                    <a:pt x="4481" y="12515"/>
                    <a:pt x="4481" y="12530"/>
                  </a:cubicBezTo>
                  <a:cubicBezTo>
                    <a:pt x="4496" y="12515"/>
                    <a:pt x="4511" y="12500"/>
                    <a:pt x="4511" y="12485"/>
                  </a:cubicBezTo>
                  <a:cubicBezTo>
                    <a:pt x="4511" y="12485"/>
                    <a:pt x="4496" y="12470"/>
                    <a:pt x="4496" y="12455"/>
                  </a:cubicBezTo>
                  <a:close/>
                  <a:moveTo>
                    <a:pt x="5288" y="12784"/>
                  </a:moveTo>
                  <a:cubicBezTo>
                    <a:pt x="5273" y="12814"/>
                    <a:pt x="5258" y="12829"/>
                    <a:pt x="5243" y="12844"/>
                  </a:cubicBezTo>
                  <a:lnTo>
                    <a:pt x="5318" y="12844"/>
                  </a:lnTo>
                  <a:cubicBezTo>
                    <a:pt x="5303" y="12829"/>
                    <a:pt x="5303" y="12814"/>
                    <a:pt x="5288" y="12784"/>
                  </a:cubicBezTo>
                  <a:close/>
                  <a:moveTo>
                    <a:pt x="8335" y="2239"/>
                  </a:moveTo>
                  <a:lnTo>
                    <a:pt x="9675" y="7467"/>
                  </a:lnTo>
                  <a:lnTo>
                    <a:pt x="9675" y="7467"/>
                  </a:lnTo>
                  <a:cubicBezTo>
                    <a:pt x="9674" y="7464"/>
                    <a:pt x="9673" y="7462"/>
                    <a:pt x="9672" y="7459"/>
                  </a:cubicBezTo>
                  <a:lnTo>
                    <a:pt x="9672" y="7459"/>
                  </a:lnTo>
                  <a:lnTo>
                    <a:pt x="9679" y="7482"/>
                  </a:lnTo>
                  <a:cubicBezTo>
                    <a:pt x="9694" y="7511"/>
                    <a:pt x="9694" y="7541"/>
                    <a:pt x="9724" y="7556"/>
                  </a:cubicBezTo>
                  <a:cubicBezTo>
                    <a:pt x="9739" y="7616"/>
                    <a:pt x="9754" y="7661"/>
                    <a:pt x="9769" y="7721"/>
                  </a:cubicBezTo>
                  <a:cubicBezTo>
                    <a:pt x="9918" y="8049"/>
                    <a:pt x="10067" y="8378"/>
                    <a:pt x="10202" y="8706"/>
                  </a:cubicBezTo>
                  <a:cubicBezTo>
                    <a:pt x="10277" y="8915"/>
                    <a:pt x="10306" y="9124"/>
                    <a:pt x="10366" y="9334"/>
                  </a:cubicBezTo>
                  <a:cubicBezTo>
                    <a:pt x="10426" y="9558"/>
                    <a:pt x="10486" y="9782"/>
                    <a:pt x="10545" y="10021"/>
                  </a:cubicBezTo>
                  <a:cubicBezTo>
                    <a:pt x="10560" y="10125"/>
                    <a:pt x="10590" y="10245"/>
                    <a:pt x="10590" y="10349"/>
                  </a:cubicBezTo>
                  <a:cubicBezTo>
                    <a:pt x="10620" y="10723"/>
                    <a:pt x="10650" y="11081"/>
                    <a:pt x="10680" y="11454"/>
                  </a:cubicBezTo>
                  <a:cubicBezTo>
                    <a:pt x="10710" y="11679"/>
                    <a:pt x="10710" y="11917"/>
                    <a:pt x="10665" y="12142"/>
                  </a:cubicBezTo>
                  <a:cubicBezTo>
                    <a:pt x="10635" y="12201"/>
                    <a:pt x="10605" y="12276"/>
                    <a:pt x="10590" y="12351"/>
                  </a:cubicBezTo>
                  <a:cubicBezTo>
                    <a:pt x="10575" y="12395"/>
                    <a:pt x="10560" y="12455"/>
                    <a:pt x="10530" y="12500"/>
                  </a:cubicBezTo>
                  <a:cubicBezTo>
                    <a:pt x="10516" y="12500"/>
                    <a:pt x="10501" y="12515"/>
                    <a:pt x="10486" y="12515"/>
                  </a:cubicBezTo>
                  <a:cubicBezTo>
                    <a:pt x="10478" y="12516"/>
                    <a:pt x="10470" y="12517"/>
                    <a:pt x="10463" y="12517"/>
                  </a:cubicBezTo>
                  <a:cubicBezTo>
                    <a:pt x="10374" y="12517"/>
                    <a:pt x="10332" y="12436"/>
                    <a:pt x="10277" y="12381"/>
                  </a:cubicBezTo>
                  <a:cubicBezTo>
                    <a:pt x="10217" y="12336"/>
                    <a:pt x="10202" y="12261"/>
                    <a:pt x="10127" y="12261"/>
                  </a:cubicBezTo>
                  <a:lnTo>
                    <a:pt x="10112" y="12261"/>
                  </a:lnTo>
                  <a:cubicBezTo>
                    <a:pt x="9888" y="11828"/>
                    <a:pt x="9649" y="11410"/>
                    <a:pt x="9440" y="10962"/>
                  </a:cubicBezTo>
                  <a:cubicBezTo>
                    <a:pt x="9246" y="10558"/>
                    <a:pt x="9097" y="10140"/>
                    <a:pt x="8917" y="9737"/>
                  </a:cubicBezTo>
                  <a:cubicBezTo>
                    <a:pt x="8783" y="9393"/>
                    <a:pt x="8649" y="9065"/>
                    <a:pt x="8499" y="8736"/>
                  </a:cubicBezTo>
                  <a:cubicBezTo>
                    <a:pt x="8320" y="8333"/>
                    <a:pt x="8111" y="7945"/>
                    <a:pt x="7917" y="7556"/>
                  </a:cubicBezTo>
                  <a:cubicBezTo>
                    <a:pt x="7917" y="7541"/>
                    <a:pt x="7917" y="7526"/>
                    <a:pt x="7932" y="7511"/>
                  </a:cubicBezTo>
                  <a:cubicBezTo>
                    <a:pt x="7812" y="7168"/>
                    <a:pt x="7633" y="6839"/>
                    <a:pt x="7469" y="6496"/>
                  </a:cubicBezTo>
                  <a:cubicBezTo>
                    <a:pt x="7424" y="6406"/>
                    <a:pt x="7394" y="6287"/>
                    <a:pt x="7304" y="6212"/>
                  </a:cubicBezTo>
                  <a:cubicBezTo>
                    <a:pt x="7304" y="6182"/>
                    <a:pt x="7319" y="6152"/>
                    <a:pt x="7334" y="6122"/>
                  </a:cubicBezTo>
                  <a:lnTo>
                    <a:pt x="7245" y="6122"/>
                  </a:lnTo>
                  <a:cubicBezTo>
                    <a:pt x="7230" y="6107"/>
                    <a:pt x="7230" y="6107"/>
                    <a:pt x="7215" y="6093"/>
                  </a:cubicBezTo>
                  <a:cubicBezTo>
                    <a:pt x="7215" y="6078"/>
                    <a:pt x="7215" y="6078"/>
                    <a:pt x="7215" y="6063"/>
                  </a:cubicBezTo>
                  <a:cubicBezTo>
                    <a:pt x="7170" y="5973"/>
                    <a:pt x="7125" y="5898"/>
                    <a:pt x="7065" y="5809"/>
                  </a:cubicBezTo>
                  <a:cubicBezTo>
                    <a:pt x="7021" y="5719"/>
                    <a:pt x="6976" y="5615"/>
                    <a:pt x="6931" y="5525"/>
                  </a:cubicBezTo>
                  <a:cubicBezTo>
                    <a:pt x="6856" y="5391"/>
                    <a:pt x="6782" y="5256"/>
                    <a:pt x="6707" y="5122"/>
                  </a:cubicBezTo>
                  <a:cubicBezTo>
                    <a:pt x="6692" y="5137"/>
                    <a:pt x="6677" y="5137"/>
                    <a:pt x="6662" y="5152"/>
                  </a:cubicBezTo>
                  <a:cubicBezTo>
                    <a:pt x="6752" y="5286"/>
                    <a:pt x="6826" y="5420"/>
                    <a:pt x="6901" y="5555"/>
                  </a:cubicBezTo>
                  <a:cubicBezTo>
                    <a:pt x="6946" y="5659"/>
                    <a:pt x="6991" y="5764"/>
                    <a:pt x="7035" y="5868"/>
                  </a:cubicBezTo>
                  <a:lnTo>
                    <a:pt x="7050" y="5868"/>
                  </a:lnTo>
                  <a:cubicBezTo>
                    <a:pt x="7065" y="5928"/>
                    <a:pt x="7095" y="6003"/>
                    <a:pt x="7110" y="6063"/>
                  </a:cubicBezTo>
                  <a:cubicBezTo>
                    <a:pt x="7125" y="6078"/>
                    <a:pt x="7125" y="6107"/>
                    <a:pt x="7140" y="6122"/>
                  </a:cubicBezTo>
                  <a:cubicBezTo>
                    <a:pt x="7125" y="6137"/>
                    <a:pt x="7095" y="6137"/>
                    <a:pt x="7080" y="6152"/>
                  </a:cubicBezTo>
                  <a:lnTo>
                    <a:pt x="7155" y="6152"/>
                  </a:lnTo>
                  <a:cubicBezTo>
                    <a:pt x="7439" y="6660"/>
                    <a:pt x="7618" y="7228"/>
                    <a:pt x="7797" y="7780"/>
                  </a:cubicBezTo>
                  <a:cubicBezTo>
                    <a:pt x="7917" y="8154"/>
                    <a:pt x="8021" y="8512"/>
                    <a:pt x="8141" y="8871"/>
                  </a:cubicBezTo>
                  <a:cubicBezTo>
                    <a:pt x="8171" y="8960"/>
                    <a:pt x="8200" y="9050"/>
                    <a:pt x="8230" y="9139"/>
                  </a:cubicBezTo>
                  <a:cubicBezTo>
                    <a:pt x="8305" y="9378"/>
                    <a:pt x="8380" y="9632"/>
                    <a:pt x="8469" y="9871"/>
                  </a:cubicBezTo>
                  <a:cubicBezTo>
                    <a:pt x="8529" y="10051"/>
                    <a:pt x="8604" y="10215"/>
                    <a:pt x="8678" y="10394"/>
                  </a:cubicBezTo>
                  <a:cubicBezTo>
                    <a:pt x="8678" y="10394"/>
                    <a:pt x="8678" y="10409"/>
                    <a:pt x="8678" y="10409"/>
                  </a:cubicBezTo>
                  <a:cubicBezTo>
                    <a:pt x="8798" y="10708"/>
                    <a:pt x="8902" y="11006"/>
                    <a:pt x="9052" y="11290"/>
                  </a:cubicBezTo>
                  <a:cubicBezTo>
                    <a:pt x="9201" y="11604"/>
                    <a:pt x="9380" y="11888"/>
                    <a:pt x="9545" y="12186"/>
                  </a:cubicBezTo>
                  <a:cubicBezTo>
                    <a:pt x="9634" y="12336"/>
                    <a:pt x="9709" y="12485"/>
                    <a:pt x="9814" y="12605"/>
                  </a:cubicBezTo>
                  <a:cubicBezTo>
                    <a:pt x="9956" y="12773"/>
                    <a:pt x="10156" y="12855"/>
                    <a:pt x="10354" y="12855"/>
                  </a:cubicBezTo>
                  <a:cubicBezTo>
                    <a:pt x="10611" y="12855"/>
                    <a:pt x="10867" y="12717"/>
                    <a:pt x="10993" y="12455"/>
                  </a:cubicBezTo>
                  <a:cubicBezTo>
                    <a:pt x="11083" y="12261"/>
                    <a:pt x="11143" y="12052"/>
                    <a:pt x="11217" y="11843"/>
                  </a:cubicBezTo>
                  <a:cubicBezTo>
                    <a:pt x="11217" y="11843"/>
                    <a:pt x="11217" y="11828"/>
                    <a:pt x="11217" y="11813"/>
                  </a:cubicBezTo>
                  <a:cubicBezTo>
                    <a:pt x="11232" y="11708"/>
                    <a:pt x="11232" y="11604"/>
                    <a:pt x="11247" y="11499"/>
                  </a:cubicBezTo>
                  <a:cubicBezTo>
                    <a:pt x="11277" y="11171"/>
                    <a:pt x="11322" y="10842"/>
                    <a:pt x="11322" y="10528"/>
                  </a:cubicBezTo>
                  <a:cubicBezTo>
                    <a:pt x="11307" y="10140"/>
                    <a:pt x="11247" y="9752"/>
                    <a:pt x="11217" y="9363"/>
                  </a:cubicBezTo>
                  <a:cubicBezTo>
                    <a:pt x="11232" y="9319"/>
                    <a:pt x="11232" y="9289"/>
                    <a:pt x="11247" y="9259"/>
                  </a:cubicBezTo>
                  <a:cubicBezTo>
                    <a:pt x="11277" y="9229"/>
                    <a:pt x="11277" y="9184"/>
                    <a:pt x="11277" y="9139"/>
                  </a:cubicBezTo>
                  <a:cubicBezTo>
                    <a:pt x="11247" y="9095"/>
                    <a:pt x="11247" y="9020"/>
                    <a:pt x="11188" y="8990"/>
                  </a:cubicBezTo>
                  <a:cubicBezTo>
                    <a:pt x="11203" y="8960"/>
                    <a:pt x="11188" y="8930"/>
                    <a:pt x="11158" y="8900"/>
                  </a:cubicBezTo>
                  <a:cubicBezTo>
                    <a:pt x="11158" y="8886"/>
                    <a:pt x="11158" y="8871"/>
                    <a:pt x="11158" y="8856"/>
                  </a:cubicBezTo>
                  <a:lnTo>
                    <a:pt x="11173" y="8841"/>
                  </a:lnTo>
                  <a:cubicBezTo>
                    <a:pt x="11188" y="8811"/>
                    <a:pt x="11188" y="8781"/>
                    <a:pt x="11188" y="8736"/>
                  </a:cubicBezTo>
                  <a:cubicBezTo>
                    <a:pt x="11173" y="8706"/>
                    <a:pt x="11158" y="8676"/>
                    <a:pt x="11128" y="8661"/>
                  </a:cubicBezTo>
                  <a:cubicBezTo>
                    <a:pt x="11113" y="8572"/>
                    <a:pt x="11113" y="8497"/>
                    <a:pt x="11098" y="8422"/>
                  </a:cubicBezTo>
                  <a:lnTo>
                    <a:pt x="11068" y="8228"/>
                  </a:lnTo>
                  <a:cubicBezTo>
                    <a:pt x="11083" y="8184"/>
                    <a:pt x="11098" y="8154"/>
                    <a:pt x="11113" y="8124"/>
                  </a:cubicBezTo>
                  <a:lnTo>
                    <a:pt x="11113" y="8124"/>
                  </a:lnTo>
                  <a:cubicBezTo>
                    <a:pt x="11083" y="8139"/>
                    <a:pt x="11068" y="8154"/>
                    <a:pt x="11038" y="8154"/>
                  </a:cubicBezTo>
                  <a:cubicBezTo>
                    <a:pt x="11038" y="8139"/>
                    <a:pt x="11023" y="8124"/>
                    <a:pt x="11008" y="8109"/>
                  </a:cubicBezTo>
                  <a:cubicBezTo>
                    <a:pt x="10979" y="7989"/>
                    <a:pt x="10949" y="7885"/>
                    <a:pt x="10919" y="7765"/>
                  </a:cubicBezTo>
                  <a:lnTo>
                    <a:pt x="10919" y="7750"/>
                  </a:lnTo>
                  <a:cubicBezTo>
                    <a:pt x="10919" y="7735"/>
                    <a:pt x="10904" y="7721"/>
                    <a:pt x="10904" y="7706"/>
                  </a:cubicBezTo>
                  <a:lnTo>
                    <a:pt x="10874" y="7601"/>
                  </a:lnTo>
                  <a:cubicBezTo>
                    <a:pt x="10889" y="7601"/>
                    <a:pt x="10889" y="7586"/>
                    <a:pt x="10904" y="7571"/>
                  </a:cubicBezTo>
                  <a:cubicBezTo>
                    <a:pt x="10919" y="7467"/>
                    <a:pt x="10889" y="7377"/>
                    <a:pt x="10859" y="7302"/>
                  </a:cubicBezTo>
                  <a:cubicBezTo>
                    <a:pt x="10769" y="7078"/>
                    <a:pt x="10725" y="6839"/>
                    <a:pt x="10680" y="6600"/>
                  </a:cubicBezTo>
                  <a:cubicBezTo>
                    <a:pt x="10635" y="6466"/>
                    <a:pt x="10590" y="6331"/>
                    <a:pt x="10530" y="6212"/>
                  </a:cubicBezTo>
                  <a:cubicBezTo>
                    <a:pt x="10441" y="5973"/>
                    <a:pt x="10366" y="5734"/>
                    <a:pt x="10291" y="5510"/>
                  </a:cubicBezTo>
                  <a:cubicBezTo>
                    <a:pt x="10232" y="5346"/>
                    <a:pt x="10187" y="5166"/>
                    <a:pt x="10112" y="5002"/>
                  </a:cubicBezTo>
                  <a:cubicBezTo>
                    <a:pt x="10038" y="4808"/>
                    <a:pt x="9948" y="4614"/>
                    <a:pt x="9858" y="4420"/>
                  </a:cubicBezTo>
                  <a:cubicBezTo>
                    <a:pt x="9799" y="4270"/>
                    <a:pt x="9724" y="4121"/>
                    <a:pt x="9649" y="3987"/>
                  </a:cubicBezTo>
                  <a:cubicBezTo>
                    <a:pt x="9560" y="3837"/>
                    <a:pt x="9470" y="3688"/>
                    <a:pt x="9365" y="3553"/>
                  </a:cubicBezTo>
                  <a:cubicBezTo>
                    <a:pt x="9186" y="3300"/>
                    <a:pt x="9007" y="3061"/>
                    <a:pt x="8828" y="2836"/>
                  </a:cubicBezTo>
                  <a:cubicBezTo>
                    <a:pt x="8663" y="2627"/>
                    <a:pt x="8499" y="2433"/>
                    <a:pt x="8335" y="2239"/>
                  </a:cubicBezTo>
                  <a:close/>
                  <a:moveTo>
                    <a:pt x="5318" y="12844"/>
                  </a:moveTo>
                  <a:lnTo>
                    <a:pt x="5318" y="12873"/>
                  </a:lnTo>
                  <a:cubicBezTo>
                    <a:pt x="5348" y="12873"/>
                    <a:pt x="5363" y="12873"/>
                    <a:pt x="5393" y="12888"/>
                  </a:cubicBezTo>
                  <a:cubicBezTo>
                    <a:pt x="5363" y="12873"/>
                    <a:pt x="5348" y="12858"/>
                    <a:pt x="5318" y="12844"/>
                  </a:cubicBezTo>
                  <a:close/>
                  <a:moveTo>
                    <a:pt x="5318" y="12873"/>
                  </a:moveTo>
                  <a:cubicBezTo>
                    <a:pt x="5303" y="12888"/>
                    <a:pt x="5288" y="12918"/>
                    <a:pt x="5273" y="12933"/>
                  </a:cubicBezTo>
                  <a:cubicBezTo>
                    <a:pt x="5288" y="12933"/>
                    <a:pt x="5303" y="12948"/>
                    <a:pt x="5318" y="12948"/>
                  </a:cubicBezTo>
                  <a:cubicBezTo>
                    <a:pt x="5318" y="12918"/>
                    <a:pt x="5318" y="12903"/>
                    <a:pt x="5318" y="12873"/>
                  </a:cubicBezTo>
                  <a:close/>
                  <a:moveTo>
                    <a:pt x="5437" y="12993"/>
                  </a:moveTo>
                  <a:cubicBezTo>
                    <a:pt x="5422" y="12993"/>
                    <a:pt x="5407" y="12993"/>
                    <a:pt x="5393" y="13008"/>
                  </a:cubicBezTo>
                  <a:cubicBezTo>
                    <a:pt x="5407" y="13008"/>
                    <a:pt x="5422" y="13038"/>
                    <a:pt x="5422" y="13038"/>
                  </a:cubicBezTo>
                  <a:cubicBezTo>
                    <a:pt x="5437" y="13023"/>
                    <a:pt x="5452" y="13023"/>
                    <a:pt x="5467" y="13008"/>
                  </a:cubicBezTo>
                  <a:cubicBezTo>
                    <a:pt x="5452" y="13008"/>
                    <a:pt x="5452" y="12993"/>
                    <a:pt x="5437" y="12993"/>
                  </a:cubicBezTo>
                  <a:close/>
                  <a:moveTo>
                    <a:pt x="2674" y="12903"/>
                  </a:moveTo>
                  <a:lnTo>
                    <a:pt x="2555" y="13053"/>
                  </a:lnTo>
                  <a:cubicBezTo>
                    <a:pt x="2629" y="13023"/>
                    <a:pt x="2659" y="12963"/>
                    <a:pt x="2674" y="12903"/>
                  </a:cubicBezTo>
                  <a:close/>
                  <a:moveTo>
                    <a:pt x="5542" y="13053"/>
                  </a:moveTo>
                  <a:cubicBezTo>
                    <a:pt x="5497" y="13068"/>
                    <a:pt x="5467" y="13082"/>
                    <a:pt x="5422" y="13097"/>
                  </a:cubicBezTo>
                  <a:cubicBezTo>
                    <a:pt x="5437" y="13112"/>
                    <a:pt x="5437" y="13127"/>
                    <a:pt x="5437" y="13142"/>
                  </a:cubicBezTo>
                  <a:cubicBezTo>
                    <a:pt x="5482" y="13127"/>
                    <a:pt x="5527" y="13097"/>
                    <a:pt x="5572" y="13082"/>
                  </a:cubicBezTo>
                  <a:cubicBezTo>
                    <a:pt x="5557" y="13068"/>
                    <a:pt x="5557" y="13068"/>
                    <a:pt x="5542" y="13053"/>
                  </a:cubicBezTo>
                  <a:close/>
                  <a:moveTo>
                    <a:pt x="5482" y="13187"/>
                  </a:moveTo>
                  <a:cubicBezTo>
                    <a:pt x="5452" y="13202"/>
                    <a:pt x="5407" y="13202"/>
                    <a:pt x="5378" y="13217"/>
                  </a:cubicBezTo>
                  <a:cubicBezTo>
                    <a:pt x="5422" y="13247"/>
                    <a:pt x="5467" y="13262"/>
                    <a:pt x="5527" y="13292"/>
                  </a:cubicBezTo>
                  <a:cubicBezTo>
                    <a:pt x="5512" y="13247"/>
                    <a:pt x="5497" y="13217"/>
                    <a:pt x="5482" y="13187"/>
                  </a:cubicBezTo>
                  <a:close/>
                  <a:moveTo>
                    <a:pt x="5198" y="13336"/>
                  </a:moveTo>
                  <a:cubicBezTo>
                    <a:pt x="5213" y="13351"/>
                    <a:pt x="5213" y="13366"/>
                    <a:pt x="5213" y="13381"/>
                  </a:cubicBezTo>
                  <a:cubicBezTo>
                    <a:pt x="5258" y="13366"/>
                    <a:pt x="5288" y="13351"/>
                    <a:pt x="5318" y="13336"/>
                  </a:cubicBezTo>
                  <a:close/>
                  <a:moveTo>
                    <a:pt x="5587" y="13456"/>
                  </a:moveTo>
                  <a:cubicBezTo>
                    <a:pt x="5572" y="13471"/>
                    <a:pt x="5557" y="13471"/>
                    <a:pt x="5557" y="13486"/>
                  </a:cubicBezTo>
                  <a:cubicBezTo>
                    <a:pt x="5557" y="13501"/>
                    <a:pt x="5557" y="13501"/>
                    <a:pt x="5557" y="13516"/>
                  </a:cubicBezTo>
                  <a:cubicBezTo>
                    <a:pt x="5572" y="13501"/>
                    <a:pt x="5587" y="13501"/>
                    <a:pt x="5587" y="13486"/>
                  </a:cubicBezTo>
                  <a:cubicBezTo>
                    <a:pt x="5602" y="13486"/>
                    <a:pt x="5587" y="13471"/>
                    <a:pt x="5587" y="13456"/>
                  </a:cubicBezTo>
                  <a:close/>
                  <a:moveTo>
                    <a:pt x="4797" y="3220"/>
                  </a:moveTo>
                  <a:cubicBezTo>
                    <a:pt x="4716" y="3220"/>
                    <a:pt x="4653" y="3275"/>
                    <a:pt x="4541" y="3404"/>
                  </a:cubicBezTo>
                  <a:cubicBezTo>
                    <a:pt x="4467" y="3479"/>
                    <a:pt x="4422" y="3568"/>
                    <a:pt x="4377" y="3643"/>
                  </a:cubicBezTo>
                  <a:cubicBezTo>
                    <a:pt x="4362" y="3658"/>
                    <a:pt x="4347" y="3688"/>
                    <a:pt x="4332" y="3703"/>
                  </a:cubicBezTo>
                  <a:cubicBezTo>
                    <a:pt x="4287" y="3837"/>
                    <a:pt x="4242" y="3972"/>
                    <a:pt x="4198" y="4106"/>
                  </a:cubicBezTo>
                  <a:lnTo>
                    <a:pt x="4168" y="4136"/>
                  </a:lnTo>
                  <a:cubicBezTo>
                    <a:pt x="4063" y="4524"/>
                    <a:pt x="3959" y="4913"/>
                    <a:pt x="3854" y="5286"/>
                  </a:cubicBezTo>
                  <a:cubicBezTo>
                    <a:pt x="3824" y="5540"/>
                    <a:pt x="3839" y="5779"/>
                    <a:pt x="3854" y="6018"/>
                  </a:cubicBezTo>
                  <a:cubicBezTo>
                    <a:pt x="3869" y="6063"/>
                    <a:pt x="3884" y="6122"/>
                    <a:pt x="3899" y="6167"/>
                  </a:cubicBezTo>
                  <a:lnTo>
                    <a:pt x="3914" y="6242"/>
                  </a:lnTo>
                  <a:cubicBezTo>
                    <a:pt x="3914" y="6257"/>
                    <a:pt x="3929" y="6272"/>
                    <a:pt x="3929" y="6287"/>
                  </a:cubicBezTo>
                  <a:lnTo>
                    <a:pt x="3944" y="6302"/>
                  </a:lnTo>
                  <a:cubicBezTo>
                    <a:pt x="3929" y="6391"/>
                    <a:pt x="3914" y="6481"/>
                    <a:pt x="3914" y="6585"/>
                  </a:cubicBezTo>
                  <a:cubicBezTo>
                    <a:pt x="3944" y="6645"/>
                    <a:pt x="3974" y="6720"/>
                    <a:pt x="4003" y="6780"/>
                  </a:cubicBezTo>
                  <a:cubicBezTo>
                    <a:pt x="4063" y="6780"/>
                    <a:pt x="4078" y="6735"/>
                    <a:pt x="4078" y="6690"/>
                  </a:cubicBezTo>
                  <a:cubicBezTo>
                    <a:pt x="4093" y="6750"/>
                    <a:pt x="4123" y="6809"/>
                    <a:pt x="4153" y="6869"/>
                  </a:cubicBezTo>
                  <a:lnTo>
                    <a:pt x="4153" y="6884"/>
                  </a:lnTo>
                  <a:cubicBezTo>
                    <a:pt x="4153" y="6899"/>
                    <a:pt x="4153" y="6914"/>
                    <a:pt x="4168" y="6929"/>
                  </a:cubicBezTo>
                  <a:cubicBezTo>
                    <a:pt x="4153" y="6959"/>
                    <a:pt x="4108" y="7004"/>
                    <a:pt x="4123" y="7033"/>
                  </a:cubicBezTo>
                  <a:cubicBezTo>
                    <a:pt x="4168" y="7183"/>
                    <a:pt x="4198" y="7332"/>
                    <a:pt x="4272" y="7467"/>
                  </a:cubicBezTo>
                  <a:cubicBezTo>
                    <a:pt x="4377" y="7646"/>
                    <a:pt x="4526" y="7810"/>
                    <a:pt x="4661" y="7989"/>
                  </a:cubicBezTo>
                  <a:cubicBezTo>
                    <a:pt x="4705" y="8109"/>
                    <a:pt x="4691" y="8258"/>
                    <a:pt x="4840" y="8333"/>
                  </a:cubicBezTo>
                  <a:lnTo>
                    <a:pt x="4855" y="8333"/>
                  </a:lnTo>
                  <a:cubicBezTo>
                    <a:pt x="4915" y="8378"/>
                    <a:pt x="4959" y="8422"/>
                    <a:pt x="5004" y="8482"/>
                  </a:cubicBezTo>
                  <a:cubicBezTo>
                    <a:pt x="5034" y="8512"/>
                    <a:pt x="5064" y="8557"/>
                    <a:pt x="5094" y="8587"/>
                  </a:cubicBezTo>
                  <a:lnTo>
                    <a:pt x="5109" y="8617"/>
                  </a:lnTo>
                  <a:cubicBezTo>
                    <a:pt x="5109" y="8632"/>
                    <a:pt x="5124" y="8632"/>
                    <a:pt x="5124" y="8647"/>
                  </a:cubicBezTo>
                  <a:cubicBezTo>
                    <a:pt x="5183" y="8766"/>
                    <a:pt x="5273" y="8871"/>
                    <a:pt x="5378" y="8975"/>
                  </a:cubicBezTo>
                  <a:cubicBezTo>
                    <a:pt x="5482" y="9110"/>
                    <a:pt x="5587" y="9229"/>
                    <a:pt x="5691" y="9363"/>
                  </a:cubicBezTo>
                  <a:cubicBezTo>
                    <a:pt x="5900" y="9662"/>
                    <a:pt x="6109" y="9946"/>
                    <a:pt x="6304" y="10245"/>
                  </a:cubicBezTo>
                  <a:cubicBezTo>
                    <a:pt x="6408" y="10394"/>
                    <a:pt x="6498" y="10558"/>
                    <a:pt x="6587" y="10723"/>
                  </a:cubicBezTo>
                  <a:cubicBezTo>
                    <a:pt x="6587" y="10738"/>
                    <a:pt x="6587" y="10738"/>
                    <a:pt x="6602" y="10752"/>
                  </a:cubicBezTo>
                  <a:cubicBezTo>
                    <a:pt x="6632" y="10812"/>
                    <a:pt x="6662" y="10887"/>
                    <a:pt x="6692" y="10947"/>
                  </a:cubicBezTo>
                  <a:lnTo>
                    <a:pt x="6692" y="10962"/>
                  </a:lnTo>
                  <a:lnTo>
                    <a:pt x="6707" y="10962"/>
                  </a:lnTo>
                  <a:cubicBezTo>
                    <a:pt x="6752" y="11066"/>
                    <a:pt x="6782" y="11171"/>
                    <a:pt x="6826" y="11290"/>
                  </a:cubicBezTo>
                  <a:lnTo>
                    <a:pt x="6826" y="11305"/>
                  </a:lnTo>
                  <a:cubicBezTo>
                    <a:pt x="6871" y="11440"/>
                    <a:pt x="6901" y="11559"/>
                    <a:pt x="6931" y="11693"/>
                  </a:cubicBezTo>
                  <a:cubicBezTo>
                    <a:pt x="6931" y="11738"/>
                    <a:pt x="6946" y="11768"/>
                    <a:pt x="6946" y="11798"/>
                  </a:cubicBezTo>
                  <a:cubicBezTo>
                    <a:pt x="6961" y="11873"/>
                    <a:pt x="6946" y="11947"/>
                    <a:pt x="6961" y="12022"/>
                  </a:cubicBezTo>
                  <a:cubicBezTo>
                    <a:pt x="7006" y="12261"/>
                    <a:pt x="7021" y="12485"/>
                    <a:pt x="7035" y="12724"/>
                  </a:cubicBezTo>
                  <a:cubicBezTo>
                    <a:pt x="7035" y="12978"/>
                    <a:pt x="7006" y="13232"/>
                    <a:pt x="6886" y="13471"/>
                  </a:cubicBezTo>
                  <a:cubicBezTo>
                    <a:pt x="6818" y="13615"/>
                    <a:pt x="6727" y="13687"/>
                    <a:pt x="6625" y="13687"/>
                  </a:cubicBezTo>
                  <a:cubicBezTo>
                    <a:pt x="6547" y="13687"/>
                    <a:pt x="6462" y="13645"/>
                    <a:pt x="6378" y="13560"/>
                  </a:cubicBezTo>
                  <a:cubicBezTo>
                    <a:pt x="6244" y="13441"/>
                    <a:pt x="6154" y="13292"/>
                    <a:pt x="6065" y="13142"/>
                  </a:cubicBezTo>
                  <a:cubicBezTo>
                    <a:pt x="5781" y="12679"/>
                    <a:pt x="5617" y="12186"/>
                    <a:pt x="5452" y="11693"/>
                  </a:cubicBezTo>
                  <a:cubicBezTo>
                    <a:pt x="5094" y="10678"/>
                    <a:pt x="4661" y="9707"/>
                    <a:pt x="4003" y="8841"/>
                  </a:cubicBezTo>
                  <a:cubicBezTo>
                    <a:pt x="3959" y="8796"/>
                    <a:pt x="3914" y="8736"/>
                    <a:pt x="3839" y="8721"/>
                  </a:cubicBezTo>
                  <a:cubicBezTo>
                    <a:pt x="3854" y="8661"/>
                    <a:pt x="3809" y="8617"/>
                    <a:pt x="3779" y="8572"/>
                  </a:cubicBezTo>
                  <a:cubicBezTo>
                    <a:pt x="3690" y="8452"/>
                    <a:pt x="3585" y="8318"/>
                    <a:pt x="3466" y="8198"/>
                  </a:cubicBezTo>
                  <a:cubicBezTo>
                    <a:pt x="3346" y="8049"/>
                    <a:pt x="3212" y="7915"/>
                    <a:pt x="3063" y="7810"/>
                  </a:cubicBezTo>
                  <a:cubicBezTo>
                    <a:pt x="2946" y="7730"/>
                    <a:pt x="2843" y="7689"/>
                    <a:pt x="2744" y="7689"/>
                  </a:cubicBezTo>
                  <a:cubicBezTo>
                    <a:pt x="2641" y="7689"/>
                    <a:pt x="2542" y="7734"/>
                    <a:pt x="2435" y="7825"/>
                  </a:cubicBezTo>
                  <a:cubicBezTo>
                    <a:pt x="2166" y="8064"/>
                    <a:pt x="2062" y="8393"/>
                    <a:pt x="1972" y="8736"/>
                  </a:cubicBezTo>
                  <a:cubicBezTo>
                    <a:pt x="1972" y="8751"/>
                    <a:pt x="1972" y="8766"/>
                    <a:pt x="1972" y="8781"/>
                  </a:cubicBezTo>
                  <a:lnTo>
                    <a:pt x="1957" y="8796"/>
                  </a:lnTo>
                  <a:cubicBezTo>
                    <a:pt x="1957" y="8811"/>
                    <a:pt x="1957" y="8811"/>
                    <a:pt x="1957" y="8826"/>
                  </a:cubicBezTo>
                  <a:cubicBezTo>
                    <a:pt x="1942" y="8871"/>
                    <a:pt x="1927" y="8900"/>
                    <a:pt x="1912" y="8945"/>
                  </a:cubicBezTo>
                  <a:lnTo>
                    <a:pt x="1838" y="9199"/>
                  </a:lnTo>
                  <a:lnTo>
                    <a:pt x="1823" y="9199"/>
                  </a:lnTo>
                  <a:cubicBezTo>
                    <a:pt x="1703" y="9289"/>
                    <a:pt x="1718" y="9408"/>
                    <a:pt x="1838" y="9573"/>
                  </a:cubicBezTo>
                  <a:cubicBezTo>
                    <a:pt x="1853" y="9602"/>
                    <a:pt x="1868" y="9647"/>
                    <a:pt x="1868" y="9677"/>
                  </a:cubicBezTo>
                  <a:cubicBezTo>
                    <a:pt x="1868" y="9722"/>
                    <a:pt x="1868" y="9767"/>
                    <a:pt x="1853" y="9782"/>
                  </a:cubicBezTo>
                  <a:cubicBezTo>
                    <a:pt x="1688" y="9812"/>
                    <a:pt x="1808" y="9901"/>
                    <a:pt x="1823" y="9946"/>
                  </a:cubicBezTo>
                  <a:cubicBezTo>
                    <a:pt x="1987" y="10170"/>
                    <a:pt x="2032" y="10484"/>
                    <a:pt x="2256" y="10693"/>
                  </a:cubicBezTo>
                  <a:cubicBezTo>
                    <a:pt x="2294" y="10731"/>
                    <a:pt x="2321" y="10822"/>
                    <a:pt x="2401" y="10822"/>
                  </a:cubicBezTo>
                  <a:cubicBezTo>
                    <a:pt x="2416" y="10822"/>
                    <a:pt x="2432" y="10819"/>
                    <a:pt x="2450" y="10812"/>
                  </a:cubicBezTo>
                  <a:cubicBezTo>
                    <a:pt x="2480" y="10857"/>
                    <a:pt x="2540" y="10902"/>
                    <a:pt x="2585" y="10962"/>
                  </a:cubicBezTo>
                  <a:lnTo>
                    <a:pt x="2614" y="10991"/>
                  </a:lnTo>
                  <a:lnTo>
                    <a:pt x="2629" y="11006"/>
                  </a:lnTo>
                  <a:cubicBezTo>
                    <a:pt x="2764" y="11201"/>
                    <a:pt x="2883" y="11395"/>
                    <a:pt x="3018" y="11574"/>
                  </a:cubicBezTo>
                  <a:cubicBezTo>
                    <a:pt x="3018" y="11574"/>
                    <a:pt x="3018" y="11574"/>
                    <a:pt x="3018" y="11574"/>
                  </a:cubicBezTo>
                  <a:lnTo>
                    <a:pt x="3018" y="11574"/>
                  </a:lnTo>
                  <a:cubicBezTo>
                    <a:pt x="3033" y="11649"/>
                    <a:pt x="3077" y="11708"/>
                    <a:pt x="3137" y="11753"/>
                  </a:cubicBezTo>
                  <a:cubicBezTo>
                    <a:pt x="3167" y="11798"/>
                    <a:pt x="3182" y="11843"/>
                    <a:pt x="3212" y="11888"/>
                  </a:cubicBezTo>
                  <a:cubicBezTo>
                    <a:pt x="3257" y="11977"/>
                    <a:pt x="3302" y="12082"/>
                    <a:pt x="3361" y="12171"/>
                  </a:cubicBezTo>
                  <a:lnTo>
                    <a:pt x="3361" y="12186"/>
                  </a:lnTo>
                  <a:cubicBezTo>
                    <a:pt x="3481" y="12455"/>
                    <a:pt x="3570" y="12724"/>
                    <a:pt x="3585" y="13008"/>
                  </a:cubicBezTo>
                  <a:cubicBezTo>
                    <a:pt x="3585" y="13068"/>
                    <a:pt x="3585" y="13127"/>
                    <a:pt x="3555" y="13187"/>
                  </a:cubicBezTo>
                  <a:cubicBezTo>
                    <a:pt x="3526" y="13262"/>
                    <a:pt x="3466" y="13336"/>
                    <a:pt x="3496" y="13426"/>
                  </a:cubicBezTo>
                  <a:cubicBezTo>
                    <a:pt x="3379" y="13521"/>
                    <a:pt x="3248" y="13571"/>
                    <a:pt x="3107" y="13571"/>
                  </a:cubicBezTo>
                  <a:cubicBezTo>
                    <a:pt x="3049" y="13571"/>
                    <a:pt x="2989" y="13563"/>
                    <a:pt x="2928" y="13545"/>
                  </a:cubicBezTo>
                  <a:cubicBezTo>
                    <a:pt x="2883" y="13501"/>
                    <a:pt x="2824" y="13456"/>
                    <a:pt x="2764" y="13456"/>
                  </a:cubicBezTo>
                  <a:cubicBezTo>
                    <a:pt x="2749" y="13441"/>
                    <a:pt x="2719" y="13426"/>
                    <a:pt x="2704" y="13426"/>
                  </a:cubicBezTo>
                  <a:cubicBezTo>
                    <a:pt x="2525" y="13112"/>
                    <a:pt x="2331" y="12799"/>
                    <a:pt x="2166" y="12485"/>
                  </a:cubicBezTo>
                  <a:cubicBezTo>
                    <a:pt x="2032" y="12246"/>
                    <a:pt x="1942" y="11977"/>
                    <a:pt x="1838" y="11723"/>
                  </a:cubicBezTo>
                  <a:cubicBezTo>
                    <a:pt x="1808" y="11664"/>
                    <a:pt x="1778" y="11604"/>
                    <a:pt x="1763" y="11559"/>
                  </a:cubicBezTo>
                  <a:cubicBezTo>
                    <a:pt x="1674" y="11410"/>
                    <a:pt x="1599" y="11260"/>
                    <a:pt x="1524" y="11126"/>
                  </a:cubicBezTo>
                  <a:cubicBezTo>
                    <a:pt x="1464" y="10991"/>
                    <a:pt x="1405" y="10857"/>
                    <a:pt x="1315" y="10738"/>
                  </a:cubicBezTo>
                  <a:cubicBezTo>
                    <a:pt x="1225" y="10633"/>
                    <a:pt x="1106" y="10528"/>
                    <a:pt x="972" y="10499"/>
                  </a:cubicBezTo>
                  <a:cubicBezTo>
                    <a:pt x="909" y="10479"/>
                    <a:pt x="848" y="10470"/>
                    <a:pt x="788" y="10470"/>
                  </a:cubicBezTo>
                  <a:cubicBezTo>
                    <a:pt x="618" y="10470"/>
                    <a:pt x="458" y="10545"/>
                    <a:pt x="314" y="10678"/>
                  </a:cubicBezTo>
                  <a:cubicBezTo>
                    <a:pt x="180" y="10797"/>
                    <a:pt x="60" y="10962"/>
                    <a:pt x="60" y="11171"/>
                  </a:cubicBezTo>
                  <a:cubicBezTo>
                    <a:pt x="1" y="11425"/>
                    <a:pt x="46" y="11649"/>
                    <a:pt x="225" y="11843"/>
                  </a:cubicBezTo>
                  <a:lnTo>
                    <a:pt x="225" y="11858"/>
                  </a:lnTo>
                  <a:cubicBezTo>
                    <a:pt x="270" y="11903"/>
                    <a:pt x="299" y="11962"/>
                    <a:pt x="344" y="12022"/>
                  </a:cubicBezTo>
                  <a:cubicBezTo>
                    <a:pt x="494" y="12291"/>
                    <a:pt x="628" y="12590"/>
                    <a:pt x="897" y="12799"/>
                  </a:cubicBezTo>
                  <a:cubicBezTo>
                    <a:pt x="882" y="12739"/>
                    <a:pt x="852" y="12694"/>
                    <a:pt x="837" y="12634"/>
                  </a:cubicBezTo>
                  <a:cubicBezTo>
                    <a:pt x="777" y="12485"/>
                    <a:pt x="733" y="12351"/>
                    <a:pt x="673" y="12201"/>
                  </a:cubicBezTo>
                  <a:cubicBezTo>
                    <a:pt x="523" y="11843"/>
                    <a:pt x="329" y="11499"/>
                    <a:pt x="404" y="11081"/>
                  </a:cubicBezTo>
                  <a:cubicBezTo>
                    <a:pt x="434" y="10932"/>
                    <a:pt x="464" y="10797"/>
                    <a:pt x="598" y="10723"/>
                  </a:cubicBezTo>
                  <a:cubicBezTo>
                    <a:pt x="747" y="10723"/>
                    <a:pt x="882" y="10752"/>
                    <a:pt x="972" y="10857"/>
                  </a:cubicBezTo>
                  <a:cubicBezTo>
                    <a:pt x="1046" y="10947"/>
                    <a:pt x="1106" y="11051"/>
                    <a:pt x="1151" y="11156"/>
                  </a:cubicBezTo>
                  <a:cubicBezTo>
                    <a:pt x="1285" y="11410"/>
                    <a:pt x="1420" y="11649"/>
                    <a:pt x="1539" y="11903"/>
                  </a:cubicBezTo>
                  <a:cubicBezTo>
                    <a:pt x="1674" y="12231"/>
                    <a:pt x="1793" y="12575"/>
                    <a:pt x="1957" y="12888"/>
                  </a:cubicBezTo>
                  <a:cubicBezTo>
                    <a:pt x="2062" y="13112"/>
                    <a:pt x="2226" y="13321"/>
                    <a:pt x="2361" y="13545"/>
                  </a:cubicBezTo>
                  <a:lnTo>
                    <a:pt x="2361" y="13531"/>
                  </a:lnTo>
                  <a:cubicBezTo>
                    <a:pt x="2450" y="13620"/>
                    <a:pt x="2555" y="13695"/>
                    <a:pt x="2644" y="13770"/>
                  </a:cubicBezTo>
                  <a:lnTo>
                    <a:pt x="2719" y="13784"/>
                  </a:lnTo>
                  <a:cubicBezTo>
                    <a:pt x="2749" y="13814"/>
                    <a:pt x="2779" y="13814"/>
                    <a:pt x="2809" y="13814"/>
                  </a:cubicBezTo>
                  <a:lnTo>
                    <a:pt x="2868" y="13829"/>
                  </a:lnTo>
                  <a:lnTo>
                    <a:pt x="2839" y="13814"/>
                  </a:lnTo>
                  <a:cubicBezTo>
                    <a:pt x="2853" y="13814"/>
                    <a:pt x="2868" y="13814"/>
                    <a:pt x="2868" y="13829"/>
                  </a:cubicBezTo>
                  <a:lnTo>
                    <a:pt x="2883" y="13829"/>
                  </a:lnTo>
                  <a:cubicBezTo>
                    <a:pt x="2928" y="13829"/>
                    <a:pt x="2988" y="13844"/>
                    <a:pt x="3048" y="13844"/>
                  </a:cubicBezTo>
                  <a:cubicBezTo>
                    <a:pt x="3092" y="13844"/>
                    <a:pt x="3137" y="13829"/>
                    <a:pt x="3182" y="13829"/>
                  </a:cubicBezTo>
                  <a:cubicBezTo>
                    <a:pt x="3466" y="13784"/>
                    <a:pt x="3705" y="13680"/>
                    <a:pt x="3824" y="13396"/>
                  </a:cubicBezTo>
                  <a:cubicBezTo>
                    <a:pt x="3839" y="13396"/>
                    <a:pt x="3839" y="13381"/>
                    <a:pt x="3839" y="13381"/>
                  </a:cubicBezTo>
                  <a:cubicBezTo>
                    <a:pt x="3854" y="13321"/>
                    <a:pt x="3869" y="13277"/>
                    <a:pt x="3884" y="13217"/>
                  </a:cubicBezTo>
                  <a:cubicBezTo>
                    <a:pt x="3914" y="13097"/>
                    <a:pt x="3929" y="12978"/>
                    <a:pt x="3959" y="12873"/>
                  </a:cubicBezTo>
                  <a:cubicBezTo>
                    <a:pt x="4033" y="12485"/>
                    <a:pt x="4108" y="12097"/>
                    <a:pt x="4183" y="11708"/>
                  </a:cubicBezTo>
                  <a:cubicBezTo>
                    <a:pt x="4257" y="11290"/>
                    <a:pt x="4153" y="10872"/>
                    <a:pt x="4003" y="10484"/>
                  </a:cubicBezTo>
                  <a:lnTo>
                    <a:pt x="3974" y="10379"/>
                  </a:lnTo>
                  <a:cubicBezTo>
                    <a:pt x="3914" y="10230"/>
                    <a:pt x="3854" y="10080"/>
                    <a:pt x="3794" y="9946"/>
                  </a:cubicBezTo>
                  <a:cubicBezTo>
                    <a:pt x="3720" y="9812"/>
                    <a:pt x="3645" y="9677"/>
                    <a:pt x="3570" y="9543"/>
                  </a:cubicBezTo>
                  <a:lnTo>
                    <a:pt x="3451" y="9289"/>
                  </a:lnTo>
                  <a:cubicBezTo>
                    <a:pt x="3316" y="9020"/>
                    <a:pt x="3257" y="8736"/>
                    <a:pt x="3018" y="8527"/>
                  </a:cubicBezTo>
                  <a:cubicBezTo>
                    <a:pt x="3003" y="8497"/>
                    <a:pt x="2988" y="8467"/>
                    <a:pt x="2973" y="8437"/>
                  </a:cubicBezTo>
                  <a:cubicBezTo>
                    <a:pt x="2898" y="8333"/>
                    <a:pt x="2824" y="8228"/>
                    <a:pt x="2764" y="8124"/>
                  </a:cubicBezTo>
                  <a:cubicBezTo>
                    <a:pt x="2734" y="8079"/>
                    <a:pt x="2719" y="8019"/>
                    <a:pt x="2809" y="8019"/>
                  </a:cubicBezTo>
                  <a:cubicBezTo>
                    <a:pt x="2913" y="8094"/>
                    <a:pt x="3003" y="8154"/>
                    <a:pt x="3107" y="8228"/>
                  </a:cubicBezTo>
                  <a:cubicBezTo>
                    <a:pt x="3242" y="8378"/>
                    <a:pt x="3391" y="8527"/>
                    <a:pt x="3540" y="8676"/>
                  </a:cubicBezTo>
                  <a:cubicBezTo>
                    <a:pt x="3660" y="8826"/>
                    <a:pt x="3765" y="8960"/>
                    <a:pt x="3884" y="9110"/>
                  </a:cubicBezTo>
                  <a:cubicBezTo>
                    <a:pt x="3989" y="9259"/>
                    <a:pt x="4093" y="9393"/>
                    <a:pt x="4183" y="9543"/>
                  </a:cubicBezTo>
                  <a:cubicBezTo>
                    <a:pt x="4257" y="9662"/>
                    <a:pt x="4317" y="9782"/>
                    <a:pt x="4377" y="9901"/>
                  </a:cubicBezTo>
                  <a:cubicBezTo>
                    <a:pt x="4571" y="10334"/>
                    <a:pt x="4750" y="10767"/>
                    <a:pt x="4944" y="11201"/>
                  </a:cubicBezTo>
                  <a:cubicBezTo>
                    <a:pt x="5019" y="11425"/>
                    <a:pt x="5064" y="11649"/>
                    <a:pt x="5139" y="11858"/>
                  </a:cubicBezTo>
                  <a:cubicBezTo>
                    <a:pt x="5378" y="12500"/>
                    <a:pt x="5587" y="13142"/>
                    <a:pt x="6035" y="13680"/>
                  </a:cubicBezTo>
                  <a:cubicBezTo>
                    <a:pt x="5960" y="13695"/>
                    <a:pt x="5900" y="13695"/>
                    <a:pt x="5841" y="13710"/>
                  </a:cubicBezTo>
                  <a:cubicBezTo>
                    <a:pt x="5826" y="13740"/>
                    <a:pt x="5826" y="13770"/>
                    <a:pt x="5811" y="13799"/>
                  </a:cubicBezTo>
                  <a:cubicBezTo>
                    <a:pt x="5841" y="13799"/>
                    <a:pt x="5885" y="13799"/>
                    <a:pt x="5930" y="13784"/>
                  </a:cubicBezTo>
                  <a:cubicBezTo>
                    <a:pt x="5945" y="13770"/>
                    <a:pt x="5964" y="13766"/>
                    <a:pt x="5982" y="13766"/>
                  </a:cubicBezTo>
                  <a:cubicBezTo>
                    <a:pt x="6001" y="13766"/>
                    <a:pt x="6020" y="13770"/>
                    <a:pt x="6035" y="13770"/>
                  </a:cubicBezTo>
                  <a:lnTo>
                    <a:pt x="6095" y="13770"/>
                  </a:lnTo>
                  <a:cubicBezTo>
                    <a:pt x="6154" y="13814"/>
                    <a:pt x="6214" y="13859"/>
                    <a:pt x="6304" y="13889"/>
                  </a:cubicBezTo>
                  <a:lnTo>
                    <a:pt x="6333" y="13904"/>
                  </a:lnTo>
                  <a:cubicBezTo>
                    <a:pt x="6333" y="13889"/>
                    <a:pt x="6333" y="13889"/>
                    <a:pt x="6333" y="13889"/>
                  </a:cubicBezTo>
                  <a:cubicBezTo>
                    <a:pt x="6498" y="13859"/>
                    <a:pt x="6677" y="13859"/>
                    <a:pt x="6841" y="13814"/>
                  </a:cubicBezTo>
                  <a:cubicBezTo>
                    <a:pt x="7125" y="13710"/>
                    <a:pt x="7185" y="13441"/>
                    <a:pt x="7274" y="13202"/>
                  </a:cubicBezTo>
                  <a:cubicBezTo>
                    <a:pt x="7424" y="12799"/>
                    <a:pt x="7439" y="12381"/>
                    <a:pt x="7454" y="11962"/>
                  </a:cubicBezTo>
                  <a:lnTo>
                    <a:pt x="7454" y="11873"/>
                  </a:lnTo>
                  <a:cubicBezTo>
                    <a:pt x="7454" y="11828"/>
                    <a:pt x="7454" y="11768"/>
                    <a:pt x="7454" y="11723"/>
                  </a:cubicBezTo>
                  <a:cubicBezTo>
                    <a:pt x="7454" y="11693"/>
                    <a:pt x="7454" y="11664"/>
                    <a:pt x="7454" y="11634"/>
                  </a:cubicBezTo>
                  <a:cubicBezTo>
                    <a:pt x="7454" y="11574"/>
                    <a:pt x="7454" y="11499"/>
                    <a:pt x="7454" y="11440"/>
                  </a:cubicBezTo>
                  <a:cubicBezTo>
                    <a:pt x="7439" y="11365"/>
                    <a:pt x="7439" y="11290"/>
                    <a:pt x="7424" y="11216"/>
                  </a:cubicBezTo>
                  <a:cubicBezTo>
                    <a:pt x="7379" y="10812"/>
                    <a:pt x="7304" y="10394"/>
                    <a:pt x="7274" y="9991"/>
                  </a:cubicBezTo>
                  <a:cubicBezTo>
                    <a:pt x="7245" y="9528"/>
                    <a:pt x="7140" y="9065"/>
                    <a:pt x="7080" y="8602"/>
                  </a:cubicBezTo>
                  <a:cubicBezTo>
                    <a:pt x="7050" y="8184"/>
                    <a:pt x="6871" y="7840"/>
                    <a:pt x="6722" y="7467"/>
                  </a:cubicBezTo>
                  <a:lnTo>
                    <a:pt x="6558" y="7153"/>
                  </a:lnTo>
                  <a:cubicBezTo>
                    <a:pt x="6543" y="7123"/>
                    <a:pt x="6543" y="7093"/>
                    <a:pt x="6528" y="7078"/>
                  </a:cubicBezTo>
                  <a:cubicBezTo>
                    <a:pt x="6348" y="6765"/>
                    <a:pt x="6169" y="6466"/>
                    <a:pt x="6005" y="6152"/>
                  </a:cubicBezTo>
                  <a:cubicBezTo>
                    <a:pt x="5990" y="6137"/>
                    <a:pt x="5975" y="6107"/>
                    <a:pt x="5960" y="6093"/>
                  </a:cubicBezTo>
                  <a:cubicBezTo>
                    <a:pt x="5841" y="5854"/>
                    <a:pt x="5751" y="5600"/>
                    <a:pt x="5617" y="5376"/>
                  </a:cubicBezTo>
                  <a:cubicBezTo>
                    <a:pt x="5437" y="5077"/>
                    <a:pt x="5228" y="4793"/>
                    <a:pt x="5019" y="4509"/>
                  </a:cubicBezTo>
                  <a:cubicBezTo>
                    <a:pt x="4765" y="4166"/>
                    <a:pt x="4616" y="3792"/>
                    <a:pt x="4780" y="3374"/>
                  </a:cubicBezTo>
                  <a:cubicBezTo>
                    <a:pt x="4825" y="3374"/>
                    <a:pt x="4870" y="3359"/>
                    <a:pt x="4915" y="3359"/>
                  </a:cubicBezTo>
                  <a:lnTo>
                    <a:pt x="4930" y="3374"/>
                  </a:lnTo>
                  <a:lnTo>
                    <a:pt x="4944" y="3359"/>
                  </a:lnTo>
                  <a:cubicBezTo>
                    <a:pt x="5004" y="3389"/>
                    <a:pt x="5079" y="3419"/>
                    <a:pt x="5154" y="3449"/>
                  </a:cubicBezTo>
                  <a:cubicBezTo>
                    <a:pt x="5154" y="3449"/>
                    <a:pt x="5168" y="3464"/>
                    <a:pt x="5183" y="3464"/>
                  </a:cubicBezTo>
                  <a:lnTo>
                    <a:pt x="5183" y="3464"/>
                  </a:lnTo>
                  <a:lnTo>
                    <a:pt x="5183" y="3464"/>
                  </a:lnTo>
                  <a:cubicBezTo>
                    <a:pt x="5213" y="3494"/>
                    <a:pt x="5258" y="3509"/>
                    <a:pt x="5288" y="3538"/>
                  </a:cubicBezTo>
                  <a:cubicBezTo>
                    <a:pt x="5303" y="3553"/>
                    <a:pt x="5318" y="3553"/>
                    <a:pt x="5333" y="3568"/>
                  </a:cubicBezTo>
                  <a:cubicBezTo>
                    <a:pt x="5437" y="3643"/>
                    <a:pt x="5542" y="3718"/>
                    <a:pt x="5631" y="3792"/>
                  </a:cubicBezTo>
                  <a:cubicBezTo>
                    <a:pt x="5736" y="3897"/>
                    <a:pt x="5826" y="4001"/>
                    <a:pt x="5930" y="4106"/>
                  </a:cubicBezTo>
                  <a:cubicBezTo>
                    <a:pt x="5990" y="4166"/>
                    <a:pt x="6035" y="4226"/>
                    <a:pt x="6095" y="4285"/>
                  </a:cubicBezTo>
                  <a:cubicBezTo>
                    <a:pt x="6050" y="4211"/>
                    <a:pt x="6005" y="4151"/>
                    <a:pt x="5960" y="4091"/>
                  </a:cubicBezTo>
                  <a:cubicBezTo>
                    <a:pt x="5960" y="4091"/>
                    <a:pt x="5960" y="4076"/>
                    <a:pt x="5945" y="4076"/>
                  </a:cubicBezTo>
                  <a:cubicBezTo>
                    <a:pt x="5856" y="3972"/>
                    <a:pt x="5766" y="3867"/>
                    <a:pt x="5661" y="3763"/>
                  </a:cubicBezTo>
                  <a:cubicBezTo>
                    <a:pt x="5587" y="3703"/>
                    <a:pt x="5497" y="3628"/>
                    <a:pt x="5407" y="3553"/>
                  </a:cubicBezTo>
                  <a:cubicBezTo>
                    <a:pt x="5318" y="3479"/>
                    <a:pt x="5213" y="3404"/>
                    <a:pt x="5124" y="3329"/>
                  </a:cubicBezTo>
                  <a:lnTo>
                    <a:pt x="5109" y="3329"/>
                  </a:lnTo>
                  <a:cubicBezTo>
                    <a:pt x="5094" y="3329"/>
                    <a:pt x="5064" y="3314"/>
                    <a:pt x="5034" y="3300"/>
                  </a:cubicBezTo>
                  <a:cubicBezTo>
                    <a:pt x="4927" y="3249"/>
                    <a:pt x="4857" y="3220"/>
                    <a:pt x="4797" y="32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8" name="Google Shape;1188;g2e906823ad7_0_461"/>
          <p:cNvSpPr txBox="1"/>
          <p:nvPr/>
        </p:nvSpPr>
        <p:spPr>
          <a:xfrm>
            <a:off x="2488421" y="2809772"/>
            <a:ext cx="4166939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Conclusions</a:t>
            </a:r>
            <a:endParaRPr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9" name="Google Shape;1189;g2e906823ad7_0_461"/>
          <p:cNvSpPr/>
          <p:nvPr/>
        </p:nvSpPr>
        <p:spPr>
          <a:xfrm>
            <a:off x="3735900" y="1366775"/>
            <a:ext cx="16722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g2e906823ad7_0_461"/>
          <p:cNvSpPr txBox="1">
            <a:spLocks noGrp="1"/>
          </p:cNvSpPr>
          <p:nvPr>
            <p:ph type="title"/>
          </p:nvPr>
        </p:nvSpPr>
        <p:spPr>
          <a:xfrm>
            <a:off x="3814841" y="1478372"/>
            <a:ext cx="1514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6000" dirty="0">
                <a:solidFill>
                  <a:schemeClr val="accent5"/>
                </a:solidFill>
              </a:rPr>
              <a:t>08</a:t>
            </a:r>
            <a:endParaRPr sz="6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e906823ad7_0_353"/>
          <p:cNvSpPr txBox="1"/>
          <p:nvPr/>
        </p:nvSpPr>
        <p:spPr>
          <a:xfrm>
            <a:off x="720000" y="251737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Conclusions</a:t>
            </a:r>
            <a:endParaRPr sz="3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6" name="Google Shape;1196;g2e906823ad7_0_353"/>
          <p:cNvSpPr txBox="1"/>
          <p:nvPr/>
        </p:nvSpPr>
        <p:spPr>
          <a:xfrm>
            <a:off x="720000" y="922396"/>
            <a:ext cx="7844137" cy="66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i="0" u="none" strike="noStrike" cap="none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Project challengeable target was achieved to generate image from only sketch without any text.</a:t>
            </a:r>
            <a:endParaRPr sz="1600" b="0" i="0" u="none" strike="noStrike" cap="none"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5F531-8B04-CD24-08B7-67521D28993F}"/>
              </a:ext>
            </a:extLst>
          </p:cNvPr>
          <p:cNvSpPr txBox="1"/>
          <p:nvPr/>
        </p:nvSpPr>
        <p:spPr>
          <a:xfrm>
            <a:off x="579862" y="2069516"/>
            <a:ext cx="8393152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>
              <a:lnSpc>
                <a:spcPct val="150000"/>
              </a:lnSpc>
              <a:buClr>
                <a:srgbClr val="0B2A6B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Two main methodologies are explored: Diffusion Models and Generative Adversarial Networks (GANs).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55A0B-0242-556C-0816-A83C86FA0844}"/>
              </a:ext>
            </a:extLst>
          </p:cNvPr>
          <p:cNvSpPr txBox="1"/>
          <p:nvPr/>
        </p:nvSpPr>
        <p:spPr>
          <a:xfrm>
            <a:off x="560722" y="3216741"/>
            <a:ext cx="8393152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>
              <a:lnSpc>
                <a:spcPct val="150000"/>
              </a:lnSpc>
              <a:buClr>
                <a:srgbClr val="0B2A6B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User Interface was applied with high acceptability with different options (upload or draw sketch, use select model) </a:t>
            </a:r>
          </a:p>
        </p:txBody>
      </p:sp>
      <p:sp>
        <p:nvSpPr>
          <p:cNvPr id="6" name="Google Shape;1196;g2e906823ad7_0_353">
            <a:extLst>
              <a:ext uri="{FF2B5EF4-FFF2-40B4-BE49-F238E27FC236}">
                <a16:creationId xmlns:a16="http://schemas.microsoft.com/office/drawing/2014/main" id="{F1098BAF-AC51-5911-739C-F49E51CB74B2}"/>
              </a:ext>
            </a:extLst>
          </p:cNvPr>
          <p:cNvSpPr txBox="1"/>
          <p:nvPr/>
        </p:nvSpPr>
        <p:spPr>
          <a:xfrm>
            <a:off x="720000" y="1568896"/>
            <a:ext cx="8200977" cy="47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i="0" u="none" strike="noStrike" cap="none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The challenge of dataset solved by collected dataset and Sketchy dataset.</a:t>
            </a:r>
            <a:endParaRPr sz="1600" b="0" i="0" u="none" strike="noStrike" cap="none"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9C6E0-1EC0-DE98-DED4-9502EC27EE6A}"/>
              </a:ext>
            </a:extLst>
          </p:cNvPr>
          <p:cNvSpPr txBox="1"/>
          <p:nvPr/>
        </p:nvSpPr>
        <p:spPr>
          <a:xfrm>
            <a:off x="579862" y="2771760"/>
            <a:ext cx="8200977" cy="378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>
              <a:lnSpc>
                <a:spcPct val="150000"/>
              </a:lnSpc>
              <a:buClr>
                <a:srgbClr val="0B2A6B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The best result was achieved with FID= 55.02 by CGAN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6" grpId="0"/>
      <p:bldP spid="3" grpId="0"/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e906823ad7_0_433"/>
          <p:cNvSpPr/>
          <p:nvPr/>
        </p:nvSpPr>
        <p:spPr>
          <a:xfrm>
            <a:off x="3598800" y="1493775"/>
            <a:ext cx="1946400" cy="1331400"/>
          </a:xfrm>
          <a:prstGeom prst="roundRect">
            <a:avLst>
              <a:gd name="adj" fmla="val 1930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g2e906823ad7_0_433"/>
          <p:cNvSpPr txBox="1">
            <a:spLocks noGrp="1"/>
          </p:cNvSpPr>
          <p:nvPr>
            <p:ph type="title"/>
          </p:nvPr>
        </p:nvSpPr>
        <p:spPr>
          <a:xfrm>
            <a:off x="3690687" y="1605372"/>
            <a:ext cx="176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1207" name="Google Shape;1207;g2e906823ad7_0_433"/>
          <p:cNvSpPr txBox="1">
            <a:spLocks noGrp="1"/>
          </p:cNvSpPr>
          <p:nvPr>
            <p:ph type="subTitle" idx="1"/>
          </p:nvPr>
        </p:nvSpPr>
        <p:spPr>
          <a:xfrm>
            <a:off x="1511250" y="3010725"/>
            <a:ext cx="612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56A3F3"/>
              </a:buClr>
              <a:buSzPts val="3600"/>
              <a:buFont typeface="Arial"/>
              <a:buNone/>
            </a:pPr>
            <a:r>
              <a:rPr lang="en-US" sz="4800" b="1" dirty="0"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sz="48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dirty="0"/>
          </a:p>
        </p:txBody>
      </p:sp>
      <p:sp>
        <p:nvSpPr>
          <p:cNvPr id="1208" name="Google Shape;1208;g2e906823ad7_0_433"/>
          <p:cNvSpPr/>
          <p:nvPr/>
        </p:nvSpPr>
        <p:spPr>
          <a:xfrm>
            <a:off x="792587" y="-226763"/>
            <a:ext cx="1586879" cy="1532532"/>
          </a:xfrm>
          <a:custGeom>
            <a:avLst/>
            <a:gdLst/>
            <a:ahLst/>
            <a:cxnLst/>
            <a:rect l="l" t="t" r="r" b="b"/>
            <a:pathLst>
              <a:path w="6036" h="5830" extrusionOk="0">
                <a:moveTo>
                  <a:pt x="5139" y="732"/>
                </a:moveTo>
                <a:cubicBezTo>
                  <a:pt x="5285" y="732"/>
                  <a:pt x="5353" y="804"/>
                  <a:pt x="5378" y="993"/>
                </a:cubicBezTo>
                <a:cubicBezTo>
                  <a:pt x="5378" y="1083"/>
                  <a:pt x="5363" y="1172"/>
                  <a:pt x="5423" y="1247"/>
                </a:cubicBezTo>
                <a:cubicBezTo>
                  <a:pt x="5404" y="1242"/>
                  <a:pt x="5386" y="1240"/>
                  <a:pt x="5370" y="1240"/>
                </a:cubicBezTo>
                <a:cubicBezTo>
                  <a:pt x="5280" y="1240"/>
                  <a:pt x="5217" y="1301"/>
                  <a:pt x="5154" y="1352"/>
                </a:cubicBezTo>
                <a:cubicBezTo>
                  <a:pt x="4885" y="1576"/>
                  <a:pt x="4661" y="1859"/>
                  <a:pt x="4467" y="2158"/>
                </a:cubicBezTo>
                <a:cubicBezTo>
                  <a:pt x="4526" y="1979"/>
                  <a:pt x="4512" y="1800"/>
                  <a:pt x="4541" y="1620"/>
                </a:cubicBezTo>
                <a:cubicBezTo>
                  <a:pt x="4556" y="1546"/>
                  <a:pt x="4556" y="1471"/>
                  <a:pt x="4541" y="1396"/>
                </a:cubicBezTo>
                <a:cubicBezTo>
                  <a:pt x="4541" y="1172"/>
                  <a:pt x="4526" y="948"/>
                  <a:pt x="4780" y="829"/>
                </a:cubicBezTo>
                <a:cubicBezTo>
                  <a:pt x="4810" y="814"/>
                  <a:pt x="4825" y="784"/>
                  <a:pt x="4825" y="754"/>
                </a:cubicBezTo>
                <a:cubicBezTo>
                  <a:pt x="4849" y="768"/>
                  <a:pt x="4873" y="774"/>
                  <a:pt x="4896" y="774"/>
                </a:cubicBezTo>
                <a:cubicBezTo>
                  <a:pt x="4947" y="774"/>
                  <a:pt x="4998" y="749"/>
                  <a:pt x="5049" y="739"/>
                </a:cubicBezTo>
                <a:cubicBezTo>
                  <a:pt x="5082" y="735"/>
                  <a:pt x="5112" y="732"/>
                  <a:pt x="5139" y="732"/>
                </a:cubicBezTo>
                <a:close/>
                <a:moveTo>
                  <a:pt x="5393" y="1426"/>
                </a:moveTo>
                <a:cubicBezTo>
                  <a:pt x="5378" y="1665"/>
                  <a:pt x="5363" y="1889"/>
                  <a:pt x="5273" y="2113"/>
                </a:cubicBezTo>
                <a:cubicBezTo>
                  <a:pt x="5273" y="2143"/>
                  <a:pt x="5258" y="2173"/>
                  <a:pt x="5273" y="2218"/>
                </a:cubicBezTo>
                <a:cubicBezTo>
                  <a:pt x="5243" y="2233"/>
                  <a:pt x="5214" y="2278"/>
                  <a:pt x="5199" y="2322"/>
                </a:cubicBezTo>
                <a:cubicBezTo>
                  <a:pt x="4915" y="3009"/>
                  <a:pt x="4526" y="3622"/>
                  <a:pt x="4019" y="4159"/>
                </a:cubicBezTo>
                <a:cubicBezTo>
                  <a:pt x="3989" y="4189"/>
                  <a:pt x="3944" y="4219"/>
                  <a:pt x="3959" y="4264"/>
                </a:cubicBezTo>
                <a:cubicBezTo>
                  <a:pt x="3869" y="4279"/>
                  <a:pt x="3825" y="4369"/>
                  <a:pt x="3750" y="4413"/>
                </a:cubicBezTo>
                <a:cubicBezTo>
                  <a:pt x="3730" y="4423"/>
                  <a:pt x="3716" y="4427"/>
                  <a:pt x="3705" y="4427"/>
                </a:cubicBezTo>
                <a:cubicBezTo>
                  <a:pt x="3666" y="4427"/>
                  <a:pt x="3675" y="4374"/>
                  <a:pt x="3675" y="4339"/>
                </a:cubicBezTo>
                <a:cubicBezTo>
                  <a:pt x="3675" y="4294"/>
                  <a:pt x="3705" y="4264"/>
                  <a:pt x="3735" y="4219"/>
                </a:cubicBezTo>
                <a:cubicBezTo>
                  <a:pt x="3959" y="3726"/>
                  <a:pt x="4153" y="3219"/>
                  <a:pt x="4347" y="2726"/>
                </a:cubicBezTo>
                <a:cubicBezTo>
                  <a:pt x="4362" y="2666"/>
                  <a:pt x="4377" y="2621"/>
                  <a:pt x="4407" y="2576"/>
                </a:cubicBezTo>
                <a:lnTo>
                  <a:pt x="4407" y="2561"/>
                </a:lnTo>
                <a:lnTo>
                  <a:pt x="4422" y="2561"/>
                </a:lnTo>
                <a:cubicBezTo>
                  <a:pt x="4497" y="2546"/>
                  <a:pt x="4526" y="2487"/>
                  <a:pt x="4556" y="2442"/>
                </a:cubicBezTo>
                <a:cubicBezTo>
                  <a:pt x="4646" y="2293"/>
                  <a:pt x="4736" y="2173"/>
                  <a:pt x="4825" y="2024"/>
                </a:cubicBezTo>
                <a:cubicBezTo>
                  <a:pt x="4975" y="1815"/>
                  <a:pt x="5184" y="1635"/>
                  <a:pt x="5363" y="1441"/>
                </a:cubicBezTo>
                <a:cubicBezTo>
                  <a:pt x="5363" y="1441"/>
                  <a:pt x="5378" y="1426"/>
                  <a:pt x="5393" y="1426"/>
                </a:cubicBezTo>
                <a:close/>
                <a:moveTo>
                  <a:pt x="4317" y="1232"/>
                </a:moveTo>
                <a:lnTo>
                  <a:pt x="4317" y="1232"/>
                </a:lnTo>
                <a:cubicBezTo>
                  <a:pt x="4347" y="1635"/>
                  <a:pt x="4302" y="2009"/>
                  <a:pt x="4198" y="2382"/>
                </a:cubicBezTo>
                <a:cubicBezTo>
                  <a:pt x="4168" y="2472"/>
                  <a:pt x="4123" y="2561"/>
                  <a:pt x="4153" y="2666"/>
                </a:cubicBezTo>
                <a:cubicBezTo>
                  <a:pt x="4153" y="2681"/>
                  <a:pt x="4153" y="2681"/>
                  <a:pt x="4168" y="2681"/>
                </a:cubicBezTo>
                <a:cubicBezTo>
                  <a:pt x="4108" y="2696"/>
                  <a:pt x="4093" y="2741"/>
                  <a:pt x="4063" y="2770"/>
                </a:cubicBezTo>
                <a:cubicBezTo>
                  <a:pt x="3869" y="3144"/>
                  <a:pt x="3690" y="3517"/>
                  <a:pt x="3556" y="3921"/>
                </a:cubicBezTo>
                <a:cubicBezTo>
                  <a:pt x="3526" y="3995"/>
                  <a:pt x="3496" y="4085"/>
                  <a:pt x="3541" y="4174"/>
                </a:cubicBezTo>
                <a:lnTo>
                  <a:pt x="3556" y="4189"/>
                </a:lnTo>
                <a:cubicBezTo>
                  <a:pt x="3549" y="4188"/>
                  <a:pt x="3543" y="4188"/>
                  <a:pt x="3536" y="4188"/>
                </a:cubicBezTo>
                <a:cubicBezTo>
                  <a:pt x="3462" y="4188"/>
                  <a:pt x="3434" y="4269"/>
                  <a:pt x="3406" y="4324"/>
                </a:cubicBezTo>
                <a:cubicBezTo>
                  <a:pt x="3332" y="4458"/>
                  <a:pt x="3257" y="4593"/>
                  <a:pt x="3167" y="4727"/>
                </a:cubicBezTo>
                <a:cubicBezTo>
                  <a:pt x="3078" y="4891"/>
                  <a:pt x="2973" y="5041"/>
                  <a:pt x="2794" y="5175"/>
                </a:cubicBezTo>
                <a:cubicBezTo>
                  <a:pt x="2794" y="4936"/>
                  <a:pt x="2764" y="4727"/>
                  <a:pt x="2794" y="4518"/>
                </a:cubicBezTo>
                <a:cubicBezTo>
                  <a:pt x="2824" y="4398"/>
                  <a:pt x="2869" y="4264"/>
                  <a:pt x="2809" y="4130"/>
                </a:cubicBezTo>
                <a:cubicBezTo>
                  <a:pt x="2809" y="4115"/>
                  <a:pt x="2809" y="4115"/>
                  <a:pt x="2809" y="4115"/>
                </a:cubicBezTo>
                <a:cubicBezTo>
                  <a:pt x="2884" y="3906"/>
                  <a:pt x="2958" y="3711"/>
                  <a:pt x="3048" y="3502"/>
                </a:cubicBezTo>
                <a:cubicBezTo>
                  <a:pt x="3078" y="3398"/>
                  <a:pt x="3093" y="3278"/>
                  <a:pt x="3182" y="3204"/>
                </a:cubicBezTo>
                <a:cubicBezTo>
                  <a:pt x="3182" y="3129"/>
                  <a:pt x="3197" y="3054"/>
                  <a:pt x="3242" y="2994"/>
                </a:cubicBezTo>
                <a:cubicBezTo>
                  <a:pt x="3257" y="2890"/>
                  <a:pt x="3287" y="2800"/>
                  <a:pt x="3347" y="2726"/>
                </a:cubicBezTo>
                <a:cubicBezTo>
                  <a:pt x="3362" y="2696"/>
                  <a:pt x="3362" y="2666"/>
                  <a:pt x="3376" y="2636"/>
                </a:cubicBezTo>
                <a:cubicBezTo>
                  <a:pt x="3466" y="2427"/>
                  <a:pt x="3556" y="2218"/>
                  <a:pt x="3660" y="2009"/>
                </a:cubicBezTo>
                <a:lnTo>
                  <a:pt x="3645" y="1994"/>
                </a:lnTo>
                <a:lnTo>
                  <a:pt x="3645" y="1994"/>
                </a:lnTo>
                <a:cubicBezTo>
                  <a:pt x="3660" y="2009"/>
                  <a:pt x="3675" y="2009"/>
                  <a:pt x="3675" y="2024"/>
                </a:cubicBezTo>
                <a:cubicBezTo>
                  <a:pt x="3750" y="1994"/>
                  <a:pt x="3780" y="1919"/>
                  <a:pt x="3810" y="1874"/>
                </a:cubicBezTo>
                <a:cubicBezTo>
                  <a:pt x="3959" y="1650"/>
                  <a:pt x="4123" y="1441"/>
                  <a:pt x="4317" y="1232"/>
                </a:cubicBezTo>
                <a:close/>
                <a:moveTo>
                  <a:pt x="4047" y="465"/>
                </a:moveTo>
                <a:cubicBezTo>
                  <a:pt x="4095" y="465"/>
                  <a:pt x="4141" y="481"/>
                  <a:pt x="4183" y="530"/>
                </a:cubicBezTo>
                <a:cubicBezTo>
                  <a:pt x="4317" y="665"/>
                  <a:pt x="4302" y="874"/>
                  <a:pt x="4183" y="1023"/>
                </a:cubicBezTo>
                <a:cubicBezTo>
                  <a:pt x="4004" y="1247"/>
                  <a:pt x="3795" y="1471"/>
                  <a:pt x="3645" y="1740"/>
                </a:cubicBezTo>
                <a:cubicBezTo>
                  <a:pt x="3571" y="1785"/>
                  <a:pt x="3466" y="1815"/>
                  <a:pt x="3451" y="1934"/>
                </a:cubicBezTo>
                <a:cubicBezTo>
                  <a:pt x="3421" y="1979"/>
                  <a:pt x="3406" y="2024"/>
                  <a:pt x="3436" y="2068"/>
                </a:cubicBezTo>
                <a:lnTo>
                  <a:pt x="3451" y="2068"/>
                </a:lnTo>
                <a:cubicBezTo>
                  <a:pt x="3093" y="2741"/>
                  <a:pt x="2854" y="3443"/>
                  <a:pt x="2630" y="4145"/>
                </a:cubicBezTo>
                <a:lnTo>
                  <a:pt x="2630" y="4159"/>
                </a:lnTo>
                <a:cubicBezTo>
                  <a:pt x="2630" y="4145"/>
                  <a:pt x="2615" y="4145"/>
                  <a:pt x="2615" y="4145"/>
                </a:cubicBezTo>
                <a:cubicBezTo>
                  <a:pt x="2540" y="4159"/>
                  <a:pt x="2525" y="4234"/>
                  <a:pt x="2495" y="4279"/>
                </a:cubicBezTo>
                <a:cubicBezTo>
                  <a:pt x="2316" y="4623"/>
                  <a:pt x="2107" y="4951"/>
                  <a:pt x="1868" y="5250"/>
                </a:cubicBezTo>
                <a:cubicBezTo>
                  <a:pt x="1778" y="5369"/>
                  <a:pt x="1704" y="5489"/>
                  <a:pt x="1539" y="5578"/>
                </a:cubicBezTo>
                <a:cubicBezTo>
                  <a:pt x="1584" y="4772"/>
                  <a:pt x="1913" y="4070"/>
                  <a:pt x="2137" y="3353"/>
                </a:cubicBezTo>
                <a:cubicBezTo>
                  <a:pt x="2167" y="3278"/>
                  <a:pt x="2182" y="3204"/>
                  <a:pt x="2211" y="3144"/>
                </a:cubicBezTo>
                <a:cubicBezTo>
                  <a:pt x="2226" y="3114"/>
                  <a:pt x="2241" y="3084"/>
                  <a:pt x="2241" y="3054"/>
                </a:cubicBezTo>
                <a:cubicBezTo>
                  <a:pt x="2256" y="2994"/>
                  <a:pt x="2286" y="2935"/>
                  <a:pt x="2301" y="2875"/>
                </a:cubicBezTo>
                <a:cubicBezTo>
                  <a:pt x="2301" y="2875"/>
                  <a:pt x="2301" y="2875"/>
                  <a:pt x="2301" y="2860"/>
                </a:cubicBezTo>
                <a:lnTo>
                  <a:pt x="2331" y="2860"/>
                </a:lnTo>
                <a:cubicBezTo>
                  <a:pt x="2391" y="2815"/>
                  <a:pt x="2421" y="2741"/>
                  <a:pt x="2450" y="2666"/>
                </a:cubicBezTo>
                <a:cubicBezTo>
                  <a:pt x="2764" y="1994"/>
                  <a:pt x="3093" y="1337"/>
                  <a:pt x="3556" y="754"/>
                </a:cubicBezTo>
                <a:cubicBezTo>
                  <a:pt x="3600" y="709"/>
                  <a:pt x="3675" y="709"/>
                  <a:pt x="3705" y="650"/>
                </a:cubicBezTo>
                <a:cubicBezTo>
                  <a:pt x="3750" y="575"/>
                  <a:pt x="3810" y="530"/>
                  <a:pt x="3884" y="500"/>
                </a:cubicBezTo>
                <a:cubicBezTo>
                  <a:pt x="3939" y="484"/>
                  <a:pt x="3994" y="465"/>
                  <a:pt x="4047" y="465"/>
                </a:cubicBezTo>
                <a:close/>
                <a:moveTo>
                  <a:pt x="3297" y="1"/>
                </a:moveTo>
                <a:cubicBezTo>
                  <a:pt x="3243" y="1"/>
                  <a:pt x="3184" y="13"/>
                  <a:pt x="3123" y="37"/>
                </a:cubicBezTo>
                <a:cubicBezTo>
                  <a:pt x="3033" y="82"/>
                  <a:pt x="2943" y="127"/>
                  <a:pt x="2869" y="187"/>
                </a:cubicBezTo>
                <a:cubicBezTo>
                  <a:pt x="2391" y="545"/>
                  <a:pt x="2122" y="1068"/>
                  <a:pt x="1823" y="1561"/>
                </a:cubicBezTo>
                <a:cubicBezTo>
                  <a:pt x="1569" y="1979"/>
                  <a:pt x="1345" y="2427"/>
                  <a:pt x="1121" y="2875"/>
                </a:cubicBezTo>
                <a:cubicBezTo>
                  <a:pt x="807" y="3472"/>
                  <a:pt x="509" y="4085"/>
                  <a:pt x="210" y="4697"/>
                </a:cubicBezTo>
                <a:cubicBezTo>
                  <a:pt x="61" y="4951"/>
                  <a:pt x="1" y="5235"/>
                  <a:pt x="61" y="5563"/>
                </a:cubicBezTo>
                <a:cubicBezTo>
                  <a:pt x="135" y="5265"/>
                  <a:pt x="210" y="5026"/>
                  <a:pt x="270" y="4772"/>
                </a:cubicBezTo>
                <a:lnTo>
                  <a:pt x="285" y="4772"/>
                </a:lnTo>
                <a:cubicBezTo>
                  <a:pt x="359" y="4593"/>
                  <a:pt x="449" y="4428"/>
                  <a:pt x="539" y="4264"/>
                </a:cubicBezTo>
                <a:cubicBezTo>
                  <a:pt x="807" y="3756"/>
                  <a:pt x="1076" y="3263"/>
                  <a:pt x="1330" y="2756"/>
                </a:cubicBezTo>
                <a:cubicBezTo>
                  <a:pt x="1674" y="2054"/>
                  <a:pt x="2062" y="1381"/>
                  <a:pt x="2510" y="754"/>
                </a:cubicBezTo>
                <a:cubicBezTo>
                  <a:pt x="2674" y="515"/>
                  <a:pt x="2869" y="291"/>
                  <a:pt x="3152" y="172"/>
                </a:cubicBezTo>
                <a:cubicBezTo>
                  <a:pt x="3206" y="148"/>
                  <a:pt x="3255" y="133"/>
                  <a:pt x="3300" y="133"/>
                </a:cubicBezTo>
                <a:cubicBezTo>
                  <a:pt x="3368" y="133"/>
                  <a:pt x="3427" y="166"/>
                  <a:pt x="3481" y="246"/>
                </a:cubicBezTo>
                <a:cubicBezTo>
                  <a:pt x="3556" y="381"/>
                  <a:pt x="3600" y="485"/>
                  <a:pt x="3451" y="605"/>
                </a:cubicBezTo>
                <a:cubicBezTo>
                  <a:pt x="3391" y="665"/>
                  <a:pt x="3332" y="739"/>
                  <a:pt x="3272" y="814"/>
                </a:cubicBezTo>
                <a:cubicBezTo>
                  <a:pt x="2809" y="1426"/>
                  <a:pt x="2480" y="2113"/>
                  <a:pt x="2182" y="2815"/>
                </a:cubicBezTo>
                <a:cubicBezTo>
                  <a:pt x="2152" y="2875"/>
                  <a:pt x="2137" y="2935"/>
                  <a:pt x="2122" y="2980"/>
                </a:cubicBezTo>
                <a:cubicBezTo>
                  <a:pt x="2092" y="3039"/>
                  <a:pt x="2092" y="3084"/>
                  <a:pt x="2047" y="3129"/>
                </a:cubicBezTo>
                <a:cubicBezTo>
                  <a:pt x="1928" y="3458"/>
                  <a:pt x="1793" y="3771"/>
                  <a:pt x="1674" y="4100"/>
                </a:cubicBezTo>
                <a:cubicBezTo>
                  <a:pt x="1495" y="4593"/>
                  <a:pt x="1330" y="5100"/>
                  <a:pt x="1345" y="5638"/>
                </a:cubicBezTo>
                <a:cubicBezTo>
                  <a:pt x="1360" y="5698"/>
                  <a:pt x="1390" y="5788"/>
                  <a:pt x="1435" y="5817"/>
                </a:cubicBezTo>
                <a:cubicBezTo>
                  <a:pt x="1444" y="5826"/>
                  <a:pt x="1459" y="5830"/>
                  <a:pt x="1477" y="5830"/>
                </a:cubicBezTo>
                <a:cubicBezTo>
                  <a:pt x="1519" y="5830"/>
                  <a:pt x="1578" y="5809"/>
                  <a:pt x="1599" y="5788"/>
                </a:cubicBezTo>
                <a:cubicBezTo>
                  <a:pt x="1763" y="5638"/>
                  <a:pt x="1928" y="5489"/>
                  <a:pt x="2062" y="5310"/>
                </a:cubicBezTo>
                <a:cubicBezTo>
                  <a:pt x="2241" y="5071"/>
                  <a:pt x="2406" y="4802"/>
                  <a:pt x="2600" y="4503"/>
                </a:cubicBezTo>
                <a:cubicBezTo>
                  <a:pt x="2600" y="4772"/>
                  <a:pt x="2600" y="4981"/>
                  <a:pt x="2600" y="5190"/>
                </a:cubicBezTo>
                <a:cubicBezTo>
                  <a:pt x="2615" y="5280"/>
                  <a:pt x="2585" y="5399"/>
                  <a:pt x="2704" y="5414"/>
                </a:cubicBezTo>
                <a:cubicBezTo>
                  <a:pt x="2779" y="5414"/>
                  <a:pt x="2884" y="5369"/>
                  <a:pt x="2928" y="5310"/>
                </a:cubicBezTo>
                <a:cubicBezTo>
                  <a:pt x="3137" y="5056"/>
                  <a:pt x="3332" y="4787"/>
                  <a:pt x="3526" y="4533"/>
                </a:cubicBezTo>
                <a:cubicBezTo>
                  <a:pt x="3569" y="4594"/>
                  <a:pt x="3618" y="4634"/>
                  <a:pt x="3671" y="4634"/>
                </a:cubicBezTo>
                <a:cubicBezTo>
                  <a:pt x="3710" y="4634"/>
                  <a:pt x="3751" y="4613"/>
                  <a:pt x="3795" y="4563"/>
                </a:cubicBezTo>
                <a:cubicBezTo>
                  <a:pt x="3869" y="4503"/>
                  <a:pt x="3944" y="4443"/>
                  <a:pt x="4034" y="4384"/>
                </a:cubicBezTo>
                <a:cubicBezTo>
                  <a:pt x="4661" y="3801"/>
                  <a:pt x="5094" y="3099"/>
                  <a:pt x="5393" y="2307"/>
                </a:cubicBezTo>
                <a:cubicBezTo>
                  <a:pt x="5408" y="2293"/>
                  <a:pt x="5408" y="2278"/>
                  <a:pt x="5408" y="2248"/>
                </a:cubicBezTo>
                <a:cubicBezTo>
                  <a:pt x="5438" y="2173"/>
                  <a:pt x="5467" y="2083"/>
                  <a:pt x="5497" y="2009"/>
                </a:cubicBezTo>
                <a:cubicBezTo>
                  <a:pt x="5497" y="1994"/>
                  <a:pt x="5497" y="1979"/>
                  <a:pt x="5497" y="1979"/>
                </a:cubicBezTo>
                <a:lnTo>
                  <a:pt x="5572" y="1352"/>
                </a:lnTo>
                <a:cubicBezTo>
                  <a:pt x="5627" y="1319"/>
                  <a:pt x="5675" y="1302"/>
                  <a:pt x="5716" y="1302"/>
                </a:cubicBezTo>
                <a:cubicBezTo>
                  <a:pt x="5786" y="1302"/>
                  <a:pt x="5831" y="1352"/>
                  <a:pt x="5841" y="1456"/>
                </a:cubicBezTo>
                <a:cubicBezTo>
                  <a:pt x="5841" y="1725"/>
                  <a:pt x="5856" y="1994"/>
                  <a:pt x="5781" y="2248"/>
                </a:cubicBezTo>
                <a:cubicBezTo>
                  <a:pt x="5617" y="2860"/>
                  <a:pt x="5243" y="3383"/>
                  <a:pt x="4900" y="3921"/>
                </a:cubicBezTo>
                <a:cubicBezTo>
                  <a:pt x="4751" y="4130"/>
                  <a:pt x="4616" y="4339"/>
                  <a:pt x="4467" y="4563"/>
                </a:cubicBezTo>
                <a:cubicBezTo>
                  <a:pt x="4475" y="4603"/>
                  <a:pt x="4491" y="4617"/>
                  <a:pt x="4512" y="4617"/>
                </a:cubicBezTo>
                <a:cubicBezTo>
                  <a:pt x="4530" y="4617"/>
                  <a:pt x="4551" y="4606"/>
                  <a:pt x="4571" y="4593"/>
                </a:cubicBezTo>
                <a:cubicBezTo>
                  <a:pt x="4601" y="4548"/>
                  <a:pt x="4631" y="4518"/>
                  <a:pt x="4676" y="4488"/>
                </a:cubicBezTo>
                <a:cubicBezTo>
                  <a:pt x="5094" y="3965"/>
                  <a:pt x="5453" y="3398"/>
                  <a:pt x="5736" y="2785"/>
                </a:cubicBezTo>
                <a:cubicBezTo>
                  <a:pt x="5930" y="2412"/>
                  <a:pt x="6035" y="2009"/>
                  <a:pt x="6005" y="1591"/>
                </a:cubicBezTo>
                <a:cubicBezTo>
                  <a:pt x="5990" y="1352"/>
                  <a:pt x="5901" y="1187"/>
                  <a:pt x="5751" y="1187"/>
                </a:cubicBezTo>
                <a:cubicBezTo>
                  <a:pt x="5587" y="1187"/>
                  <a:pt x="5572" y="1113"/>
                  <a:pt x="5557" y="978"/>
                </a:cubicBezTo>
                <a:cubicBezTo>
                  <a:pt x="5543" y="703"/>
                  <a:pt x="5428" y="542"/>
                  <a:pt x="5211" y="542"/>
                </a:cubicBezTo>
                <a:cubicBezTo>
                  <a:pt x="5193" y="542"/>
                  <a:pt x="5174" y="543"/>
                  <a:pt x="5154" y="545"/>
                </a:cubicBezTo>
                <a:cubicBezTo>
                  <a:pt x="5019" y="560"/>
                  <a:pt x="4885" y="620"/>
                  <a:pt x="4751" y="665"/>
                </a:cubicBezTo>
                <a:cubicBezTo>
                  <a:pt x="4721" y="679"/>
                  <a:pt x="4706" y="679"/>
                  <a:pt x="4676" y="694"/>
                </a:cubicBezTo>
                <a:cubicBezTo>
                  <a:pt x="4600" y="745"/>
                  <a:pt x="4556" y="774"/>
                  <a:pt x="4526" y="774"/>
                </a:cubicBezTo>
                <a:cubicBezTo>
                  <a:pt x="4483" y="774"/>
                  <a:pt x="4465" y="719"/>
                  <a:pt x="4422" y="590"/>
                </a:cubicBezTo>
                <a:cubicBezTo>
                  <a:pt x="4349" y="382"/>
                  <a:pt x="4225" y="275"/>
                  <a:pt x="4066" y="275"/>
                </a:cubicBezTo>
                <a:cubicBezTo>
                  <a:pt x="3997" y="275"/>
                  <a:pt x="3921" y="295"/>
                  <a:pt x="3839" y="336"/>
                </a:cubicBezTo>
                <a:cubicBezTo>
                  <a:pt x="3794" y="356"/>
                  <a:pt x="3756" y="372"/>
                  <a:pt x="3724" y="372"/>
                </a:cubicBezTo>
                <a:cubicBezTo>
                  <a:pt x="3682" y="372"/>
                  <a:pt x="3649" y="345"/>
                  <a:pt x="3615" y="261"/>
                </a:cubicBezTo>
                <a:cubicBezTo>
                  <a:pt x="3561" y="87"/>
                  <a:pt x="3444" y="1"/>
                  <a:pt x="32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g2e906823ad7_0_433"/>
          <p:cNvSpPr/>
          <p:nvPr/>
        </p:nvSpPr>
        <p:spPr>
          <a:xfrm rot="-4886967">
            <a:off x="7973051" y="3127526"/>
            <a:ext cx="1519179" cy="1979565"/>
          </a:xfrm>
          <a:custGeom>
            <a:avLst/>
            <a:gdLst/>
            <a:ahLst/>
            <a:cxnLst/>
            <a:rect l="l" t="t" r="r" b="b"/>
            <a:pathLst>
              <a:path w="4168" h="5431" extrusionOk="0">
                <a:moveTo>
                  <a:pt x="1106" y="3297"/>
                </a:moveTo>
                <a:cubicBezTo>
                  <a:pt x="1157" y="3381"/>
                  <a:pt x="1217" y="3458"/>
                  <a:pt x="1270" y="3542"/>
                </a:cubicBezTo>
                <a:cubicBezTo>
                  <a:pt x="1210" y="3458"/>
                  <a:pt x="1150" y="3384"/>
                  <a:pt x="1106" y="3297"/>
                </a:cubicBezTo>
                <a:close/>
                <a:moveTo>
                  <a:pt x="1673" y="1284"/>
                </a:moveTo>
                <a:cubicBezTo>
                  <a:pt x="2035" y="1284"/>
                  <a:pt x="2204" y="1541"/>
                  <a:pt x="2360" y="1824"/>
                </a:cubicBezTo>
                <a:cubicBezTo>
                  <a:pt x="2554" y="2183"/>
                  <a:pt x="2524" y="2586"/>
                  <a:pt x="2509" y="2974"/>
                </a:cubicBezTo>
                <a:cubicBezTo>
                  <a:pt x="2497" y="3331"/>
                  <a:pt x="2255" y="3579"/>
                  <a:pt x="1925" y="3579"/>
                </a:cubicBezTo>
                <a:cubicBezTo>
                  <a:pt x="1868" y="3579"/>
                  <a:pt x="1809" y="3572"/>
                  <a:pt x="1748" y="3557"/>
                </a:cubicBezTo>
                <a:cubicBezTo>
                  <a:pt x="1359" y="3467"/>
                  <a:pt x="1255" y="3138"/>
                  <a:pt x="1180" y="2795"/>
                </a:cubicBezTo>
                <a:cubicBezTo>
                  <a:pt x="1120" y="2496"/>
                  <a:pt x="1165" y="2227"/>
                  <a:pt x="1434" y="2033"/>
                </a:cubicBezTo>
                <a:cubicBezTo>
                  <a:pt x="1524" y="1971"/>
                  <a:pt x="1603" y="1941"/>
                  <a:pt x="1671" y="1941"/>
                </a:cubicBezTo>
                <a:cubicBezTo>
                  <a:pt x="1784" y="1941"/>
                  <a:pt x="1865" y="2024"/>
                  <a:pt x="1912" y="2183"/>
                </a:cubicBezTo>
                <a:cubicBezTo>
                  <a:pt x="1972" y="2347"/>
                  <a:pt x="1972" y="2511"/>
                  <a:pt x="1987" y="2661"/>
                </a:cubicBezTo>
                <a:cubicBezTo>
                  <a:pt x="1987" y="2735"/>
                  <a:pt x="1987" y="2810"/>
                  <a:pt x="2016" y="2885"/>
                </a:cubicBezTo>
                <a:cubicBezTo>
                  <a:pt x="2046" y="2929"/>
                  <a:pt x="2076" y="2959"/>
                  <a:pt x="2121" y="2959"/>
                </a:cubicBezTo>
                <a:cubicBezTo>
                  <a:pt x="2166" y="2959"/>
                  <a:pt x="2196" y="2914"/>
                  <a:pt x="2196" y="2870"/>
                </a:cubicBezTo>
                <a:cubicBezTo>
                  <a:pt x="2226" y="2526"/>
                  <a:pt x="2285" y="2183"/>
                  <a:pt x="2061" y="1869"/>
                </a:cubicBezTo>
                <a:cubicBezTo>
                  <a:pt x="1972" y="1741"/>
                  <a:pt x="1850" y="1668"/>
                  <a:pt x="1705" y="1668"/>
                </a:cubicBezTo>
                <a:cubicBezTo>
                  <a:pt x="1680" y="1668"/>
                  <a:pt x="1654" y="1670"/>
                  <a:pt x="1628" y="1675"/>
                </a:cubicBezTo>
                <a:cubicBezTo>
                  <a:pt x="1210" y="1735"/>
                  <a:pt x="896" y="2093"/>
                  <a:pt x="896" y="2526"/>
                </a:cubicBezTo>
                <a:cubicBezTo>
                  <a:pt x="931" y="2700"/>
                  <a:pt x="939" y="2874"/>
                  <a:pt x="990" y="3041"/>
                </a:cubicBezTo>
                <a:lnTo>
                  <a:pt x="990" y="3041"/>
                </a:lnTo>
                <a:cubicBezTo>
                  <a:pt x="962" y="2973"/>
                  <a:pt x="941" y="2903"/>
                  <a:pt x="941" y="2825"/>
                </a:cubicBezTo>
                <a:cubicBezTo>
                  <a:pt x="881" y="2541"/>
                  <a:pt x="822" y="2257"/>
                  <a:pt x="866" y="1973"/>
                </a:cubicBezTo>
                <a:cubicBezTo>
                  <a:pt x="911" y="1600"/>
                  <a:pt x="1240" y="1316"/>
                  <a:pt x="1613" y="1286"/>
                </a:cubicBezTo>
                <a:cubicBezTo>
                  <a:pt x="1634" y="1285"/>
                  <a:pt x="1654" y="1284"/>
                  <a:pt x="1673" y="1284"/>
                </a:cubicBezTo>
                <a:close/>
                <a:moveTo>
                  <a:pt x="1598" y="0"/>
                </a:moveTo>
                <a:cubicBezTo>
                  <a:pt x="1414" y="0"/>
                  <a:pt x="1224" y="40"/>
                  <a:pt x="1031" y="121"/>
                </a:cubicBezTo>
                <a:cubicBezTo>
                  <a:pt x="478" y="345"/>
                  <a:pt x="135" y="779"/>
                  <a:pt x="75" y="1391"/>
                </a:cubicBezTo>
                <a:cubicBezTo>
                  <a:pt x="0" y="2407"/>
                  <a:pt x="149" y="3363"/>
                  <a:pt x="657" y="4244"/>
                </a:cubicBezTo>
                <a:cubicBezTo>
                  <a:pt x="1022" y="4890"/>
                  <a:pt x="1454" y="5430"/>
                  <a:pt x="2262" y="5430"/>
                </a:cubicBezTo>
                <a:cubicBezTo>
                  <a:pt x="2313" y="5430"/>
                  <a:pt x="2365" y="5428"/>
                  <a:pt x="2420" y="5424"/>
                </a:cubicBezTo>
                <a:cubicBezTo>
                  <a:pt x="3211" y="5349"/>
                  <a:pt x="3913" y="4856"/>
                  <a:pt x="4137" y="4124"/>
                </a:cubicBezTo>
                <a:cubicBezTo>
                  <a:pt x="4152" y="4079"/>
                  <a:pt x="4167" y="4020"/>
                  <a:pt x="4093" y="4005"/>
                </a:cubicBezTo>
                <a:cubicBezTo>
                  <a:pt x="3958" y="4050"/>
                  <a:pt x="3928" y="4184"/>
                  <a:pt x="3868" y="4289"/>
                </a:cubicBezTo>
                <a:cubicBezTo>
                  <a:pt x="3630" y="4737"/>
                  <a:pt x="3256" y="5050"/>
                  <a:pt x="2748" y="5155"/>
                </a:cubicBezTo>
                <a:cubicBezTo>
                  <a:pt x="2571" y="5194"/>
                  <a:pt x="2385" y="5228"/>
                  <a:pt x="2201" y="5228"/>
                </a:cubicBezTo>
                <a:cubicBezTo>
                  <a:pt x="1966" y="5228"/>
                  <a:pt x="1733" y="5173"/>
                  <a:pt x="1524" y="5005"/>
                </a:cubicBezTo>
                <a:cubicBezTo>
                  <a:pt x="1180" y="4722"/>
                  <a:pt x="911" y="4363"/>
                  <a:pt x="717" y="3945"/>
                </a:cubicBezTo>
                <a:cubicBezTo>
                  <a:pt x="359" y="3168"/>
                  <a:pt x="239" y="2332"/>
                  <a:pt x="284" y="1481"/>
                </a:cubicBezTo>
                <a:cubicBezTo>
                  <a:pt x="314" y="958"/>
                  <a:pt x="568" y="570"/>
                  <a:pt x="1016" y="345"/>
                </a:cubicBezTo>
                <a:cubicBezTo>
                  <a:pt x="1199" y="254"/>
                  <a:pt x="1387" y="208"/>
                  <a:pt x="1574" y="208"/>
                </a:cubicBezTo>
                <a:cubicBezTo>
                  <a:pt x="1815" y="208"/>
                  <a:pt x="2052" y="284"/>
                  <a:pt x="2270" y="435"/>
                </a:cubicBezTo>
                <a:cubicBezTo>
                  <a:pt x="2360" y="480"/>
                  <a:pt x="2405" y="540"/>
                  <a:pt x="2465" y="599"/>
                </a:cubicBezTo>
                <a:cubicBezTo>
                  <a:pt x="2584" y="719"/>
                  <a:pt x="2703" y="868"/>
                  <a:pt x="2808" y="1003"/>
                </a:cubicBezTo>
                <a:cubicBezTo>
                  <a:pt x="3286" y="1660"/>
                  <a:pt x="3420" y="2392"/>
                  <a:pt x="3271" y="3168"/>
                </a:cubicBezTo>
                <a:cubicBezTo>
                  <a:pt x="3196" y="3601"/>
                  <a:pt x="2913" y="3870"/>
                  <a:pt x="2479" y="3990"/>
                </a:cubicBezTo>
                <a:cubicBezTo>
                  <a:pt x="2374" y="4021"/>
                  <a:pt x="2275" y="4035"/>
                  <a:pt x="2180" y="4035"/>
                </a:cubicBezTo>
                <a:cubicBezTo>
                  <a:pt x="1897" y="4035"/>
                  <a:pt x="1658" y="3906"/>
                  <a:pt x="1442" y="3713"/>
                </a:cubicBezTo>
                <a:lnTo>
                  <a:pt x="1442" y="3713"/>
                </a:lnTo>
                <a:cubicBezTo>
                  <a:pt x="1513" y="3771"/>
                  <a:pt x="1592" y="3816"/>
                  <a:pt x="1688" y="3840"/>
                </a:cubicBezTo>
                <a:cubicBezTo>
                  <a:pt x="1752" y="3852"/>
                  <a:pt x="1815" y="3858"/>
                  <a:pt x="1877" y="3858"/>
                </a:cubicBezTo>
                <a:cubicBezTo>
                  <a:pt x="2364" y="3858"/>
                  <a:pt x="2767" y="3506"/>
                  <a:pt x="2793" y="2989"/>
                </a:cubicBezTo>
                <a:cubicBezTo>
                  <a:pt x="2808" y="2825"/>
                  <a:pt x="2793" y="2646"/>
                  <a:pt x="2793" y="2481"/>
                </a:cubicBezTo>
                <a:cubicBezTo>
                  <a:pt x="2793" y="2003"/>
                  <a:pt x="2599" y="1615"/>
                  <a:pt x="2300" y="1257"/>
                </a:cubicBezTo>
                <a:cubicBezTo>
                  <a:pt x="2181" y="1122"/>
                  <a:pt x="2031" y="1047"/>
                  <a:pt x="1852" y="1018"/>
                </a:cubicBezTo>
                <a:cubicBezTo>
                  <a:pt x="1794" y="1008"/>
                  <a:pt x="1735" y="1003"/>
                  <a:pt x="1678" y="1003"/>
                </a:cubicBezTo>
                <a:cubicBezTo>
                  <a:pt x="1128" y="1003"/>
                  <a:pt x="623" y="1436"/>
                  <a:pt x="583" y="2003"/>
                </a:cubicBezTo>
                <a:cubicBezTo>
                  <a:pt x="538" y="2735"/>
                  <a:pt x="807" y="3363"/>
                  <a:pt x="1285" y="3900"/>
                </a:cubicBezTo>
                <a:cubicBezTo>
                  <a:pt x="1524" y="4179"/>
                  <a:pt x="1822" y="4298"/>
                  <a:pt x="2141" y="4298"/>
                </a:cubicBezTo>
                <a:cubicBezTo>
                  <a:pt x="2300" y="4298"/>
                  <a:pt x="2465" y="4269"/>
                  <a:pt x="2629" y="4214"/>
                </a:cubicBezTo>
                <a:cubicBezTo>
                  <a:pt x="3137" y="4064"/>
                  <a:pt x="3465" y="3706"/>
                  <a:pt x="3555" y="3198"/>
                </a:cubicBezTo>
                <a:cubicBezTo>
                  <a:pt x="3689" y="2362"/>
                  <a:pt x="3570" y="1570"/>
                  <a:pt x="3032" y="883"/>
                </a:cubicBezTo>
                <a:cubicBezTo>
                  <a:pt x="2942" y="794"/>
                  <a:pt x="2868" y="689"/>
                  <a:pt x="2763" y="599"/>
                </a:cubicBezTo>
                <a:cubicBezTo>
                  <a:pt x="2703" y="555"/>
                  <a:pt x="2644" y="495"/>
                  <a:pt x="2584" y="435"/>
                </a:cubicBezTo>
                <a:cubicBezTo>
                  <a:pt x="2289" y="149"/>
                  <a:pt x="1954" y="0"/>
                  <a:pt x="159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e906823ad7_0_353"/>
          <p:cNvSpPr txBox="1"/>
          <p:nvPr/>
        </p:nvSpPr>
        <p:spPr>
          <a:xfrm>
            <a:off x="720000" y="251737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Future Work</a:t>
            </a:r>
            <a:endParaRPr sz="3000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6" name="Google Shape;1196;g2e906823ad7_0_353"/>
          <p:cNvSpPr txBox="1"/>
          <p:nvPr/>
        </p:nvSpPr>
        <p:spPr>
          <a:xfrm>
            <a:off x="720000" y="922396"/>
            <a:ext cx="7844137" cy="66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Different Advanced models can be appeared that’s more suitable for generation.</a:t>
            </a:r>
            <a:endParaRPr sz="1600" b="0" i="0" u="none" strike="noStrike" cap="none"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5F531-8B04-CD24-08B7-67521D28993F}"/>
              </a:ext>
            </a:extLst>
          </p:cNvPr>
          <p:cNvSpPr txBox="1"/>
          <p:nvPr/>
        </p:nvSpPr>
        <p:spPr>
          <a:xfrm>
            <a:off x="623912" y="2220628"/>
            <a:ext cx="8393152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>
              <a:lnSpc>
                <a:spcPct val="150000"/>
              </a:lnSpc>
              <a:buClr>
                <a:srgbClr val="0B2A6B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Advanced technologies in the future can be used to generate multiple objects in the same scene</a:t>
            </a:r>
            <a:r>
              <a:rPr lang="en-US" sz="14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6" name="Google Shape;1196;g2e906823ad7_0_353">
            <a:extLst>
              <a:ext uri="{FF2B5EF4-FFF2-40B4-BE49-F238E27FC236}">
                <a16:creationId xmlns:a16="http://schemas.microsoft.com/office/drawing/2014/main" id="{F1098BAF-AC51-5911-739C-F49E51CB74B2}"/>
              </a:ext>
            </a:extLst>
          </p:cNvPr>
          <p:cNvSpPr txBox="1"/>
          <p:nvPr/>
        </p:nvSpPr>
        <p:spPr>
          <a:xfrm>
            <a:off x="720000" y="1568896"/>
            <a:ext cx="8200977" cy="55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This application can be used in domain adaption where the used model can be finetuned on dataset of specific domain</a:t>
            </a:r>
            <a:endParaRPr sz="1600" b="0" i="0" u="none" strike="noStrike" cap="none" dirty="0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9758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6" grpId="0"/>
      <p:bldP spid="3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e906823ad7_0_616"/>
          <p:cNvSpPr/>
          <p:nvPr/>
        </p:nvSpPr>
        <p:spPr>
          <a:xfrm rot="-1309832">
            <a:off x="-1590228" y="3521235"/>
            <a:ext cx="3582096" cy="2605884"/>
          </a:xfrm>
          <a:custGeom>
            <a:avLst/>
            <a:gdLst/>
            <a:ahLst/>
            <a:cxnLst/>
            <a:rect l="l" t="t" r="r" b="b"/>
            <a:pathLst>
              <a:path w="8036" h="6181" extrusionOk="0">
                <a:moveTo>
                  <a:pt x="7289" y="1136"/>
                </a:moveTo>
                <a:lnTo>
                  <a:pt x="7289" y="1136"/>
                </a:lnTo>
                <a:cubicBezTo>
                  <a:pt x="7304" y="1136"/>
                  <a:pt x="7319" y="1151"/>
                  <a:pt x="7319" y="1166"/>
                </a:cubicBezTo>
                <a:cubicBezTo>
                  <a:pt x="7304" y="1151"/>
                  <a:pt x="7304" y="1136"/>
                  <a:pt x="7289" y="1136"/>
                </a:cubicBezTo>
                <a:close/>
                <a:moveTo>
                  <a:pt x="7364" y="1255"/>
                </a:moveTo>
                <a:cubicBezTo>
                  <a:pt x="7364" y="1315"/>
                  <a:pt x="7379" y="1375"/>
                  <a:pt x="7379" y="1434"/>
                </a:cubicBezTo>
                <a:cubicBezTo>
                  <a:pt x="7365" y="1381"/>
                  <a:pt x="7328" y="1327"/>
                  <a:pt x="7256" y="1327"/>
                </a:cubicBezTo>
                <a:cubicBezTo>
                  <a:pt x="7248" y="1327"/>
                  <a:pt x="7239" y="1328"/>
                  <a:pt x="7229" y="1330"/>
                </a:cubicBezTo>
                <a:cubicBezTo>
                  <a:pt x="7229" y="1330"/>
                  <a:pt x="7214" y="1315"/>
                  <a:pt x="7214" y="1300"/>
                </a:cubicBezTo>
                <a:lnTo>
                  <a:pt x="7214" y="1300"/>
                </a:lnTo>
                <a:cubicBezTo>
                  <a:pt x="7236" y="1311"/>
                  <a:pt x="7255" y="1315"/>
                  <a:pt x="7272" y="1315"/>
                </a:cubicBezTo>
                <a:cubicBezTo>
                  <a:pt x="7304" y="1315"/>
                  <a:pt x="7330" y="1299"/>
                  <a:pt x="7349" y="1270"/>
                </a:cubicBezTo>
                <a:cubicBezTo>
                  <a:pt x="7349" y="1270"/>
                  <a:pt x="7349" y="1255"/>
                  <a:pt x="7364" y="1255"/>
                </a:cubicBezTo>
                <a:close/>
                <a:moveTo>
                  <a:pt x="7394" y="1449"/>
                </a:moveTo>
                <a:cubicBezTo>
                  <a:pt x="7394" y="1475"/>
                  <a:pt x="7404" y="1489"/>
                  <a:pt x="7408" y="1512"/>
                </a:cubicBezTo>
                <a:lnTo>
                  <a:pt x="7408" y="1512"/>
                </a:lnTo>
                <a:cubicBezTo>
                  <a:pt x="7406" y="1507"/>
                  <a:pt x="7403" y="1503"/>
                  <a:pt x="7394" y="1494"/>
                </a:cubicBezTo>
                <a:cubicBezTo>
                  <a:pt x="7394" y="1479"/>
                  <a:pt x="7394" y="1464"/>
                  <a:pt x="7394" y="1449"/>
                </a:cubicBezTo>
                <a:close/>
                <a:moveTo>
                  <a:pt x="7423" y="1569"/>
                </a:moveTo>
                <a:cubicBezTo>
                  <a:pt x="7438" y="1584"/>
                  <a:pt x="7438" y="1614"/>
                  <a:pt x="7423" y="1643"/>
                </a:cubicBezTo>
                <a:lnTo>
                  <a:pt x="7423" y="1629"/>
                </a:lnTo>
                <a:cubicBezTo>
                  <a:pt x="7423" y="1614"/>
                  <a:pt x="7423" y="1584"/>
                  <a:pt x="7423" y="1569"/>
                </a:cubicBezTo>
                <a:close/>
                <a:moveTo>
                  <a:pt x="6034" y="4138"/>
                </a:moveTo>
                <a:cubicBezTo>
                  <a:pt x="6049" y="4183"/>
                  <a:pt x="6094" y="4168"/>
                  <a:pt x="6124" y="4197"/>
                </a:cubicBezTo>
                <a:lnTo>
                  <a:pt x="6124" y="4212"/>
                </a:lnTo>
                <a:cubicBezTo>
                  <a:pt x="6079" y="4212"/>
                  <a:pt x="6049" y="4183"/>
                  <a:pt x="6034" y="4138"/>
                </a:cubicBezTo>
                <a:close/>
                <a:moveTo>
                  <a:pt x="5829" y="4867"/>
                </a:moveTo>
                <a:cubicBezTo>
                  <a:pt x="5759" y="4867"/>
                  <a:pt x="5733" y="4921"/>
                  <a:pt x="5706" y="4974"/>
                </a:cubicBezTo>
                <a:cubicBezTo>
                  <a:pt x="5676" y="5079"/>
                  <a:pt x="5616" y="5153"/>
                  <a:pt x="5542" y="5213"/>
                </a:cubicBezTo>
                <a:cubicBezTo>
                  <a:pt x="5527" y="5243"/>
                  <a:pt x="5497" y="5273"/>
                  <a:pt x="5482" y="5303"/>
                </a:cubicBezTo>
                <a:cubicBezTo>
                  <a:pt x="5467" y="5333"/>
                  <a:pt x="5452" y="5362"/>
                  <a:pt x="5437" y="5392"/>
                </a:cubicBezTo>
                <a:cubicBezTo>
                  <a:pt x="5437" y="5392"/>
                  <a:pt x="5437" y="5407"/>
                  <a:pt x="5437" y="5422"/>
                </a:cubicBezTo>
                <a:cubicBezTo>
                  <a:pt x="5437" y="5452"/>
                  <a:pt x="5407" y="5482"/>
                  <a:pt x="5407" y="5527"/>
                </a:cubicBezTo>
                <a:cubicBezTo>
                  <a:pt x="5422" y="5542"/>
                  <a:pt x="5422" y="5542"/>
                  <a:pt x="5437" y="5557"/>
                </a:cubicBezTo>
                <a:cubicBezTo>
                  <a:pt x="5448" y="5564"/>
                  <a:pt x="5459" y="5567"/>
                  <a:pt x="5470" y="5567"/>
                </a:cubicBezTo>
                <a:cubicBezTo>
                  <a:pt x="5504" y="5567"/>
                  <a:pt x="5541" y="5538"/>
                  <a:pt x="5586" y="5527"/>
                </a:cubicBezTo>
                <a:cubicBezTo>
                  <a:pt x="5586" y="5512"/>
                  <a:pt x="5601" y="5512"/>
                  <a:pt x="5601" y="5497"/>
                </a:cubicBezTo>
                <a:cubicBezTo>
                  <a:pt x="5661" y="5422"/>
                  <a:pt x="5661" y="5318"/>
                  <a:pt x="5736" y="5258"/>
                </a:cubicBezTo>
                <a:cubicBezTo>
                  <a:pt x="5736" y="5243"/>
                  <a:pt x="5736" y="5228"/>
                  <a:pt x="5736" y="5213"/>
                </a:cubicBezTo>
                <a:cubicBezTo>
                  <a:pt x="5766" y="5198"/>
                  <a:pt x="5810" y="5198"/>
                  <a:pt x="5825" y="5168"/>
                </a:cubicBezTo>
                <a:cubicBezTo>
                  <a:pt x="5840" y="5153"/>
                  <a:pt x="5840" y="5153"/>
                  <a:pt x="5855" y="5138"/>
                </a:cubicBezTo>
                <a:cubicBezTo>
                  <a:pt x="5870" y="5138"/>
                  <a:pt x="5810" y="5109"/>
                  <a:pt x="5870" y="5094"/>
                </a:cubicBezTo>
                <a:cubicBezTo>
                  <a:pt x="5945" y="5079"/>
                  <a:pt x="5870" y="4974"/>
                  <a:pt x="5945" y="4944"/>
                </a:cubicBezTo>
                <a:cubicBezTo>
                  <a:pt x="5956" y="4877"/>
                  <a:pt x="5925" y="4869"/>
                  <a:pt x="5890" y="4869"/>
                </a:cubicBezTo>
                <a:cubicBezTo>
                  <a:pt x="5879" y="4869"/>
                  <a:pt x="5866" y="4870"/>
                  <a:pt x="5855" y="4870"/>
                </a:cubicBezTo>
                <a:cubicBezTo>
                  <a:pt x="5846" y="4868"/>
                  <a:pt x="5837" y="4867"/>
                  <a:pt x="5829" y="4867"/>
                </a:cubicBezTo>
                <a:close/>
                <a:moveTo>
                  <a:pt x="5049" y="5676"/>
                </a:moveTo>
                <a:cubicBezTo>
                  <a:pt x="5064" y="5691"/>
                  <a:pt x="5064" y="5706"/>
                  <a:pt x="5064" y="5721"/>
                </a:cubicBezTo>
                <a:cubicBezTo>
                  <a:pt x="5049" y="5721"/>
                  <a:pt x="5034" y="5721"/>
                  <a:pt x="5019" y="5736"/>
                </a:cubicBezTo>
                <a:cubicBezTo>
                  <a:pt x="5019" y="5721"/>
                  <a:pt x="5034" y="5706"/>
                  <a:pt x="5034" y="5691"/>
                </a:cubicBezTo>
                <a:cubicBezTo>
                  <a:pt x="5049" y="5691"/>
                  <a:pt x="5049" y="5676"/>
                  <a:pt x="5049" y="5676"/>
                </a:cubicBezTo>
                <a:close/>
                <a:moveTo>
                  <a:pt x="30" y="1"/>
                </a:moveTo>
                <a:cubicBezTo>
                  <a:pt x="15" y="15"/>
                  <a:pt x="15" y="15"/>
                  <a:pt x="15" y="15"/>
                </a:cubicBezTo>
                <a:cubicBezTo>
                  <a:pt x="0" y="30"/>
                  <a:pt x="15" y="60"/>
                  <a:pt x="30" y="75"/>
                </a:cubicBezTo>
                <a:cubicBezTo>
                  <a:pt x="45" y="105"/>
                  <a:pt x="30" y="135"/>
                  <a:pt x="60" y="165"/>
                </a:cubicBezTo>
                <a:cubicBezTo>
                  <a:pt x="60" y="195"/>
                  <a:pt x="75" y="210"/>
                  <a:pt x="105" y="225"/>
                </a:cubicBezTo>
                <a:cubicBezTo>
                  <a:pt x="135" y="254"/>
                  <a:pt x="150" y="284"/>
                  <a:pt x="180" y="314"/>
                </a:cubicBezTo>
                <a:cubicBezTo>
                  <a:pt x="180" y="329"/>
                  <a:pt x="195" y="344"/>
                  <a:pt x="180" y="374"/>
                </a:cubicBezTo>
                <a:cubicBezTo>
                  <a:pt x="180" y="389"/>
                  <a:pt x="180" y="389"/>
                  <a:pt x="180" y="404"/>
                </a:cubicBezTo>
                <a:cubicBezTo>
                  <a:pt x="254" y="449"/>
                  <a:pt x="314" y="493"/>
                  <a:pt x="374" y="538"/>
                </a:cubicBezTo>
                <a:cubicBezTo>
                  <a:pt x="374" y="568"/>
                  <a:pt x="374" y="583"/>
                  <a:pt x="389" y="598"/>
                </a:cubicBezTo>
                <a:cubicBezTo>
                  <a:pt x="434" y="643"/>
                  <a:pt x="463" y="703"/>
                  <a:pt x="508" y="747"/>
                </a:cubicBezTo>
                <a:cubicBezTo>
                  <a:pt x="508" y="792"/>
                  <a:pt x="538" y="822"/>
                  <a:pt x="568" y="837"/>
                </a:cubicBezTo>
                <a:cubicBezTo>
                  <a:pt x="598" y="867"/>
                  <a:pt x="628" y="882"/>
                  <a:pt x="658" y="912"/>
                </a:cubicBezTo>
                <a:cubicBezTo>
                  <a:pt x="687" y="941"/>
                  <a:pt x="672" y="1001"/>
                  <a:pt x="717" y="1031"/>
                </a:cubicBezTo>
                <a:cubicBezTo>
                  <a:pt x="777" y="1076"/>
                  <a:pt x="807" y="1136"/>
                  <a:pt x="867" y="1166"/>
                </a:cubicBezTo>
                <a:cubicBezTo>
                  <a:pt x="882" y="1180"/>
                  <a:pt x="897" y="1210"/>
                  <a:pt x="911" y="1225"/>
                </a:cubicBezTo>
                <a:cubicBezTo>
                  <a:pt x="1106" y="1449"/>
                  <a:pt x="1315" y="1658"/>
                  <a:pt x="1524" y="1868"/>
                </a:cubicBezTo>
                <a:cubicBezTo>
                  <a:pt x="1643" y="2002"/>
                  <a:pt x="1778" y="2121"/>
                  <a:pt x="1882" y="2256"/>
                </a:cubicBezTo>
                <a:cubicBezTo>
                  <a:pt x="1912" y="2271"/>
                  <a:pt x="1927" y="2301"/>
                  <a:pt x="1972" y="2301"/>
                </a:cubicBezTo>
                <a:cubicBezTo>
                  <a:pt x="2300" y="2689"/>
                  <a:pt x="2644" y="3062"/>
                  <a:pt x="2973" y="3451"/>
                </a:cubicBezTo>
                <a:cubicBezTo>
                  <a:pt x="3197" y="3705"/>
                  <a:pt x="3406" y="3959"/>
                  <a:pt x="3615" y="4227"/>
                </a:cubicBezTo>
                <a:cubicBezTo>
                  <a:pt x="3869" y="4541"/>
                  <a:pt x="4108" y="4870"/>
                  <a:pt x="4347" y="5183"/>
                </a:cubicBezTo>
                <a:cubicBezTo>
                  <a:pt x="4496" y="5377"/>
                  <a:pt x="4645" y="5542"/>
                  <a:pt x="4780" y="5721"/>
                </a:cubicBezTo>
                <a:cubicBezTo>
                  <a:pt x="4797" y="5710"/>
                  <a:pt x="4808" y="5705"/>
                  <a:pt x="4814" y="5705"/>
                </a:cubicBezTo>
                <a:cubicBezTo>
                  <a:pt x="4825" y="5705"/>
                  <a:pt x="4825" y="5717"/>
                  <a:pt x="4825" y="5736"/>
                </a:cubicBezTo>
                <a:cubicBezTo>
                  <a:pt x="4825" y="5751"/>
                  <a:pt x="4825" y="5766"/>
                  <a:pt x="4840" y="5781"/>
                </a:cubicBezTo>
                <a:cubicBezTo>
                  <a:pt x="4855" y="5811"/>
                  <a:pt x="4884" y="5840"/>
                  <a:pt x="4899" y="5870"/>
                </a:cubicBezTo>
                <a:lnTo>
                  <a:pt x="4914" y="5870"/>
                </a:lnTo>
                <a:lnTo>
                  <a:pt x="4974" y="5945"/>
                </a:lnTo>
                <a:cubicBezTo>
                  <a:pt x="5034" y="6020"/>
                  <a:pt x="5093" y="6094"/>
                  <a:pt x="5153" y="6169"/>
                </a:cubicBezTo>
                <a:cubicBezTo>
                  <a:pt x="5161" y="6177"/>
                  <a:pt x="5172" y="6180"/>
                  <a:pt x="5185" y="6180"/>
                </a:cubicBezTo>
                <a:cubicBezTo>
                  <a:pt x="5198" y="6180"/>
                  <a:pt x="5213" y="6177"/>
                  <a:pt x="5228" y="6169"/>
                </a:cubicBezTo>
                <a:cubicBezTo>
                  <a:pt x="5213" y="6139"/>
                  <a:pt x="5183" y="6094"/>
                  <a:pt x="5198" y="6094"/>
                </a:cubicBezTo>
                <a:cubicBezTo>
                  <a:pt x="5273" y="6005"/>
                  <a:pt x="5347" y="5930"/>
                  <a:pt x="5407" y="5885"/>
                </a:cubicBezTo>
                <a:cubicBezTo>
                  <a:pt x="5407" y="5840"/>
                  <a:pt x="5422" y="5826"/>
                  <a:pt x="5422" y="5811"/>
                </a:cubicBezTo>
                <a:cubicBezTo>
                  <a:pt x="5452" y="5766"/>
                  <a:pt x="5482" y="5721"/>
                  <a:pt x="5482" y="5676"/>
                </a:cubicBezTo>
                <a:cubicBezTo>
                  <a:pt x="5482" y="5661"/>
                  <a:pt x="5482" y="5646"/>
                  <a:pt x="5482" y="5646"/>
                </a:cubicBezTo>
                <a:cubicBezTo>
                  <a:pt x="5452" y="5572"/>
                  <a:pt x="5392" y="5527"/>
                  <a:pt x="5318" y="5527"/>
                </a:cubicBezTo>
                <a:cubicBezTo>
                  <a:pt x="5303" y="5527"/>
                  <a:pt x="5303" y="5512"/>
                  <a:pt x="5303" y="5512"/>
                </a:cubicBezTo>
                <a:cubicBezTo>
                  <a:pt x="5303" y="5482"/>
                  <a:pt x="5288" y="5437"/>
                  <a:pt x="5273" y="5407"/>
                </a:cubicBezTo>
                <a:cubicBezTo>
                  <a:pt x="5273" y="5407"/>
                  <a:pt x="5273" y="5392"/>
                  <a:pt x="5273" y="5392"/>
                </a:cubicBezTo>
                <a:cubicBezTo>
                  <a:pt x="5273" y="5318"/>
                  <a:pt x="5303" y="5258"/>
                  <a:pt x="5288" y="5183"/>
                </a:cubicBezTo>
                <a:cubicBezTo>
                  <a:pt x="5288" y="5004"/>
                  <a:pt x="5392" y="4914"/>
                  <a:pt x="5542" y="4855"/>
                </a:cubicBezTo>
                <a:cubicBezTo>
                  <a:pt x="5556" y="4840"/>
                  <a:pt x="5586" y="4840"/>
                  <a:pt x="5601" y="4825"/>
                </a:cubicBezTo>
                <a:cubicBezTo>
                  <a:pt x="5646" y="4825"/>
                  <a:pt x="5691" y="4810"/>
                  <a:pt x="5721" y="4810"/>
                </a:cubicBezTo>
                <a:cubicBezTo>
                  <a:pt x="5766" y="4810"/>
                  <a:pt x="5810" y="4810"/>
                  <a:pt x="5840" y="4750"/>
                </a:cubicBezTo>
                <a:cubicBezTo>
                  <a:pt x="5825" y="4720"/>
                  <a:pt x="5825" y="4690"/>
                  <a:pt x="5840" y="4661"/>
                </a:cubicBezTo>
                <a:lnTo>
                  <a:pt x="5840" y="4661"/>
                </a:lnTo>
                <a:cubicBezTo>
                  <a:pt x="5840" y="4690"/>
                  <a:pt x="5825" y="4705"/>
                  <a:pt x="5855" y="4735"/>
                </a:cubicBezTo>
                <a:cubicBezTo>
                  <a:pt x="5870" y="4750"/>
                  <a:pt x="5870" y="4750"/>
                  <a:pt x="5885" y="4765"/>
                </a:cubicBezTo>
                <a:cubicBezTo>
                  <a:pt x="5885" y="4780"/>
                  <a:pt x="5885" y="4780"/>
                  <a:pt x="5900" y="4795"/>
                </a:cubicBezTo>
                <a:cubicBezTo>
                  <a:pt x="5914" y="4799"/>
                  <a:pt x="5928" y="4801"/>
                  <a:pt x="5940" y="4801"/>
                </a:cubicBezTo>
                <a:cubicBezTo>
                  <a:pt x="6017" y="4801"/>
                  <a:pt x="6058" y="4729"/>
                  <a:pt x="6109" y="4690"/>
                </a:cubicBezTo>
                <a:cubicBezTo>
                  <a:pt x="6139" y="4661"/>
                  <a:pt x="6154" y="4646"/>
                  <a:pt x="6154" y="4601"/>
                </a:cubicBezTo>
                <a:cubicBezTo>
                  <a:pt x="6109" y="4556"/>
                  <a:pt x="6169" y="4541"/>
                  <a:pt x="6184" y="4496"/>
                </a:cubicBezTo>
                <a:cubicBezTo>
                  <a:pt x="6199" y="4481"/>
                  <a:pt x="6214" y="4451"/>
                  <a:pt x="6229" y="4422"/>
                </a:cubicBezTo>
                <a:cubicBezTo>
                  <a:pt x="6244" y="4377"/>
                  <a:pt x="6244" y="4317"/>
                  <a:pt x="6258" y="4272"/>
                </a:cubicBezTo>
                <a:cubicBezTo>
                  <a:pt x="6258" y="4257"/>
                  <a:pt x="6258" y="4257"/>
                  <a:pt x="6258" y="4242"/>
                </a:cubicBezTo>
                <a:cubicBezTo>
                  <a:pt x="6258" y="4242"/>
                  <a:pt x="6258" y="4242"/>
                  <a:pt x="6258" y="4227"/>
                </a:cubicBezTo>
                <a:lnTo>
                  <a:pt x="6348" y="4003"/>
                </a:lnTo>
                <a:lnTo>
                  <a:pt x="6378" y="3959"/>
                </a:lnTo>
                <a:cubicBezTo>
                  <a:pt x="6393" y="3959"/>
                  <a:pt x="6408" y="3899"/>
                  <a:pt x="6438" y="3899"/>
                </a:cubicBezTo>
                <a:cubicBezTo>
                  <a:pt x="6512" y="3794"/>
                  <a:pt x="6542" y="3675"/>
                  <a:pt x="6587" y="3555"/>
                </a:cubicBezTo>
                <a:cubicBezTo>
                  <a:pt x="6602" y="3510"/>
                  <a:pt x="6557" y="3436"/>
                  <a:pt x="6647" y="3436"/>
                </a:cubicBezTo>
                <a:cubicBezTo>
                  <a:pt x="6707" y="3406"/>
                  <a:pt x="6692" y="3331"/>
                  <a:pt x="6736" y="3286"/>
                </a:cubicBezTo>
                <a:cubicBezTo>
                  <a:pt x="6751" y="3271"/>
                  <a:pt x="6766" y="3257"/>
                  <a:pt x="6766" y="3242"/>
                </a:cubicBezTo>
                <a:cubicBezTo>
                  <a:pt x="6781" y="3212"/>
                  <a:pt x="6826" y="3197"/>
                  <a:pt x="6841" y="3182"/>
                </a:cubicBezTo>
                <a:cubicBezTo>
                  <a:pt x="6856" y="3182"/>
                  <a:pt x="6856" y="3167"/>
                  <a:pt x="6856" y="3167"/>
                </a:cubicBezTo>
                <a:cubicBezTo>
                  <a:pt x="6901" y="3122"/>
                  <a:pt x="6856" y="3092"/>
                  <a:pt x="6856" y="3047"/>
                </a:cubicBezTo>
                <a:cubicBezTo>
                  <a:pt x="6856" y="3003"/>
                  <a:pt x="6901" y="2988"/>
                  <a:pt x="6916" y="2958"/>
                </a:cubicBezTo>
                <a:cubicBezTo>
                  <a:pt x="6960" y="2943"/>
                  <a:pt x="6990" y="2898"/>
                  <a:pt x="7005" y="2868"/>
                </a:cubicBezTo>
                <a:cubicBezTo>
                  <a:pt x="7020" y="2808"/>
                  <a:pt x="7050" y="2764"/>
                  <a:pt x="7095" y="2734"/>
                </a:cubicBezTo>
                <a:cubicBezTo>
                  <a:pt x="7110" y="2719"/>
                  <a:pt x="7125" y="2689"/>
                  <a:pt x="7110" y="2674"/>
                </a:cubicBezTo>
                <a:cubicBezTo>
                  <a:pt x="7110" y="2674"/>
                  <a:pt x="7095" y="2674"/>
                  <a:pt x="7095" y="2659"/>
                </a:cubicBezTo>
                <a:cubicBezTo>
                  <a:pt x="7065" y="2644"/>
                  <a:pt x="7080" y="2614"/>
                  <a:pt x="7095" y="2599"/>
                </a:cubicBezTo>
                <a:cubicBezTo>
                  <a:pt x="7170" y="2555"/>
                  <a:pt x="7185" y="2480"/>
                  <a:pt x="7229" y="2420"/>
                </a:cubicBezTo>
                <a:cubicBezTo>
                  <a:pt x="7244" y="2375"/>
                  <a:pt x="7259" y="2331"/>
                  <a:pt x="7274" y="2271"/>
                </a:cubicBezTo>
                <a:cubicBezTo>
                  <a:pt x="7289" y="2271"/>
                  <a:pt x="7289" y="2271"/>
                  <a:pt x="7304" y="2256"/>
                </a:cubicBezTo>
                <a:cubicBezTo>
                  <a:pt x="7304" y="2256"/>
                  <a:pt x="7304" y="2241"/>
                  <a:pt x="7304" y="2241"/>
                </a:cubicBezTo>
                <a:cubicBezTo>
                  <a:pt x="7334" y="2196"/>
                  <a:pt x="7379" y="2166"/>
                  <a:pt x="7409" y="2121"/>
                </a:cubicBezTo>
                <a:cubicBezTo>
                  <a:pt x="7423" y="2121"/>
                  <a:pt x="7438" y="2106"/>
                  <a:pt x="7453" y="2106"/>
                </a:cubicBezTo>
                <a:cubicBezTo>
                  <a:pt x="7468" y="2121"/>
                  <a:pt x="7498" y="2136"/>
                  <a:pt x="7528" y="2151"/>
                </a:cubicBezTo>
                <a:cubicBezTo>
                  <a:pt x="7528" y="2092"/>
                  <a:pt x="7453" y="2047"/>
                  <a:pt x="7528" y="1987"/>
                </a:cubicBezTo>
                <a:cubicBezTo>
                  <a:pt x="7558" y="1957"/>
                  <a:pt x="7543" y="1912"/>
                  <a:pt x="7513" y="1882"/>
                </a:cubicBezTo>
                <a:lnTo>
                  <a:pt x="7513" y="1882"/>
                </a:lnTo>
                <a:cubicBezTo>
                  <a:pt x="7529" y="1899"/>
                  <a:pt x="7541" y="1905"/>
                  <a:pt x="7550" y="1905"/>
                </a:cubicBezTo>
                <a:cubicBezTo>
                  <a:pt x="7574" y="1905"/>
                  <a:pt x="7577" y="1859"/>
                  <a:pt x="7588" y="1838"/>
                </a:cubicBezTo>
                <a:cubicBezTo>
                  <a:pt x="7633" y="1808"/>
                  <a:pt x="7722" y="1853"/>
                  <a:pt x="7722" y="1763"/>
                </a:cubicBezTo>
                <a:cubicBezTo>
                  <a:pt x="7752" y="1718"/>
                  <a:pt x="7677" y="1718"/>
                  <a:pt x="7692" y="1673"/>
                </a:cubicBezTo>
                <a:lnTo>
                  <a:pt x="7707" y="1673"/>
                </a:lnTo>
                <a:cubicBezTo>
                  <a:pt x="7722" y="1658"/>
                  <a:pt x="7737" y="1629"/>
                  <a:pt x="7737" y="1614"/>
                </a:cubicBezTo>
                <a:cubicBezTo>
                  <a:pt x="7737" y="1554"/>
                  <a:pt x="7722" y="1509"/>
                  <a:pt x="7797" y="1494"/>
                </a:cubicBezTo>
                <a:cubicBezTo>
                  <a:pt x="7857" y="1449"/>
                  <a:pt x="7916" y="1390"/>
                  <a:pt x="7931" y="1315"/>
                </a:cubicBezTo>
                <a:cubicBezTo>
                  <a:pt x="7946" y="1195"/>
                  <a:pt x="8036" y="1106"/>
                  <a:pt x="8036" y="971"/>
                </a:cubicBezTo>
                <a:cubicBezTo>
                  <a:pt x="7916" y="941"/>
                  <a:pt x="7797" y="912"/>
                  <a:pt x="7677" y="882"/>
                </a:cubicBezTo>
                <a:cubicBezTo>
                  <a:pt x="7670" y="874"/>
                  <a:pt x="7659" y="871"/>
                  <a:pt x="7648" y="871"/>
                </a:cubicBezTo>
                <a:cubicBezTo>
                  <a:pt x="7636" y="871"/>
                  <a:pt x="7625" y="874"/>
                  <a:pt x="7618" y="882"/>
                </a:cubicBezTo>
                <a:cubicBezTo>
                  <a:pt x="7528" y="822"/>
                  <a:pt x="7513" y="747"/>
                  <a:pt x="7498" y="658"/>
                </a:cubicBezTo>
                <a:cubicBezTo>
                  <a:pt x="7379" y="688"/>
                  <a:pt x="7334" y="747"/>
                  <a:pt x="7394" y="837"/>
                </a:cubicBezTo>
                <a:cubicBezTo>
                  <a:pt x="7274" y="837"/>
                  <a:pt x="7155" y="790"/>
                  <a:pt x="7025" y="790"/>
                </a:cubicBezTo>
                <a:cubicBezTo>
                  <a:pt x="7008" y="790"/>
                  <a:pt x="6992" y="790"/>
                  <a:pt x="6975" y="792"/>
                </a:cubicBezTo>
                <a:cubicBezTo>
                  <a:pt x="6964" y="804"/>
                  <a:pt x="6961" y="825"/>
                  <a:pt x="6968" y="833"/>
                </a:cubicBezTo>
                <a:lnTo>
                  <a:pt x="6968" y="833"/>
                </a:lnTo>
                <a:cubicBezTo>
                  <a:pt x="6940" y="819"/>
                  <a:pt x="6913" y="806"/>
                  <a:pt x="6886" y="792"/>
                </a:cubicBezTo>
                <a:cubicBezTo>
                  <a:pt x="6841" y="777"/>
                  <a:pt x="6796" y="747"/>
                  <a:pt x="6751" y="732"/>
                </a:cubicBezTo>
                <a:cubicBezTo>
                  <a:pt x="6751" y="717"/>
                  <a:pt x="6751" y="703"/>
                  <a:pt x="6751" y="673"/>
                </a:cubicBezTo>
                <a:lnTo>
                  <a:pt x="6766" y="673"/>
                </a:lnTo>
                <a:cubicBezTo>
                  <a:pt x="6758" y="655"/>
                  <a:pt x="6749" y="648"/>
                  <a:pt x="6737" y="648"/>
                </a:cubicBezTo>
                <a:cubicBezTo>
                  <a:pt x="6729" y="648"/>
                  <a:pt x="6719" y="652"/>
                  <a:pt x="6707" y="658"/>
                </a:cubicBezTo>
                <a:cubicBezTo>
                  <a:pt x="6666" y="642"/>
                  <a:pt x="6627" y="636"/>
                  <a:pt x="6589" y="636"/>
                </a:cubicBezTo>
                <a:cubicBezTo>
                  <a:pt x="6515" y="636"/>
                  <a:pt x="6443" y="656"/>
                  <a:pt x="6368" y="656"/>
                </a:cubicBezTo>
                <a:cubicBezTo>
                  <a:pt x="6337" y="656"/>
                  <a:pt x="6306" y="652"/>
                  <a:pt x="6273" y="643"/>
                </a:cubicBezTo>
                <a:cubicBezTo>
                  <a:pt x="6252" y="632"/>
                  <a:pt x="6231" y="622"/>
                  <a:pt x="6210" y="622"/>
                </a:cubicBezTo>
                <a:cubicBezTo>
                  <a:pt x="6201" y="622"/>
                  <a:pt x="6193" y="623"/>
                  <a:pt x="6184" y="628"/>
                </a:cubicBezTo>
                <a:cubicBezTo>
                  <a:pt x="6165" y="675"/>
                  <a:pt x="6135" y="698"/>
                  <a:pt x="6100" y="698"/>
                </a:cubicBezTo>
                <a:cubicBezTo>
                  <a:pt x="6079" y="698"/>
                  <a:pt x="6057" y="689"/>
                  <a:pt x="6034" y="673"/>
                </a:cubicBezTo>
                <a:cubicBezTo>
                  <a:pt x="6028" y="670"/>
                  <a:pt x="6022" y="668"/>
                  <a:pt x="6016" y="668"/>
                </a:cubicBezTo>
                <a:cubicBezTo>
                  <a:pt x="5992" y="668"/>
                  <a:pt x="5966" y="688"/>
                  <a:pt x="5930" y="688"/>
                </a:cubicBezTo>
                <a:cubicBezTo>
                  <a:pt x="5900" y="688"/>
                  <a:pt x="5885" y="673"/>
                  <a:pt x="5855" y="673"/>
                </a:cubicBezTo>
                <a:lnTo>
                  <a:pt x="5840" y="673"/>
                </a:lnTo>
                <a:cubicBezTo>
                  <a:pt x="5840" y="658"/>
                  <a:pt x="5840" y="658"/>
                  <a:pt x="5840" y="643"/>
                </a:cubicBezTo>
                <a:lnTo>
                  <a:pt x="5855" y="643"/>
                </a:lnTo>
                <a:cubicBezTo>
                  <a:pt x="5810" y="628"/>
                  <a:pt x="5781" y="613"/>
                  <a:pt x="5736" y="598"/>
                </a:cubicBezTo>
                <a:cubicBezTo>
                  <a:pt x="5691" y="688"/>
                  <a:pt x="5691" y="688"/>
                  <a:pt x="5512" y="688"/>
                </a:cubicBezTo>
                <a:cubicBezTo>
                  <a:pt x="5467" y="688"/>
                  <a:pt x="5407" y="658"/>
                  <a:pt x="5347" y="643"/>
                </a:cubicBezTo>
                <a:cubicBezTo>
                  <a:pt x="5273" y="628"/>
                  <a:pt x="5198" y="628"/>
                  <a:pt x="5123" y="613"/>
                </a:cubicBezTo>
                <a:cubicBezTo>
                  <a:pt x="5093" y="613"/>
                  <a:pt x="5079" y="613"/>
                  <a:pt x="5064" y="598"/>
                </a:cubicBezTo>
                <a:lnTo>
                  <a:pt x="5004" y="598"/>
                </a:lnTo>
                <a:cubicBezTo>
                  <a:pt x="5019" y="583"/>
                  <a:pt x="5019" y="568"/>
                  <a:pt x="5034" y="553"/>
                </a:cubicBezTo>
                <a:cubicBezTo>
                  <a:pt x="4989" y="553"/>
                  <a:pt x="4929" y="568"/>
                  <a:pt x="4884" y="568"/>
                </a:cubicBezTo>
                <a:cubicBezTo>
                  <a:pt x="4884" y="563"/>
                  <a:pt x="4876" y="563"/>
                  <a:pt x="4867" y="563"/>
                </a:cubicBezTo>
                <a:lnTo>
                  <a:pt x="4867" y="563"/>
                </a:lnTo>
                <a:cubicBezTo>
                  <a:pt x="4848" y="563"/>
                  <a:pt x="4825" y="563"/>
                  <a:pt x="4855" y="523"/>
                </a:cubicBezTo>
                <a:cubicBezTo>
                  <a:pt x="4879" y="499"/>
                  <a:pt x="4834" y="455"/>
                  <a:pt x="4793" y="455"/>
                </a:cubicBezTo>
                <a:cubicBezTo>
                  <a:pt x="4783" y="455"/>
                  <a:pt x="4773" y="458"/>
                  <a:pt x="4765" y="464"/>
                </a:cubicBezTo>
                <a:cubicBezTo>
                  <a:pt x="4735" y="493"/>
                  <a:pt x="4705" y="508"/>
                  <a:pt x="4675" y="538"/>
                </a:cubicBezTo>
                <a:cubicBezTo>
                  <a:pt x="4586" y="523"/>
                  <a:pt x="4511" y="493"/>
                  <a:pt x="4421" y="478"/>
                </a:cubicBezTo>
                <a:cubicBezTo>
                  <a:pt x="4377" y="464"/>
                  <a:pt x="4317" y="464"/>
                  <a:pt x="4272" y="449"/>
                </a:cubicBezTo>
                <a:cubicBezTo>
                  <a:pt x="4227" y="434"/>
                  <a:pt x="4167" y="434"/>
                  <a:pt x="4123" y="434"/>
                </a:cubicBezTo>
                <a:cubicBezTo>
                  <a:pt x="4078" y="421"/>
                  <a:pt x="4037" y="416"/>
                  <a:pt x="3997" y="416"/>
                </a:cubicBezTo>
                <a:cubicBezTo>
                  <a:pt x="3942" y="416"/>
                  <a:pt x="3891" y="425"/>
                  <a:pt x="3839" y="434"/>
                </a:cubicBezTo>
                <a:cubicBezTo>
                  <a:pt x="3821" y="438"/>
                  <a:pt x="3804" y="440"/>
                  <a:pt x="3787" y="440"/>
                </a:cubicBezTo>
                <a:cubicBezTo>
                  <a:pt x="3745" y="440"/>
                  <a:pt x="3706" y="429"/>
                  <a:pt x="3675" y="419"/>
                </a:cubicBezTo>
                <a:cubicBezTo>
                  <a:pt x="3660" y="404"/>
                  <a:pt x="3645" y="404"/>
                  <a:pt x="3615" y="404"/>
                </a:cubicBezTo>
                <a:lnTo>
                  <a:pt x="3376" y="404"/>
                </a:lnTo>
                <a:cubicBezTo>
                  <a:pt x="3361" y="404"/>
                  <a:pt x="3361" y="404"/>
                  <a:pt x="3346" y="419"/>
                </a:cubicBezTo>
                <a:lnTo>
                  <a:pt x="3122" y="419"/>
                </a:lnTo>
                <a:cubicBezTo>
                  <a:pt x="3073" y="389"/>
                  <a:pt x="3024" y="360"/>
                  <a:pt x="2971" y="360"/>
                </a:cubicBezTo>
                <a:cubicBezTo>
                  <a:pt x="2943" y="360"/>
                  <a:pt x="2914" y="368"/>
                  <a:pt x="2883" y="389"/>
                </a:cubicBezTo>
                <a:cubicBezTo>
                  <a:pt x="2876" y="396"/>
                  <a:pt x="2868" y="400"/>
                  <a:pt x="2859" y="400"/>
                </a:cubicBezTo>
                <a:cubicBezTo>
                  <a:pt x="2849" y="400"/>
                  <a:pt x="2838" y="396"/>
                  <a:pt x="2823" y="389"/>
                </a:cubicBezTo>
                <a:lnTo>
                  <a:pt x="2734" y="389"/>
                </a:lnTo>
                <a:cubicBezTo>
                  <a:pt x="2654" y="349"/>
                  <a:pt x="2574" y="342"/>
                  <a:pt x="2495" y="342"/>
                </a:cubicBezTo>
                <a:cubicBezTo>
                  <a:pt x="2455" y="342"/>
                  <a:pt x="2415" y="344"/>
                  <a:pt x="2375" y="344"/>
                </a:cubicBezTo>
                <a:cubicBezTo>
                  <a:pt x="2241" y="344"/>
                  <a:pt x="2106" y="329"/>
                  <a:pt x="1972" y="314"/>
                </a:cubicBezTo>
                <a:cubicBezTo>
                  <a:pt x="1942" y="299"/>
                  <a:pt x="1912" y="284"/>
                  <a:pt x="1882" y="284"/>
                </a:cubicBezTo>
                <a:cubicBezTo>
                  <a:pt x="1867" y="269"/>
                  <a:pt x="1837" y="269"/>
                  <a:pt x="1823" y="269"/>
                </a:cubicBezTo>
                <a:cubicBezTo>
                  <a:pt x="1793" y="269"/>
                  <a:pt x="1756" y="263"/>
                  <a:pt x="1722" y="263"/>
                </a:cubicBezTo>
                <a:cubicBezTo>
                  <a:pt x="1705" y="263"/>
                  <a:pt x="1688" y="264"/>
                  <a:pt x="1673" y="269"/>
                </a:cubicBezTo>
                <a:cubicBezTo>
                  <a:pt x="1643" y="284"/>
                  <a:pt x="1613" y="284"/>
                  <a:pt x="1584" y="299"/>
                </a:cubicBezTo>
                <a:cubicBezTo>
                  <a:pt x="1547" y="275"/>
                  <a:pt x="1520" y="250"/>
                  <a:pt x="1479" y="250"/>
                </a:cubicBezTo>
                <a:cubicBezTo>
                  <a:pt x="1470" y="250"/>
                  <a:pt x="1460" y="252"/>
                  <a:pt x="1449" y="254"/>
                </a:cubicBezTo>
                <a:lnTo>
                  <a:pt x="1404" y="254"/>
                </a:lnTo>
                <a:cubicBezTo>
                  <a:pt x="1330" y="254"/>
                  <a:pt x="1270" y="239"/>
                  <a:pt x="1195" y="239"/>
                </a:cubicBezTo>
                <a:cubicBezTo>
                  <a:pt x="1150" y="239"/>
                  <a:pt x="1136" y="195"/>
                  <a:pt x="1091" y="195"/>
                </a:cubicBezTo>
                <a:cubicBezTo>
                  <a:pt x="1076" y="195"/>
                  <a:pt x="1076" y="180"/>
                  <a:pt x="1061" y="180"/>
                </a:cubicBezTo>
                <a:cubicBezTo>
                  <a:pt x="1031" y="180"/>
                  <a:pt x="1001" y="180"/>
                  <a:pt x="986" y="165"/>
                </a:cubicBezTo>
                <a:cubicBezTo>
                  <a:pt x="941" y="135"/>
                  <a:pt x="897" y="150"/>
                  <a:pt x="867" y="105"/>
                </a:cubicBezTo>
                <a:cubicBezTo>
                  <a:pt x="852" y="105"/>
                  <a:pt x="852" y="105"/>
                  <a:pt x="837" y="90"/>
                </a:cubicBezTo>
                <a:lnTo>
                  <a:pt x="822" y="90"/>
                </a:lnTo>
                <a:cubicBezTo>
                  <a:pt x="792" y="90"/>
                  <a:pt x="762" y="105"/>
                  <a:pt x="732" y="105"/>
                </a:cubicBezTo>
                <a:lnTo>
                  <a:pt x="687" y="105"/>
                </a:lnTo>
                <a:cubicBezTo>
                  <a:pt x="678" y="102"/>
                  <a:pt x="668" y="101"/>
                  <a:pt x="657" y="101"/>
                </a:cubicBezTo>
                <a:cubicBezTo>
                  <a:pt x="628" y="101"/>
                  <a:pt x="595" y="109"/>
                  <a:pt x="561" y="109"/>
                </a:cubicBezTo>
                <a:cubicBezTo>
                  <a:pt x="548" y="109"/>
                  <a:pt x="536" y="108"/>
                  <a:pt x="523" y="105"/>
                </a:cubicBezTo>
                <a:cubicBezTo>
                  <a:pt x="493" y="90"/>
                  <a:pt x="478" y="75"/>
                  <a:pt x="463" y="60"/>
                </a:cubicBezTo>
                <a:cubicBezTo>
                  <a:pt x="463" y="45"/>
                  <a:pt x="463" y="45"/>
                  <a:pt x="448" y="45"/>
                </a:cubicBezTo>
                <a:cubicBezTo>
                  <a:pt x="419" y="30"/>
                  <a:pt x="389" y="15"/>
                  <a:pt x="359" y="1"/>
                </a:cubicBezTo>
                <a:cubicBezTo>
                  <a:pt x="353" y="31"/>
                  <a:pt x="342" y="39"/>
                  <a:pt x="329" y="39"/>
                </a:cubicBezTo>
                <a:cubicBezTo>
                  <a:pt x="314" y="39"/>
                  <a:pt x="296" y="28"/>
                  <a:pt x="281" y="28"/>
                </a:cubicBezTo>
                <a:cubicBezTo>
                  <a:pt x="277" y="28"/>
                  <a:pt x="273" y="29"/>
                  <a:pt x="269" y="30"/>
                </a:cubicBezTo>
                <a:cubicBezTo>
                  <a:pt x="239" y="68"/>
                  <a:pt x="206" y="79"/>
                  <a:pt x="170" y="79"/>
                </a:cubicBezTo>
                <a:cubicBezTo>
                  <a:pt x="135" y="79"/>
                  <a:pt x="97" y="68"/>
                  <a:pt x="60" y="60"/>
                </a:cubicBezTo>
                <a:cubicBezTo>
                  <a:pt x="45" y="30"/>
                  <a:pt x="45" y="15"/>
                  <a:pt x="3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g2e906823ad7_0_616"/>
          <p:cNvSpPr txBox="1">
            <a:spLocks noGrp="1"/>
          </p:cNvSpPr>
          <p:nvPr>
            <p:ph type="title"/>
          </p:nvPr>
        </p:nvSpPr>
        <p:spPr>
          <a:xfrm>
            <a:off x="2208238" y="1987963"/>
            <a:ext cx="4448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6A3F3"/>
              </a:buClr>
              <a:buSzPts val="3600"/>
              <a:buFont typeface="Arial"/>
              <a:buNone/>
            </a:pPr>
            <a:r>
              <a:rPr lang="en" sz="4800"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/>
          </a:p>
        </p:txBody>
      </p:sp>
      <p:sp>
        <p:nvSpPr>
          <p:cNvPr id="1271" name="Google Shape;1271;g2e906823ad7_0_616"/>
          <p:cNvSpPr/>
          <p:nvPr/>
        </p:nvSpPr>
        <p:spPr>
          <a:xfrm rot="-2699990">
            <a:off x="-903738" y="-1856593"/>
            <a:ext cx="2209131" cy="3942966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g2e906823ad7_0_616"/>
          <p:cNvSpPr/>
          <p:nvPr/>
        </p:nvSpPr>
        <p:spPr>
          <a:xfrm flipH="1">
            <a:off x="7891668" y="3636300"/>
            <a:ext cx="1001659" cy="929355"/>
          </a:xfrm>
          <a:custGeom>
            <a:avLst/>
            <a:gdLst/>
            <a:ahLst/>
            <a:cxnLst/>
            <a:rect l="l" t="t" r="r" b="b"/>
            <a:pathLst>
              <a:path w="9187" h="7146" extrusionOk="0">
                <a:moveTo>
                  <a:pt x="1688" y="275"/>
                </a:moveTo>
                <a:cubicBezTo>
                  <a:pt x="1703" y="275"/>
                  <a:pt x="1703" y="290"/>
                  <a:pt x="1703" y="290"/>
                </a:cubicBezTo>
                <a:cubicBezTo>
                  <a:pt x="1688" y="290"/>
                  <a:pt x="1688" y="290"/>
                  <a:pt x="1673" y="275"/>
                </a:cubicBezTo>
                <a:close/>
                <a:moveTo>
                  <a:pt x="4705" y="604"/>
                </a:moveTo>
                <a:lnTo>
                  <a:pt x="4690" y="619"/>
                </a:lnTo>
                <a:cubicBezTo>
                  <a:pt x="4690" y="619"/>
                  <a:pt x="4690" y="604"/>
                  <a:pt x="4690" y="604"/>
                </a:cubicBezTo>
                <a:close/>
                <a:moveTo>
                  <a:pt x="6841" y="709"/>
                </a:moveTo>
                <a:cubicBezTo>
                  <a:pt x="6826" y="724"/>
                  <a:pt x="6826" y="724"/>
                  <a:pt x="6826" y="724"/>
                </a:cubicBezTo>
                <a:lnTo>
                  <a:pt x="6826" y="709"/>
                </a:lnTo>
                <a:close/>
                <a:moveTo>
                  <a:pt x="6856" y="963"/>
                </a:moveTo>
                <a:cubicBezTo>
                  <a:pt x="6811" y="977"/>
                  <a:pt x="6752" y="992"/>
                  <a:pt x="6707" y="992"/>
                </a:cubicBezTo>
                <a:cubicBezTo>
                  <a:pt x="6707" y="1007"/>
                  <a:pt x="6707" y="1007"/>
                  <a:pt x="6707" y="1007"/>
                </a:cubicBezTo>
                <a:lnTo>
                  <a:pt x="6871" y="1007"/>
                </a:lnTo>
                <a:cubicBezTo>
                  <a:pt x="6856" y="992"/>
                  <a:pt x="6856" y="977"/>
                  <a:pt x="6856" y="963"/>
                </a:cubicBezTo>
                <a:close/>
                <a:moveTo>
                  <a:pt x="837" y="1037"/>
                </a:moveTo>
                <a:lnTo>
                  <a:pt x="852" y="1067"/>
                </a:lnTo>
                <a:cubicBezTo>
                  <a:pt x="852" y="1067"/>
                  <a:pt x="852" y="1067"/>
                  <a:pt x="852" y="1082"/>
                </a:cubicBezTo>
                <a:cubicBezTo>
                  <a:pt x="837" y="1067"/>
                  <a:pt x="822" y="1067"/>
                  <a:pt x="822" y="1052"/>
                </a:cubicBezTo>
                <a:cubicBezTo>
                  <a:pt x="822" y="1052"/>
                  <a:pt x="822" y="1052"/>
                  <a:pt x="837" y="1037"/>
                </a:cubicBezTo>
                <a:close/>
                <a:moveTo>
                  <a:pt x="882" y="1112"/>
                </a:moveTo>
                <a:lnTo>
                  <a:pt x="882" y="1142"/>
                </a:lnTo>
                <a:cubicBezTo>
                  <a:pt x="882" y="1127"/>
                  <a:pt x="867" y="1127"/>
                  <a:pt x="867" y="1112"/>
                </a:cubicBezTo>
                <a:close/>
                <a:moveTo>
                  <a:pt x="927" y="1306"/>
                </a:moveTo>
                <a:cubicBezTo>
                  <a:pt x="942" y="1306"/>
                  <a:pt x="942" y="1306"/>
                  <a:pt x="927" y="1321"/>
                </a:cubicBezTo>
                <a:lnTo>
                  <a:pt x="927" y="1306"/>
                </a:lnTo>
                <a:close/>
                <a:moveTo>
                  <a:pt x="1449" y="1724"/>
                </a:moveTo>
                <a:cubicBezTo>
                  <a:pt x="1449" y="1739"/>
                  <a:pt x="1449" y="1739"/>
                  <a:pt x="1434" y="1739"/>
                </a:cubicBezTo>
                <a:lnTo>
                  <a:pt x="1449" y="1724"/>
                </a:lnTo>
                <a:close/>
                <a:moveTo>
                  <a:pt x="7737" y="1694"/>
                </a:moveTo>
                <a:cubicBezTo>
                  <a:pt x="7737" y="1694"/>
                  <a:pt x="7722" y="1709"/>
                  <a:pt x="7722" y="1709"/>
                </a:cubicBezTo>
                <a:cubicBezTo>
                  <a:pt x="7722" y="1724"/>
                  <a:pt x="7737" y="1724"/>
                  <a:pt x="7737" y="1739"/>
                </a:cubicBezTo>
                <a:cubicBezTo>
                  <a:pt x="7752" y="1739"/>
                  <a:pt x="7767" y="1724"/>
                  <a:pt x="7752" y="1724"/>
                </a:cubicBezTo>
                <a:cubicBezTo>
                  <a:pt x="7752" y="1709"/>
                  <a:pt x="7737" y="1709"/>
                  <a:pt x="7737" y="1694"/>
                </a:cubicBezTo>
                <a:close/>
                <a:moveTo>
                  <a:pt x="8111" y="1993"/>
                </a:moveTo>
                <a:cubicBezTo>
                  <a:pt x="8096" y="1993"/>
                  <a:pt x="8096" y="2008"/>
                  <a:pt x="8096" y="2023"/>
                </a:cubicBezTo>
                <a:cubicBezTo>
                  <a:pt x="8111" y="2023"/>
                  <a:pt x="8141" y="2038"/>
                  <a:pt x="8156" y="2038"/>
                </a:cubicBezTo>
                <a:cubicBezTo>
                  <a:pt x="8170" y="2038"/>
                  <a:pt x="8170" y="2023"/>
                  <a:pt x="8170" y="2023"/>
                </a:cubicBezTo>
                <a:cubicBezTo>
                  <a:pt x="8156" y="2008"/>
                  <a:pt x="8126" y="1993"/>
                  <a:pt x="8111" y="1993"/>
                </a:cubicBezTo>
                <a:close/>
                <a:moveTo>
                  <a:pt x="1898" y="2143"/>
                </a:moveTo>
                <a:cubicBezTo>
                  <a:pt x="1906" y="2144"/>
                  <a:pt x="1912" y="2148"/>
                  <a:pt x="1912" y="2157"/>
                </a:cubicBezTo>
                <a:lnTo>
                  <a:pt x="1898" y="2143"/>
                </a:lnTo>
                <a:close/>
                <a:moveTo>
                  <a:pt x="2136" y="2785"/>
                </a:moveTo>
                <a:lnTo>
                  <a:pt x="2136" y="2785"/>
                </a:lnTo>
                <a:cubicBezTo>
                  <a:pt x="2144" y="2800"/>
                  <a:pt x="2155" y="2811"/>
                  <a:pt x="2166" y="2822"/>
                </a:cubicBezTo>
                <a:lnTo>
                  <a:pt x="2166" y="2822"/>
                </a:lnTo>
                <a:lnTo>
                  <a:pt x="2136" y="2785"/>
                </a:lnTo>
                <a:close/>
                <a:moveTo>
                  <a:pt x="2178" y="2834"/>
                </a:moveTo>
                <a:lnTo>
                  <a:pt x="2178" y="2834"/>
                </a:lnTo>
                <a:cubicBezTo>
                  <a:pt x="2181" y="2837"/>
                  <a:pt x="2184" y="2841"/>
                  <a:pt x="2187" y="2845"/>
                </a:cubicBezTo>
                <a:lnTo>
                  <a:pt x="2187" y="2845"/>
                </a:lnTo>
                <a:lnTo>
                  <a:pt x="2178" y="2834"/>
                </a:lnTo>
                <a:close/>
                <a:moveTo>
                  <a:pt x="2228" y="2893"/>
                </a:moveTo>
                <a:lnTo>
                  <a:pt x="2228" y="2893"/>
                </a:lnTo>
                <a:cubicBezTo>
                  <a:pt x="2238" y="2904"/>
                  <a:pt x="2247" y="2916"/>
                  <a:pt x="2257" y="2928"/>
                </a:cubicBezTo>
                <a:lnTo>
                  <a:pt x="2257" y="2928"/>
                </a:lnTo>
                <a:lnTo>
                  <a:pt x="2228" y="2893"/>
                </a:lnTo>
                <a:close/>
                <a:moveTo>
                  <a:pt x="2297" y="2979"/>
                </a:moveTo>
                <a:cubicBezTo>
                  <a:pt x="2308" y="2994"/>
                  <a:pt x="2319" y="3009"/>
                  <a:pt x="2331" y="3024"/>
                </a:cubicBezTo>
                <a:cubicBezTo>
                  <a:pt x="2340" y="3033"/>
                  <a:pt x="2350" y="3043"/>
                  <a:pt x="2360" y="3054"/>
                </a:cubicBezTo>
                <a:lnTo>
                  <a:pt x="2360" y="3054"/>
                </a:lnTo>
                <a:lnTo>
                  <a:pt x="2297" y="2979"/>
                </a:lnTo>
                <a:close/>
                <a:moveTo>
                  <a:pt x="2390" y="3086"/>
                </a:moveTo>
                <a:cubicBezTo>
                  <a:pt x="2470" y="3174"/>
                  <a:pt x="2545" y="3268"/>
                  <a:pt x="2629" y="3352"/>
                </a:cubicBezTo>
                <a:cubicBezTo>
                  <a:pt x="2671" y="3408"/>
                  <a:pt x="2713" y="3464"/>
                  <a:pt x="2755" y="3520"/>
                </a:cubicBezTo>
                <a:lnTo>
                  <a:pt x="2390" y="3086"/>
                </a:lnTo>
                <a:close/>
                <a:moveTo>
                  <a:pt x="2755" y="3520"/>
                </a:moveTo>
                <a:lnTo>
                  <a:pt x="2771" y="3538"/>
                </a:lnTo>
                <a:lnTo>
                  <a:pt x="2771" y="3538"/>
                </a:lnTo>
                <a:cubicBezTo>
                  <a:pt x="2768" y="3536"/>
                  <a:pt x="2766" y="3534"/>
                  <a:pt x="2764" y="3531"/>
                </a:cubicBezTo>
                <a:cubicBezTo>
                  <a:pt x="2761" y="3527"/>
                  <a:pt x="2758" y="3524"/>
                  <a:pt x="2755" y="3520"/>
                </a:cubicBezTo>
                <a:close/>
                <a:moveTo>
                  <a:pt x="5593" y="3632"/>
                </a:moveTo>
                <a:cubicBezTo>
                  <a:pt x="5589" y="3638"/>
                  <a:pt x="5587" y="3644"/>
                  <a:pt x="5587" y="3651"/>
                </a:cubicBezTo>
                <a:lnTo>
                  <a:pt x="5593" y="3632"/>
                </a:lnTo>
                <a:close/>
                <a:moveTo>
                  <a:pt x="3869" y="1948"/>
                </a:moveTo>
                <a:cubicBezTo>
                  <a:pt x="3899" y="1948"/>
                  <a:pt x="3929" y="1978"/>
                  <a:pt x="3959" y="1978"/>
                </a:cubicBezTo>
                <a:cubicBezTo>
                  <a:pt x="3992" y="1971"/>
                  <a:pt x="4025" y="1967"/>
                  <a:pt x="4056" y="1967"/>
                </a:cubicBezTo>
                <a:cubicBezTo>
                  <a:pt x="4151" y="1967"/>
                  <a:pt x="4235" y="2001"/>
                  <a:pt x="4302" y="2068"/>
                </a:cubicBezTo>
                <a:cubicBezTo>
                  <a:pt x="4332" y="2098"/>
                  <a:pt x="4377" y="2098"/>
                  <a:pt x="4422" y="2098"/>
                </a:cubicBezTo>
                <a:cubicBezTo>
                  <a:pt x="4511" y="2106"/>
                  <a:pt x="4606" y="2118"/>
                  <a:pt x="4700" y="2118"/>
                </a:cubicBezTo>
                <a:cubicBezTo>
                  <a:pt x="4777" y="2118"/>
                  <a:pt x="4855" y="2110"/>
                  <a:pt x="4929" y="2083"/>
                </a:cubicBezTo>
                <a:lnTo>
                  <a:pt x="4929" y="2083"/>
                </a:lnTo>
                <a:lnTo>
                  <a:pt x="4900" y="2113"/>
                </a:lnTo>
                <a:cubicBezTo>
                  <a:pt x="4900" y="2113"/>
                  <a:pt x="4900" y="2128"/>
                  <a:pt x="4900" y="2128"/>
                </a:cubicBezTo>
                <a:lnTo>
                  <a:pt x="5049" y="2098"/>
                </a:lnTo>
                <a:lnTo>
                  <a:pt x="5064" y="2098"/>
                </a:lnTo>
                <a:cubicBezTo>
                  <a:pt x="5064" y="2113"/>
                  <a:pt x="5079" y="2113"/>
                  <a:pt x="5094" y="2113"/>
                </a:cubicBezTo>
                <a:lnTo>
                  <a:pt x="5109" y="2113"/>
                </a:lnTo>
                <a:lnTo>
                  <a:pt x="5168" y="2098"/>
                </a:lnTo>
                <a:lnTo>
                  <a:pt x="5213" y="2098"/>
                </a:lnTo>
                <a:lnTo>
                  <a:pt x="5243" y="2113"/>
                </a:lnTo>
                <a:cubicBezTo>
                  <a:pt x="5258" y="2128"/>
                  <a:pt x="5288" y="2142"/>
                  <a:pt x="5303" y="2157"/>
                </a:cubicBezTo>
                <a:lnTo>
                  <a:pt x="5318" y="2113"/>
                </a:lnTo>
                <a:cubicBezTo>
                  <a:pt x="5378" y="2139"/>
                  <a:pt x="5439" y="2155"/>
                  <a:pt x="5500" y="2155"/>
                </a:cubicBezTo>
                <a:cubicBezTo>
                  <a:pt x="5544" y="2155"/>
                  <a:pt x="5588" y="2146"/>
                  <a:pt x="5631" y="2128"/>
                </a:cubicBezTo>
                <a:cubicBezTo>
                  <a:pt x="5654" y="2120"/>
                  <a:pt x="5672" y="2116"/>
                  <a:pt x="5691" y="2116"/>
                </a:cubicBezTo>
                <a:cubicBezTo>
                  <a:pt x="5710" y="2116"/>
                  <a:pt x="5728" y="2120"/>
                  <a:pt x="5751" y="2128"/>
                </a:cubicBezTo>
                <a:cubicBezTo>
                  <a:pt x="5783" y="2149"/>
                  <a:pt x="5812" y="2159"/>
                  <a:pt x="5840" y="2159"/>
                </a:cubicBezTo>
                <a:cubicBezTo>
                  <a:pt x="5891" y="2159"/>
                  <a:pt x="5936" y="2126"/>
                  <a:pt x="5975" y="2068"/>
                </a:cubicBezTo>
                <a:cubicBezTo>
                  <a:pt x="5975" y="2068"/>
                  <a:pt x="5975" y="2053"/>
                  <a:pt x="5990" y="2053"/>
                </a:cubicBezTo>
                <a:lnTo>
                  <a:pt x="6005" y="2068"/>
                </a:lnTo>
                <a:cubicBezTo>
                  <a:pt x="6005" y="2068"/>
                  <a:pt x="5990" y="2083"/>
                  <a:pt x="5990" y="2083"/>
                </a:cubicBezTo>
                <a:cubicBezTo>
                  <a:pt x="6019" y="2140"/>
                  <a:pt x="6041" y="2167"/>
                  <a:pt x="6081" y="2167"/>
                </a:cubicBezTo>
                <a:cubicBezTo>
                  <a:pt x="6104" y="2167"/>
                  <a:pt x="6132" y="2159"/>
                  <a:pt x="6169" y="2142"/>
                </a:cubicBezTo>
                <a:cubicBezTo>
                  <a:pt x="6169" y="2128"/>
                  <a:pt x="6169" y="2128"/>
                  <a:pt x="6169" y="2128"/>
                </a:cubicBezTo>
                <a:lnTo>
                  <a:pt x="6184" y="2128"/>
                </a:lnTo>
                <a:cubicBezTo>
                  <a:pt x="6184" y="2142"/>
                  <a:pt x="6184" y="2142"/>
                  <a:pt x="6184" y="2142"/>
                </a:cubicBezTo>
                <a:cubicBezTo>
                  <a:pt x="6219" y="2200"/>
                  <a:pt x="6262" y="2222"/>
                  <a:pt x="6315" y="2222"/>
                </a:cubicBezTo>
                <a:cubicBezTo>
                  <a:pt x="6330" y="2222"/>
                  <a:pt x="6346" y="2220"/>
                  <a:pt x="6363" y="2217"/>
                </a:cubicBezTo>
                <a:cubicBezTo>
                  <a:pt x="6383" y="2212"/>
                  <a:pt x="6403" y="2209"/>
                  <a:pt x="6422" y="2209"/>
                </a:cubicBezTo>
                <a:cubicBezTo>
                  <a:pt x="6459" y="2209"/>
                  <a:pt x="6493" y="2222"/>
                  <a:pt x="6513" y="2262"/>
                </a:cubicBezTo>
                <a:cubicBezTo>
                  <a:pt x="6528" y="2292"/>
                  <a:pt x="6557" y="2292"/>
                  <a:pt x="6587" y="2307"/>
                </a:cubicBezTo>
                <a:cubicBezTo>
                  <a:pt x="6572" y="2337"/>
                  <a:pt x="6557" y="2352"/>
                  <a:pt x="6557" y="2366"/>
                </a:cubicBezTo>
                <a:cubicBezTo>
                  <a:pt x="6617" y="2396"/>
                  <a:pt x="6572" y="2426"/>
                  <a:pt x="6557" y="2456"/>
                </a:cubicBezTo>
                <a:lnTo>
                  <a:pt x="6528" y="2456"/>
                </a:lnTo>
                <a:cubicBezTo>
                  <a:pt x="6498" y="2486"/>
                  <a:pt x="6468" y="2501"/>
                  <a:pt x="6438" y="2516"/>
                </a:cubicBezTo>
                <a:lnTo>
                  <a:pt x="6378" y="2546"/>
                </a:lnTo>
                <a:cubicBezTo>
                  <a:pt x="6378" y="2546"/>
                  <a:pt x="6363" y="2531"/>
                  <a:pt x="6363" y="2531"/>
                </a:cubicBezTo>
                <a:cubicBezTo>
                  <a:pt x="6363" y="2531"/>
                  <a:pt x="6363" y="2546"/>
                  <a:pt x="6363" y="2546"/>
                </a:cubicBezTo>
                <a:cubicBezTo>
                  <a:pt x="6333" y="2591"/>
                  <a:pt x="6303" y="2635"/>
                  <a:pt x="6289" y="2680"/>
                </a:cubicBezTo>
                <a:cubicBezTo>
                  <a:pt x="6274" y="2710"/>
                  <a:pt x="6259" y="2740"/>
                  <a:pt x="6259" y="2770"/>
                </a:cubicBezTo>
                <a:lnTo>
                  <a:pt x="6259" y="2800"/>
                </a:lnTo>
                <a:cubicBezTo>
                  <a:pt x="6244" y="2800"/>
                  <a:pt x="6244" y="2800"/>
                  <a:pt x="6229" y="2815"/>
                </a:cubicBezTo>
                <a:cubicBezTo>
                  <a:pt x="6229" y="2815"/>
                  <a:pt x="6214" y="2815"/>
                  <a:pt x="6214" y="2829"/>
                </a:cubicBezTo>
                <a:cubicBezTo>
                  <a:pt x="6206" y="2822"/>
                  <a:pt x="6203" y="2818"/>
                  <a:pt x="6201" y="2818"/>
                </a:cubicBezTo>
                <a:cubicBezTo>
                  <a:pt x="6199" y="2818"/>
                  <a:pt x="6199" y="2822"/>
                  <a:pt x="6199" y="2829"/>
                </a:cubicBezTo>
                <a:cubicBezTo>
                  <a:pt x="6154" y="2859"/>
                  <a:pt x="6109" y="2904"/>
                  <a:pt x="6064" y="2949"/>
                </a:cubicBezTo>
                <a:lnTo>
                  <a:pt x="6020" y="3009"/>
                </a:lnTo>
                <a:lnTo>
                  <a:pt x="6005" y="3009"/>
                </a:lnTo>
                <a:cubicBezTo>
                  <a:pt x="5960" y="3024"/>
                  <a:pt x="5915" y="3054"/>
                  <a:pt x="5930" y="3098"/>
                </a:cubicBezTo>
                <a:cubicBezTo>
                  <a:pt x="5960" y="3188"/>
                  <a:pt x="5885" y="3203"/>
                  <a:pt x="5840" y="3248"/>
                </a:cubicBezTo>
                <a:cubicBezTo>
                  <a:pt x="5826" y="3263"/>
                  <a:pt x="5826" y="3263"/>
                  <a:pt x="5811" y="3278"/>
                </a:cubicBezTo>
                <a:cubicBezTo>
                  <a:pt x="5796" y="3278"/>
                  <a:pt x="5766" y="3278"/>
                  <a:pt x="5751" y="3293"/>
                </a:cubicBezTo>
                <a:cubicBezTo>
                  <a:pt x="5706" y="3352"/>
                  <a:pt x="5676" y="3427"/>
                  <a:pt x="5631" y="3487"/>
                </a:cubicBezTo>
                <a:lnTo>
                  <a:pt x="5616" y="3531"/>
                </a:lnTo>
                <a:cubicBezTo>
                  <a:pt x="5601" y="3546"/>
                  <a:pt x="5601" y="3576"/>
                  <a:pt x="5601" y="3606"/>
                </a:cubicBezTo>
                <a:lnTo>
                  <a:pt x="5593" y="3632"/>
                </a:lnTo>
                <a:lnTo>
                  <a:pt x="5593" y="3632"/>
                </a:lnTo>
                <a:cubicBezTo>
                  <a:pt x="5597" y="3626"/>
                  <a:pt x="5601" y="3621"/>
                  <a:pt x="5601" y="3621"/>
                </a:cubicBezTo>
                <a:lnTo>
                  <a:pt x="5601" y="3621"/>
                </a:lnTo>
                <a:cubicBezTo>
                  <a:pt x="5601" y="3636"/>
                  <a:pt x="5601" y="3636"/>
                  <a:pt x="5587" y="3651"/>
                </a:cubicBezTo>
                <a:cubicBezTo>
                  <a:pt x="5587" y="3651"/>
                  <a:pt x="5587" y="3651"/>
                  <a:pt x="5587" y="3666"/>
                </a:cubicBezTo>
                <a:cubicBezTo>
                  <a:pt x="5572" y="3666"/>
                  <a:pt x="5572" y="3666"/>
                  <a:pt x="5572" y="3681"/>
                </a:cubicBezTo>
                <a:cubicBezTo>
                  <a:pt x="5557" y="3681"/>
                  <a:pt x="5557" y="3696"/>
                  <a:pt x="5542" y="3711"/>
                </a:cubicBezTo>
                <a:cubicBezTo>
                  <a:pt x="5527" y="3706"/>
                  <a:pt x="5515" y="3702"/>
                  <a:pt x="5506" y="3702"/>
                </a:cubicBezTo>
                <a:cubicBezTo>
                  <a:pt x="5487" y="3702"/>
                  <a:pt x="5477" y="3716"/>
                  <a:pt x="5467" y="3756"/>
                </a:cubicBezTo>
                <a:cubicBezTo>
                  <a:pt x="5467" y="3741"/>
                  <a:pt x="5452" y="3741"/>
                  <a:pt x="5437" y="3741"/>
                </a:cubicBezTo>
                <a:cubicBezTo>
                  <a:pt x="5422" y="3726"/>
                  <a:pt x="5228" y="3576"/>
                  <a:pt x="5213" y="3561"/>
                </a:cubicBezTo>
                <a:cubicBezTo>
                  <a:pt x="5198" y="3546"/>
                  <a:pt x="5183" y="3531"/>
                  <a:pt x="5168" y="3517"/>
                </a:cubicBezTo>
                <a:cubicBezTo>
                  <a:pt x="5034" y="3382"/>
                  <a:pt x="4855" y="3278"/>
                  <a:pt x="4735" y="3113"/>
                </a:cubicBezTo>
                <a:cubicBezTo>
                  <a:pt x="4586" y="2919"/>
                  <a:pt x="4407" y="2755"/>
                  <a:pt x="4183" y="2665"/>
                </a:cubicBezTo>
                <a:cubicBezTo>
                  <a:pt x="4138" y="2635"/>
                  <a:pt x="4153" y="2591"/>
                  <a:pt x="4138" y="2561"/>
                </a:cubicBezTo>
                <a:cubicBezTo>
                  <a:pt x="4093" y="2501"/>
                  <a:pt x="4048" y="2441"/>
                  <a:pt x="3988" y="2411"/>
                </a:cubicBezTo>
                <a:cubicBezTo>
                  <a:pt x="3944" y="2411"/>
                  <a:pt x="3944" y="2366"/>
                  <a:pt x="3929" y="2337"/>
                </a:cubicBezTo>
                <a:cubicBezTo>
                  <a:pt x="3854" y="2232"/>
                  <a:pt x="3764" y="2142"/>
                  <a:pt x="3630" y="2113"/>
                </a:cubicBezTo>
                <a:lnTo>
                  <a:pt x="3630" y="2098"/>
                </a:lnTo>
                <a:cubicBezTo>
                  <a:pt x="3660" y="1993"/>
                  <a:pt x="3749" y="2008"/>
                  <a:pt x="3809" y="1978"/>
                </a:cubicBezTo>
                <a:lnTo>
                  <a:pt x="3824" y="1978"/>
                </a:lnTo>
                <a:lnTo>
                  <a:pt x="3854" y="1993"/>
                </a:lnTo>
                <a:lnTo>
                  <a:pt x="3854" y="1963"/>
                </a:lnTo>
                <a:cubicBezTo>
                  <a:pt x="3854" y="1963"/>
                  <a:pt x="3854" y="1963"/>
                  <a:pt x="3869" y="1948"/>
                </a:cubicBezTo>
                <a:close/>
                <a:moveTo>
                  <a:pt x="6871" y="4084"/>
                </a:moveTo>
                <a:cubicBezTo>
                  <a:pt x="6856" y="4099"/>
                  <a:pt x="6856" y="4129"/>
                  <a:pt x="6856" y="4144"/>
                </a:cubicBezTo>
                <a:cubicBezTo>
                  <a:pt x="6856" y="4129"/>
                  <a:pt x="6871" y="4114"/>
                  <a:pt x="6886" y="4099"/>
                </a:cubicBezTo>
                <a:cubicBezTo>
                  <a:pt x="6886" y="4099"/>
                  <a:pt x="6871" y="4084"/>
                  <a:pt x="6871" y="4084"/>
                </a:cubicBezTo>
                <a:close/>
                <a:moveTo>
                  <a:pt x="3370" y="1546"/>
                </a:moveTo>
                <a:cubicBezTo>
                  <a:pt x="3311" y="1546"/>
                  <a:pt x="3265" y="1594"/>
                  <a:pt x="3212" y="1605"/>
                </a:cubicBezTo>
                <a:lnTo>
                  <a:pt x="3167" y="1605"/>
                </a:lnTo>
                <a:cubicBezTo>
                  <a:pt x="3146" y="1596"/>
                  <a:pt x="3125" y="1592"/>
                  <a:pt x="3103" y="1592"/>
                </a:cubicBezTo>
                <a:cubicBezTo>
                  <a:pt x="3019" y="1592"/>
                  <a:pt x="2940" y="1659"/>
                  <a:pt x="2928" y="1754"/>
                </a:cubicBezTo>
                <a:lnTo>
                  <a:pt x="2928" y="1784"/>
                </a:lnTo>
                <a:cubicBezTo>
                  <a:pt x="2928" y="1799"/>
                  <a:pt x="2928" y="1814"/>
                  <a:pt x="2943" y="1829"/>
                </a:cubicBezTo>
                <a:lnTo>
                  <a:pt x="2943" y="1844"/>
                </a:lnTo>
                <a:cubicBezTo>
                  <a:pt x="2988" y="1889"/>
                  <a:pt x="3047" y="1903"/>
                  <a:pt x="3077" y="1978"/>
                </a:cubicBezTo>
                <a:cubicBezTo>
                  <a:pt x="3122" y="2083"/>
                  <a:pt x="3227" y="2172"/>
                  <a:pt x="3301" y="2247"/>
                </a:cubicBezTo>
                <a:cubicBezTo>
                  <a:pt x="3376" y="2337"/>
                  <a:pt x="3436" y="2441"/>
                  <a:pt x="3555" y="2471"/>
                </a:cubicBezTo>
                <a:cubicBezTo>
                  <a:pt x="3555" y="2471"/>
                  <a:pt x="3555" y="2471"/>
                  <a:pt x="3555" y="2471"/>
                </a:cubicBezTo>
                <a:lnTo>
                  <a:pt x="3555" y="2471"/>
                </a:lnTo>
                <a:cubicBezTo>
                  <a:pt x="3585" y="2486"/>
                  <a:pt x="3615" y="2501"/>
                  <a:pt x="3630" y="2531"/>
                </a:cubicBezTo>
                <a:cubicBezTo>
                  <a:pt x="3645" y="2576"/>
                  <a:pt x="3675" y="2620"/>
                  <a:pt x="3705" y="2665"/>
                </a:cubicBezTo>
                <a:cubicBezTo>
                  <a:pt x="3869" y="2844"/>
                  <a:pt x="4048" y="3024"/>
                  <a:pt x="4227" y="3188"/>
                </a:cubicBezTo>
                <a:cubicBezTo>
                  <a:pt x="4362" y="3322"/>
                  <a:pt x="4511" y="3457"/>
                  <a:pt x="4646" y="3591"/>
                </a:cubicBezTo>
                <a:cubicBezTo>
                  <a:pt x="4705" y="3666"/>
                  <a:pt x="4780" y="3726"/>
                  <a:pt x="4840" y="3800"/>
                </a:cubicBezTo>
                <a:cubicBezTo>
                  <a:pt x="4914" y="3920"/>
                  <a:pt x="5004" y="4039"/>
                  <a:pt x="5124" y="4114"/>
                </a:cubicBezTo>
                <a:cubicBezTo>
                  <a:pt x="5183" y="4159"/>
                  <a:pt x="5258" y="4219"/>
                  <a:pt x="5318" y="4248"/>
                </a:cubicBezTo>
                <a:cubicBezTo>
                  <a:pt x="5337" y="4257"/>
                  <a:pt x="5356" y="4261"/>
                  <a:pt x="5374" y="4261"/>
                </a:cubicBezTo>
                <a:cubicBezTo>
                  <a:pt x="5450" y="4261"/>
                  <a:pt x="5511" y="4192"/>
                  <a:pt x="5572" y="4144"/>
                </a:cubicBezTo>
                <a:lnTo>
                  <a:pt x="5646" y="4144"/>
                </a:lnTo>
                <a:cubicBezTo>
                  <a:pt x="5631" y="4114"/>
                  <a:pt x="5616" y="4099"/>
                  <a:pt x="5616" y="4069"/>
                </a:cubicBezTo>
                <a:cubicBezTo>
                  <a:pt x="5616" y="4054"/>
                  <a:pt x="5616" y="4054"/>
                  <a:pt x="5616" y="4054"/>
                </a:cubicBezTo>
                <a:cubicBezTo>
                  <a:pt x="5631" y="3994"/>
                  <a:pt x="5676" y="3980"/>
                  <a:pt x="5736" y="3965"/>
                </a:cubicBezTo>
                <a:cubicBezTo>
                  <a:pt x="5840" y="3935"/>
                  <a:pt x="5855" y="3815"/>
                  <a:pt x="5885" y="3711"/>
                </a:cubicBezTo>
                <a:cubicBezTo>
                  <a:pt x="5885" y="3696"/>
                  <a:pt x="5885" y="3681"/>
                  <a:pt x="5885" y="3666"/>
                </a:cubicBezTo>
                <a:lnTo>
                  <a:pt x="5900" y="3606"/>
                </a:lnTo>
                <a:cubicBezTo>
                  <a:pt x="5960" y="3591"/>
                  <a:pt x="5975" y="3561"/>
                  <a:pt x="5945" y="3502"/>
                </a:cubicBezTo>
                <a:cubicBezTo>
                  <a:pt x="6035" y="3487"/>
                  <a:pt x="6109" y="3457"/>
                  <a:pt x="6124" y="3352"/>
                </a:cubicBezTo>
                <a:cubicBezTo>
                  <a:pt x="6124" y="3367"/>
                  <a:pt x="6139" y="3367"/>
                  <a:pt x="6154" y="3367"/>
                </a:cubicBezTo>
                <a:cubicBezTo>
                  <a:pt x="6154" y="3352"/>
                  <a:pt x="6169" y="3337"/>
                  <a:pt x="6169" y="3307"/>
                </a:cubicBezTo>
                <a:cubicBezTo>
                  <a:pt x="6184" y="3307"/>
                  <a:pt x="6184" y="3293"/>
                  <a:pt x="6199" y="3278"/>
                </a:cubicBezTo>
                <a:lnTo>
                  <a:pt x="6244" y="3173"/>
                </a:lnTo>
                <a:cubicBezTo>
                  <a:pt x="6303" y="3128"/>
                  <a:pt x="6363" y="3068"/>
                  <a:pt x="6423" y="3024"/>
                </a:cubicBezTo>
                <a:cubicBezTo>
                  <a:pt x="6438" y="2994"/>
                  <a:pt x="6438" y="2964"/>
                  <a:pt x="6453" y="2949"/>
                </a:cubicBezTo>
                <a:cubicBezTo>
                  <a:pt x="6453" y="2919"/>
                  <a:pt x="6453" y="2904"/>
                  <a:pt x="6468" y="2874"/>
                </a:cubicBezTo>
                <a:cubicBezTo>
                  <a:pt x="6483" y="2874"/>
                  <a:pt x="6468" y="2859"/>
                  <a:pt x="6468" y="2859"/>
                </a:cubicBezTo>
                <a:cubicBezTo>
                  <a:pt x="6483" y="2829"/>
                  <a:pt x="6483" y="2815"/>
                  <a:pt x="6483" y="2785"/>
                </a:cubicBezTo>
                <a:cubicBezTo>
                  <a:pt x="6497" y="2790"/>
                  <a:pt x="6508" y="2792"/>
                  <a:pt x="6517" y="2792"/>
                </a:cubicBezTo>
                <a:cubicBezTo>
                  <a:pt x="6559" y="2792"/>
                  <a:pt x="6530" y="2737"/>
                  <a:pt x="6542" y="2725"/>
                </a:cubicBezTo>
                <a:lnTo>
                  <a:pt x="6602" y="2635"/>
                </a:lnTo>
                <a:cubicBezTo>
                  <a:pt x="6632" y="2635"/>
                  <a:pt x="6662" y="2635"/>
                  <a:pt x="6692" y="2620"/>
                </a:cubicBezTo>
                <a:cubicBezTo>
                  <a:pt x="6692" y="2620"/>
                  <a:pt x="6707" y="2605"/>
                  <a:pt x="6722" y="2605"/>
                </a:cubicBezTo>
                <a:cubicBezTo>
                  <a:pt x="6707" y="2591"/>
                  <a:pt x="6692" y="2591"/>
                  <a:pt x="6677" y="2591"/>
                </a:cubicBezTo>
                <a:cubicBezTo>
                  <a:pt x="6677" y="2576"/>
                  <a:pt x="6692" y="2561"/>
                  <a:pt x="6692" y="2546"/>
                </a:cubicBezTo>
                <a:cubicBezTo>
                  <a:pt x="6722" y="2501"/>
                  <a:pt x="6737" y="2471"/>
                  <a:pt x="6752" y="2426"/>
                </a:cubicBezTo>
                <a:cubicBezTo>
                  <a:pt x="6766" y="2411"/>
                  <a:pt x="6796" y="2381"/>
                  <a:pt x="6811" y="2366"/>
                </a:cubicBezTo>
                <a:cubicBezTo>
                  <a:pt x="6811" y="2337"/>
                  <a:pt x="6826" y="2307"/>
                  <a:pt x="6841" y="2307"/>
                </a:cubicBezTo>
                <a:cubicBezTo>
                  <a:pt x="6849" y="2308"/>
                  <a:pt x="6856" y="2308"/>
                  <a:pt x="6863" y="2308"/>
                </a:cubicBezTo>
                <a:cubicBezTo>
                  <a:pt x="6969" y="2308"/>
                  <a:pt x="6917" y="2200"/>
                  <a:pt x="6931" y="2157"/>
                </a:cubicBezTo>
                <a:cubicBezTo>
                  <a:pt x="6946" y="2142"/>
                  <a:pt x="6916" y="2113"/>
                  <a:pt x="6901" y="2083"/>
                </a:cubicBezTo>
                <a:cubicBezTo>
                  <a:pt x="6901" y="2073"/>
                  <a:pt x="6901" y="2063"/>
                  <a:pt x="6901" y="2053"/>
                </a:cubicBezTo>
                <a:lnTo>
                  <a:pt x="6946" y="2053"/>
                </a:lnTo>
                <a:cubicBezTo>
                  <a:pt x="6976" y="2038"/>
                  <a:pt x="7005" y="2008"/>
                  <a:pt x="7035" y="1993"/>
                </a:cubicBezTo>
                <a:cubicBezTo>
                  <a:pt x="7035" y="1978"/>
                  <a:pt x="7050" y="1963"/>
                  <a:pt x="7065" y="1948"/>
                </a:cubicBezTo>
                <a:cubicBezTo>
                  <a:pt x="7035" y="1933"/>
                  <a:pt x="7020" y="1918"/>
                  <a:pt x="6991" y="1903"/>
                </a:cubicBezTo>
                <a:cubicBezTo>
                  <a:pt x="6981" y="1859"/>
                  <a:pt x="6957" y="1847"/>
                  <a:pt x="6930" y="1847"/>
                </a:cubicBezTo>
                <a:cubicBezTo>
                  <a:pt x="6900" y="1847"/>
                  <a:pt x="6865" y="1861"/>
                  <a:pt x="6836" y="1861"/>
                </a:cubicBezTo>
                <a:cubicBezTo>
                  <a:pt x="6811" y="1861"/>
                  <a:pt x="6791" y="1851"/>
                  <a:pt x="6781" y="1814"/>
                </a:cubicBezTo>
                <a:cubicBezTo>
                  <a:pt x="6766" y="1829"/>
                  <a:pt x="6752" y="1829"/>
                  <a:pt x="6737" y="1844"/>
                </a:cubicBezTo>
                <a:lnTo>
                  <a:pt x="6647" y="1844"/>
                </a:lnTo>
                <a:cubicBezTo>
                  <a:pt x="6632" y="1844"/>
                  <a:pt x="6602" y="1814"/>
                  <a:pt x="6587" y="1814"/>
                </a:cubicBezTo>
                <a:cubicBezTo>
                  <a:pt x="6522" y="1830"/>
                  <a:pt x="6461" y="1855"/>
                  <a:pt x="6402" y="1855"/>
                </a:cubicBezTo>
                <a:cubicBezTo>
                  <a:pt x="6353" y="1855"/>
                  <a:pt x="6306" y="1838"/>
                  <a:pt x="6259" y="1784"/>
                </a:cubicBezTo>
                <a:cubicBezTo>
                  <a:pt x="6248" y="1773"/>
                  <a:pt x="6200" y="1763"/>
                  <a:pt x="6152" y="1763"/>
                </a:cubicBezTo>
                <a:cubicBezTo>
                  <a:pt x="6132" y="1763"/>
                  <a:pt x="6112" y="1765"/>
                  <a:pt x="6094" y="1769"/>
                </a:cubicBezTo>
                <a:cubicBezTo>
                  <a:pt x="6060" y="1774"/>
                  <a:pt x="6023" y="1776"/>
                  <a:pt x="5985" y="1776"/>
                </a:cubicBezTo>
                <a:cubicBezTo>
                  <a:pt x="5910" y="1776"/>
                  <a:pt x="5831" y="1769"/>
                  <a:pt x="5751" y="1769"/>
                </a:cubicBezTo>
                <a:lnTo>
                  <a:pt x="5601" y="1769"/>
                </a:lnTo>
                <a:cubicBezTo>
                  <a:pt x="5562" y="1769"/>
                  <a:pt x="5515" y="1756"/>
                  <a:pt x="5480" y="1756"/>
                </a:cubicBezTo>
                <a:cubicBezTo>
                  <a:pt x="5462" y="1756"/>
                  <a:pt x="5447" y="1759"/>
                  <a:pt x="5437" y="1769"/>
                </a:cubicBezTo>
                <a:cubicBezTo>
                  <a:pt x="5404" y="1788"/>
                  <a:pt x="5372" y="1795"/>
                  <a:pt x="5341" y="1795"/>
                </a:cubicBezTo>
                <a:cubicBezTo>
                  <a:pt x="5275" y="1795"/>
                  <a:pt x="5214" y="1764"/>
                  <a:pt x="5153" y="1754"/>
                </a:cubicBezTo>
                <a:cubicBezTo>
                  <a:pt x="5064" y="1754"/>
                  <a:pt x="4974" y="1724"/>
                  <a:pt x="4885" y="1724"/>
                </a:cubicBezTo>
                <a:cubicBezTo>
                  <a:pt x="4856" y="1724"/>
                  <a:pt x="4821" y="1767"/>
                  <a:pt x="4792" y="1767"/>
                </a:cubicBezTo>
                <a:cubicBezTo>
                  <a:pt x="4776" y="1767"/>
                  <a:pt x="4761" y="1753"/>
                  <a:pt x="4750" y="1709"/>
                </a:cubicBezTo>
                <a:cubicBezTo>
                  <a:pt x="4750" y="1694"/>
                  <a:pt x="4735" y="1694"/>
                  <a:pt x="4720" y="1694"/>
                </a:cubicBezTo>
                <a:cubicBezTo>
                  <a:pt x="4631" y="1694"/>
                  <a:pt x="4526" y="1709"/>
                  <a:pt x="4436" y="1709"/>
                </a:cubicBezTo>
                <a:lnTo>
                  <a:pt x="4422" y="1650"/>
                </a:lnTo>
                <a:lnTo>
                  <a:pt x="4377" y="1679"/>
                </a:lnTo>
                <a:lnTo>
                  <a:pt x="4362" y="1679"/>
                </a:lnTo>
                <a:cubicBezTo>
                  <a:pt x="4351" y="1690"/>
                  <a:pt x="4326" y="1701"/>
                  <a:pt x="4312" y="1701"/>
                </a:cubicBezTo>
                <a:cubicBezTo>
                  <a:pt x="4306" y="1701"/>
                  <a:pt x="4302" y="1699"/>
                  <a:pt x="4302" y="1694"/>
                </a:cubicBezTo>
                <a:cubicBezTo>
                  <a:pt x="4252" y="1655"/>
                  <a:pt x="4203" y="1648"/>
                  <a:pt x="4153" y="1648"/>
                </a:cubicBezTo>
                <a:cubicBezTo>
                  <a:pt x="4128" y="1648"/>
                  <a:pt x="4103" y="1650"/>
                  <a:pt x="4078" y="1650"/>
                </a:cubicBezTo>
                <a:cubicBezTo>
                  <a:pt x="4063" y="1635"/>
                  <a:pt x="4048" y="1635"/>
                  <a:pt x="4033" y="1620"/>
                </a:cubicBezTo>
                <a:cubicBezTo>
                  <a:pt x="3924" y="1596"/>
                  <a:pt x="3826" y="1552"/>
                  <a:pt x="3713" y="1552"/>
                </a:cubicBezTo>
                <a:cubicBezTo>
                  <a:pt x="3686" y="1552"/>
                  <a:pt x="3658" y="1554"/>
                  <a:pt x="3630" y="1560"/>
                </a:cubicBezTo>
                <a:cubicBezTo>
                  <a:pt x="3593" y="1578"/>
                  <a:pt x="3545" y="1591"/>
                  <a:pt x="3506" y="1591"/>
                </a:cubicBezTo>
                <a:cubicBezTo>
                  <a:pt x="3482" y="1591"/>
                  <a:pt x="3462" y="1586"/>
                  <a:pt x="3451" y="1575"/>
                </a:cubicBezTo>
                <a:cubicBezTo>
                  <a:pt x="3421" y="1553"/>
                  <a:pt x="3394" y="1546"/>
                  <a:pt x="3370" y="1546"/>
                </a:cubicBezTo>
                <a:close/>
                <a:moveTo>
                  <a:pt x="6535" y="4337"/>
                </a:moveTo>
                <a:cubicBezTo>
                  <a:pt x="6533" y="4337"/>
                  <a:pt x="6530" y="4337"/>
                  <a:pt x="6528" y="4338"/>
                </a:cubicBezTo>
                <a:cubicBezTo>
                  <a:pt x="6542" y="4368"/>
                  <a:pt x="6542" y="4413"/>
                  <a:pt x="6542" y="4443"/>
                </a:cubicBezTo>
                <a:cubicBezTo>
                  <a:pt x="6549" y="4487"/>
                  <a:pt x="6558" y="4502"/>
                  <a:pt x="6570" y="4502"/>
                </a:cubicBezTo>
                <a:cubicBezTo>
                  <a:pt x="6585" y="4502"/>
                  <a:pt x="6606" y="4475"/>
                  <a:pt x="6632" y="4457"/>
                </a:cubicBezTo>
                <a:cubicBezTo>
                  <a:pt x="6632" y="4443"/>
                  <a:pt x="6632" y="4413"/>
                  <a:pt x="6632" y="4383"/>
                </a:cubicBezTo>
                <a:cubicBezTo>
                  <a:pt x="6608" y="4404"/>
                  <a:pt x="6592" y="4412"/>
                  <a:pt x="6582" y="4412"/>
                </a:cubicBezTo>
                <a:cubicBezTo>
                  <a:pt x="6551" y="4412"/>
                  <a:pt x="6570" y="4337"/>
                  <a:pt x="6535" y="4337"/>
                </a:cubicBezTo>
                <a:close/>
                <a:moveTo>
                  <a:pt x="6468" y="4428"/>
                </a:moveTo>
                <a:cubicBezTo>
                  <a:pt x="6453" y="4428"/>
                  <a:pt x="6438" y="4443"/>
                  <a:pt x="6438" y="4443"/>
                </a:cubicBezTo>
                <a:cubicBezTo>
                  <a:pt x="6468" y="4472"/>
                  <a:pt x="6483" y="4502"/>
                  <a:pt x="6513" y="4532"/>
                </a:cubicBezTo>
                <a:cubicBezTo>
                  <a:pt x="6498" y="4487"/>
                  <a:pt x="6483" y="4457"/>
                  <a:pt x="6468" y="4428"/>
                </a:cubicBezTo>
                <a:close/>
                <a:moveTo>
                  <a:pt x="2771" y="3538"/>
                </a:moveTo>
                <a:cubicBezTo>
                  <a:pt x="2812" y="3579"/>
                  <a:pt x="2840" y="3608"/>
                  <a:pt x="2868" y="3651"/>
                </a:cubicBezTo>
                <a:cubicBezTo>
                  <a:pt x="2898" y="3681"/>
                  <a:pt x="2928" y="3711"/>
                  <a:pt x="2958" y="3741"/>
                </a:cubicBezTo>
                <a:cubicBezTo>
                  <a:pt x="2988" y="3756"/>
                  <a:pt x="3003" y="3785"/>
                  <a:pt x="3018" y="3800"/>
                </a:cubicBezTo>
                <a:cubicBezTo>
                  <a:pt x="3033" y="3815"/>
                  <a:pt x="3047" y="3845"/>
                  <a:pt x="3047" y="3845"/>
                </a:cubicBezTo>
                <a:lnTo>
                  <a:pt x="3062" y="3845"/>
                </a:lnTo>
                <a:cubicBezTo>
                  <a:pt x="3257" y="4099"/>
                  <a:pt x="3451" y="4338"/>
                  <a:pt x="3645" y="4577"/>
                </a:cubicBezTo>
                <a:cubicBezTo>
                  <a:pt x="3645" y="4577"/>
                  <a:pt x="3645" y="4578"/>
                  <a:pt x="3645" y="4578"/>
                </a:cubicBezTo>
                <a:lnTo>
                  <a:pt x="3645" y="4578"/>
                </a:lnTo>
                <a:lnTo>
                  <a:pt x="2771" y="3538"/>
                </a:lnTo>
                <a:close/>
                <a:moveTo>
                  <a:pt x="5975" y="4562"/>
                </a:moveTo>
                <a:cubicBezTo>
                  <a:pt x="5960" y="4577"/>
                  <a:pt x="5945" y="4577"/>
                  <a:pt x="5945" y="4592"/>
                </a:cubicBezTo>
                <a:cubicBezTo>
                  <a:pt x="5945" y="4592"/>
                  <a:pt x="5960" y="4607"/>
                  <a:pt x="5960" y="4622"/>
                </a:cubicBezTo>
                <a:cubicBezTo>
                  <a:pt x="5960" y="4622"/>
                  <a:pt x="5960" y="4637"/>
                  <a:pt x="5975" y="4637"/>
                </a:cubicBezTo>
                <a:cubicBezTo>
                  <a:pt x="5975" y="4622"/>
                  <a:pt x="5990" y="4622"/>
                  <a:pt x="5990" y="4607"/>
                </a:cubicBezTo>
                <a:cubicBezTo>
                  <a:pt x="5975" y="4592"/>
                  <a:pt x="5975" y="4577"/>
                  <a:pt x="5975" y="4562"/>
                </a:cubicBezTo>
                <a:close/>
                <a:moveTo>
                  <a:pt x="7112" y="4827"/>
                </a:moveTo>
                <a:cubicBezTo>
                  <a:pt x="7111" y="4827"/>
                  <a:pt x="7110" y="4828"/>
                  <a:pt x="7110" y="4831"/>
                </a:cubicBezTo>
                <a:cubicBezTo>
                  <a:pt x="7095" y="4831"/>
                  <a:pt x="7080" y="4831"/>
                  <a:pt x="7080" y="4846"/>
                </a:cubicBezTo>
                <a:cubicBezTo>
                  <a:pt x="7080" y="4861"/>
                  <a:pt x="7080" y="4861"/>
                  <a:pt x="7095" y="4876"/>
                </a:cubicBezTo>
                <a:cubicBezTo>
                  <a:pt x="7110" y="4861"/>
                  <a:pt x="7110" y="4861"/>
                  <a:pt x="7125" y="4846"/>
                </a:cubicBezTo>
                <a:cubicBezTo>
                  <a:pt x="7125" y="4846"/>
                  <a:pt x="7115" y="4827"/>
                  <a:pt x="7112" y="4827"/>
                </a:cubicBezTo>
                <a:close/>
                <a:moveTo>
                  <a:pt x="6333" y="4786"/>
                </a:moveTo>
                <a:cubicBezTo>
                  <a:pt x="6289" y="4801"/>
                  <a:pt x="6259" y="4831"/>
                  <a:pt x="6214" y="4861"/>
                </a:cubicBezTo>
                <a:cubicBezTo>
                  <a:pt x="6214" y="4861"/>
                  <a:pt x="6229" y="4876"/>
                  <a:pt x="6229" y="4891"/>
                </a:cubicBezTo>
                <a:cubicBezTo>
                  <a:pt x="6274" y="4861"/>
                  <a:pt x="6318" y="4846"/>
                  <a:pt x="6348" y="4816"/>
                </a:cubicBezTo>
                <a:cubicBezTo>
                  <a:pt x="6348" y="4801"/>
                  <a:pt x="6333" y="4786"/>
                  <a:pt x="6333" y="4786"/>
                </a:cubicBezTo>
                <a:close/>
                <a:moveTo>
                  <a:pt x="5467" y="5264"/>
                </a:moveTo>
                <a:cubicBezTo>
                  <a:pt x="5467" y="5279"/>
                  <a:pt x="5482" y="5294"/>
                  <a:pt x="5482" y="5309"/>
                </a:cubicBezTo>
                <a:cubicBezTo>
                  <a:pt x="5497" y="5309"/>
                  <a:pt x="5497" y="5309"/>
                  <a:pt x="5527" y="5294"/>
                </a:cubicBezTo>
                <a:cubicBezTo>
                  <a:pt x="5512" y="5279"/>
                  <a:pt x="5497" y="5264"/>
                  <a:pt x="5497" y="5264"/>
                </a:cubicBezTo>
                <a:close/>
                <a:moveTo>
                  <a:pt x="5168" y="5667"/>
                </a:moveTo>
                <a:cubicBezTo>
                  <a:pt x="5168" y="5682"/>
                  <a:pt x="5168" y="5682"/>
                  <a:pt x="5153" y="5682"/>
                </a:cubicBezTo>
                <a:cubicBezTo>
                  <a:pt x="5168" y="5697"/>
                  <a:pt x="5153" y="5712"/>
                  <a:pt x="5168" y="5712"/>
                </a:cubicBezTo>
                <a:cubicBezTo>
                  <a:pt x="5183" y="5727"/>
                  <a:pt x="5198" y="5727"/>
                  <a:pt x="5213" y="5727"/>
                </a:cubicBezTo>
                <a:cubicBezTo>
                  <a:pt x="5198" y="5712"/>
                  <a:pt x="5183" y="5697"/>
                  <a:pt x="5168" y="5667"/>
                </a:cubicBezTo>
                <a:close/>
                <a:moveTo>
                  <a:pt x="6348" y="5159"/>
                </a:moveTo>
                <a:lnTo>
                  <a:pt x="6438" y="5204"/>
                </a:lnTo>
                <a:cubicBezTo>
                  <a:pt x="6430" y="5202"/>
                  <a:pt x="6423" y="5201"/>
                  <a:pt x="6417" y="5201"/>
                </a:cubicBezTo>
                <a:cubicBezTo>
                  <a:pt x="6378" y="5201"/>
                  <a:pt x="6378" y="5240"/>
                  <a:pt x="6378" y="5279"/>
                </a:cubicBezTo>
                <a:cubicBezTo>
                  <a:pt x="6378" y="5316"/>
                  <a:pt x="6388" y="5343"/>
                  <a:pt x="6359" y="5343"/>
                </a:cubicBezTo>
                <a:cubicBezTo>
                  <a:pt x="6352" y="5343"/>
                  <a:pt x="6344" y="5341"/>
                  <a:pt x="6333" y="5339"/>
                </a:cubicBezTo>
                <a:cubicBezTo>
                  <a:pt x="6327" y="5336"/>
                  <a:pt x="6322" y="5335"/>
                  <a:pt x="6317" y="5335"/>
                </a:cubicBezTo>
                <a:cubicBezTo>
                  <a:pt x="6297" y="5335"/>
                  <a:pt x="6283" y="5354"/>
                  <a:pt x="6259" y="5354"/>
                </a:cubicBezTo>
                <a:lnTo>
                  <a:pt x="6333" y="5398"/>
                </a:lnTo>
                <a:cubicBezTo>
                  <a:pt x="6333" y="5398"/>
                  <a:pt x="6318" y="5413"/>
                  <a:pt x="6318" y="5428"/>
                </a:cubicBezTo>
                <a:cubicBezTo>
                  <a:pt x="6303" y="5443"/>
                  <a:pt x="6289" y="5458"/>
                  <a:pt x="6274" y="5458"/>
                </a:cubicBezTo>
                <a:cubicBezTo>
                  <a:pt x="6259" y="5458"/>
                  <a:pt x="6244" y="5458"/>
                  <a:pt x="6229" y="5473"/>
                </a:cubicBezTo>
                <a:cubicBezTo>
                  <a:pt x="6229" y="5488"/>
                  <a:pt x="6214" y="5503"/>
                  <a:pt x="6214" y="5518"/>
                </a:cubicBezTo>
                <a:lnTo>
                  <a:pt x="6199" y="5533"/>
                </a:lnTo>
                <a:cubicBezTo>
                  <a:pt x="6124" y="5593"/>
                  <a:pt x="6109" y="5682"/>
                  <a:pt x="6079" y="5772"/>
                </a:cubicBezTo>
                <a:cubicBezTo>
                  <a:pt x="6035" y="5772"/>
                  <a:pt x="5975" y="5787"/>
                  <a:pt x="5930" y="5787"/>
                </a:cubicBezTo>
                <a:cubicBezTo>
                  <a:pt x="5900" y="5742"/>
                  <a:pt x="6035" y="5727"/>
                  <a:pt x="5945" y="5682"/>
                </a:cubicBezTo>
                <a:cubicBezTo>
                  <a:pt x="5945" y="5667"/>
                  <a:pt x="5945" y="5667"/>
                  <a:pt x="5945" y="5652"/>
                </a:cubicBezTo>
                <a:cubicBezTo>
                  <a:pt x="5960" y="5637"/>
                  <a:pt x="5960" y="5637"/>
                  <a:pt x="5960" y="5622"/>
                </a:cubicBezTo>
                <a:lnTo>
                  <a:pt x="5990" y="5563"/>
                </a:lnTo>
                <a:cubicBezTo>
                  <a:pt x="6020" y="5548"/>
                  <a:pt x="6035" y="5518"/>
                  <a:pt x="6064" y="5503"/>
                </a:cubicBezTo>
                <a:cubicBezTo>
                  <a:pt x="6124" y="5413"/>
                  <a:pt x="6184" y="5339"/>
                  <a:pt x="6244" y="5249"/>
                </a:cubicBezTo>
                <a:cubicBezTo>
                  <a:pt x="6274" y="5219"/>
                  <a:pt x="6318" y="5189"/>
                  <a:pt x="6348" y="5159"/>
                </a:cubicBezTo>
                <a:close/>
                <a:moveTo>
                  <a:pt x="5512" y="5787"/>
                </a:moveTo>
                <a:cubicBezTo>
                  <a:pt x="5497" y="5787"/>
                  <a:pt x="5497" y="5802"/>
                  <a:pt x="5497" y="5817"/>
                </a:cubicBezTo>
                <a:cubicBezTo>
                  <a:pt x="5497" y="5817"/>
                  <a:pt x="5497" y="5832"/>
                  <a:pt x="5512" y="5847"/>
                </a:cubicBezTo>
                <a:cubicBezTo>
                  <a:pt x="5527" y="5832"/>
                  <a:pt x="5542" y="5817"/>
                  <a:pt x="5542" y="5802"/>
                </a:cubicBezTo>
                <a:cubicBezTo>
                  <a:pt x="5542" y="5802"/>
                  <a:pt x="5527" y="5787"/>
                  <a:pt x="5512" y="5787"/>
                </a:cubicBezTo>
                <a:close/>
                <a:moveTo>
                  <a:pt x="5572" y="5876"/>
                </a:moveTo>
                <a:cubicBezTo>
                  <a:pt x="5557" y="5891"/>
                  <a:pt x="5542" y="5906"/>
                  <a:pt x="5527" y="5936"/>
                </a:cubicBezTo>
                <a:cubicBezTo>
                  <a:pt x="5497" y="5951"/>
                  <a:pt x="5482" y="5966"/>
                  <a:pt x="5467" y="5996"/>
                </a:cubicBezTo>
                <a:lnTo>
                  <a:pt x="5587" y="5996"/>
                </a:lnTo>
                <a:cubicBezTo>
                  <a:pt x="5587" y="5981"/>
                  <a:pt x="5587" y="5981"/>
                  <a:pt x="5587" y="5981"/>
                </a:cubicBezTo>
                <a:lnTo>
                  <a:pt x="5587" y="5966"/>
                </a:lnTo>
                <a:cubicBezTo>
                  <a:pt x="5587" y="5936"/>
                  <a:pt x="5572" y="5906"/>
                  <a:pt x="5572" y="5876"/>
                </a:cubicBezTo>
                <a:close/>
                <a:moveTo>
                  <a:pt x="523" y="290"/>
                </a:moveTo>
                <a:cubicBezTo>
                  <a:pt x="534" y="301"/>
                  <a:pt x="544" y="312"/>
                  <a:pt x="555" y="312"/>
                </a:cubicBezTo>
                <a:cubicBezTo>
                  <a:pt x="559" y="312"/>
                  <a:pt x="564" y="310"/>
                  <a:pt x="568" y="305"/>
                </a:cubicBezTo>
                <a:cubicBezTo>
                  <a:pt x="568" y="320"/>
                  <a:pt x="568" y="320"/>
                  <a:pt x="583" y="335"/>
                </a:cubicBezTo>
                <a:cubicBezTo>
                  <a:pt x="618" y="356"/>
                  <a:pt x="649" y="367"/>
                  <a:pt x="680" y="367"/>
                </a:cubicBezTo>
                <a:cubicBezTo>
                  <a:pt x="716" y="367"/>
                  <a:pt x="752" y="352"/>
                  <a:pt x="792" y="320"/>
                </a:cubicBezTo>
                <a:lnTo>
                  <a:pt x="792" y="305"/>
                </a:lnTo>
                <a:cubicBezTo>
                  <a:pt x="807" y="320"/>
                  <a:pt x="822" y="328"/>
                  <a:pt x="835" y="328"/>
                </a:cubicBezTo>
                <a:cubicBezTo>
                  <a:pt x="848" y="328"/>
                  <a:pt x="859" y="320"/>
                  <a:pt x="867" y="305"/>
                </a:cubicBezTo>
                <a:cubicBezTo>
                  <a:pt x="873" y="323"/>
                  <a:pt x="883" y="329"/>
                  <a:pt x="896" y="329"/>
                </a:cubicBezTo>
                <a:cubicBezTo>
                  <a:pt x="915" y="329"/>
                  <a:pt x="938" y="314"/>
                  <a:pt x="956" y="305"/>
                </a:cubicBezTo>
                <a:cubicBezTo>
                  <a:pt x="956" y="320"/>
                  <a:pt x="956" y="320"/>
                  <a:pt x="956" y="335"/>
                </a:cubicBezTo>
                <a:cubicBezTo>
                  <a:pt x="971" y="350"/>
                  <a:pt x="986" y="365"/>
                  <a:pt x="1001" y="380"/>
                </a:cubicBezTo>
                <a:cubicBezTo>
                  <a:pt x="1076" y="380"/>
                  <a:pt x="1136" y="395"/>
                  <a:pt x="1210" y="395"/>
                </a:cubicBezTo>
                <a:lnTo>
                  <a:pt x="1255" y="395"/>
                </a:lnTo>
                <a:lnTo>
                  <a:pt x="1330" y="350"/>
                </a:lnTo>
                <a:lnTo>
                  <a:pt x="1345" y="350"/>
                </a:lnTo>
                <a:cubicBezTo>
                  <a:pt x="1345" y="365"/>
                  <a:pt x="1345" y="365"/>
                  <a:pt x="1345" y="365"/>
                </a:cubicBezTo>
                <a:cubicBezTo>
                  <a:pt x="1360" y="395"/>
                  <a:pt x="1360" y="410"/>
                  <a:pt x="1375" y="425"/>
                </a:cubicBezTo>
                <a:cubicBezTo>
                  <a:pt x="1405" y="425"/>
                  <a:pt x="1449" y="440"/>
                  <a:pt x="1479" y="440"/>
                </a:cubicBezTo>
                <a:cubicBezTo>
                  <a:pt x="1509" y="455"/>
                  <a:pt x="1539" y="455"/>
                  <a:pt x="1569" y="470"/>
                </a:cubicBezTo>
                <a:lnTo>
                  <a:pt x="1599" y="470"/>
                </a:lnTo>
                <a:cubicBezTo>
                  <a:pt x="1629" y="470"/>
                  <a:pt x="1658" y="485"/>
                  <a:pt x="1688" y="485"/>
                </a:cubicBezTo>
                <a:cubicBezTo>
                  <a:pt x="1688" y="499"/>
                  <a:pt x="1703" y="499"/>
                  <a:pt x="1703" y="499"/>
                </a:cubicBezTo>
                <a:cubicBezTo>
                  <a:pt x="1741" y="514"/>
                  <a:pt x="1774" y="518"/>
                  <a:pt x="1808" y="518"/>
                </a:cubicBezTo>
                <a:cubicBezTo>
                  <a:pt x="1841" y="518"/>
                  <a:pt x="1875" y="514"/>
                  <a:pt x="1912" y="514"/>
                </a:cubicBezTo>
                <a:lnTo>
                  <a:pt x="1927" y="529"/>
                </a:lnTo>
                <a:lnTo>
                  <a:pt x="2062" y="544"/>
                </a:lnTo>
                <a:cubicBezTo>
                  <a:pt x="2077" y="559"/>
                  <a:pt x="2077" y="559"/>
                  <a:pt x="2092" y="574"/>
                </a:cubicBezTo>
                <a:cubicBezTo>
                  <a:pt x="2121" y="574"/>
                  <a:pt x="2151" y="559"/>
                  <a:pt x="2181" y="544"/>
                </a:cubicBezTo>
                <a:cubicBezTo>
                  <a:pt x="2181" y="544"/>
                  <a:pt x="2181" y="544"/>
                  <a:pt x="2181" y="529"/>
                </a:cubicBezTo>
                <a:cubicBezTo>
                  <a:pt x="2241" y="544"/>
                  <a:pt x="2286" y="544"/>
                  <a:pt x="2331" y="559"/>
                </a:cubicBezTo>
                <a:lnTo>
                  <a:pt x="2375" y="559"/>
                </a:lnTo>
                <a:cubicBezTo>
                  <a:pt x="2405" y="559"/>
                  <a:pt x="2420" y="574"/>
                  <a:pt x="2450" y="574"/>
                </a:cubicBezTo>
                <a:cubicBezTo>
                  <a:pt x="2450" y="574"/>
                  <a:pt x="2465" y="589"/>
                  <a:pt x="2465" y="589"/>
                </a:cubicBezTo>
                <a:cubicBezTo>
                  <a:pt x="2569" y="610"/>
                  <a:pt x="2666" y="638"/>
                  <a:pt x="2760" y="638"/>
                </a:cubicBezTo>
                <a:cubicBezTo>
                  <a:pt x="2801" y="638"/>
                  <a:pt x="2842" y="633"/>
                  <a:pt x="2883" y="619"/>
                </a:cubicBezTo>
                <a:cubicBezTo>
                  <a:pt x="2898" y="619"/>
                  <a:pt x="2898" y="619"/>
                  <a:pt x="2898" y="604"/>
                </a:cubicBezTo>
                <a:lnTo>
                  <a:pt x="3212" y="649"/>
                </a:lnTo>
                <a:lnTo>
                  <a:pt x="3227" y="649"/>
                </a:lnTo>
                <a:cubicBezTo>
                  <a:pt x="3257" y="664"/>
                  <a:pt x="3301" y="664"/>
                  <a:pt x="3331" y="664"/>
                </a:cubicBezTo>
                <a:cubicBezTo>
                  <a:pt x="3361" y="664"/>
                  <a:pt x="3376" y="664"/>
                  <a:pt x="3391" y="649"/>
                </a:cubicBezTo>
                <a:lnTo>
                  <a:pt x="3615" y="664"/>
                </a:lnTo>
                <a:cubicBezTo>
                  <a:pt x="3615" y="679"/>
                  <a:pt x="3615" y="679"/>
                  <a:pt x="3630" y="694"/>
                </a:cubicBezTo>
                <a:cubicBezTo>
                  <a:pt x="3658" y="705"/>
                  <a:pt x="3685" y="710"/>
                  <a:pt x="3711" y="710"/>
                </a:cubicBezTo>
                <a:cubicBezTo>
                  <a:pt x="3752" y="710"/>
                  <a:pt x="3793" y="697"/>
                  <a:pt x="3839" y="679"/>
                </a:cubicBezTo>
                <a:lnTo>
                  <a:pt x="3854" y="679"/>
                </a:lnTo>
                <a:cubicBezTo>
                  <a:pt x="3854" y="679"/>
                  <a:pt x="3869" y="679"/>
                  <a:pt x="3869" y="664"/>
                </a:cubicBezTo>
                <a:cubicBezTo>
                  <a:pt x="3944" y="679"/>
                  <a:pt x="4018" y="679"/>
                  <a:pt x="4093" y="694"/>
                </a:cubicBezTo>
                <a:lnTo>
                  <a:pt x="4123" y="694"/>
                </a:lnTo>
                <a:lnTo>
                  <a:pt x="4093" y="679"/>
                </a:lnTo>
                <a:cubicBezTo>
                  <a:pt x="4093" y="664"/>
                  <a:pt x="4093" y="664"/>
                  <a:pt x="4108" y="664"/>
                </a:cubicBezTo>
                <a:cubicBezTo>
                  <a:pt x="4108" y="664"/>
                  <a:pt x="4108" y="679"/>
                  <a:pt x="4123" y="694"/>
                </a:cubicBezTo>
                <a:lnTo>
                  <a:pt x="4168" y="694"/>
                </a:lnTo>
                <a:cubicBezTo>
                  <a:pt x="4183" y="694"/>
                  <a:pt x="4198" y="709"/>
                  <a:pt x="4212" y="709"/>
                </a:cubicBezTo>
                <a:lnTo>
                  <a:pt x="4765" y="709"/>
                </a:lnTo>
                <a:cubicBezTo>
                  <a:pt x="4765" y="724"/>
                  <a:pt x="4765" y="724"/>
                  <a:pt x="4780" y="738"/>
                </a:cubicBezTo>
                <a:cubicBezTo>
                  <a:pt x="4813" y="755"/>
                  <a:pt x="4841" y="767"/>
                  <a:pt x="4867" y="767"/>
                </a:cubicBezTo>
                <a:cubicBezTo>
                  <a:pt x="4889" y="767"/>
                  <a:pt x="4909" y="759"/>
                  <a:pt x="4929" y="738"/>
                </a:cubicBezTo>
                <a:lnTo>
                  <a:pt x="4944" y="753"/>
                </a:lnTo>
                <a:cubicBezTo>
                  <a:pt x="5005" y="778"/>
                  <a:pt x="5065" y="821"/>
                  <a:pt x="5133" y="821"/>
                </a:cubicBezTo>
                <a:cubicBezTo>
                  <a:pt x="5150" y="821"/>
                  <a:pt x="5166" y="819"/>
                  <a:pt x="5183" y="813"/>
                </a:cubicBezTo>
                <a:lnTo>
                  <a:pt x="5198" y="798"/>
                </a:lnTo>
                <a:cubicBezTo>
                  <a:pt x="5213" y="783"/>
                  <a:pt x="5243" y="783"/>
                  <a:pt x="5258" y="783"/>
                </a:cubicBezTo>
                <a:cubicBezTo>
                  <a:pt x="5288" y="768"/>
                  <a:pt x="5303" y="753"/>
                  <a:pt x="5318" y="738"/>
                </a:cubicBezTo>
                <a:cubicBezTo>
                  <a:pt x="5318" y="768"/>
                  <a:pt x="5318" y="783"/>
                  <a:pt x="5333" y="813"/>
                </a:cubicBezTo>
                <a:cubicBezTo>
                  <a:pt x="5348" y="828"/>
                  <a:pt x="5363" y="828"/>
                  <a:pt x="5377" y="828"/>
                </a:cubicBezTo>
                <a:lnTo>
                  <a:pt x="5392" y="843"/>
                </a:lnTo>
                <a:cubicBezTo>
                  <a:pt x="5422" y="843"/>
                  <a:pt x="5452" y="843"/>
                  <a:pt x="5497" y="828"/>
                </a:cubicBezTo>
                <a:lnTo>
                  <a:pt x="5497" y="828"/>
                </a:lnTo>
                <a:cubicBezTo>
                  <a:pt x="5482" y="843"/>
                  <a:pt x="5482" y="843"/>
                  <a:pt x="5497" y="858"/>
                </a:cubicBezTo>
                <a:cubicBezTo>
                  <a:pt x="5497" y="888"/>
                  <a:pt x="5527" y="888"/>
                  <a:pt x="5542" y="888"/>
                </a:cubicBezTo>
                <a:cubicBezTo>
                  <a:pt x="5550" y="885"/>
                  <a:pt x="5559" y="884"/>
                  <a:pt x="5567" y="884"/>
                </a:cubicBezTo>
                <a:cubicBezTo>
                  <a:pt x="5604" y="884"/>
                  <a:pt x="5640" y="906"/>
                  <a:pt x="5676" y="918"/>
                </a:cubicBezTo>
                <a:cubicBezTo>
                  <a:pt x="5712" y="927"/>
                  <a:pt x="5749" y="941"/>
                  <a:pt x="5785" y="941"/>
                </a:cubicBezTo>
                <a:cubicBezTo>
                  <a:pt x="5809" y="941"/>
                  <a:pt x="5832" y="935"/>
                  <a:pt x="5855" y="918"/>
                </a:cubicBezTo>
                <a:cubicBezTo>
                  <a:pt x="5870" y="963"/>
                  <a:pt x="5915" y="963"/>
                  <a:pt x="5960" y="963"/>
                </a:cubicBezTo>
                <a:cubicBezTo>
                  <a:pt x="6020" y="977"/>
                  <a:pt x="6079" y="977"/>
                  <a:pt x="6139" y="977"/>
                </a:cubicBezTo>
                <a:cubicBezTo>
                  <a:pt x="6259" y="977"/>
                  <a:pt x="6274" y="977"/>
                  <a:pt x="6244" y="873"/>
                </a:cubicBezTo>
                <a:lnTo>
                  <a:pt x="6244" y="873"/>
                </a:lnTo>
                <a:cubicBezTo>
                  <a:pt x="6274" y="888"/>
                  <a:pt x="6318" y="888"/>
                  <a:pt x="6348" y="903"/>
                </a:cubicBezTo>
                <a:lnTo>
                  <a:pt x="6289" y="948"/>
                </a:lnTo>
                <a:cubicBezTo>
                  <a:pt x="6303" y="948"/>
                  <a:pt x="6318" y="948"/>
                  <a:pt x="6333" y="933"/>
                </a:cubicBezTo>
                <a:cubicBezTo>
                  <a:pt x="6378" y="948"/>
                  <a:pt x="6408" y="963"/>
                  <a:pt x="6453" y="977"/>
                </a:cubicBezTo>
                <a:cubicBezTo>
                  <a:pt x="6483" y="963"/>
                  <a:pt x="6513" y="948"/>
                  <a:pt x="6528" y="933"/>
                </a:cubicBezTo>
                <a:cubicBezTo>
                  <a:pt x="6556" y="968"/>
                  <a:pt x="6585" y="987"/>
                  <a:pt x="6611" y="987"/>
                </a:cubicBezTo>
                <a:cubicBezTo>
                  <a:pt x="6641" y="987"/>
                  <a:pt x="6668" y="965"/>
                  <a:pt x="6692" y="918"/>
                </a:cubicBezTo>
                <a:cubicBezTo>
                  <a:pt x="6722" y="903"/>
                  <a:pt x="6737" y="903"/>
                  <a:pt x="6766" y="903"/>
                </a:cubicBezTo>
                <a:lnTo>
                  <a:pt x="6781" y="903"/>
                </a:lnTo>
                <a:cubicBezTo>
                  <a:pt x="6817" y="915"/>
                  <a:pt x="6854" y="956"/>
                  <a:pt x="6890" y="956"/>
                </a:cubicBezTo>
                <a:cubicBezTo>
                  <a:pt x="6898" y="956"/>
                  <a:pt x="6907" y="953"/>
                  <a:pt x="6916" y="948"/>
                </a:cubicBezTo>
                <a:cubicBezTo>
                  <a:pt x="6946" y="948"/>
                  <a:pt x="6976" y="933"/>
                  <a:pt x="7005" y="933"/>
                </a:cubicBezTo>
                <a:cubicBezTo>
                  <a:pt x="7005" y="933"/>
                  <a:pt x="6991" y="933"/>
                  <a:pt x="6991" y="948"/>
                </a:cubicBezTo>
                <a:cubicBezTo>
                  <a:pt x="7005" y="948"/>
                  <a:pt x="7005" y="963"/>
                  <a:pt x="7020" y="963"/>
                </a:cubicBezTo>
                <a:cubicBezTo>
                  <a:pt x="7020" y="963"/>
                  <a:pt x="7035" y="948"/>
                  <a:pt x="7050" y="948"/>
                </a:cubicBezTo>
                <a:cubicBezTo>
                  <a:pt x="7035" y="933"/>
                  <a:pt x="7035" y="933"/>
                  <a:pt x="7020" y="933"/>
                </a:cubicBezTo>
                <a:lnTo>
                  <a:pt x="7215" y="933"/>
                </a:lnTo>
                <a:lnTo>
                  <a:pt x="7229" y="918"/>
                </a:lnTo>
                <a:lnTo>
                  <a:pt x="7229" y="933"/>
                </a:lnTo>
                <a:cubicBezTo>
                  <a:pt x="7215" y="963"/>
                  <a:pt x="7215" y="992"/>
                  <a:pt x="7259" y="1007"/>
                </a:cubicBezTo>
                <a:cubicBezTo>
                  <a:pt x="7304" y="1037"/>
                  <a:pt x="7334" y="1067"/>
                  <a:pt x="7394" y="1067"/>
                </a:cubicBezTo>
                <a:cubicBezTo>
                  <a:pt x="7513" y="1172"/>
                  <a:pt x="7633" y="1261"/>
                  <a:pt x="7752" y="1366"/>
                </a:cubicBezTo>
                <a:cubicBezTo>
                  <a:pt x="7767" y="1396"/>
                  <a:pt x="7782" y="1426"/>
                  <a:pt x="7797" y="1455"/>
                </a:cubicBezTo>
                <a:cubicBezTo>
                  <a:pt x="7812" y="1485"/>
                  <a:pt x="7827" y="1515"/>
                  <a:pt x="7827" y="1515"/>
                </a:cubicBezTo>
                <a:cubicBezTo>
                  <a:pt x="7812" y="1545"/>
                  <a:pt x="7782" y="1545"/>
                  <a:pt x="7767" y="1560"/>
                </a:cubicBezTo>
                <a:cubicBezTo>
                  <a:pt x="7752" y="1545"/>
                  <a:pt x="7752" y="1515"/>
                  <a:pt x="7737" y="1500"/>
                </a:cubicBezTo>
                <a:lnTo>
                  <a:pt x="7722" y="1500"/>
                </a:lnTo>
                <a:cubicBezTo>
                  <a:pt x="7707" y="1545"/>
                  <a:pt x="7707" y="1575"/>
                  <a:pt x="7693" y="1620"/>
                </a:cubicBezTo>
                <a:lnTo>
                  <a:pt x="7812" y="1620"/>
                </a:lnTo>
                <a:cubicBezTo>
                  <a:pt x="7827" y="1635"/>
                  <a:pt x="7842" y="1650"/>
                  <a:pt x="7842" y="1664"/>
                </a:cubicBezTo>
                <a:cubicBezTo>
                  <a:pt x="7842" y="1694"/>
                  <a:pt x="7842" y="1724"/>
                  <a:pt x="7827" y="1754"/>
                </a:cubicBezTo>
                <a:lnTo>
                  <a:pt x="7887" y="1754"/>
                </a:lnTo>
                <a:cubicBezTo>
                  <a:pt x="7887" y="1799"/>
                  <a:pt x="7887" y="1844"/>
                  <a:pt x="7887" y="1889"/>
                </a:cubicBezTo>
                <a:cubicBezTo>
                  <a:pt x="7902" y="1918"/>
                  <a:pt x="7917" y="1948"/>
                  <a:pt x="7931" y="1978"/>
                </a:cubicBezTo>
                <a:cubicBezTo>
                  <a:pt x="8006" y="1874"/>
                  <a:pt x="7946" y="1799"/>
                  <a:pt x="7917" y="1709"/>
                </a:cubicBezTo>
                <a:cubicBezTo>
                  <a:pt x="7872" y="1590"/>
                  <a:pt x="7917" y="1440"/>
                  <a:pt x="7782" y="1366"/>
                </a:cubicBezTo>
                <a:cubicBezTo>
                  <a:pt x="7693" y="1276"/>
                  <a:pt x="7603" y="1172"/>
                  <a:pt x="7513" y="1082"/>
                </a:cubicBezTo>
                <a:cubicBezTo>
                  <a:pt x="7618" y="1082"/>
                  <a:pt x="7722" y="1112"/>
                  <a:pt x="7827" y="1127"/>
                </a:cubicBezTo>
                <a:cubicBezTo>
                  <a:pt x="7846" y="1127"/>
                  <a:pt x="7860" y="1128"/>
                  <a:pt x="7870" y="1128"/>
                </a:cubicBezTo>
                <a:cubicBezTo>
                  <a:pt x="7901" y="1128"/>
                  <a:pt x="7898" y="1119"/>
                  <a:pt x="7887" y="1052"/>
                </a:cubicBezTo>
                <a:cubicBezTo>
                  <a:pt x="7887" y="1037"/>
                  <a:pt x="7872" y="992"/>
                  <a:pt x="7917" y="977"/>
                </a:cubicBezTo>
                <a:cubicBezTo>
                  <a:pt x="7946" y="977"/>
                  <a:pt x="7976" y="963"/>
                  <a:pt x="7991" y="933"/>
                </a:cubicBezTo>
                <a:lnTo>
                  <a:pt x="7991" y="933"/>
                </a:lnTo>
                <a:cubicBezTo>
                  <a:pt x="7976" y="1052"/>
                  <a:pt x="8021" y="1127"/>
                  <a:pt x="8111" y="1157"/>
                </a:cubicBezTo>
                <a:cubicBezTo>
                  <a:pt x="8111" y="1157"/>
                  <a:pt x="8126" y="1142"/>
                  <a:pt x="8126" y="1142"/>
                </a:cubicBezTo>
                <a:lnTo>
                  <a:pt x="8170" y="1142"/>
                </a:lnTo>
                <a:cubicBezTo>
                  <a:pt x="8170" y="1142"/>
                  <a:pt x="8170" y="1157"/>
                  <a:pt x="8185" y="1157"/>
                </a:cubicBezTo>
                <a:cubicBezTo>
                  <a:pt x="8290" y="1216"/>
                  <a:pt x="8409" y="1231"/>
                  <a:pt x="8529" y="1246"/>
                </a:cubicBezTo>
                <a:lnTo>
                  <a:pt x="8544" y="1246"/>
                </a:lnTo>
                <a:cubicBezTo>
                  <a:pt x="8514" y="1276"/>
                  <a:pt x="8499" y="1306"/>
                  <a:pt x="8484" y="1351"/>
                </a:cubicBezTo>
                <a:cubicBezTo>
                  <a:pt x="8469" y="1411"/>
                  <a:pt x="8454" y="1470"/>
                  <a:pt x="8439" y="1530"/>
                </a:cubicBezTo>
                <a:cubicBezTo>
                  <a:pt x="8424" y="1530"/>
                  <a:pt x="8424" y="1545"/>
                  <a:pt x="8409" y="1560"/>
                </a:cubicBezTo>
                <a:cubicBezTo>
                  <a:pt x="8380" y="1635"/>
                  <a:pt x="8335" y="1694"/>
                  <a:pt x="8275" y="1739"/>
                </a:cubicBezTo>
                <a:lnTo>
                  <a:pt x="8275" y="1754"/>
                </a:lnTo>
                <a:cubicBezTo>
                  <a:pt x="8268" y="1747"/>
                  <a:pt x="8256" y="1743"/>
                  <a:pt x="8247" y="1743"/>
                </a:cubicBezTo>
                <a:cubicBezTo>
                  <a:pt x="8238" y="1743"/>
                  <a:pt x="8230" y="1747"/>
                  <a:pt x="8230" y="1754"/>
                </a:cubicBezTo>
                <a:cubicBezTo>
                  <a:pt x="8200" y="1784"/>
                  <a:pt x="8170" y="1829"/>
                  <a:pt x="8230" y="1874"/>
                </a:cubicBezTo>
                <a:cubicBezTo>
                  <a:pt x="8215" y="1889"/>
                  <a:pt x="8215" y="1903"/>
                  <a:pt x="8200" y="1933"/>
                </a:cubicBezTo>
                <a:cubicBezTo>
                  <a:pt x="8156" y="1978"/>
                  <a:pt x="8200" y="1993"/>
                  <a:pt x="8230" y="2008"/>
                </a:cubicBezTo>
                <a:lnTo>
                  <a:pt x="8215" y="2008"/>
                </a:lnTo>
                <a:cubicBezTo>
                  <a:pt x="8185" y="2053"/>
                  <a:pt x="8126" y="2053"/>
                  <a:pt x="8081" y="2083"/>
                </a:cubicBezTo>
                <a:cubicBezTo>
                  <a:pt x="8081" y="2098"/>
                  <a:pt x="8081" y="2098"/>
                  <a:pt x="8081" y="2098"/>
                </a:cubicBezTo>
                <a:cubicBezTo>
                  <a:pt x="8051" y="2113"/>
                  <a:pt x="8036" y="2128"/>
                  <a:pt x="8006" y="2142"/>
                </a:cubicBezTo>
                <a:cubicBezTo>
                  <a:pt x="8006" y="2172"/>
                  <a:pt x="8021" y="2202"/>
                  <a:pt x="8021" y="2232"/>
                </a:cubicBezTo>
                <a:lnTo>
                  <a:pt x="8021" y="2247"/>
                </a:lnTo>
                <a:cubicBezTo>
                  <a:pt x="7946" y="2277"/>
                  <a:pt x="7976" y="2322"/>
                  <a:pt x="7976" y="2366"/>
                </a:cubicBezTo>
                <a:cubicBezTo>
                  <a:pt x="7959" y="2350"/>
                  <a:pt x="7949" y="2341"/>
                  <a:pt x="7939" y="2341"/>
                </a:cubicBezTo>
                <a:cubicBezTo>
                  <a:pt x="7923" y="2341"/>
                  <a:pt x="7909" y="2365"/>
                  <a:pt x="7872" y="2411"/>
                </a:cubicBezTo>
                <a:cubicBezTo>
                  <a:pt x="7857" y="2441"/>
                  <a:pt x="7812" y="2456"/>
                  <a:pt x="7797" y="2486"/>
                </a:cubicBezTo>
                <a:cubicBezTo>
                  <a:pt x="7797" y="2501"/>
                  <a:pt x="7782" y="2516"/>
                  <a:pt x="7797" y="2516"/>
                </a:cubicBezTo>
                <a:lnTo>
                  <a:pt x="7797" y="2531"/>
                </a:lnTo>
                <a:lnTo>
                  <a:pt x="7767" y="2531"/>
                </a:lnTo>
                <a:cubicBezTo>
                  <a:pt x="7722" y="2561"/>
                  <a:pt x="7722" y="2605"/>
                  <a:pt x="7707" y="2650"/>
                </a:cubicBezTo>
                <a:cubicBezTo>
                  <a:pt x="7707" y="2665"/>
                  <a:pt x="7707" y="2680"/>
                  <a:pt x="7707" y="2680"/>
                </a:cubicBezTo>
                <a:cubicBezTo>
                  <a:pt x="7707" y="2695"/>
                  <a:pt x="7707" y="2710"/>
                  <a:pt x="7707" y="2710"/>
                </a:cubicBezTo>
                <a:lnTo>
                  <a:pt x="7603" y="2844"/>
                </a:lnTo>
                <a:cubicBezTo>
                  <a:pt x="7603" y="2844"/>
                  <a:pt x="7588" y="2859"/>
                  <a:pt x="7588" y="2859"/>
                </a:cubicBezTo>
                <a:cubicBezTo>
                  <a:pt x="7588" y="2859"/>
                  <a:pt x="7588" y="2874"/>
                  <a:pt x="7573" y="2874"/>
                </a:cubicBezTo>
                <a:cubicBezTo>
                  <a:pt x="7573" y="2889"/>
                  <a:pt x="7558" y="2904"/>
                  <a:pt x="7543" y="2904"/>
                </a:cubicBezTo>
                <a:lnTo>
                  <a:pt x="7588" y="2919"/>
                </a:lnTo>
                <a:cubicBezTo>
                  <a:pt x="7588" y="2934"/>
                  <a:pt x="7588" y="2934"/>
                  <a:pt x="7603" y="2934"/>
                </a:cubicBezTo>
                <a:cubicBezTo>
                  <a:pt x="7603" y="2934"/>
                  <a:pt x="7603" y="2949"/>
                  <a:pt x="7603" y="2949"/>
                </a:cubicBezTo>
                <a:lnTo>
                  <a:pt x="7588" y="2964"/>
                </a:lnTo>
                <a:cubicBezTo>
                  <a:pt x="7483" y="3009"/>
                  <a:pt x="7468" y="3128"/>
                  <a:pt x="7424" y="3218"/>
                </a:cubicBezTo>
                <a:cubicBezTo>
                  <a:pt x="7409" y="3218"/>
                  <a:pt x="7409" y="3218"/>
                  <a:pt x="7409" y="3233"/>
                </a:cubicBezTo>
                <a:lnTo>
                  <a:pt x="7349" y="3307"/>
                </a:lnTo>
                <a:cubicBezTo>
                  <a:pt x="7349" y="3337"/>
                  <a:pt x="7364" y="3382"/>
                  <a:pt x="7364" y="3412"/>
                </a:cubicBezTo>
                <a:cubicBezTo>
                  <a:pt x="7349" y="3412"/>
                  <a:pt x="7334" y="3427"/>
                  <a:pt x="7334" y="3442"/>
                </a:cubicBezTo>
                <a:cubicBezTo>
                  <a:pt x="7322" y="3434"/>
                  <a:pt x="7310" y="3430"/>
                  <a:pt x="7300" y="3430"/>
                </a:cubicBezTo>
                <a:cubicBezTo>
                  <a:pt x="7275" y="3430"/>
                  <a:pt x="7259" y="3454"/>
                  <a:pt x="7259" y="3487"/>
                </a:cubicBezTo>
                <a:lnTo>
                  <a:pt x="7229" y="3531"/>
                </a:lnTo>
                <a:cubicBezTo>
                  <a:pt x="7200" y="3591"/>
                  <a:pt x="7170" y="3636"/>
                  <a:pt x="7140" y="3696"/>
                </a:cubicBezTo>
                <a:cubicBezTo>
                  <a:pt x="7110" y="3696"/>
                  <a:pt x="7065" y="3696"/>
                  <a:pt x="7065" y="3711"/>
                </a:cubicBezTo>
                <a:cubicBezTo>
                  <a:pt x="7050" y="3741"/>
                  <a:pt x="7065" y="3770"/>
                  <a:pt x="7080" y="3800"/>
                </a:cubicBezTo>
                <a:cubicBezTo>
                  <a:pt x="7020" y="3920"/>
                  <a:pt x="6976" y="4024"/>
                  <a:pt x="6916" y="4144"/>
                </a:cubicBezTo>
                <a:cubicBezTo>
                  <a:pt x="6901" y="4189"/>
                  <a:pt x="6856" y="4233"/>
                  <a:pt x="6826" y="4263"/>
                </a:cubicBezTo>
                <a:cubicBezTo>
                  <a:pt x="6796" y="4338"/>
                  <a:pt x="6722" y="4398"/>
                  <a:pt x="6752" y="4502"/>
                </a:cubicBezTo>
                <a:cubicBezTo>
                  <a:pt x="6752" y="4517"/>
                  <a:pt x="6737" y="4517"/>
                  <a:pt x="6737" y="4532"/>
                </a:cubicBezTo>
                <a:cubicBezTo>
                  <a:pt x="6737" y="4547"/>
                  <a:pt x="6737" y="4577"/>
                  <a:pt x="6737" y="4592"/>
                </a:cubicBezTo>
                <a:lnTo>
                  <a:pt x="6707" y="4682"/>
                </a:lnTo>
                <a:cubicBezTo>
                  <a:pt x="6692" y="4711"/>
                  <a:pt x="6677" y="4726"/>
                  <a:pt x="6662" y="4756"/>
                </a:cubicBezTo>
                <a:cubicBezTo>
                  <a:pt x="6647" y="4786"/>
                  <a:pt x="6617" y="4801"/>
                  <a:pt x="6602" y="4831"/>
                </a:cubicBezTo>
                <a:cubicBezTo>
                  <a:pt x="6589" y="4865"/>
                  <a:pt x="6594" y="4874"/>
                  <a:pt x="6604" y="4874"/>
                </a:cubicBezTo>
                <a:cubicBezTo>
                  <a:pt x="6617" y="4874"/>
                  <a:pt x="6639" y="4861"/>
                  <a:pt x="6647" y="4861"/>
                </a:cubicBezTo>
                <a:cubicBezTo>
                  <a:pt x="6632" y="4891"/>
                  <a:pt x="6617" y="4906"/>
                  <a:pt x="6602" y="4935"/>
                </a:cubicBezTo>
                <a:cubicBezTo>
                  <a:pt x="6542" y="4965"/>
                  <a:pt x="6468" y="5010"/>
                  <a:pt x="6408" y="5040"/>
                </a:cubicBezTo>
                <a:lnTo>
                  <a:pt x="6393" y="5040"/>
                </a:lnTo>
                <a:cubicBezTo>
                  <a:pt x="6393" y="5040"/>
                  <a:pt x="6393" y="5025"/>
                  <a:pt x="6393" y="5025"/>
                </a:cubicBezTo>
                <a:cubicBezTo>
                  <a:pt x="6393" y="5010"/>
                  <a:pt x="6378" y="4995"/>
                  <a:pt x="6348" y="4995"/>
                </a:cubicBezTo>
                <a:lnTo>
                  <a:pt x="6348" y="4891"/>
                </a:lnTo>
                <a:cubicBezTo>
                  <a:pt x="6289" y="4921"/>
                  <a:pt x="6289" y="4950"/>
                  <a:pt x="6333" y="4995"/>
                </a:cubicBezTo>
                <a:cubicBezTo>
                  <a:pt x="6303" y="5010"/>
                  <a:pt x="6289" y="5025"/>
                  <a:pt x="6259" y="5040"/>
                </a:cubicBezTo>
                <a:cubicBezTo>
                  <a:pt x="6214" y="5055"/>
                  <a:pt x="6154" y="5055"/>
                  <a:pt x="6109" y="5070"/>
                </a:cubicBezTo>
                <a:cubicBezTo>
                  <a:pt x="6079" y="5070"/>
                  <a:pt x="6064" y="5085"/>
                  <a:pt x="6050" y="5085"/>
                </a:cubicBezTo>
                <a:lnTo>
                  <a:pt x="6035" y="5085"/>
                </a:lnTo>
                <a:cubicBezTo>
                  <a:pt x="5781" y="5204"/>
                  <a:pt x="5676" y="5428"/>
                  <a:pt x="5766" y="5652"/>
                </a:cubicBezTo>
                <a:cubicBezTo>
                  <a:pt x="5766" y="5697"/>
                  <a:pt x="5751" y="5742"/>
                  <a:pt x="5796" y="5772"/>
                </a:cubicBezTo>
                <a:cubicBezTo>
                  <a:pt x="5796" y="5772"/>
                  <a:pt x="5811" y="5787"/>
                  <a:pt x="5811" y="5787"/>
                </a:cubicBezTo>
                <a:cubicBezTo>
                  <a:pt x="5870" y="5832"/>
                  <a:pt x="5915" y="5876"/>
                  <a:pt x="5960" y="5906"/>
                </a:cubicBezTo>
                <a:cubicBezTo>
                  <a:pt x="5975" y="5921"/>
                  <a:pt x="5975" y="5921"/>
                  <a:pt x="5975" y="5921"/>
                </a:cubicBezTo>
                <a:cubicBezTo>
                  <a:pt x="5960" y="5966"/>
                  <a:pt x="5945" y="5996"/>
                  <a:pt x="5930" y="6041"/>
                </a:cubicBezTo>
                <a:lnTo>
                  <a:pt x="5915" y="6041"/>
                </a:lnTo>
                <a:cubicBezTo>
                  <a:pt x="5855" y="6056"/>
                  <a:pt x="5900" y="6130"/>
                  <a:pt x="5840" y="6160"/>
                </a:cubicBezTo>
                <a:cubicBezTo>
                  <a:pt x="5781" y="6190"/>
                  <a:pt x="5751" y="6250"/>
                  <a:pt x="5706" y="6295"/>
                </a:cubicBezTo>
                <a:cubicBezTo>
                  <a:pt x="5661" y="6339"/>
                  <a:pt x="5661" y="6384"/>
                  <a:pt x="5706" y="6429"/>
                </a:cubicBezTo>
                <a:lnTo>
                  <a:pt x="5676" y="6429"/>
                </a:lnTo>
                <a:lnTo>
                  <a:pt x="5676" y="6414"/>
                </a:lnTo>
                <a:cubicBezTo>
                  <a:pt x="5616" y="6339"/>
                  <a:pt x="5542" y="6265"/>
                  <a:pt x="5497" y="6190"/>
                </a:cubicBezTo>
                <a:cubicBezTo>
                  <a:pt x="5482" y="6160"/>
                  <a:pt x="5452" y="6145"/>
                  <a:pt x="5437" y="6115"/>
                </a:cubicBezTo>
                <a:cubicBezTo>
                  <a:pt x="5407" y="6086"/>
                  <a:pt x="5377" y="6056"/>
                  <a:pt x="5348" y="6026"/>
                </a:cubicBezTo>
                <a:lnTo>
                  <a:pt x="5392" y="5891"/>
                </a:lnTo>
                <a:cubicBezTo>
                  <a:pt x="5392" y="5891"/>
                  <a:pt x="5392" y="5891"/>
                  <a:pt x="5377" y="5876"/>
                </a:cubicBezTo>
                <a:lnTo>
                  <a:pt x="5303" y="5966"/>
                </a:lnTo>
                <a:lnTo>
                  <a:pt x="5303" y="5951"/>
                </a:lnTo>
                <a:cubicBezTo>
                  <a:pt x="5094" y="5697"/>
                  <a:pt x="4870" y="5443"/>
                  <a:pt x="4661" y="5159"/>
                </a:cubicBezTo>
                <a:cubicBezTo>
                  <a:pt x="4302" y="4682"/>
                  <a:pt x="3929" y="4189"/>
                  <a:pt x="3540" y="3726"/>
                </a:cubicBezTo>
                <a:cubicBezTo>
                  <a:pt x="3316" y="3442"/>
                  <a:pt x="3077" y="3173"/>
                  <a:pt x="2838" y="2904"/>
                </a:cubicBezTo>
                <a:cubicBezTo>
                  <a:pt x="2734" y="2785"/>
                  <a:pt x="2614" y="2650"/>
                  <a:pt x="2480" y="2561"/>
                </a:cubicBezTo>
                <a:lnTo>
                  <a:pt x="2465" y="2561"/>
                </a:lnTo>
                <a:lnTo>
                  <a:pt x="2047" y="2113"/>
                </a:lnTo>
                <a:cubicBezTo>
                  <a:pt x="1838" y="1889"/>
                  <a:pt x="1644" y="1679"/>
                  <a:pt x="1434" y="1455"/>
                </a:cubicBezTo>
                <a:lnTo>
                  <a:pt x="1390" y="1411"/>
                </a:lnTo>
                <a:cubicBezTo>
                  <a:pt x="1330" y="1366"/>
                  <a:pt x="1285" y="1321"/>
                  <a:pt x="1225" y="1276"/>
                </a:cubicBezTo>
                <a:lnTo>
                  <a:pt x="1180" y="1187"/>
                </a:lnTo>
                <a:cubicBezTo>
                  <a:pt x="1180" y="1172"/>
                  <a:pt x="1180" y="1172"/>
                  <a:pt x="1180" y="1157"/>
                </a:cubicBezTo>
                <a:cubicBezTo>
                  <a:pt x="1168" y="1120"/>
                  <a:pt x="1146" y="1093"/>
                  <a:pt x="1105" y="1093"/>
                </a:cubicBezTo>
                <a:cubicBezTo>
                  <a:pt x="1096" y="1093"/>
                  <a:pt x="1087" y="1094"/>
                  <a:pt x="1076" y="1097"/>
                </a:cubicBezTo>
                <a:lnTo>
                  <a:pt x="1016" y="1007"/>
                </a:lnTo>
                <a:cubicBezTo>
                  <a:pt x="1001" y="1022"/>
                  <a:pt x="1001" y="1022"/>
                  <a:pt x="986" y="1022"/>
                </a:cubicBezTo>
                <a:cubicBezTo>
                  <a:pt x="1001" y="1022"/>
                  <a:pt x="1001" y="1007"/>
                  <a:pt x="1016" y="992"/>
                </a:cubicBezTo>
                <a:cubicBezTo>
                  <a:pt x="1001" y="918"/>
                  <a:pt x="986" y="858"/>
                  <a:pt x="897" y="828"/>
                </a:cubicBezTo>
                <a:cubicBezTo>
                  <a:pt x="897" y="828"/>
                  <a:pt x="897" y="843"/>
                  <a:pt x="882" y="843"/>
                </a:cubicBezTo>
                <a:lnTo>
                  <a:pt x="882" y="798"/>
                </a:lnTo>
                <a:cubicBezTo>
                  <a:pt x="867" y="709"/>
                  <a:pt x="792" y="664"/>
                  <a:pt x="717" y="649"/>
                </a:cubicBezTo>
                <a:cubicBezTo>
                  <a:pt x="717" y="619"/>
                  <a:pt x="717" y="589"/>
                  <a:pt x="717" y="559"/>
                </a:cubicBezTo>
                <a:cubicBezTo>
                  <a:pt x="688" y="529"/>
                  <a:pt x="643" y="499"/>
                  <a:pt x="613" y="470"/>
                </a:cubicBezTo>
                <a:cubicBezTo>
                  <a:pt x="598" y="455"/>
                  <a:pt x="598" y="440"/>
                  <a:pt x="583" y="410"/>
                </a:cubicBezTo>
                <a:lnTo>
                  <a:pt x="553" y="350"/>
                </a:lnTo>
                <a:cubicBezTo>
                  <a:pt x="553" y="335"/>
                  <a:pt x="538" y="335"/>
                  <a:pt x="538" y="320"/>
                </a:cubicBezTo>
                <a:cubicBezTo>
                  <a:pt x="538" y="320"/>
                  <a:pt x="538" y="305"/>
                  <a:pt x="523" y="305"/>
                </a:cubicBezTo>
                <a:lnTo>
                  <a:pt x="523" y="290"/>
                </a:lnTo>
                <a:close/>
                <a:moveTo>
                  <a:pt x="196" y="0"/>
                </a:moveTo>
                <a:cubicBezTo>
                  <a:pt x="181" y="0"/>
                  <a:pt x="165" y="2"/>
                  <a:pt x="150" y="7"/>
                </a:cubicBezTo>
                <a:cubicBezTo>
                  <a:pt x="45" y="36"/>
                  <a:pt x="1" y="111"/>
                  <a:pt x="45" y="201"/>
                </a:cubicBezTo>
                <a:cubicBezTo>
                  <a:pt x="75" y="261"/>
                  <a:pt x="120" y="350"/>
                  <a:pt x="180" y="365"/>
                </a:cubicBezTo>
                <a:cubicBezTo>
                  <a:pt x="284" y="395"/>
                  <a:pt x="284" y="485"/>
                  <a:pt x="299" y="559"/>
                </a:cubicBezTo>
                <a:cubicBezTo>
                  <a:pt x="314" y="589"/>
                  <a:pt x="329" y="604"/>
                  <a:pt x="359" y="634"/>
                </a:cubicBezTo>
                <a:lnTo>
                  <a:pt x="419" y="709"/>
                </a:lnTo>
                <a:cubicBezTo>
                  <a:pt x="419" y="724"/>
                  <a:pt x="419" y="724"/>
                  <a:pt x="434" y="724"/>
                </a:cubicBezTo>
                <a:cubicBezTo>
                  <a:pt x="449" y="753"/>
                  <a:pt x="479" y="768"/>
                  <a:pt x="508" y="783"/>
                </a:cubicBezTo>
                <a:lnTo>
                  <a:pt x="523" y="783"/>
                </a:lnTo>
                <a:lnTo>
                  <a:pt x="538" y="798"/>
                </a:lnTo>
                <a:lnTo>
                  <a:pt x="538" y="813"/>
                </a:lnTo>
                <a:cubicBezTo>
                  <a:pt x="538" y="798"/>
                  <a:pt x="523" y="798"/>
                  <a:pt x="508" y="783"/>
                </a:cubicBezTo>
                <a:lnTo>
                  <a:pt x="479" y="828"/>
                </a:lnTo>
                <a:lnTo>
                  <a:pt x="568" y="843"/>
                </a:lnTo>
                <a:cubicBezTo>
                  <a:pt x="598" y="888"/>
                  <a:pt x="613" y="933"/>
                  <a:pt x="643" y="977"/>
                </a:cubicBezTo>
                <a:cubicBezTo>
                  <a:pt x="673" y="1007"/>
                  <a:pt x="703" y="1022"/>
                  <a:pt x="732" y="1052"/>
                </a:cubicBezTo>
                <a:cubicBezTo>
                  <a:pt x="732" y="1127"/>
                  <a:pt x="777" y="1157"/>
                  <a:pt x="822" y="1187"/>
                </a:cubicBezTo>
                <a:cubicBezTo>
                  <a:pt x="762" y="1291"/>
                  <a:pt x="867" y="1306"/>
                  <a:pt x="912" y="1351"/>
                </a:cubicBezTo>
                <a:cubicBezTo>
                  <a:pt x="927" y="1351"/>
                  <a:pt x="927" y="1366"/>
                  <a:pt x="942" y="1366"/>
                </a:cubicBezTo>
                <a:cubicBezTo>
                  <a:pt x="971" y="1411"/>
                  <a:pt x="1016" y="1440"/>
                  <a:pt x="1046" y="1485"/>
                </a:cubicBezTo>
                <a:lnTo>
                  <a:pt x="1046" y="1470"/>
                </a:lnTo>
                <a:cubicBezTo>
                  <a:pt x="1061" y="1485"/>
                  <a:pt x="1061" y="1500"/>
                  <a:pt x="1076" y="1500"/>
                </a:cubicBezTo>
                <a:cubicBezTo>
                  <a:pt x="1061" y="1515"/>
                  <a:pt x="1046" y="1545"/>
                  <a:pt x="1061" y="1560"/>
                </a:cubicBezTo>
                <a:cubicBezTo>
                  <a:pt x="1121" y="1635"/>
                  <a:pt x="1180" y="1709"/>
                  <a:pt x="1255" y="1769"/>
                </a:cubicBezTo>
                <a:cubicBezTo>
                  <a:pt x="1255" y="1784"/>
                  <a:pt x="1255" y="1784"/>
                  <a:pt x="1255" y="1784"/>
                </a:cubicBezTo>
                <a:cubicBezTo>
                  <a:pt x="1315" y="1859"/>
                  <a:pt x="1375" y="1918"/>
                  <a:pt x="1434" y="1978"/>
                </a:cubicBezTo>
                <a:cubicBezTo>
                  <a:pt x="1479" y="2008"/>
                  <a:pt x="1524" y="2053"/>
                  <a:pt x="1569" y="2083"/>
                </a:cubicBezTo>
                <a:cubicBezTo>
                  <a:pt x="1599" y="2128"/>
                  <a:pt x="1629" y="2172"/>
                  <a:pt x="1644" y="2217"/>
                </a:cubicBezTo>
                <a:cubicBezTo>
                  <a:pt x="1652" y="2252"/>
                  <a:pt x="1671" y="2267"/>
                  <a:pt x="1694" y="2267"/>
                </a:cubicBezTo>
                <a:cubicBezTo>
                  <a:pt x="1711" y="2267"/>
                  <a:pt x="1729" y="2259"/>
                  <a:pt x="1748" y="2247"/>
                </a:cubicBezTo>
                <a:lnTo>
                  <a:pt x="1748" y="2247"/>
                </a:lnTo>
                <a:cubicBezTo>
                  <a:pt x="1718" y="2366"/>
                  <a:pt x="1808" y="2411"/>
                  <a:pt x="1868" y="2471"/>
                </a:cubicBezTo>
                <a:cubicBezTo>
                  <a:pt x="1957" y="2576"/>
                  <a:pt x="2047" y="2680"/>
                  <a:pt x="2136" y="2785"/>
                </a:cubicBezTo>
                <a:lnTo>
                  <a:pt x="2178" y="2834"/>
                </a:lnTo>
                <a:lnTo>
                  <a:pt x="2178" y="2834"/>
                </a:lnTo>
                <a:cubicBezTo>
                  <a:pt x="2174" y="2830"/>
                  <a:pt x="2170" y="2826"/>
                  <a:pt x="2166" y="2822"/>
                </a:cubicBezTo>
                <a:lnTo>
                  <a:pt x="2166" y="2822"/>
                </a:lnTo>
                <a:lnTo>
                  <a:pt x="2196" y="2859"/>
                </a:lnTo>
                <a:cubicBezTo>
                  <a:pt x="2194" y="2854"/>
                  <a:pt x="2191" y="2850"/>
                  <a:pt x="2187" y="2845"/>
                </a:cubicBezTo>
                <a:lnTo>
                  <a:pt x="2187" y="2845"/>
                </a:lnTo>
                <a:lnTo>
                  <a:pt x="2228" y="2893"/>
                </a:lnTo>
                <a:lnTo>
                  <a:pt x="2228" y="2893"/>
                </a:lnTo>
                <a:cubicBezTo>
                  <a:pt x="2217" y="2881"/>
                  <a:pt x="2207" y="2870"/>
                  <a:pt x="2196" y="2859"/>
                </a:cubicBezTo>
                <a:lnTo>
                  <a:pt x="2196" y="2859"/>
                </a:lnTo>
                <a:lnTo>
                  <a:pt x="2297" y="2979"/>
                </a:lnTo>
                <a:lnTo>
                  <a:pt x="2297" y="2979"/>
                </a:lnTo>
                <a:cubicBezTo>
                  <a:pt x="2283" y="2961"/>
                  <a:pt x="2270" y="2944"/>
                  <a:pt x="2257" y="2928"/>
                </a:cubicBezTo>
                <a:lnTo>
                  <a:pt x="2257" y="2928"/>
                </a:lnTo>
                <a:lnTo>
                  <a:pt x="2390" y="3086"/>
                </a:lnTo>
                <a:lnTo>
                  <a:pt x="2390" y="3086"/>
                </a:lnTo>
                <a:cubicBezTo>
                  <a:pt x="2380" y="3075"/>
                  <a:pt x="2370" y="3064"/>
                  <a:pt x="2360" y="3054"/>
                </a:cubicBezTo>
                <a:lnTo>
                  <a:pt x="2360" y="3054"/>
                </a:lnTo>
                <a:lnTo>
                  <a:pt x="3648" y="4583"/>
                </a:lnTo>
                <a:lnTo>
                  <a:pt x="3648" y="4583"/>
                </a:lnTo>
                <a:cubicBezTo>
                  <a:pt x="3647" y="4582"/>
                  <a:pt x="3646" y="4580"/>
                  <a:pt x="3645" y="4578"/>
                </a:cubicBezTo>
                <a:lnTo>
                  <a:pt x="3645" y="4578"/>
                </a:lnTo>
                <a:lnTo>
                  <a:pt x="5228" y="6459"/>
                </a:lnTo>
                <a:lnTo>
                  <a:pt x="3648" y="4583"/>
                </a:lnTo>
                <a:lnTo>
                  <a:pt x="3648" y="4583"/>
                </a:lnTo>
                <a:cubicBezTo>
                  <a:pt x="3664" y="4611"/>
                  <a:pt x="3691" y="4639"/>
                  <a:pt x="3705" y="4667"/>
                </a:cubicBezTo>
                <a:cubicBezTo>
                  <a:pt x="3809" y="4801"/>
                  <a:pt x="3929" y="4935"/>
                  <a:pt x="4033" y="5070"/>
                </a:cubicBezTo>
                <a:cubicBezTo>
                  <a:pt x="4227" y="5309"/>
                  <a:pt x="4422" y="5563"/>
                  <a:pt x="4616" y="5802"/>
                </a:cubicBezTo>
                <a:cubicBezTo>
                  <a:pt x="4750" y="5981"/>
                  <a:pt x="4885" y="6145"/>
                  <a:pt x="5019" y="6310"/>
                </a:cubicBezTo>
                <a:cubicBezTo>
                  <a:pt x="5034" y="6354"/>
                  <a:pt x="5079" y="6354"/>
                  <a:pt x="5124" y="6384"/>
                </a:cubicBezTo>
                <a:cubicBezTo>
                  <a:pt x="5138" y="6384"/>
                  <a:pt x="5138" y="6399"/>
                  <a:pt x="5138" y="6399"/>
                </a:cubicBezTo>
                <a:lnTo>
                  <a:pt x="5124" y="6384"/>
                </a:lnTo>
                <a:lnTo>
                  <a:pt x="5109" y="6474"/>
                </a:lnTo>
                <a:lnTo>
                  <a:pt x="5138" y="6474"/>
                </a:lnTo>
                <a:lnTo>
                  <a:pt x="5138" y="6444"/>
                </a:lnTo>
                <a:cubicBezTo>
                  <a:pt x="5153" y="6459"/>
                  <a:pt x="5168" y="6474"/>
                  <a:pt x="5183" y="6474"/>
                </a:cubicBezTo>
                <a:cubicBezTo>
                  <a:pt x="5183" y="6489"/>
                  <a:pt x="5183" y="6489"/>
                  <a:pt x="5183" y="6489"/>
                </a:cubicBezTo>
                <a:cubicBezTo>
                  <a:pt x="5228" y="6534"/>
                  <a:pt x="5273" y="6593"/>
                  <a:pt x="5318" y="6638"/>
                </a:cubicBezTo>
                <a:cubicBezTo>
                  <a:pt x="5333" y="6638"/>
                  <a:pt x="5348" y="6623"/>
                  <a:pt x="5363" y="6623"/>
                </a:cubicBezTo>
                <a:lnTo>
                  <a:pt x="5363" y="6623"/>
                </a:lnTo>
                <a:lnTo>
                  <a:pt x="5363" y="6623"/>
                </a:lnTo>
                <a:cubicBezTo>
                  <a:pt x="5377" y="6638"/>
                  <a:pt x="5407" y="6653"/>
                  <a:pt x="5422" y="6683"/>
                </a:cubicBezTo>
                <a:cubicBezTo>
                  <a:pt x="5452" y="6728"/>
                  <a:pt x="5482" y="6773"/>
                  <a:pt x="5512" y="6802"/>
                </a:cubicBezTo>
                <a:cubicBezTo>
                  <a:pt x="5542" y="6847"/>
                  <a:pt x="5572" y="6877"/>
                  <a:pt x="5601" y="6922"/>
                </a:cubicBezTo>
                <a:lnTo>
                  <a:pt x="5616" y="6922"/>
                </a:lnTo>
                <a:cubicBezTo>
                  <a:pt x="5631" y="6967"/>
                  <a:pt x="5661" y="7012"/>
                  <a:pt x="5676" y="7056"/>
                </a:cubicBezTo>
                <a:cubicBezTo>
                  <a:pt x="5691" y="7086"/>
                  <a:pt x="5691" y="7101"/>
                  <a:pt x="5706" y="7131"/>
                </a:cubicBezTo>
                <a:cubicBezTo>
                  <a:pt x="5721" y="7131"/>
                  <a:pt x="5721" y="7116"/>
                  <a:pt x="5736" y="7101"/>
                </a:cubicBezTo>
                <a:lnTo>
                  <a:pt x="5751" y="7101"/>
                </a:lnTo>
                <a:cubicBezTo>
                  <a:pt x="5796" y="7116"/>
                  <a:pt x="5855" y="7146"/>
                  <a:pt x="5915" y="7146"/>
                </a:cubicBezTo>
                <a:cubicBezTo>
                  <a:pt x="5945" y="7146"/>
                  <a:pt x="5990" y="7116"/>
                  <a:pt x="6020" y="7101"/>
                </a:cubicBezTo>
                <a:cubicBezTo>
                  <a:pt x="6005" y="7086"/>
                  <a:pt x="5975" y="7071"/>
                  <a:pt x="5975" y="7071"/>
                </a:cubicBezTo>
                <a:cubicBezTo>
                  <a:pt x="6020" y="6982"/>
                  <a:pt x="6050" y="6892"/>
                  <a:pt x="6094" y="6817"/>
                </a:cubicBezTo>
                <a:lnTo>
                  <a:pt x="6094" y="6802"/>
                </a:lnTo>
                <a:cubicBezTo>
                  <a:pt x="6124" y="6758"/>
                  <a:pt x="6154" y="6698"/>
                  <a:pt x="6184" y="6638"/>
                </a:cubicBezTo>
                <a:cubicBezTo>
                  <a:pt x="6184" y="6623"/>
                  <a:pt x="6169" y="6578"/>
                  <a:pt x="6154" y="6549"/>
                </a:cubicBezTo>
                <a:lnTo>
                  <a:pt x="6154" y="6534"/>
                </a:lnTo>
                <a:cubicBezTo>
                  <a:pt x="6214" y="6489"/>
                  <a:pt x="6303" y="6489"/>
                  <a:pt x="6318" y="6384"/>
                </a:cubicBezTo>
                <a:cubicBezTo>
                  <a:pt x="6318" y="6384"/>
                  <a:pt x="6318" y="6369"/>
                  <a:pt x="6318" y="6369"/>
                </a:cubicBezTo>
                <a:cubicBezTo>
                  <a:pt x="6348" y="6310"/>
                  <a:pt x="6378" y="6265"/>
                  <a:pt x="6408" y="6205"/>
                </a:cubicBezTo>
                <a:cubicBezTo>
                  <a:pt x="6423" y="6160"/>
                  <a:pt x="6423" y="6115"/>
                  <a:pt x="6453" y="6071"/>
                </a:cubicBezTo>
                <a:cubicBezTo>
                  <a:pt x="6587" y="5891"/>
                  <a:pt x="6752" y="5712"/>
                  <a:pt x="6796" y="5473"/>
                </a:cubicBezTo>
                <a:lnTo>
                  <a:pt x="6811" y="5473"/>
                </a:lnTo>
                <a:cubicBezTo>
                  <a:pt x="6886" y="5369"/>
                  <a:pt x="6946" y="5249"/>
                  <a:pt x="6946" y="5115"/>
                </a:cubicBezTo>
                <a:cubicBezTo>
                  <a:pt x="6946" y="5055"/>
                  <a:pt x="7065" y="5040"/>
                  <a:pt x="6991" y="4965"/>
                </a:cubicBezTo>
                <a:lnTo>
                  <a:pt x="6991" y="4950"/>
                </a:lnTo>
                <a:cubicBezTo>
                  <a:pt x="7020" y="4876"/>
                  <a:pt x="7065" y="4786"/>
                  <a:pt x="7095" y="4711"/>
                </a:cubicBezTo>
                <a:cubicBezTo>
                  <a:pt x="7110" y="4726"/>
                  <a:pt x="7125" y="4756"/>
                  <a:pt x="7140" y="4771"/>
                </a:cubicBezTo>
                <a:cubicBezTo>
                  <a:pt x="7155" y="4756"/>
                  <a:pt x="7170" y="4741"/>
                  <a:pt x="7185" y="4711"/>
                </a:cubicBezTo>
                <a:cubicBezTo>
                  <a:pt x="7200" y="4652"/>
                  <a:pt x="7215" y="4577"/>
                  <a:pt x="7244" y="4502"/>
                </a:cubicBezTo>
                <a:lnTo>
                  <a:pt x="7259" y="4502"/>
                </a:lnTo>
                <a:cubicBezTo>
                  <a:pt x="7379" y="4487"/>
                  <a:pt x="7289" y="4383"/>
                  <a:pt x="7319" y="4323"/>
                </a:cubicBezTo>
                <a:cubicBezTo>
                  <a:pt x="7334" y="4293"/>
                  <a:pt x="7349" y="4263"/>
                  <a:pt x="7364" y="4233"/>
                </a:cubicBezTo>
                <a:cubicBezTo>
                  <a:pt x="7394" y="4159"/>
                  <a:pt x="7468" y="4084"/>
                  <a:pt x="7409" y="3994"/>
                </a:cubicBezTo>
                <a:cubicBezTo>
                  <a:pt x="7409" y="3994"/>
                  <a:pt x="7439" y="3980"/>
                  <a:pt x="7439" y="3965"/>
                </a:cubicBezTo>
                <a:cubicBezTo>
                  <a:pt x="7483" y="3950"/>
                  <a:pt x="7528" y="3875"/>
                  <a:pt x="7528" y="3830"/>
                </a:cubicBezTo>
                <a:cubicBezTo>
                  <a:pt x="7543" y="3815"/>
                  <a:pt x="7543" y="3800"/>
                  <a:pt x="7528" y="3785"/>
                </a:cubicBezTo>
                <a:cubicBezTo>
                  <a:pt x="7558" y="3741"/>
                  <a:pt x="7588" y="3696"/>
                  <a:pt x="7618" y="3651"/>
                </a:cubicBezTo>
                <a:lnTo>
                  <a:pt x="7618" y="3636"/>
                </a:lnTo>
                <a:cubicBezTo>
                  <a:pt x="7663" y="3561"/>
                  <a:pt x="7693" y="3487"/>
                  <a:pt x="7722" y="3427"/>
                </a:cubicBezTo>
                <a:cubicBezTo>
                  <a:pt x="7782" y="3337"/>
                  <a:pt x="7842" y="3263"/>
                  <a:pt x="7887" y="3173"/>
                </a:cubicBezTo>
                <a:cubicBezTo>
                  <a:pt x="7917" y="3143"/>
                  <a:pt x="7931" y="3113"/>
                  <a:pt x="7961" y="3083"/>
                </a:cubicBezTo>
                <a:lnTo>
                  <a:pt x="8006" y="2949"/>
                </a:lnTo>
                <a:lnTo>
                  <a:pt x="8051" y="2949"/>
                </a:lnTo>
                <a:cubicBezTo>
                  <a:pt x="8036" y="2904"/>
                  <a:pt x="8081" y="2859"/>
                  <a:pt x="8066" y="2815"/>
                </a:cubicBezTo>
                <a:cubicBezTo>
                  <a:pt x="8066" y="2755"/>
                  <a:pt x="8141" y="2680"/>
                  <a:pt x="8185" y="2605"/>
                </a:cubicBezTo>
                <a:cubicBezTo>
                  <a:pt x="8193" y="2613"/>
                  <a:pt x="8197" y="2617"/>
                  <a:pt x="8200" y="2617"/>
                </a:cubicBezTo>
                <a:cubicBezTo>
                  <a:pt x="8204" y="2617"/>
                  <a:pt x="8208" y="2613"/>
                  <a:pt x="8215" y="2605"/>
                </a:cubicBezTo>
                <a:lnTo>
                  <a:pt x="8275" y="2605"/>
                </a:lnTo>
                <a:cubicBezTo>
                  <a:pt x="8290" y="2546"/>
                  <a:pt x="8380" y="2501"/>
                  <a:pt x="8290" y="2456"/>
                </a:cubicBezTo>
                <a:cubicBezTo>
                  <a:pt x="8350" y="2426"/>
                  <a:pt x="8409" y="2411"/>
                  <a:pt x="8380" y="2337"/>
                </a:cubicBezTo>
                <a:cubicBezTo>
                  <a:pt x="8394" y="2322"/>
                  <a:pt x="8409" y="2307"/>
                  <a:pt x="8424" y="2292"/>
                </a:cubicBezTo>
                <a:lnTo>
                  <a:pt x="8439" y="2292"/>
                </a:lnTo>
                <a:lnTo>
                  <a:pt x="8454" y="2232"/>
                </a:lnTo>
                <a:cubicBezTo>
                  <a:pt x="8484" y="2187"/>
                  <a:pt x="8514" y="2142"/>
                  <a:pt x="8544" y="2098"/>
                </a:cubicBezTo>
                <a:cubicBezTo>
                  <a:pt x="8574" y="2053"/>
                  <a:pt x="8604" y="2008"/>
                  <a:pt x="8633" y="1978"/>
                </a:cubicBezTo>
                <a:cubicBezTo>
                  <a:pt x="8738" y="1963"/>
                  <a:pt x="8693" y="1874"/>
                  <a:pt x="8708" y="1814"/>
                </a:cubicBezTo>
                <a:lnTo>
                  <a:pt x="8708" y="1814"/>
                </a:lnTo>
                <a:cubicBezTo>
                  <a:pt x="8693" y="1829"/>
                  <a:pt x="8693" y="1829"/>
                  <a:pt x="8693" y="1829"/>
                </a:cubicBezTo>
                <a:cubicBezTo>
                  <a:pt x="8693" y="1829"/>
                  <a:pt x="8693" y="1829"/>
                  <a:pt x="8693" y="1814"/>
                </a:cubicBezTo>
                <a:cubicBezTo>
                  <a:pt x="8708" y="1799"/>
                  <a:pt x="8708" y="1769"/>
                  <a:pt x="8708" y="1754"/>
                </a:cubicBezTo>
                <a:cubicBezTo>
                  <a:pt x="8718" y="1754"/>
                  <a:pt x="8731" y="1755"/>
                  <a:pt x="8744" y="1755"/>
                </a:cubicBezTo>
                <a:cubicBezTo>
                  <a:pt x="8790" y="1755"/>
                  <a:pt x="8838" y="1746"/>
                  <a:pt x="8768" y="1664"/>
                </a:cubicBezTo>
                <a:cubicBezTo>
                  <a:pt x="8798" y="1650"/>
                  <a:pt x="8828" y="1635"/>
                  <a:pt x="8857" y="1620"/>
                </a:cubicBezTo>
                <a:cubicBezTo>
                  <a:pt x="8857" y="1605"/>
                  <a:pt x="8857" y="1605"/>
                  <a:pt x="8857" y="1605"/>
                </a:cubicBezTo>
                <a:lnTo>
                  <a:pt x="8843" y="1530"/>
                </a:lnTo>
                <a:cubicBezTo>
                  <a:pt x="8872" y="1515"/>
                  <a:pt x="8917" y="1500"/>
                  <a:pt x="8962" y="1470"/>
                </a:cubicBezTo>
                <a:cubicBezTo>
                  <a:pt x="8947" y="1470"/>
                  <a:pt x="8932" y="1455"/>
                  <a:pt x="8917" y="1440"/>
                </a:cubicBezTo>
                <a:cubicBezTo>
                  <a:pt x="8902" y="1411"/>
                  <a:pt x="8902" y="1366"/>
                  <a:pt x="8887" y="1321"/>
                </a:cubicBezTo>
                <a:lnTo>
                  <a:pt x="8887" y="1321"/>
                </a:lnTo>
                <a:cubicBezTo>
                  <a:pt x="8917" y="1351"/>
                  <a:pt x="8962" y="1366"/>
                  <a:pt x="8992" y="1396"/>
                </a:cubicBezTo>
                <a:cubicBezTo>
                  <a:pt x="9007" y="1396"/>
                  <a:pt x="9037" y="1411"/>
                  <a:pt x="9052" y="1411"/>
                </a:cubicBezTo>
                <a:cubicBezTo>
                  <a:pt x="9156" y="1366"/>
                  <a:pt x="9171" y="1276"/>
                  <a:pt x="9111" y="1157"/>
                </a:cubicBezTo>
                <a:cubicBezTo>
                  <a:pt x="9186" y="1067"/>
                  <a:pt x="9186" y="1052"/>
                  <a:pt x="9067" y="1022"/>
                </a:cubicBezTo>
                <a:cubicBezTo>
                  <a:pt x="9007" y="1007"/>
                  <a:pt x="8947" y="963"/>
                  <a:pt x="8887" y="963"/>
                </a:cubicBezTo>
                <a:cubicBezTo>
                  <a:pt x="8860" y="968"/>
                  <a:pt x="8837" y="971"/>
                  <a:pt x="8816" y="971"/>
                </a:cubicBezTo>
                <a:cubicBezTo>
                  <a:pt x="8780" y="971"/>
                  <a:pt x="8751" y="961"/>
                  <a:pt x="8723" y="933"/>
                </a:cubicBezTo>
                <a:cubicBezTo>
                  <a:pt x="8708" y="918"/>
                  <a:pt x="8678" y="918"/>
                  <a:pt x="8648" y="918"/>
                </a:cubicBezTo>
                <a:lnTo>
                  <a:pt x="8469" y="918"/>
                </a:lnTo>
                <a:cubicBezTo>
                  <a:pt x="8454" y="903"/>
                  <a:pt x="8439" y="903"/>
                  <a:pt x="8409" y="888"/>
                </a:cubicBezTo>
                <a:cubicBezTo>
                  <a:pt x="8350" y="873"/>
                  <a:pt x="8290" y="843"/>
                  <a:pt x="8230" y="828"/>
                </a:cubicBezTo>
                <a:cubicBezTo>
                  <a:pt x="8230" y="828"/>
                  <a:pt x="8230" y="828"/>
                  <a:pt x="8230" y="813"/>
                </a:cubicBezTo>
                <a:cubicBezTo>
                  <a:pt x="8185" y="828"/>
                  <a:pt x="8156" y="843"/>
                  <a:pt x="8111" y="858"/>
                </a:cubicBezTo>
                <a:lnTo>
                  <a:pt x="8155" y="847"/>
                </a:lnTo>
                <a:lnTo>
                  <a:pt x="8155" y="847"/>
                </a:lnTo>
                <a:cubicBezTo>
                  <a:pt x="8144" y="851"/>
                  <a:pt x="8131" y="858"/>
                  <a:pt x="8111" y="858"/>
                </a:cubicBezTo>
                <a:cubicBezTo>
                  <a:pt x="8096" y="858"/>
                  <a:pt x="8081" y="858"/>
                  <a:pt x="8066" y="873"/>
                </a:cubicBezTo>
                <a:cubicBezTo>
                  <a:pt x="8006" y="843"/>
                  <a:pt x="7931" y="828"/>
                  <a:pt x="7872" y="798"/>
                </a:cubicBezTo>
                <a:cubicBezTo>
                  <a:pt x="7830" y="798"/>
                  <a:pt x="7786" y="801"/>
                  <a:pt x="7742" y="801"/>
                </a:cubicBezTo>
                <a:cubicBezTo>
                  <a:pt x="7676" y="801"/>
                  <a:pt x="7612" y="795"/>
                  <a:pt x="7558" y="768"/>
                </a:cubicBezTo>
                <a:cubicBezTo>
                  <a:pt x="7513" y="759"/>
                  <a:pt x="7473" y="745"/>
                  <a:pt x="7435" y="745"/>
                </a:cubicBezTo>
                <a:cubicBezTo>
                  <a:pt x="7411" y="745"/>
                  <a:pt x="7387" y="751"/>
                  <a:pt x="7364" y="768"/>
                </a:cubicBezTo>
                <a:cubicBezTo>
                  <a:pt x="7349" y="768"/>
                  <a:pt x="7319" y="753"/>
                  <a:pt x="7319" y="753"/>
                </a:cubicBezTo>
                <a:cubicBezTo>
                  <a:pt x="7311" y="712"/>
                  <a:pt x="7289" y="703"/>
                  <a:pt x="7266" y="703"/>
                </a:cubicBezTo>
                <a:cubicBezTo>
                  <a:pt x="7247" y="703"/>
                  <a:pt x="7228" y="709"/>
                  <a:pt x="7215" y="709"/>
                </a:cubicBezTo>
                <a:cubicBezTo>
                  <a:pt x="7200" y="738"/>
                  <a:pt x="7185" y="753"/>
                  <a:pt x="7170" y="783"/>
                </a:cubicBezTo>
                <a:cubicBezTo>
                  <a:pt x="7155" y="753"/>
                  <a:pt x="7125" y="738"/>
                  <a:pt x="7110" y="709"/>
                </a:cubicBezTo>
                <a:cubicBezTo>
                  <a:pt x="7089" y="730"/>
                  <a:pt x="7065" y="738"/>
                  <a:pt x="7041" y="738"/>
                </a:cubicBezTo>
                <a:cubicBezTo>
                  <a:pt x="6998" y="738"/>
                  <a:pt x="6954" y="713"/>
                  <a:pt x="6916" y="694"/>
                </a:cubicBezTo>
                <a:lnTo>
                  <a:pt x="6901" y="694"/>
                </a:lnTo>
                <a:cubicBezTo>
                  <a:pt x="6781" y="604"/>
                  <a:pt x="6677" y="529"/>
                  <a:pt x="6557" y="440"/>
                </a:cubicBezTo>
                <a:cubicBezTo>
                  <a:pt x="6498" y="410"/>
                  <a:pt x="6453" y="395"/>
                  <a:pt x="6393" y="380"/>
                </a:cubicBezTo>
                <a:lnTo>
                  <a:pt x="6393" y="380"/>
                </a:lnTo>
                <a:cubicBezTo>
                  <a:pt x="6438" y="410"/>
                  <a:pt x="6468" y="440"/>
                  <a:pt x="6498" y="470"/>
                </a:cubicBezTo>
                <a:cubicBezTo>
                  <a:pt x="6528" y="499"/>
                  <a:pt x="6572" y="544"/>
                  <a:pt x="6602" y="544"/>
                </a:cubicBezTo>
                <a:cubicBezTo>
                  <a:pt x="6692" y="544"/>
                  <a:pt x="6707" y="589"/>
                  <a:pt x="6722" y="649"/>
                </a:cubicBezTo>
                <a:cubicBezTo>
                  <a:pt x="6692" y="664"/>
                  <a:pt x="6662" y="679"/>
                  <a:pt x="6632" y="694"/>
                </a:cubicBezTo>
                <a:cubicBezTo>
                  <a:pt x="6614" y="667"/>
                  <a:pt x="6602" y="657"/>
                  <a:pt x="6592" y="657"/>
                </a:cubicBezTo>
                <a:cubicBezTo>
                  <a:pt x="6570" y="657"/>
                  <a:pt x="6563" y="709"/>
                  <a:pt x="6542" y="709"/>
                </a:cubicBezTo>
                <a:cubicBezTo>
                  <a:pt x="6528" y="694"/>
                  <a:pt x="6528" y="679"/>
                  <a:pt x="6513" y="664"/>
                </a:cubicBezTo>
                <a:lnTo>
                  <a:pt x="6498" y="664"/>
                </a:lnTo>
                <a:cubicBezTo>
                  <a:pt x="6483" y="664"/>
                  <a:pt x="6453" y="649"/>
                  <a:pt x="6438" y="649"/>
                </a:cubicBezTo>
                <a:cubicBezTo>
                  <a:pt x="6424" y="644"/>
                  <a:pt x="6411" y="643"/>
                  <a:pt x="6397" y="643"/>
                </a:cubicBezTo>
                <a:cubicBezTo>
                  <a:pt x="6342" y="643"/>
                  <a:pt x="6283" y="670"/>
                  <a:pt x="6227" y="670"/>
                </a:cubicBezTo>
                <a:cubicBezTo>
                  <a:pt x="6202" y="670"/>
                  <a:pt x="6178" y="664"/>
                  <a:pt x="6154" y="649"/>
                </a:cubicBezTo>
                <a:cubicBezTo>
                  <a:pt x="6139" y="634"/>
                  <a:pt x="6139" y="634"/>
                  <a:pt x="6124" y="634"/>
                </a:cubicBezTo>
                <a:lnTo>
                  <a:pt x="5990" y="619"/>
                </a:lnTo>
                <a:cubicBezTo>
                  <a:pt x="5930" y="634"/>
                  <a:pt x="5855" y="634"/>
                  <a:pt x="5781" y="649"/>
                </a:cubicBezTo>
                <a:cubicBezTo>
                  <a:pt x="5751" y="619"/>
                  <a:pt x="5736" y="589"/>
                  <a:pt x="5691" y="574"/>
                </a:cubicBezTo>
                <a:cubicBezTo>
                  <a:pt x="5685" y="571"/>
                  <a:pt x="5679" y="570"/>
                  <a:pt x="5673" y="570"/>
                </a:cubicBezTo>
                <a:cubicBezTo>
                  <a:pt x="5649" y="570"/>
                  <a:pt x="5625" y="589"/>
                  <a:pt x="5601" y="589"/>
                </a:cubicBezTo>
                <a:cubicBezTo>
                  <a:pt x="5482" y="559"/>
                  <a:pt x="5363" y="529"/>
                  <a:pt x="5243" y="514"/>
                </a:cubicBezTo>
                <a:cubicBezTo>
                  <a:pt x="5228" y="514"/>
                  <a:pt x="5213" y="514"/>
                  <a:pt x="5198" y="499"/>
                </a:cubicBezTo>
                <a:lnTo>
                  <a:pt x="5198" y="499"/>
                </a:lnTo>
                <a:lnTo>
                  <a:pt x="5243" y="514"/>
                </a:lnTo>
                <a:cubicBezTo>
                  <a:pt x="5203" y="458"/>
                  <a:pt x="5184" y="432"/>
                  <a:pt x="5171" y="432"/>
                </a:cubicBezTo>
                <a:cubicBezTo>
                  <a:pt x="5160" y="432"/>
                  <a:pt x="5152" y="450"/>
                  <a:pt x="5138" y="485"/>
                </a:cubicBezTo>
                <a:cubicBezTo>
                  <a:pt x="5094" y="470"/>
                  <a:pt x="5049" y="455"/>
                  <a:pt x="5004" y="455"/>
                </a:cubicBezTo>
                <a:cubicBezTo>
                  <a:pt x="4989" y="440"/>
                  <a:pt x="4989" y="425"/>
                  <a:pt x="4989" y="425"/>
                </a:cubicBezTo>
                <a:cubicBezTo>
                  <a:pt x="4914" y="410"/>
                  <a:pt x="4825" y="410"/>
                  <a:pt x="4735" y="395"/>
                </a:cubicBezTo>
                <a:lnTo>
                  <a:pt x="4720" y="395"/>
                </a:lnTo>
                <a:cubicBezTo>
                  <a:pt x="4690" y="395"/>
                  <a:pt x="4646" y="380"/>
                  <a:pt x="4601" y="380"/>
                </a:cubicBezTo>
                <a:lnTo>
                  <a:pt x="4317" y="380"/>
                </a:lnTo>
                <a:cubicBezTo>
                  <a:pt x="4212" y="380"/>
                  <a:pt x="4093" y="365"/>
                  <a:pt x="3988" y="365"/>
                </a:cubicBezTo>
                <a:lnTo>
                  <a:pt x="3824" y="365"/>
                </a:lnTo>
                <a:cubicBezTo>
                  <a:pt x="3779" y="350"/>
                  <a:pt x="3735" y="350"/>
                  <a:pt x="3690" y="335"/>
                </a:cubicBezTo>
                <a:cubicBezTo>
                  <a:pt x="3525" y="320"/>
                  <a:pt x="3376" y="305"/>
                  <a:pt x="3212" y="290"/>
                </a:cubicBezTo>
                <a:cubicBezTo>
                  <a:pt x="3182" y="290"/>
                  <a:pt x="3137" y="305"/>
                  <a:pt x="3107" y="320"/>
                </a:cubicBezTo>
                <a:cubicBezTo>
                  <a:pt x="3053" y="293"/>
                  <a:pt x="3000" y="272"/>
                  <a:pt x="2946" y="272"/>
                </a:cubicBezTo>
                <a:cubicBezTo>
                  <a:pt x="2910" y="272"/>
                  <a:pt x="2874" y="281"/>
                  <a:pt x="2838" y="305"/>
                </a:cubicBezTo>
                <a:cubicBezTo>
                  <a:pt x="2823" y="305"/>
                  <a:pt x="2794" y="320"/>
                  <a:pt x="2794" y="320"/>
                </a:cubicBezTo>
                <a:cubicBezTo>
                  <a:pt x="2771" y="268"/>
                  <a:pt x="2738" y="257"/>
                  <a:pt x="2700" y="257"/>
                </a:cubicBezTo>
                <a:cubicBezTo>
                  <a:pt x="2672" y="257"/>
                  <a:pt x="2642" y="263"/>
                  <a:pt x="2613" y="263"/>
                </a:cubicBezTo>
                <a:cubicBezTo>
                  <a:pt x="2603" y="263"/>
                  <a:pt x="2594" y="262"/>
                  <a:pt x="2584" y="261"/>
                </a:cubicBezTo>
                <a:cubicBezTo>
                  <a:pt x="2580" y="256"/>
                  <a:pt x="2576" y="254"/>
                  <a:pt x="2571" y="254"/>
                </a:cubicBezTo>
                <a:cubicBezTo>
                  <a:pt x="2561" y="254"/>
                  <a:pt x="2550" y="265"/>
                  <a:pt x="2540" y="275"/>
                </a:cubicBezTo>
                <a:lnTo>
                  <a:pt x="2495" y="290"/>
                </a:lnTo>
                <a:lnTo>
                  <a:pt x="2420" y="290"/>
                </a:lnTo>
                <a:cubicBezTo>
                  <a:pt x="2409" y="292"/>
                  <a:pt x="2401" y="292"/>
                  <a:pt x="2394" y="292"/>
                </a:cubicBezTo>
                <a:cubicBezTo>
                  <a:pt x="2329" y="292"/>
                  <a:pt x="2458" y="231"/>
                  <a:pt x="2390" y="231"/>
                </a:cubicBezTo>
                <a:cubicBezTo>
                  <a:pt x="2375" y="231"/>
                  <a:pt x="2331" y="231"/>
                  <a:pt x="2286" y="246"/>
                </a:cubicBezTo>
                <a:cubicBezTo>
                  <a:pt x="2196" y="231"/>
                  <a:pt x="2092" y="231"/>
                  <a:pt x="2002" y="231"/>
                </a:cubicBezTo>
                <a:cubicBezTo>
                  <a:pt x="1897" y="231"/>
                  <a:pt x="1808" y="216"/>
                  <a:pt x="1703" y="216"/>
                </a:cubicBezTo>
                <a:cubicBezTo>
                  <a:pt x="1658" y="201"/>
                  <a:pt x="1599" y="201"/>
                  <a:pt x="1554" y="186"/>
                </a:cubicBezTo>
                <a:cubicBezTo>
                  <a:pt x="1539" y="186"/>
                  <a:pt x="1524" y="171"/>
                  <a:pt x="1494" y="171"/>
                </a:cubicBezTo>
                <a:cubicBezTo>
                  <a:pt x="1479" y="171"/>
                  <a:pt x="1464" y="156"/>
                  <a:pt x="1434" y="141"/>
                </a:cubicBezTo>
                <a:cubicBezTo>
                  <a:pt x="1315" y="111"/>
                  <a:pt x="1195" y="81"/>
                  <a:pt x="1076" y="51"/>
                </a:cubicBezTo>
                <a:lnTo>
                  <a:pt x="1001" y="51"/>
                </a:lnTo>
                <a:cubicBezTo>
                  <a:pt x="988" y="51"/>
                  <a:pt x="969" y="46"/>
                  <a:pt x="952" y="46"/>
                </a:cubicBezTo>
                <a:cubicBezTo>
                  <a:pt x="930" y="46"/>
                  <a:pt x="912" y="55"/>
                  <a:pt x="912" y="96"/>
                </a:cubicBezTo>
                <a:cubicBezTo>
                  <a:pt x="897" y="96"/>
                  <a:pt x="882" y="96"/>
                  <a:pt x="867" y="111"/>
                </a:cubicBezTo>
                <a:lnTo>
                  <a:pt x="867" y="96"/>
                </a:lnTo>
                <a:cubicBezTo>
                  <a:pt x="844" y="69"/>
                  <a:pt x="821" y="60"/>
                  <a:pt x="798" y="60"/>
                </a:cubicBezTo>
                <a:cubicBezTo>
                  <a:pt x="751" y="60"/>
                  <a:pt x="705" y="98"/>
                  <a:pt x="658" y="98"/>
                </a:cubicBezTo>
                <a:cubicBezTo>
                  <a:pt x="653" y="98"/>
                  <a:pt x="648" y="97"/>
                  <a:pt x="643" y="96"/>
                </a:cubicBezTo>
                <a:lnTo>
                  <a:pt x="643" y="96"/>
                </a:lnTo>
                <a:cubicBezTo>
                  <a:pt x="658" y="141"/>
                  <a:pt x="762" y="141"/>
                  <a:pt x="673" y="201"/>
                </a:cubicBezTo>
                <a:cubicBezTo>
                  <a:pt x="628" y="186"/>
                  <a:pt x="598" y="186"/>
                  <a:pt x="553" y="171"/>
                </a:cubicBezTo>
                <a:cubicBezTo>
                  <a:pt x="568" y="141"/>
                  <a:pt x="583" y="111"/>
                  <a:pt x="598" y="81"/>
                </a:cubicBezTo>
                <a:cubicBezTo>
                  <a:pt x="598" y="51"/>
                  <a:pt x="598" y="36"/>
                  <a:pt x="613" y="7"/>
                </a:cubicBezTo>
                <a:cubicBezTo>
                  <a:pt x="583" y="7"/>
                  <a:pt x="568" y="22"/>
                  <a:pt x="538" y="22"/>
                </a:cubicBezTo>
                <a:cubicBezTo>
                  <a:pt x="508" y="22"/>
                  <a:pt x="493" y="22"/>
                  <a:pt x="464" y="36"/>
                </a:cubicBezTo>
                <a:cubicBezTo>
                  <a:pt x="448" y="41"/>
                  <a:pt x="433" y="43"/>
                  <a:pt x="418" y="43"/>
                </a:cubicBezTo>
                <a:cubicBezTo>
                  <a:pt x="344" y="43"/>
                  <a:pt x="270" y="0"/>
                  <a:pt x="1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g2e906823ad7_0_616"/>
          <p:cNvSpPr/>
          <p:nvPr/>
        </p:nvSpPr>
        <p:spPr>
          <a:xfrm rot="2518544" flipH="1">
            <a:off x="3034788" y="-1434536"/>
            <a:ext cx="1836928" cy="2346873"/>
          </a:xfrm>
          <a:custGeom>
            <a:avLst/>
            <a:gdLst/>
            <a:ahLst/>
            <a:cxnLst/>
            <a:rect l="l" t="t" r="r" b="b"/>
            <a:pathLst>
              <a:path w="9903" h="12653" extrusionOk="0">
                <a:moveTo>
                  <a:pt x="3443" y="223"/>
                </a:moveTo>
                <a:cubicBezTo>
                  <a:pt x="3440" y="223"/>
                  <a:pt x="3438" y="224"/>
                  <a:pt x="3436" y="226"/>
                </a:cubicBezTo>
                <a:cubicBezTo>
                  <a:pt x="3376" y="286"/>
                  <a:pt x="3316" y="346"/>
                  <a:pt x="3256" y="406"/>
                </a:cubicBezTo>
                <a:cubicBezTo>
                  <a:pt x="3286" y="435"/>
                  <a:pt x="3316" y="450"/>
                  <a:pt x="3361" y="495"/>
                </a:cubicBezTo>
                <a:cubicBezTo>
                  <a:pt x="3421" y="406"/>
                  <a:pt x="3465" y="346"/>
                  <a:pt x="3525" y="271"/>
                </a:cubicBezTo>
                <a:cubicBezTo>
                  <a:pt x="3500" y="258"/>
                  <a:pt x="3463" y="223"/>
                  <a:pt x="3443" y="223"/>
                </a:cubicBezTo>
                <a:close/>
                <a:moveTo>
                  <a:pt x="4385" y="0"/>
                </a:moveTo>
                <a:cubicBezTo>
                  <a:pt x="4257" y="0"/>
                  <a:pt x="4182" y="73"/>
                  <a:pt x="4182" y="196"/>
                </a:cubicBezTo>
                <a:cubicBezTo>
                  <a:pt x="4182" y="361"/>
                  <a:pt x="4272" y="450"/>
                  <a:pt x="4496" y="495"/>
                </a:cubicBezTo>
                <a:cubicBezTo>
                  <a:pt x="4571" y="406"/>
                  <a:pt x="4675" y="331"/>
                  <a:pt x="4690" y="226"/>
                </a:cubicBezTo>
                <a:cubicBezTo>
                  <a:pt x="4720" y="47"/>
                  <a:pt x="4571" y="2"/>
                  <a:pt x="4421" y="2"/>
                </a:cubicBezTo>
                <a:cubicBezTo>
                  <a:pt x="4409" y="1"/>
                  <a:pt x="4397" y="0"/>
                  <a:pt x="4385" y="0"/>
                </a:cubicBezTo>
                <a:close/>
                <a:moveTo>
                  <a:pt x="5123" y="495"/>
                </a:moveTo>
                <a:cubicBezTo>
                  <a:pt x="4899" y="495"/>
                  <a:pt x="4750" y="615"/>
                  <a:pt x="4750" y="779"/>
                </a:cubicBezTo>
                <a:cubicBezTo>
                  <a:pt x="4765" y="943"/>
                  <a:pt x="4840" y="1033"/>
                  <a:pt x="4989" y="1033"/>
                </a:cubicBezTo>
                <a:cubicBezTo>
                  <a:pt x="5001" y="1034"/>
                  <a:pt x="5012" y="1034"/>
                  <a:pt x="5024" y="1034"/>
                </a:cubicBezTo>
                <a:cubicBezTo>
                  <a:pt x="5213" y="1034"/>
                  <a:pt x="5333" y="918"/>
                  <a:pt x="5347" y="749"/>
                </a:cubicBezTo>
                <a:cubicBezTo>
                  <a:pt x="5347" y="585"/>
                  <a:pt x="5258" y="510"/>
                  <a:pt x="5123" y="495"/>
                </a:cubicBezTo>
                <a:close/>
                <a:moveTo>
                  <a:pt x="2883" y="824"/>
                </a:moveTo>
                <a:cubicBezTo>
                  <a:pt x="2838" y="883"/>
                  <a:pt x="2793" y="928"/>
                  <a:pt x="2749" y="988"/>
                </a:cubicBezTo>
                <a:lnTo>
                  <a:pt x="2808" y="1048"/>
                </a:lnTo>
                <a:cubicBezTo>
                  <a:pt x="2853" y="988"/>
                  <a:pt x="2898" y="928"/>
                  <a:pt x="2943" y="869"/>
                </a:cubicBezTo>
                <a:cubicBezTo>
                  <a:pt x="2943" y="869"/>
                  <a:pt x="2898" y="824"/>
                  <a:pt x="2883" y="824"/>
                </a:cubicBezTo>
                <a:close/>
                <a:moveTo>
                  <a:pt x="3829" y="524"/>
                </a:moveTo>
                <a:cubicBezTo>
                  <a:pt x="3693" y="524"/>
                  <a:pt x="3599" y="644"/>
                  <a:pt x="3585" y="883"/>
                </a:cubicBezTo>
                <a:cubicBezTo>
                  <a:pt x="3660" y="928"/>
                  <a:pt x="3749" y="1048"/>
                  <a:pt x="3854" y="1048"/>
                </a:cubicBezTo>
                <a:cubicBezTo>
                  <a:pt x="3871" y="1051"/>
                  <a:pt x="3887" y="1052"/>
                  <a:pt x="3903" y="1052"/>
                </a:cubicBezTo>
                <a:cubicBezTo>
                  <a:pt x="4041" y="1052"/>
                  <a:pt x="4134" y="941"/>
                  <a:pt x="4108" y="794"/>
                </a:cubicBezTo>
                <a:cubicBezTo>
                  <a:pt x="4078" y="689"/>
                  <a:pt x="3958" y="540"/>
                  <a:pt x="3854" y="525"/>
                </a:cubicBezTo>
                <a:cubicBezTo>
                  <a:pt x="3846" y="524"/>
                  <a:pt x="3837" y="524"/>
                  <a:pt x="3829" y="524"/>
                </a:cubicBezTo>
                <a:close/>
                <a:moveTo>
                  <a:pt x="3317" y="1136"/>
                </a:moveTo>
                <a:cubicBezTo>
                  <a:pt x="3307" y="1136"/>
                  <a:pt x="3297" y="1136"/>
                  <a:pt x="3286" y="1137"/>
                </a:cubicBezTo>
                <a:cubicBezTo>
                  <a:pt x="3092" y="1137"/>
                  <a:pt x="3017" y="1227"/>
                  <a:pt x="3017" y="1391"/>
                </a:cubicBezTo>
                <a:cubicBezTo>
                  <a:pt x="3017" y="1556"/>
                  <a:pt x="3107" y="1645"/>
                  <a:pt x="3271" y="1645"/>
                </a:cubicBezTo>
                <a:cubicBezTo>
                  <a:pt x="3451" y="1645"/>
                  <a:pt x="3525" y="1541"/>
                  <a:pt x="3540" y="1346"/>
                </a:cubicBezTo>
                <a:cubicBezTo>
                  <a:pt x="3526" y="1235"/>
                  <a:pt x="3460" y="1136"/>
                  <a:pt x="3317" y="1136"/>
                </a:cubicBezTo>
                <a:close/>
                <a:moveTo>
                  <a:pt x="4439" y="1106"/>
                </a:moveTo>
                <a:cubicBezTo>
                  <a:pt x="4428" y="1106"/>
                  <a:pt x="4418" y="1107"/>
                  <a:pt x="4406" y="1107"/>
                </a:cubicBezTo>
                <a:cubicBezTo>
                  <a:pt x="4257" y="1107"/>
                  <a:pt x="4167" y="1212"/>
                  <a:pt x="4182" y="1376"/>
                </a:cubicBezTo>
                <a:cubicBezTo>
                  <a:pt x="4182" y="1544"/>
                  <a:pt x="4274" y="1647"/>
                  <a:pt x="4396" y="1647"/>
                </a:cubicBezTo>
                <a:cubicBezTo>
                  <a:pt x="4404" y="1647"/>
                  <a:pt x="4413" y="1646"/>
                  <a:pt x="4421" y="1645"/>
                </a:cubicBezTo>
                <a:cubicBezTo>
                  <a:pt x="4541" y="1615"/>
                  <a:pt x="4630" y="1496"/>
                  <a:pt x="4720" y="1436"/>
                </a:cubicBezTo>
                <a:cubicBezTo>
                  <a:pt x="4678" y="1212"/>
                  <a:pt x="4597" y="1106"/>
                  <a:pt x="4439" y="1106"/>
                </a:cubicBezTo>
                <a:close/>
                <a:moveTo>
                  <a:pt x="5751" y="1057"/>
                </a:moveTo>
                <a:cubicBezTo>
                  <a:pt x="5737" y="1057"/>
                  <a:pt x="5722" y="1059"/>
                  <a:pt x="5706" y="1063"/>
                </a:cubicBezTo>
                <a:cubicBezTo>
                  <a:pt x="5542" y="1078"/>
                  <a:pt x="5437" y="1152"/>
                  <a:pt x="5392" y="1317"/>
                </a:cubicBezTo>
                <a:cubicBezTo>
                  <a:pt x="5362" y="1556"/>
                  <a:pt x="5422" y="1630"/>
                  <a:pt x="5691" y="1660"/>
                </a:cubicBezTo>
                <a:cubicBezTo>
                  <a:pt x="5751" y="1660"/>
                  <a:pt x="5810" y="1630"/>
                  <a:pt x="5855" y="1600"/>
                </a:cubicBezTo>
                <a:cubicBezTo>
                  <a:pt x="5915" y="1541"/>
                  <a:pt x="5960" y="1481"/>
                  <a:pt x="5975" y="1406"/>
                </a:cubicBezTo>
                <a:cubicBezTo>
                  <a:pt x="6005" y="1332"/>
                  <a:pt x="5990" y="1242"/>
                  <a:pt x="5930" y="1182"/>
                </a:cubicBezTo>
                <a:cubicBezTo>
                  <a:pt x="5878" y="1131"/>
                  <a:pt x="5838" y="1057"/>
                  <a:pt x="5751" y="1057"/>
                </a:cubicBezTo>
                <a:close/>
                <a:moveTo>
                  <a:pt x="3840" y="1684"/>
                </a:moveTo>
                <a:cubicBezTo>
                  <a:pt x="3747" y="1684"/>
                  <a:pt x="3668" y="1762"/>
                  <a:pt x="3585" y="1929"/>
                </a:cubicBezTo>
                <a:cubicBezTo>
                  <a:pt x="3540" y="2138"/>
                  <a:pt x="3570" y="2198"/>
                  <a:pt x="3779" y="2243"/>
                </a:cubicBezTo>
                <a:cubicBezTo>
                  <a:pt x="3854" y="2228"/>
                  <a:pt x="3928" y="2213"/>
                  <a:pt x="3988" y="2198"/>
                </a:cubicBezTo>
                <a:cubicBezTo>
                  <a:pt x="4033" y="2198"/>
                  <a:pt x="4078" y="2183"/>
                  <a:pt x="4093" y="2153"/>
                </a:cubicBezTo>
                <a:cubicBezTo>
                  <a:pt x="4167" y="2048"/>
                  <a:pt x="4197" y="1944"/>
                  <a:pt x="4093" y="1824"/>
                </a:cubicBezTo>
                <a:cubicBezTo>
                  <a:pt x="3994" y="1732"/>
                  <a:pt x="3913" y="1684"/>
                  <a:pt x="3840" y="1684"/>
                </a:cubicBezTo>
                <a:close/>
                <a:moveTo>
                  <a:pt x="6184" y="1660"/>
                </a:moveTo>
                <a:cubicBezTo>
                  <a:pt x="6079" y="1675"/>
                  <a:pt x="6005" y="1750"/>
                  <a:pt x="5960" y="1839"/>
                </a:cubicBezTo>
                <a:cubicBezTo>
                  <a:pt x="5930" y="1899"/>
                  <a:pt x="5930" y="1944"/>
                  <a:pt x="5930" y="2004"/>
                </a:cubicBezTo>
                <a:cubicBezTo>
                  <a:pt x="5930" y="2048"/>
                  <a:pt x="5945" y="2078"/>
                  <a:pt x="5960" y="2108"/>
                </a:cubicBezTo>
                <a:cubicBezTo>
                  <a:pt x="6010" y="2184"/>
                  <a:pt x="6061" y="2249"/>
                  <a:pt x="6148" y="2249"/>
                </a:cubicBezTo>
                <a:cubicBezTo>
                  <a:pt x="6164" y="2249"/>
                  <a:pt x="6180" y="2247"/>
                  <a:pt x="6199" y="2243"/>
                </a:cubicBezTo>
                <a:cubicBezTo>
                  <a:pt x="6288" y="2183"/>
                  <a:pt x="6363" y="2108"/>
                  <a:pt x="6453" y="2034"/>
                </a:cubicBezTo>
                <a:cubicBezTo>
                  <a:pt x="6497" y="1974"/>
                  <a:pt x="6468" y="1914"/>
                  <a:pt x="6438" y="1839"/>
                </a:cubicBezTo>
                <a:cubicBezTo>
                  <a:pt x="6423" y="1824"/>
                  <a:pt x="6408" y="1795"/>
                  <a:pt x="6393" y="1765"/>
                </a:cubicBezTo>
                <a:cubicBezTo>
                  <a:pt x="6363" y="1750"/>
                  <a:pt x="6333" y="1720"/>
                  <a:pt x="6318" y="1705"/>
                </a:cubicBezTo>
                <a:cubicBezTo>
                  <a:pt x="6273" y="1675"/>
                  <a:pt x="6229" y="1660"/>
                  <a:pt x="6184" y="1660"/>
                </a:cubicBezTo>
                <a:close/>
                <a:moveTo>
                  <a:pt x="5123" y="1626"/>
                </a:moveTo>
                <a:cubicBezTo>
                  <a:pt x="5064" y="1626"/>
                  <a:pt x="4998" y="1647"/>
                  <a:pt x="4929" y="1690"/>
                </a:cubicBezTo>
                <a:lnTo>
                  <a:pt x="4854" y="1690"/>
                </a:lnTo>
                <a:cubicBezTo>
                  <a:pt x="4765" y="1705"/>
                  <a:pt x="4720" y="1750"/>
                  <a:pt x="4705" y="1824"/>
                </a:cubicBezTo>
                <a:cubicBezTo>
                  <a:pt x="4690" y="1869"/>
                  <a:pt x="4690" y="1899"/>
                  <a:pt x="4690" y="1929"/>
                </a:cubicBezTo>
                <a:cubicBezTo>
                  <a:pt x="4690" y="2093"/>
                  <a:pt x="4765" y="2198"/>
                  <a:pt x="4914" y="2272"/>
                </a:cubicBezTo>
                <a:cubicBezTo>
                  <a:pt x="4929" y="2280"/>
                  <a:pt x="4944" y="2284"/>
                  <a:pt x="4959" y="2284"/>
                </a:cubicBezTo>
                <a:cubicBezTo>
                  <a:pt x="4974" y="2284"/>
                  <a:pt x="4989" y="2280"/>
                  <a:pt x="5004" y="2272"/>
                </a:cubicBezTo>
                <a:cubicBezTo>
                  <a:pt x="5049" y="2272"/>
                  <a:pt x="5079" y="2228"/>
                  <a:pt x="5123" y="2213"/>
                </a:cubicBezTo>
                <a:cubicBezTo>
                  <a:pt x="5138" y="2198"/>
                  <a:pt x="5153" y="2198"/>
                  <a:pt x="5168" y="2198"/>
                </a:cubicBezTo>
                <a:cubicBezTo>
                  <a:pt x="5198" y="2183"/>
                  <a:pt x="5228" y="2183"/>
                  <a:pt x="5243" y="2153"/>
                </a:cubicBezTo>
                <a:cubicBezTo>
                  <a:pt x="5258" y="2123"/>
                  <a:pt x="5288" y="2108"/>
                  <a:pt x="5303" y="2093"/>
                </a:cubicBezTo>
                <a:cubicBezTo>
                  <a:pt x="5347" y="2063"/>
                  <a:pt x="5377" y="2034"/>
                  <a:pt x="5392" y="1974"/>
                </a:cubicBezTo>
                <a:cubicBezTo>
                  <a:pt x="5371" y="1751"/>
                  <a:pt x="5267" y="1626"/>
                  <a:pt x="5123" y="1626"/>
                </a:cubicBezTo>
                <a:close/>
                <a:moveTo>
                  <a:pt x="2614" y="1720"/>
                </a:moveTo>
                <a:cubicBezTo>
                  <a:pt x="2450" y="1735"/>
                  <a:pt x="2420" y="1899"/>
                  <a:pt x="2420" y="2048"/>
                </a:cubicBezTo>
                <a:cubicBezTo>
                  <a:pt x="2435" y="2093"/>
                  <a:pt x="2435" y="2123"/>
                  <a:pt x="2450" y="2153"/>
                </a:cubicBezTo>
                <a:cubicBezTo>
                  <a:pt x="2510" y="2183"/>
                  <a:pt x="2569" y="2228"/>
                  <a:pt x="2629" y="2258"/>
                </a:cubicBezTo>
                <a:cubicBezTo>
                  <a:pt x="2659" y="2272"/>
                  <a:pt x="2704" y="2287"/>
                  <a:pt x="2734" y="2287"/>
                </a:cubicBezTo>
                <a:cubicBezTo>
                  <a:pt x="2853" y="2287"/>
                  <a:pt x="2928" y="2198"/>
                  <a:pt x="2988" y="2093"/>
                </a:cubicBezTo>
                <a:cubicBezTo>
                  <a:pt x="3017" y="2019"/>
                  <a:pt x="3002" y="1959"/>
                  <a:pt x="2958" y="1884"/>
                </a:cubicBezTo>
                <a:cubicBezTo>
                  <a:pt x="2838" y="1824"/>
                  <a:pt x="2734" y="1720"/>
                  <a:pt x="2614" y="1720"/>
                </a:cubicBezTo>
                <a:close/>
                <a:moveTo>
                  <a:pt x="6647" y="2422"/>
                </a:moveTo>
                <a:cubicBezTo>
                  <a:pt x="6617" y="2437"/>
                  <a:pt x="6602" y="2437"/>
                  <a:pt x="6572" y="2452"/>
                </a:cubicBezTo>
                <a:cubicBezTo>
                  <a:pt x="6572" y="2541"/>
                  <a:pt x="6557" y="2646"/>
                  <a:pt x="6587" y="2735"/>
                </a:cubicBezTo>
                <a:cubicBezTo>
                  <a:pt x="6602" y="2795"/>
                  <a:pt x="6692" y="2840"/>
                  <a:pt x="6751" y="2885"/>
                </a:cubicBezTo>
                <a:cubicBezTo>
                  <a:pt x="6751" y="2825"/>
                  <a:pt x="6781" y="2750"/>
                  <a:pt x="6766" y="2706"/>
                </a:cubicBezTo>
                <a:cubicBezTo>
                  <a:pt x="6736" y="2601"/>
                  <a:pt x="6677" y="2511"/>
                  <a:pt x="6647" y="2422"/>
                </a:cubicBezTo>
                <a:close/>
                <a:moveTo>
                  <a:pt x="2140" y="2339"/>
                </a:moveTo>
                <a:cubicBezTo>
                  <a:pt x="1988" y="2339"/>
                  <a:pt x="1938" y="2470"/>
                  <a:pt x="1912" y="2601"/>
                </a:cubicBezTo>
                <a:cubicBezTo>
                  <a:pt x="1897" y="2676"/>
                  <a:pt x="1927" y="2810"/>
                  <a:pt x="1972" y="2840"/>
                </a:cubicBezTo>
                <a:cubicBezTo>
                  <a:pt x="2020" y="2872"/>
                  <a:pt x="2069" y="2887"/>
                  <a:pt x="2118" y="2887"/>
                </a:cubicBezTo>
                <a:cubicBezTo>
                  <a:pt x="2207" y="2887"/>
                  <a:pt x="2293" y="2837"/>
                  <a:pt x="2360" y="2750"/>
                </a:cubicBezTo>
                <a:cubicBezTo>
                  <a:pt x="2390" y="2706"/>
                  <a:pt x="2375" y="2646"/>
                  <a:pt x="2375" y="2586"/>
                </a:cubicBezTo>
                <a:cubicBezTo>
                  <a:pt x="2315" y="2497"/>
                  <a:pt x="2271" y="2422"/>
                  <a:pt x="2211" y="2347"/>
                </a:cubicBezTo>
                <a:cubicBezTo>
                  <a:pt x="2185" y="2342"/>
                  <a:pt x="2162" y="2339"/>
                  <a:pt x="2140" y="2339"/>
                </a:cubicBezTo>
                <a:close/>
                <a:moveTo>
                  <a:pt x="5646" y="2243"/>
                </a:moveTo>
                <a:cubicBezTo>
                  <a:pt x="5616" y="2243"/>
                  <a:pt x="5586" y="2243"/>
                  <a:pt x="5556" y="2258"/>
                </a:cubicBezTo>
                <a:cubicBezTo>
                  <a:pt x="5512" y="2272"/>
                  <a:pt x="5467" y="2287"/>
                  <a:pt x="5437" y="2317"/>
                </a:cubicBezTo>
                <a:cubicBezTo>
                  <a:pt x="5392" y="2377"/>
                  <a:pt x="5332" y="2422"/>
                  <a:pt x="5362" y="2497"/>
                </a:cubicBezTo>
                <a:cubicBezTo>
                  <a:pt x="5377" y="2556"/>
                  <a:pt x="5377" y="2601"/>
                  <a:pt x="5377" y="2661"/>
                </a:cubicBezTo>
                <a:cubicBezTo>
                  <a:pt x="5391" y="2816"/>
                  <a:pt x="5485" y="2931"/>
                  <a:pt x="5634" y="2931"/>
                </a:cubicBezTo>
                <a:cubicBezTo>
                  <a:pt x="5643" y="2931"/>
                  <a:pt x="5652" y="2931"/>
                  <a:pt x="5661" y="2930"/>
                </a:cubicBezTo>
                <a:cubicBezTo>
                  <a:pt x="5840" y="2915"/>
                  <a:pt x="5945" y="2795"/>
                  <a:pt x="5930" y="2601"/>
                </a:cubicBezTo>
                <a:cubicBezTo>
                  <a:pt x="5915" y="2541"/>
                  <a:pt x="5900" y="2482"/>
                  <a:pt x="5900" y="2422"/>
                </a:cubicBezTo>
                <a:cubicBezTo>
                  <a:pt x="5915" y="2362"/>
                  <a:pt x="5870" y="2332"/>
                  <a:pt x="5825" y="2302"/>
                </a:cubicBezTo>
                <a:cubicBezTo>
                  <a:pt x="5795" y="2272"/>
                  <a:pt x="5751" y="2258"/>
                  <a:pt x="5721" y="2258"/>
                </a:cubicBezTo>
                <a:cubicBezTo>
                  <a:pt x="5691" y="2243"/>
                  <a:pt x="5676" y="2243"/>
                  <a:pt x="5646" y="2243"/>
                </a:cubicBezTo>
                <a:close/>
                <a:moveTo>
                  <a:pt x="3383" y="2265"/>
                </a:moveTo>
                <a:cubicBezTo>
                  <a:pt x="3361" y="2265"/>
                  <a:pt x="3339" y="2272"/>
                  <a:pt x="3316" y="2287"/>
                </a:cubicBezTo>
                <a:cubicBezTo>
                  <a:pt x="3212" y="2347"/>
                  <a:pt x="3092" y="2422"/>
                  <a:pt x="2988" y="2482"/>
                </a:cubicBezTo>
                <a:cubicBezTo>
                  <a:pt x="2943" y="2541"/>
                  <a:pt x="2943" y="2601"/>
                  <a:pt x="3002" y="2646"/>
                </a:cubicBezTo>
                <a:cubicBezTo>
                  <a:pt x="3017" y="2706"/>
                  <a:pt x="3017" y="2750"/>
                  <a:pt x="3032" y="2810"/>
                </a:cubicBezTo>
                <a:cubicBezTo>
                  <a:pt x="3092" y="2855"/>
                  <a:pt x="3167" y="2900"/>
                  <a:pt x="3226" y="2945"/>
                </a:cubicBezTo>
                <a:cubicBezTo>
                  <a:pt x="3271" y="2945"/>
                  <a:pt x="3316" y="2930"/>
                  <a:pt x="3361" y="2930"/>
                </a:cubicBezTo>
                <a:cubicBezTo>
                  <a:pt x="3376" y="2915"/>
                  <a:pt x="3391" y="2900"/>
                  <a:pt x="3406" y="2900"/>
                </a:cubicBezTo>
                <a:cubicBezTo>
                  <a:pt x="3436" y="2870"/>
                  <a:pt x="3465" y="2840"/>
                  <a:pt x="3495" y="2810"/>
                </a:cubicBezTo>
                <a:cubicBezTo>
                  <a:pt x="3510" y="2780"/>
                  <a:pt x="3525" y="2735"/>
                  <a:pt x="3555" y="2706"/>
                </a:cubicBezTo>
                <a:cubicBezTo>
                  <a:pt x="3510" y="2571"/>
                  <a:pt x="3480" y="2422"/>
                  <a:pt x="3451" y="2287"/>
                </a:cubicBezTo>
                <a:cubicBezTo>
                  <a:pt x="3428" y="2272"/>
                  <a:pt x="3406" y="2265"/>
                  <a:pt x="3383" y="2265"/>
                </a:cubicBezTo>
                <a:close/>
                <a:moveTo>
                  <a:pt x="4433" y="2222"/>
                </a:moveTo>
                <a:cubicBezTo>
                  <a:pt x="4389" y="2222"/>
                  <a:pt x="4346" y="2236"/>
                  <a:pt x="4302" y="2258"/>
                </a:cubicBezTo>
                <a:cubicBezTo>
                  <a:pt x="4272" y="2272"/>
                  <a:pt x="4242" y="2287"/>
                  <a:pt x="4227" y="2302"/>
                </a:cubicBezTo>
                <a:cubicBezTo>
                  <a:pt x="4212" y="2317"/>
                  <a:pt x="4197" y="2332"/>
                  <a:pt x="4182" y="2347"/>
                </a:cubicBezTo>
                <a:cubicBezTo>
                  <a:pt x="4153" y="2407"/>
                  <a:pt x="4138" y="2467"/>
                  <a:pt x="4153" y="2526"/>
                </a:cubicBezTo>
                <a:cubicBezTo>
                  <a:pt x="4153" y="2556"/>
                  <a:pt x="4153" y="2586"/>
                  <a:pt x="4167" y="2601"/>
                </a:cubicBezTo>
                <a:cubicBezTo>
                  <a:pt x="4167" y="2795"/>
                  <a:pt x="4242" y="2915"/>
                  <a:pt x="4421" y="2974"/>
                </a:cubicBezTo>
                <a:cubicBezTo>
                  <a:pt x="4511" y="2915"/>
                  <a:pt x="4586" y="2855"/>
                  <a:pt x="4675" y="2795"/>
                </a:cubicBezTo>
                <a:cubicBezTo>
                  <a:pt x="4840" y="2676"/>
                  <a:pt x="4750" y="2526"/>
                  <a:pt x="4705" y="2377"/>
                </a:cubicBezTo>
                <a:cubicBezTo>
                  <a:pt x="4660" y="2302"/>
                  <a:pt x="4571" y="2258"/>
                  <a:pt x="4481" y="2228"/>
                </a:cubicBezTo>
                <a:cubicBezTo>
                  <a:pt x="4465" y="2224"/>
                  <a:pt x="4449" y="2222"/>
                  <a:pt x="4433" y="2222"/>
                </a:cubicBezTo>
                <a:close/>
                <a:moveTo>
                  <a:pt x="1728" y="3148"/>
                </a:moveTo>
                <a:cubicBezTo>
                  <a:pt x="1722" y="3148"/>
                  <a:pt x="1718" y="3149"/>
                  <a:pt x="1718" y="3154"/>
                </a:cubicBezTo>
                <a:cubicBezTo>
                  <a:pt x="1688" y="3228"/>
                  <a:pt x="1673" y="3303"/>
                  <a:pt x="1643" y="3378"/>
                </a:cubicBezTo>
                <a:cubicBezTo>
                  <a:pt x="1673" y="3378"/>
                  <a:pt x="1703" y="3393"/>
                  <a:pt x="1733" y="3393"/>
                </a:cubicBezTo>
                <a:cubicBezTo>
                  <a:pt x="1748" y="3318"/>
                  <a:pt x="1763" y="3243"/>
                  <a:pt x="1778" y="3169"/>
                </a:cubicBezTo>
                <a:cubicBezTo>
                  <a:pt x="1767" y="3158"/>
                  <a:pt x="1742" y="3148"/>
                  <a:pt x="1728" y="3148"/>
                </a:cubicBezTo>
                <a:close/>
                <a:moveTo>
                  <a:pt x="2719" y="2900"/>
                </a:moveTo>
                <a:cubicBezTo>
                  <a:pt x="2644" y="2915"/>
                  <a:pt x="2584" y="2915"/>
                  <a:pt x="2554" y="3004"/>
                </a:cubicBezTo>
                <a:cubicBezTo>
                  <a:pt x="2525" y="3109"/>
                  <a:pt x="2480" y="3213"/>
                  <a:pt x="2450" y="3318"/>
                </a:cubicBezTo>
                <a:cubicBezTo>
                  <a:pt x="2544" y="3434"/>
                  <a:pt x="2621" y="3494"/>
                  <a:pt x="2702" y="3494"/>
                </a:cubicBezTo>
                <a:cubicBezTo>
                  <a:pt x="2788" y="3494"/>
                  <a:pt x="2879" y="3427"/>
                  <a:pt x="3002" y="3288"/>
                </a:cubicBezTo>
                <a:cubicBezTo>
                  <a:pt x="3062" y="3213"/>
                  <a:pt x="3047" y="3139"/>
                  <a:pt x="2988" y="3064"/>
                </a:cubicBezTo>
                <a:cubicBezTo>
                  <a:pt x="2913" y="2974"/>
                  <a:pt x="2838" y="2915"/>
                  <a:pt x="2719" y="2900"/>
                </a:cubicBezTo>
                <a:close/>
                <a:moveTo>
                  <a:pt x="6244" y="2974"/>
                </a:moveTo>
                <a:cubicBezTo>
                  <a:pt x="6079" y="2974"/>
                  <a:pt x="5975" y="3079"/>
                  <a:pt x="5990" y="3258"/>
                </a:cubicBezTo>
                <a:cubicBezTo>
                  <a:pt x="5975" y="3437"/>
                  <a:pt x="6094" y="3512"/>
                  <a:pt x="6244" y="3512"/>
                </a:cubicBezTo>
                <a:cubicBezTo>
                  <a:pt x="6393" y="3512"/>
                  <a:pt x="6512" y="3408"/>
                  <a:pt x="6497" y="3228"/>
                </a:cubicBezTo>
                <a:cubicBezTo>
                  <a:pt x="6497" y="3079"/>
                  <a:pt x="6393" y="2974"/>
                  <a:pt x="6244" y="2974"/>
                </a:cubicBezTo>
                <a:close/>
                <a:moveTo>
                  <a:pt x="3816" y="2977"/>
                </a:moveTo>
                <a:cubicBezTo>
                  <a:pt x="3775" y="2977"/>
                  <a:pt x="3733" y="2982"/>
                  <a:pt x="3690" y="2989"/>
                </a:cubicBezTo>
                <a:cubicBezTo>
                  <a:pt x="3645" y="3004"/>
                  <a:pt x="3615" y="3019"/>
                  <a:pt x="3630" y="3079"/>
                </a:cubicBezTo>
                <a:cubicBezTo>
                  <a:pt x="3585" y="3243"/>
                  <a:pt x="3540" y="3393"/>
                  <a:pt x="3734" y="3497"/>
                </a:cubicBezTo>
                <a:cubicBezTo>
                  <a:pt x="3776" y="3518"/>
                  <a:pt x="3816" y="3527"/>
                  <a:pt x="3853" y="3527"/>
                </a:cubicBezTo>
                <a:cubicBezTo>
                  <a:pt x="3946" y="3527"/>
                  <a:pt x="4020" y="3468"/>
                  <a:pt x="4063" y="3393"/>
                </a:cubicBezTo>
                <a:cubicBezTo>
                  <a:pt x="4108" y="3318"/>
                  <a:pt x="4093" y="3213"/>
                  <a:pt x="4108" y="3124"/>
                </a:cubicBezTo>
                <a:cubicBezTo>
                  <a:pt x="4031" y="3014"/>
                  <a:pt x="3929" y="2977"/>
                  <a:pt x="3816" y="2977"/>
                </a:cubicBezTo>
                <a:close/>
                <a:moveTo>
                  <a:pt x="5079" y="2988"/>
                </a:moveTo>
                <a:cubicBezTo>
                  <a:pt x="4899" y="2988"/>
                  <a:pt x="4764" y="3118"/>
                  <a:pt x="4750" y="3288"/>
                </a:cubicBezTo>
                <a:cubicBezTo>
                  <a:pt x="4750" y="3437"/>
                  <a:pt x="4840" y="3527"/>
                  <a:pt x="4989" y="3542"/>
                </a:cubicBezTo>
                <a:cubicBezTo>
                  <a:pt x="5003" y="3545"/>
                  <a:pt x="5018" y="3546"/>
                  <a:pt x="5032" y="3546"/>
                </a:cubicBezTo>
                <a:cubicBezTo>
                  <a:pt x="5183" y="3546"/>
                  <a:pt x="5334" y="3408"/>
                  <a:pt x="5347" y="3258"/>
                </a:cubicBezTo>
                <a:cubicBezTo>
                  <a:pt x="5347" y="3094"/>
                  <a:pt x="5258" y="3004"/>
                  <a:pt x="5108" y="2989"/>
                </a:cubicBezTo>
                <a:cubicBezTo>
                  <a:pt x="5099" y="2989"/>
                  <a:pt x="5089" y="2988"/>
                  <a:pt x="5079" y="2988"/>
                </a:cubicBezTo>
                <a:close/>
                <a:moveTo>
                  <a:pt x="3316" y="3527"/>
                </a:moveTo>
                <a:cubicBezTo>
                  <a:pt x="3152" y="3527"/>
                  <a:pt x="3032" y="3617"/>
                  <a:pt x="3047" y="3856"/>
                </a:cubicBezTo>
                <a:cubicBezTo>
                  <a:pt x="3047" y="3954"/>
                  <a:pt x="3114" y="4066"/>
                  <a:pt x="3259" y="4066"/>
                </a:cubicBezTo>
                <a:cubicBezTo>
                  <a:pt x="3268" y="4066"/>
                  <a:pt x="3277" y="4066"/>
                  <a:pt x="3286" y="4065"/>
                </a:cubicBezTo>
                <a:cubicBezTo>
                  <a:pt x="3451" y="4065"/>
                  <a:pt x="3555" y="3975"/>
                  <a:pt x="3555" y="3796"/>
                </a:cubicBezTo>
                <a:cubicBezTo>
                  <a:pt x="3570" y="3632"/>
                  <a:pt x="3465" y="3527"/>
                  <a:pt x="3316" y="3527"/>
                </a:cubicBezTo>
                <a:close/>
                <a:moveTo>
                  <a:pt x="6820" y="3556"/>
                </a:moveTo>
                <a:cubicBezTo>
                  <a:pt x="6816" y="3556"/>
                  <a:pt x="6814" y="3556"/>
                  <a:pt x="6811" y="3557"/>
                </a:cubicBezTo>
                <a:cubicBezTo>
                  <a:pt x="6707" y="3602"/>
                  <a:pt x="6572" y="3721"/>
                  <a:pt x="6557" y="3826"/>
                </a:cubicBezTo>
                <a:cubicBezTo>
                  <a:pt x="6531" y="3944"/>
                  <a:pt x="6608" y="4073"/>
                  <a:pt x="6738" y="4073"/>
                </a:cubicBezTo>
                <a:cubicBezTo>
                  <a:pt x="6756" y="4073"/>
                  <a:pt x="6776" y="4070"/>
                  <a:pt x="6796" y="4065"/>
                </a:cubicBezTo>
                <a:cubicBezTo>
                  <a:pt x="6901" y="4050"/>
                  <a:pt x="6975" y="3915"/>
                  <a:pt x="7110" y="3766"/>
                </a:cubicBezTo>
                <a:cubicBezTo>
                  <a:pt x="6983" y="3668"/>
                  <a:pt x="6870" y="3556"/>
                  <a:pt x="6820" y="3556"/>
                </a:cubicBezTo>
                <a:close/>
                <a:moveTo>
                  <a:pt x="2121" y="3542"/>
                </a:moveTo>
                <a:cubicBezTo>
                  <a:pt x="1957" y="3557"/>
                  <a:pt x="1852" y="3662"/>
                  <a:pt x="1852" y="3811"/>
                </a:cubicBezTo>
                <a:cubicBezTo>
                  <a:pt x="1852" y="3960"/>
                  <a:pt x="1942" y="4080"/>
                  <a:pt x="2106" y="4080"/>
                </a:cubicBezTo>
                <a:cubicBezTo>
                  <a:pt x="2286" y="4080"/>
                  <a:pt x="2390" y="3960"/>
                  <a:pt x="2390" y="3811"/>
                </a:cubicBezTo>
                <a:cubicBezTo>
                  <a:pt x="2390" y="3662"/>
                  <a:pt x="2300" y="3542"/>
                  <a:pt x="2121" y="3542"/>
                </a:cubicBezTo>
                <a:close/>
                <a:moveTo>
                  <a:pt x="5694" y="3585"/>
                </a:moveTo>
                <a:cubicBezTo>
                  <a:pt x="5683" y="3585"/>
                  <a:pt x="5672" y="3586"/>
                  <a:pt x="5661" y="3587"/>
                </a:cubicBezTo>
                <a:cubicBezTo>
                  <a:pt x="5482" y="3587"/>
                  <a:pt x="5392" y="3676"/>
                  <a:pt x="5407" y="3856"/>
                </a:cubicBezTo>
                <a:cubicBezTo>
                  <a:pt x="5407" y="4020"/>
                  <a:pt x="5497" y="4095"/>
                  <a:pt x="5661" y="4095"/>
                </a:cubicBezTo>
                <a:cubicBezTo>
                  <a:pt x="5825" y="4095"/>
                  <a:pt x="5915" y="4005"/>
                  <a:pt x="5930" y="3856"/>
                </a:cubicBezTo>
                <a:cubicBezTo>
                  <a:pt x="5930" y="3688"/>
                  <a:pt x="5851" y="3585"/>
                  <a:pt x="5694" y="3585"/>
                </a:cubicBezTo>
                <a:close/>
                <a:moveTo>
                  <a:pt x="4453" y="3615"/>
                </a:moveTo>
                <a:cubicBezTo>
                  <a:pt x="4443" y="3615"/>
                  <a:pt x="4432" y="3616"/>
                  <a:pt x="4421" y="3617"/>
                </a:cubicBezTo>
                <a:cubicBezTo>
                  <a:pt x="4242" y="3617"/>
                  <a:pt x="4153" y="3721"/>
                  <a:pt x="4153" y="3871"/>
                </a:cubicBezTo>
                <a:cubicBezTo>
                  <a:pt x="4153" y="4011"/>
                  <a:pt x="4232" y="4126"/>
                  <a:pt x="4442" y="4126"/>
                </a:cubicBezTo>
                <a:cubicBezTo>
                  <a:pt x="4454" y="4126"/>
                  <a:pt x="4468" y="4125"/>
                  <a:pt x="4481" y="4125"/>
                </a:cubicBezTo>
                <a:cubicBezTo>
                  <a:pt x="4601" y="4125"/>
                  <a:pt x="4690" y="4020"/>
                  <a:pt x="4690" y="3871"/>
                </a:cubicBezTo>
                <a:cubicBezTo>
                  <a:pt x="4690" y="3730"/>
                  <a:pt x="4624" y="3615"/>
                  <a:pt x="4453" y="3615"/>
                </a:cubicBezTo>
                <a:close/>
                <a:moveTo>
                  <a:pt x="1643" y="4184"/>
                </a:moveTo>
                <a:cubicBezTo>
                  <a:pt x="1598" y="4244"/>
                  <a:pt x="1569" y="4304"/>
                  <a:pt x="1509" y="4378"/>
                </a:cubicBezTo>
                <a:cubicBezTo>
                  <a:pt x="1569" y="4468"/>
                  <a:pt x="1613" y="4543"/>
                  <a:pt x="1643" y="4617"/>
                </a:cubicBezTo>
                <a:cubicBezTo>
                  <a:pt x="1703" y="4558"/>
                  <a:pt x="1793" y="4483"/>
                  <a:pt x="1778" y="4408"/>
                </a:cubicBezTo>
                <a:cubicBezTo>
                  <a:pt x="1778" y="4334"/>
                  <a:pt x="1688" y="4259"/>
                  <a:pt x="1643" y="4184"/>
                </a:cubicBezTo>
                <a:close/>
                <a:moveTo>
                  <a:pt x="2793" y="4125"/>
                </a:moveTo>
                <a:cubicBezTo>
                  <a:pt x="2539" y="4139"/>
                  <a:pt x="2435" y="4244"/>
                  <a:pt x="2435" y="4408"/>
                </a:cubicBezTo>
                <a:cubicBezTo>
                  <a:pt x="2435" y="4558"/>
                  <a:pt x="2525" y="4647"/>
                  <a:pt x="2704" y="4647"/>
                </a:cubicBezTo>
                <a:cubicBezTo>
                  <a:pt x="2883" y="4647"/>
                  <a:pt x="2988" y="4528"/>
                  <a:pt x="2973" y="4393"/>
                </a:cubicBezTo>
                <a:cubicBezTo>
                  <a:pt x="2958" y="4289"/>
                  <a:pt x="2838" y="4184"/>
                  <a:pt x="2793" y="4125"/>
                </a:cubicBezTo>
                <a:close/>
                <a:moveTo>
                  <a:pt x="6215" y="4153"/>
                </a:moveTo>
                <a:cubicBezTo>
                  <a:pt x="6091" y="4153"/>
                  <a:pt x="5976" y="4242"/>
                  <a:pt x="5990" y="4408"/>
                </a:cubicBezTo>
                <a:cubicBezTo>
                  <a:pt x="5990" y="4573"/>
                  <a:pt x="6064" y="4677"/>
                  <a:pt x="6229" y="4677"/>
                </a:cubicBezTo>
                <a:cubicBezTo>
                  <a:pt x="6393" y="4677"/>
                  <a:pt x="6482" y="4573"/>
                  <a:pt x="6512" y="4334"/>
                </a:cubicBezTo>
                <a:cubicBezTo>
                  <a:pt x="6438" y="4289"/>
                  <a:pt x="6348" y="4154"/>
                  <a:pt x="6244" y="4154"/>
                </a:cubicBezTo>
                <a:cubicBezTo>
                  <a:pt x="6234" y="4153"/>
                  <a:pt x="6224" y="4153"/>
                  <a:pt x="6215" y="4153"/>
                </a:cubicBezTo>
                <a:close/>
                <a:moveTo>
                  <a:pt x="7239" y="4317"/>
                </a:moveTo>
                <a:cubicBezTo>
                  <a:pt x="7214" y="4317"/>
                  <a:pt x="7140" y="4381"/>
                  <a:pt x="7140" y="4408"/>
                </a:cubicBezTo>
                <a:cubicBezTo>
                  <a:pt x="7140" y="4573"/>
                  <a:pt x="7229" y="4662"/>
                  <a:pt x="7379" y="4677"/>
                </a:cubicBezTo>
                <a:cubicBezTo>
                  <a:pt x="7438" y="4677"/>
                  <a:pt x="7513" y="4617"/>
                  <a:pt x="7662" y="4558"/>
                </a:cubicBezTo>
                <a:cubicBezTo>
                  <a:pt x="7483" y="4453"/>
                  <a:pt x="7364" y="4378"/>
                  <a:pt x="7244" y="4319"/>
                </a:cubicBezTo>
                <a:cubicBezTo>
                  <a:pt x="7243" y="4317"/>
                  <a:pt x="7241" y="4317"/>
                  <a:pt x="7239" y="4317"/>
                </a:cubicBezTo>
                <a:close/>
                <a:moveTo>
                  <a:pt x="3899" y="4168"/>
                </a:moveTo>
                <a:cubicBezTo>
                  <a:pt x="3889" y="4168"/>
                  <a:pt x="3879" y="4168"/>
                  <a:pt x="3869" y="4169"/>
                </a:cubicBezTo>
                <a:cubicBezTo>
                  <a:pt x="3690" y="4169"/>
                  <a:pt x="3600" y="4289"/>
                  <a:pt x="3600" y="4438"/>
                </a:cubicBezTo>
                <a:cubicBezTo>
                  <a:pt x="3600" y="4588"/>
                  <a:pt x="3690" y="4692"/>
                  <a:pt x="3869" y="4692"/>
                </a:cubicBezTo>
                <a:cubicBezTo>
                  <a:pt x="4048" y="4677"/>
                  <a:pt x="4153" y="4573"/>
                  <a:pt x="4138" y="4408"/>
                </a:cubicBezTo>
                <a:cubicBezTo>
                  <a:pt x="4138" y="4282"/>
                  <a:pt x="4058" y="4168"/>
                  <a:pt x="3899" y="4168"/>
                </a:cubicBezTo>
                <a:close/>
                <a:moveTo>
                  <a:pt x="5079" y="4169"/>
                </a:moveTo>
                <a:cubicBezTo>
                  <a:pt x="4869" y="4169"/>
                  <a:pt x="4750" y="4289"/>
                  <a:pt x="4750" y="4483"/>
                </a:cubicBezTo>
                <a:cubicBezTo>
                  <a:pt x="4765" y="4632"/>
                  <a:pt x="4854" y="4707"/>
                  <a:pt x="4959" y="4722"/>
                </a:cubicBezTo>
                <a:cubicBezTo>
                  <a:pt x="5183" y="4722"/>
                  <a:pt x="5347" y="4588"/>
                  <a:pt x="5332" y="4423"/>
                </a:cubicBezTo>
                <a:cubicBezTo>
                  <a:pt x="5332" y="4274"/>
                  <a:pt x="5228" y="4169"/>
                  <a:pt x="5079" y="4169"/>
                </a:cubicBezTo>
                <a:close/>
                <a:moveTo>
                  <a:pt x="2067" y="4732"/>
                </a:moveTo>
                <a:cubicBezTo>
                  <a:pt x="1934" y="4732"/>
                  <a:pt x="1852" y="4832"/>
                  <a:pt x="1852" y="4991"/>
                </a:cubicBezTo>
                <a:cubicBezTo>
                  <a:pt x="1837" y="5155"/>
                  <a:pt x="1927" y="5260"/>
                  <a:pt x="2091" y="5260"/>
                </a:cubicBezTo>
                <a:cubicBezTo>
                  <a:pt x="2101" y="5260"/>
                  <a:pt x="2110" y="5261"/>
                  <a:pt x="2118" y="5261"/>
                </a:cubicBezTo>
                <a:cubicBezTo>
                  <a:pt x="2266" y="5261"/>
                  <a:pt x="2348" y="5143"/>
                  <a:pt x="2390" y="4931"/>
                </a:cubicBezTo>
                <a:cubicBezTo>
                  <a:pt x="2315" y="4871"/>
                  <a:pt x="2226" y="4752"/>
                  <a:pt x="2121" y="4737"/>
                </a:cubicBezTo>
                <a:cubicBezTo>
                  <a:pt x="2103" y="4733"/>
                  <a:pt x="2085" y="4732"/>
                  <a:pt x="2067" y="4732"/>
                </a:cubicBezTo>
                <a:close/>
                <a:moveTo>
                  <a:pt x="6826" y="4722"/>
                </a:moveTo>
                <a:cubicBezTo>
                  <a:pt x="6662" y="4722"/>
                  <a:pt x="6557" y="4827"/>
                  <a:pt x="6572" y="5021"/>
                </a:cubicBezTo>
                <a:cubicBezTo>
                  <a:pt x="6572" y="5161"/>
                  <a:pt x="6638" y="5261"/>
                  <a:pt x="6781" y="5261"/>
                </a:cubicBezTo>
                <a:cubicBezTo>
                  <a:pt x="6790" y="5261"/>
                  <a:pt x="6801" y="5261"/>
                  <a:pt x="6811" y="5260"/>
                </a:cubicBezTo>
                <a:cubicBezTo>
                  <a:pt x="6975" y="5260"/>
                  <a:pt x="7080" y="5155"/>
                  <a:pt x="7080" y="4991"/>
                </a:cubicBezTo>
                <a:cubicBezTo>
                  <a:pt x="7095" y="4827"/>
                  <a:pt x="6990" y="4737"/>
                  <a:pt x="6826" y="4722"/>
                </a:cubicBezTo>
                <a:close/>
                <a:moveTo>
                  <a:pt x="4406" y="4747"/>
                </a:moveTo>
                <a:cubicBezTo>
                  <a:pt x="4281" y="4747"/>
                  <a:pt x="4196" y="4857"/>
                  <a:pt x="4182" y="4991"/>
                </a:cubicBezTo>
                <a:cubicBezTo>
                  <a:pt x="4182" y="5155"/>
                  <a:pt x="4257" y="5275"/>
                  <a:pt x="4436" y="5275"/>
                </a:cubicBezTo>
                <a:cubicBezTo>
                  <a:pt x="4630" y="5275"/>
                  <a:pt x="4735" y="5140"/>
                  <a:pt x="4720" y="5006"/>
                </a:cubicBezTo>
                <a:cubicBezTo>
                  <a:pt x="4705" y="4901"/>
                  <a:pt x="4571" y="4782"/>
                  <a:pt x="4451" y="4752"/>
                </a:cubicBezTo>
                <a:cubicBezTo>
                  <a:pt x="4436" y="4749"/>
                  <a:pt x="4421" y="4747"/>
                  <a:pt x="4406" y="4747"/>
                </a:cubicBezTo>
                <a:close/>
                <a:moveTo>
                  <a:pt x="5588" y="4744"/>
                </a:moveTo>
                <a:cubicBezTo>
                  <a:pt x="5454" y="4744"/>
                  <a:pt x="5364" y="4875"/>
                  <a:pt x="5377" y="5006"/>
                </a:cubicBezTo>
                <a:cubicBezTo>
                  <a:pt x="5392" y="5125"/>
                  <a:pt x="5512" y="5215"/>
                  <a:pt x="5571" y="5275"/>
                </a:cubicBezTo>
                <a:cubicBezTo>
                  <a:pt x="5810" y="5260"/>
                  <a:pt x="5930" y="5140"/>
                  <a:pt x="5915" y="4991"/>
                </a:cubicBezTo>
                <a:cubicBezTo>
                  <a:pt x="5885" y="4901"/>
                  <a:pt x="5751" y="4782"/>
                  <a:pt x="5646" y="4752"/>
                </a:cubicBezTo>
                <a:cubicBezTo>
                  <a:pt x="5626" y="4746"/>
                  <a:pt x="5606" y="4744"/>
                  <a:pt x="5588" y="4744"/>
                </a:cubicBezTo>
                <a:close/>
                <a:moveTo>
                  <a:pt x="7872" y="4812"/>
                </a:moveTo>
                <a:cubicBezTo>
                  <a:pt x="7827" y="4871"/>
                  <a:pt x="7737" y="4946"/>
                  <a:pt x="7737" y="5006"/>
                </a:cubicBezTo>
                <a:cubicBezTo>
                  <a:pt x="7737" y="5170"/>
                  <a:pt x="7827" y="5275"/>
                  <a:pt x="8051" y="5275"/>
                </a:cubicBezTo>
                <a:cubicBezTo>
                  <a:pt x="8081" y="5245"/>
                  <a:pt x="8185" y="5140"/>
                  <a:pt x="8185" y="5125"/>
                </a:cubicBezTo>
                <a:cubicBezTo>
                  <a:pt x="8096" y="5021"/>
                  <a:pt x="7976" y="4916"/>
                  <a:pt x="7872" y="4812"/>
                </a:cubicBezTo>
                <a:close/>
                <a:moveTo>
                  <a:pt x="3314" y="4750"/>
                </a:moveTo>
                <a:cubicBezTo>
                  <a:pt x="3305" y="4750"/>
                  <a:pt x="3295" y="4751"/>
                  <a:pt x="3286" y="4752"/>
                </a:cubicBezTo>
                <a:cubicBezTo>
                  <a:pt x="3182" y="4767"/>
                  <a:pt x="3062" y="4901"/>
                  <a:pt x="3017" y="5006"/>
                </a:cubicBezTo>
                <a:cubicBezTo>
                  <a:pt x="2976" y="5130"/>
                  <a:pt x="3113" y="5293"/>
                  <a:pt x="3241" y="5293"/>
                </a:cubicBezTo>
                <a:cubicBezTo>
                  <a:pt x="3251" y="5293"/>
                  <a:pt x="3261" y="5292"/>
                  <a:pt x="3271" y="5290"/>
                </a:cubicBezTo>
                <a:cubicBezTo>
                  <a:pt x="3391" y="5260"/>
                  <a:pt x="3480" y="5155"/>
                  <a:pt x="3525" y="5110"/>
                </a:cubicBezTo>
                <a:cubicBezTo>
                  <a:pt x="3553" y="4858"/>
                  <a:pt x="3450" y="4750"/>
                  <a:pt x="3314" y="4750"/>
                </a:cubicBezTo>
                <a:close/>
                <a:moveTo>
                  <a:pt x="6195" y="5326"/>
                </a:moveTo>
                <a:cubicBezTo>
                  <a:pt x="6064" y="5326"/>
                  <a:pt x="5973" y="5444"/>
                  <a:pt x="5960" y="5573"/>
                </a:cubicBezTo>
                <a:cubicBezTo>
                  <a:pt x="5945" y="5723"/>
                  <a:pt x="6019" y="5842"/>
                  <a:pt x="6229" y="5842"/>
                </a:cubicBezTo>
                <a:cubicBezTo>
                  <a:pt x="6238" y="5843"/>
                  <a:pt x="6248" y="5844"/>
                  <a:pt x="6257" y="5844"/>
                </a:cubicBezTo>
                <a:cubicBezTo>
                  <a:pt x="6393" y="5844"/>
                  <a:pt x="6496" y="5743"/>
                  <a:pt x="6482" y="5603"/>
                </a:cubicBezTo>
                <a:cubicBezTo>
                  <a:pt x="6482" y="5499"/>
                  <a:pt x="6348" y="5364"/>
                  <a:pt x="6258" y="5334"/>
                </a:cubicBezTo>
                <a:cubicBezTo>
                  <a:pt x="6237" y="5328"/>
                  <a:pt x="6216" y="5326"/>
                  <a:pt x="6195" y="5326"/>
                </a:cubicBezTo>
                <a:close/>
                <a:moveTo>
                  <a:pt x="8424" y="5424"/>
                </a:moveTo>
                <a:cubicBezTo>
                  <a:pt x="8394" y="5484"/>
                  <a:pt x="8320" y="5529"/>
                  <a:pt x="8320" y="5573"/>
                </a:cubicBezTo>
                <a:cubicBezTo>
                  <a:pt x="8320" y="5723"/>
                  <a:pt x="8379" y="5827"/>
                  <a:pt x="8588" y="5857"/>
                </a:cubicBezTo>
                <a:cubicBezTo>
                  <a:pt x="8603" y="5827"/>
                  <a:pt x="8678" y="5767"/>
                  <a:pt x="8678" y="5767"/>
                </a:cubicBezTo>
                <a:cubicBezTo>
                  <a:pt x="8603" y="5648"/>
                  <a:pt x="8514" y="5543"/>
                  <a:pt x="8424" y="5424"/>
                </a:cubicBezTo>
                <a:close/>
                <a:moveTo>
                  <a:pt x="3910" y="5330"/>
                </a:moveTo>
                <a:cubicBezTo>
                  <a:pt x="3896" y="5330"/>
                  <a:pt x="3883" y="5332"/>
                  <a:pt x="3869" y="5334"/>
                </a:cubicBezTo>
                <a:cubicBezTo>
                  <a:pt x="3764" y="5364"/>
                  <a:pt x="3630" y="5484"/>
                  <a:pt x="3600" y="5588"/>
                </a:cubicBezTo>
                <a:cubicBezTo>
                  <a:pt x="3570" y="5753"/>
                  <a:pt x="3690" y="5872"/>
                  <a:pt x="3854" y="5872"/>
                </a:cubicBezTo>
                <a:cubicBezTo>
                  <a:pt x="4018" y="5872"/>
                  <a:pt x="4108" y="5767"/>
                  <a:pt x="4138" y="5603"/>
                </a:cubicBezTo>
                <a:cubicBezTo>
                  <a:pt x="4111" y="5454"/>
                  <a:pt x="4035" y="5330"/>
                  <a:pt x="3910" y="5330"/>
                </a:cubicBezTo>
                <a:close/>
                <a:moveTo>
                  <a:pt x="5034" y="5348"/>
                </a:moveTo>
                <a:cubicBezTo>
                  <a:pt x="4909" y="5348"/>
                  <a:pt x="4781" y="5437"/>
                  <a:pt x="4795" y="5603"/>
                </a:cubicBezTo>
                <a:cubicBezTo>
                  <a:pt x="4795" y="5753"/>
                  <a:pt x="4869" y="5872"/>
                  <a:pt x="5034" y="5872"/>
                </a:cubicBezTo>
                <a:cubicBezTo>
                  <a:pt x="5213" y="5872"/>
                  <a:pt x="5288" y="5767"/>
                  <a:pt x="5318" y="5529"/>
                </a:cubicBezTo>
                <a:cubicBezTo>
                  <a:pt x="5258" y="5484"/>
                  <a:pt x="5168" y="5349"/>
                  <a:pt x="5064" y="5349"/>
                </a:cubicBezTo>
                <a:cubicBezTo>
                  <a:pt x="5054" y="5348"/>
                  <a:pt x="5044" y="5348"/>
                  <a:pt x="5034" y="5348"/>
                </a:cubicBezTo>
                <a:close/>
                <a:moveTo>
                  <a:pt x="2704" y="5363"/>
                </a:moveTo>
                <a:cubicBezTo>
                  <a:pt x="2694" y="5363"/>
                  <a:pt x="2684" y="5363"/>
                  <a:pt x="2674" y="5364"/>
                </a:cubicBezTo>
                <a:cubicBezTo>
                  <a:pt x="2510" y="5364"/>
                  <a:pt x="2405" y="5469"/>
                  <a:pt x="2405" y="5618"/>
                </a:cubicBezTo>
                <a:cubicBezTo>
                  <a:pt x="2419" y="5759"/>
                  <a:pt x="2486" y="5873"/>
                  <a:pt x="2707" y="5873"/>
                </a:cubicBezTo>
                <a:cubicBezTo>
                  <a:pt x="2720" y="5873"/>
                  <a:pt x="2734" y="5873"/>
                  <a:pt x="2749" y="5872"/>
                </a:cubicBezTo>
                <a:cubicBezTo>
                  <a:pt x="2838" y="5857"/>
                  <a:pt x="2943" y="5767"/>
                  <a:pt x="2943" y="5618"/>
                </a:cubicBezTo>
                <a:cubicBezTo>
                  <a:pt x="2943" y="5477"/>
                  <a:pt x="2863" y="5363"/>
                  <a:pt x="2704" y="5363"/>
                </a:cubicBezTo>
                <a:close/>
                <a:moveTo>
                  <a:pt x="7382" y="5330"/>
                </a:moveTo>
                <a:cubicBezTo>
                  <a:pt x="7244" y="5330"/>
                  <a:pt x="7168" y="5467"/>
                  <a:pt x="7155" y="5603"/>
                </a:cubicBezTo>
                <a:cubicBezTo>
                  <a:pt x="7128" y="5723"/>
                  <a:pt x="7268" y="5879"/>
                  <a:pt x="7383" y="5879"/>
                </a:cubicBezTo>
                <a:cubicBezTo>
                  <a:pt x="7397" y="5879"/>
                  <a:pt x="7411" y="5877"/>
                  <a:pt x="7423" y="5872"/>
                </a:cubicBezTo>
                <a:cubicBezTo>
                  <a:pt x="7543" y="5827"/>
                  <a:pt x="7633" y="5723"/>
                  <a:pt x="7737" y="5648"/>
                </a:cubicBezTo>
                <a:cubicBezTo>
                  <a:pt x="7737" y="5603"/>
                  <a:pt x="7737" y="5573"/>
                  <a:pt x="7737" y="5529"/>
                </a:cubicBezTo>
                <a:cubicBezTo>
                  <a:pt x="7633" y="5469"/>
                  <a:pt x="7543" y="5349"/>
                  <a:pt x="7423" y="5334"/>
                </a:cubicBezTo>
                <a:cubicBezTo>
                  <a:pt x="7409" y="5332"/>
                  <a:pt x="7395" y="5330"/>
                  <a:pt x="7382" y="5330"/>
                </a:cubicBezTo>
                <a:close/>
                <a:moveTo>
                  <a:pt x="8020" y="5916"/>
                </a:moveTo>
                <a:cubicBezTo>
                  <a:pt x="8011" y="5916"/>
                  <a:pt x="8001" y="5916"/>
                  <a:pt x="7991" y="5917"/>
                </a:cubicBezTo>
                <a:cubicBezTo>
                  <a:pt x="7827" y="5917"/>
                  <a:pt x="7737" y="6036"/>
                  <a:pt x="7737" y="6186"/>
                </a:cubicBezTo>
                <a:cubicBezTo>
                  <a:pt x="7737" y="6341"/>
                  <a:pt x="7843" y="6456"/>
                  <a:pt x="7981" y="6456"/>
                </a:cubicBezTo>
                <a:cubicBezTo>
                  <a:pt x="7989" y="6456"/>
                  <a:pt x="7997" y="6455"/>
                  <a:pt x="8006" y="6455"/>
                </a:cubicBezTo>
                <a:cubicBezTo>
                  <a:pt x="8125" y="6440"/>
                  <a:pt x="8215" y="6305"/>
                  <a:pt x="8305" y="6245"/>
                </a:cubicBezTo>
                <a:cubicBezTo>
                  <a:pt x="8248" y="6034"/>
                  <a:pt x="8179" y="5916"/>
                  <a:pt x="8020" y="5916"/>
                </a:cubicBezTo>
                <a:close/>
                <a:moveTo>
                  <a:pt x="5691" y="5902"/>
                </a:moveTo>
                <a:cubicBezTo>
                  <a:pt x="5482" y="5947"/>
                  <a:pt x="5362" y="6021"/>
                  <a:pt x="5377" y="6201"/>
                </a:cubicBezTo>
                <a:cubicBezTo>
                  <a:pt x="5377" y="6354"/>
                  <a:pt x="5456" y="6456"/>
                  <a:pt x="5588" y="6456"/>
                </a:cubicBezTo>
                <a:cubicBezTo>
                  <a:pt x="5597" y="6456"/>
                  <a:pt x="5607" y="6455"/>
                  <a:pt x="5616" y="6455"/>
                </a:cubicBezTo>
                <a:cubicBezTo>
                  <a:pt x="5781" y="6455"/>
                  <a:pt x="5915" y="6350"/>
                  <a:pt x="5885" y="6186"/>
                </a:cubicBezTo>
                <a:cubicBezTo>
                  <a:pt x="5870" y="6066"/>
                  <a:pt x="5751" y="5977"/>
                  <a:pt x="5691" y="5902"/>
                </a:cubicBezTo>
                <a:close/>
                <a:moveTo>
                  <a:pt x="6826" y="5917"/>
                </a:moveTo>
                <a:cubicBezTo>
                  <a:pt x="6662" y="5917"/>
                  <a:pt x="6572" y="6021"/>
                  <a:pt x="6572" y="6201"/>
                </a:cubicBezTo>
                <a:cubicBezTo>
                  <a:pt x="6572" y="6367"/>
                  <a:pt x="6662" y="6456"/>
                  <a:pt x="6795" y="6456"/>
                </a:cubicBezTo>
                <a:cubicBezTo>
                  <a:pt x="6805" y="6456"/>
                  <a:pt x="6815" y="6456"/>
                  <a:pt x="6826" y="6455"/>
                </a:cubicBezTo>
                <a:cubicBezTo>
                  <a:pt x="6990" y="6455"/>
                  <a:pt x="7095" y="6365"/>
                  <a:pt x="7095" y="6171"/>
                </a:cubicBezTo>
                <a:cubicBezTo>
                  <a:pt x="7080" y="6006"/>
                  <a:pt x="6975" y="5917"/>
                  <a:pt x="6826" y="5917"/>
                </a:cubicBezTo>
                <a:close/>
                <a:moveTo>
                  <a:pt x="3271" y="5932"/>
                </a:moveTo>
                <a:cubicBezTo>
                  <a:pt x="3092" y="5947"/>
                  <a:pt x="2988" y="6051"/>
                  <a:pt x="3002" y="6216"/>
                </a:cubicBezTo>
                <a:cubicBezTo>
                  <a:pt x="3002" y="6365"/>
                  <a:pt x="3092" y="6469"/>
                  <a:pt x="3256" y="6469"/>
                </a:cubicBezTo>
                <a:cubicBezTo>
                  <a:pt x="3436" y="6455"/>
                  <a:pt x="3540" y="6350"/>
                  <a:pt x="3525" y="6186"/>
                </a:cubicBezTo>
                <a:cubicBezTo>
                  <a:pt x="3525" y="6051"/>
                  <a:pt x="3436" y="5932"/>
                  <a:pt x="3271" y="5932"/>
                </a:cubicBezTo>
                <a:close/>
                <a:moveTo>
                  <a:pt x="4466" y="5932"/>
                </a:moveTo>
                <a:cubicBezTo>
                  <a:pt x="4302" y="5932"/>
                  <a:pt x="4212" y="6036"/>
                  <a:pt x="4197" y="6201"/>
                </a:cubicBezTo>
                <a:cubicBezTo>
                  <a:pt x="4197" y="6380"/>
                  <a:pt x="4287" y="6455"/>
                  <a:pt x="4436" y="6469"/>
                </a:cubicBezTo>
                <a:cubicBezTo>
                  <a:pt x="4616" y="6455"/>
                  <a:pt x="4720" y="6380"/>
                  <a:pt x="4735" y="6216"/>
                </a:cubicBezTo>
                <a:cubicBezTo>
                  <a:pt x="4735" y="6036"/>
                  <a:pt x="4645" y="5932"/>
                  <a:pt x="4466" y="5932"/>
                </a:cubicBezTo>
                <a:close/>
                <a:moveTo>
                  <a:pt x="8947" y="6171"/>
                </a:moveTo>
                <a:cubicBezTo>
                  <a:pt x="8947" y="6171"/>
                  <a:pt x="8917" y="6186"/>
                  <a:pt x="8902" y="6201"/>
                </a:cubicBezTo>
                <a:cubicBezTo>
                  <a:pt x="8932" y="6290"/>
                  <a:pt x="8962" y="6380"/>
                  <a:pt x="8992" y="6469"/>
                </a:cubicBezTo>
                <a:cubicBezTo>
                  <a:pt x="9037" y="6455"/>
                  <a:pt x="9066" y="6440"/>
                  <a:pt x="9096" y="6425"/>
                </a:cubicBezTo>
                <a:cubicBezTo>
                  <a:pt x="9051" y="6335"/>
                  <a:pt x="9007" y="6260"/>
                  <a:pt x="8947" y="6171"/>
                </a:cubicBezTo>
                <a:close/>
                <a:moveTo>
                  <a:pt x="2057" y="5942"/>
                </a:moveTo>
                <a:cubicBezTo>
                  <a:pt x="1919" y="5942"/>
                  <a:pt x="1823" y="6055"/>
                  <a:pt x="1823" y="6216"/>
                </a:cubicBezTo>
                <a:cubicBezTo>
                  <a:pt x="1808" y="6365"/>
                  <a:pt x="1912" y="6469"/>
                  <a:pt x="2062" y="6484"/>
                </a:cubicBezTo>
                <a:cubicBezTo>
                  <a:pt x="2226" y="6484"/>
                  <a:pt x="2330" y="6380"/>
                  <a:pt x="2360" y="6141"/>
                </a:cubicBezTo>
                <a:cubicBezTo>
                  <a:pt x="2286" y="6081"/>
                  <a:pt x="2196" y="5962"/>
                  <a:pt x="2106" y="5947"/>
                </a:cubicBezTo>
                <a:cubicBezTo>
                  <a:pt x="2089" y="5944"/>
                  <a:pt x="2073" y="5942"/>
                  <a:pt x="2057" y="5942"/>
                </a:cubicBezTo>
                <a:close/>
                <a:moveTo>
                  <a:pt x="1150" y="6141"/>
                </a:moveTo>
                <a:cubicBezTo>
                  <a:pt x="1076" y="6230"/>
                  <a:pt x="986" y="6305"/>
                  <a:pt x="911" y="6380"/>
                </a:cubicBezTo>
                <a:cubicBezTo>
                  <a:pt x="911" y="6395"/>
                  <a:pt x="941" y="6425"/>
                  <a:pt x="971" y="6514"/>
                </a:cubicBezTo>
                <a:cubicBezTo>
                  <a:pt x="1076" y="6395"/>
                  <a:pt x="1135" y="6305"/>
                  <a:pt x="1195" y="6230"/>
                </a:cubicBezTo>
                <a:cubicBezTo>
                  <a:pt x="1210" y="6216"/>
                  <a:pt x="1165" y="6171"/>
                  <a:pt x="1150" y="6141"/>
                </a:cubicBezTo>
                <a:close/>
                <a:moveTo>
                  <a:pt x="7423" y="6499"/>
                </a:moveTo>
                <a:cubicBezTo>
                  <a:pt x="7274" y="6499"/>
                  <a:pt x="7140" y="6589"/>
                  <a:pt x="7140" y="6783"/>
                </a:cubicBezTo>
                <a:cubicBezTo>
                  <a:pt x="7155" y="6932"/>
                  <a:pt x="7244" y="7037"/>
                  <a:pt x="7409" y="7037"/>
                </a:cubicBezTo>
                <a:cubicBezTo>
                  <a:pt x="7588" y="7037"/>
                  <a:pt x="7662" y="6947"/>
                  <a:pt x="7677" y="6738"/>
                </a:cubicBezTo>
                <a:cubicBezTo>
                  <a:pt x="7677" y="6604"/>
                  <a:pt x="7558" y="6499"/>
                  <a:pt x="7423" y="6499"/>
                </a:cubicBezTo>
                <a:close/>
                <a:moveTo>
                  <a:pt x="5027" y="6527"/>
                </a:moveTo>
                <a:cubicBezTo>
                  <a:pt x="4897" y="6527"/>
                  <a:pt x="4808" y="6603"/>
                  <a:pt x="4795" y="6753"/>
                </a:cubicBezTo>
                <a:cubicBezTo>
                  <a:pt x="4765" y="6918"/>
                  <a:pt x="4840" y="7007"/>
                  <a:pt x="4929" y="7037"/>
                </a:cubicBezTo>
                <a:cubicBezTo>
                  <a:pt x="4948" y="7038"/>
                  <a:pt x="4965" y="7039"/>
                  <a:pt x="4982" y="7039"/>
                </a:cubicBezTo>
                <a:cubicBezTo>
                  <a:pt x="5198" y="7039"/>
                  <a:pt x="5289" y="6950"/>
                  <a:pt x="5303" y="6798"/>
                </a:cubicBezTo>
                <a:cubicBezTo>
                  <a:pt x="5318" y="6649"/>
                  <a:pt x="5228" y="6544"/>
                  <a:pt x="5064" y="6529"/>
                </a:cubicBezTo>
                <a:cubicBezTo>
                  <a:pt x="5051" y="6528"/>
                  <a:pt x="5039" y="6527"/>
                  <a:pt x="5027" y="6527"/>
                </a:cubicBezTo>
                <a:close/>
                <a:moveTo>
                  <a:pt x="6202" y="6528"/>
                </a:moveTo>
                <a:cubicBezTo>
                  <a:pt x="6043" y="6528"/>
                  <a:pt x="5987" y="6659"/>
                  <a:pt x="5930" y="6858"/>
                </a:cubicBezTo>
                <a:cubicBezTo>
                  <a:pt x="6019" y="6918"/>
                  <a:pt x="6109" y="7037"/>
                  <a:pt x="6214" y="7052"/>
                </a:cubicBezTo>
                <a:cubicBezTo>
                  <a:pt x="6229" y="7055"/>
                  <a:pt x="6244" y="7057"/>
                  <a:pt x="6260" y="7057"/>
                </a:cubicBezTo>
                <a:cubicBezTo>
                  <a:pt x="6389" y="7057"/>
                  <a:pt x="6497" y="6945"/>
                  <a:pt x="6497" y="6798"/>
                </a:cubicBezTo>
                <a:cubicBezTo>
                  <a:pt x="6497" y="6634"/>
                  <a:pt x="6408" y="6529"/>
                  <a:pt x="6229" y="6529"/>
                </a:cubicBezTo>
                <a:cubicBezTo>
                  <a:pt x="6220" y="6528"/>
                  <a:pt x="6211" y="6528"/>
                  <a:pt x="6202" y="6528"/>
                </a:cubicBezTo>
                <a:close/>
                <a:moveTo>
                  <a:pt x="2734" y="6499"/>
                </a:moveTo>
                <a:cubicBezTo>
                  <a:pt x="2495" y="6559"/>
                  <a:pt x="2390" y="6649"/>
                  <a:pt x="2405" y="6813"/>
                </a:cubicBezTo>
                <a:cubicBezTo>
                  <a:pt x="2420" y="6977"/>
                  <a:pt x="2525" y="7067"/>
                  <a:pt x="2674" y="7067"/>
                </a:cubicBezTo>
                <a:cubicBezTo>
                  <a:pt x="2679" y="7067"/>
                  <a:pt x="2684" y="7068"/>
                  <a:pt x="2689" y="7068"/>
                </a:cubicBezTo>
                <a:cubicBezTo>
                  <a:pt x="2821" y="7068"/>
                  <a:pt x="2986" y="6884"/>
                  <a:pt x="2943" y="6783"/>
                </a:cubicBezTo>
                <a:cubicBezTo>
                  <a:pt x="2898" y="6664"/>
                  <a:pt x="2793" y="6574"/>
                  <a:pt x="2734" y="6499"/>
                </a:cubicBezTo>
                <a:close/>
                <a:moveTo>
                  <a:pt x="8588" y="6529"/>
                </a:moveTo>
                <a:cubicBezTo>
                  <a:pt x="8439" y="6544"/>
                  <a:pt x="8305" y="6619"/>
                  <a:pt x="8320" y="6813"/>
                </a:cubicBezTo>
                <a:cubicBezTo>
                  <a:pt x="8320" y="6962"/>
                  <a:pt x="8409" y="7067"/>
                  <a:pt x="8574" y="7067"/>
                </a:cubicBezTo>
                <a:cubicBezTo>
                  <a:pt x="8585" y="7068"/>
                  <a:pt x="8596" y="7068"/>
                  <a:pt x="8606" y="7068"/>
                </a:cubicBezTo>
                <a:cubicBezTo>
                  <a:pt x="8762" y="7068"/>
                  <a:pt x="8828" y="6965"/>
                  <a:pt x="8842" y="6783"/>
                </a:cubicBezTo>
                <a:cubicBezTo>
                  <a:pt x="8842" y="6634"/>
                  <a:pt x="8723" y="6529"/>
                  <a:pt x="8588" y="6529"/>
                </a:cubicBezTo>
                <a:close/>
                <a:moveTo>
                  <a:pt x="1419" y="6544"/>
                </a:moveTo>
                <a:cubicBezTo>
                  <a:pt x="1374" y="6604"/>
                  <a:pt x="1270" y="6693"/>
                  <a:pt x="1255" y="6813"/>
                </a:cubicBezTo>
                <a:cubicBezTo>
                  <a:pt x="1228" y="6948"/>
                  <a:pt x="1335" y="7071"/>
                  <a:pt x="1478" y="7071"/>
                </a:cubicBezTo>
                <a:cubicBezTo>
                  <a:pt x="1493" y="7071"/>
                  <a:pt x="1508" y="7070"/>
                  <a:pt x="1524" y="7067"/>
                </a:cubicBezTo>
                <a:cubicBezTo>
                  <a:pt x="1628" y="7037"/>
                  <a:pt x="1763" y="6903"/>
                  <a:pt x="1778" y="6798"/>
                </a:cubicBezTo>
                <a:cubicBezTo>
                  <a:pt x="1793" y="6664"/>
                  <a:pt x="1688" y="6544"/>
                  <a:pt x="1419" y="6544"/>
                </a:cubicBezTo>
                <a:close/>
                <a:moveTo>
                  <a:pt x="3869" y="6529"/>
                </a:moveTo>
                <a:cubicBezTo>
                  <a:pt x="3719" y="6544"/>
                  <a:pt x="3585" y="6634"/>
                  <a:pt x="3600" y="6813"/>
                </a:cubicBezTo>
                <a:cubicBezTo>
                  <a:pt x="3600" y="6977"/>
                  <a:pt x="3704" y="7067"/>
                  <a:pt x="3869" y="7082"/>
                </a:cubicBezTo>
                <a:cubicBezTo>
                  <a:pt x="4048" y="7067"/>
                  <a:pt x="4138" y="6932"/>
                  <a:pt x="4138" y="6783"/>
                </a:cubicBezTo>
                <a:cubicBezTo>
                  <a:pt x="4138" y="6634"/>
                  <a:pt x="4018" y="6529"/>
                  <a:pt x="3869" y="6529"/>
                </a:cubicBezTo>
                <a:close/>
                <a:moveTo>
                  <a:pt x="5604" y="7125"/>
                </a:moveTo>
                <a:cubicBezTo>
                  <a:pt x="5558" y="7125"/>
                  <a:pt x="5491" y="7190"/>
                  <a:pt x="5437" y="7231"/>
                </a:cubicBezTo>
                <a:cubicBezTo>
                  <a:pt x="5556" y="7276"/>
                  <a:pt x="5676" y="7321"/>
                  <a:pt x="5795" y="7366"/>
                </a:cubicBezTo>
                <a:cubicBezTo>
                  <a:pt x="5804" y="7370"/>
                  <a:pt x="5813" y="7372"/>
                  <a:pt x="5822" y="7372"/>
                </a:cubicBezTo>
                <a:cubicBezTo>
                  <a:pt x="5843" y="7372"/>
                  <a:pt x="5864" y="7361"/>
                  <a:pt x="5885" y="7351"/>
                </a:cubicBezTo>
                <a:cubicBezTo>
                  <a:pt x="5885" y="7351"/>
                  <a:pt x="5885" y="7336"/>
                  <a:pt x="5900" y="7276"/>
                </a:cubicBezTo>
                <a:cubicBezTo>
                  <a:pt x="5825" y="7231"/>
                  <a:pt x="5721" y="7157"/>
                  <a:pt x="5616" y="7127"/>
                </a:cubicBezTo>
                <a:cubicBezTo>
                  <a:pt x="5612" y="7125"/>
                  <a:pt x="5608" y="7125"/>
                  <a:pt x="5604" y="7125"/>
                </a:cubicBezTo>
                <a:close/>
                <a:moveTo>
                  <a:pt x="6796" y="7097"/>
                </a:moveTo>
                <a:cubicBezTo>
                  <a:pt x="6632" y="7112"/>
                  <a:pt x="6527" y="7246"/>
                  <a:pt x="6557" y="7381"/>
                </a:cubicBezTo>
                <a:cubicBezTo>
                  <a:pt x="6572" y="7485"/>
                  <a:pt x="6707" y="7634"/>
                  <a:pt x="6811" y="7649"/>
                </a:cubicBezTo>
                <a:cubicBezTo>
                  <a:pt x="6820" y="7650"/>
                  <a:pt x="6828" y="7651"/>
                  <a:pt x="6836" y="7651"/>
                </a:cubicBezTo>
                <a:cubicBezTo>
                  <a:pt x="6974" y="7651"/>
                  <a:pt x="7080" y="7536"/>
                  <a:pt x="7080" y="7381"/>
                </a:cubicBezTo>
                <a:cubicBezTo>
                  <a:pt x="7080" y="7216"/>
                  <a:pt x="6975" y="7112"/>
                  <a:pt x="6796" y="7097"/>
                </a:cubicBezTo>
                <a:close/>
                <a:moveTo>
                  <a:pt x="2047" y="7082"/>
                </a:moveTo>
                <a:cubicBezTo>
                  <a:pt x="1972" y="7186"/>
                  <a:pt x="1837" y="7291"/>
                  <a:pt x="1837" y="7395"/>
                </a:cubicBezTo>
                <a:cubicBezTo>
                  <a:pt x="1837" y="7485"/>
                  <a:pt x="1987" y="7620"/>
                  <a:pt x="2091" y="7649"/>
                </a:cubicBezTo>
                <a:cubicBezTo>
                  <a:pt x="2107" y="7652"/>
                  <a:pt x="2122" y="7654"/>
                  <a:pt x="2137" y="7654"/>
                </a:cubicBezTo>
                <a:cubicBezTo>
                  <a:pt x="2277" y="7654"/>
                  <a:pt x="2374" y="7529"/>
                  <a:pt x="2360" y="7381"/>
                </a:cubicBezTo>
                <a:cubicBezTo>
                  <a:pt x="2345" y="7276"/>
                  <a:pt x="2226" y="7186"/>
                  <a:pt x="2151" y="7082"/>
                </a:cubicBezTo>
                <a:close/>
                <a:moveTo>
                  <a:pt x="4451" y="7112"/>
                </a:moveTo>
                <a:cubicBezTo>
                  <a:pt x="4287" y="7127"/>
                  <a:pt x="4167" y="7231"/>
                  <a:pt x="4197" y="7381"/>
                </a:cubicBezTo>
                <a:cubicBezTo>
                  <a:pt x="4212" y="7485"/>
                  <a:pt x="4332" y="7620"/>
                  <a:pt x="4436" y="7649"/>
                </a:cubicBezTo>
                <a:cubicBezTo>
                  <a:pt x="4456" y="7655"/>
                  <a:pt x="4475" y="7657"/>
                  <a:pt x="4493" y="7657"/>
                </a:cubicBezTo>
                <a:cubicBezTo>
                  <a:pt x="4619" y="7657"/>
                  <a:pt x="4683" y="7526"/>
                  <a:pt x="4735" y="7395"/>
                </a:cubicBezTo>
                <a:cubicBezTo>
                  <a:pt x="4735" y="7261"/>
                  <a:pt x="4586" y="7112"/>
                  <a:pt x="4451" y="7112"/>
                </a:cubicBezTo>
                <a:close/>
                <a:moveTo>
                  <a:pt x="926" y="7127"/>
                </a:moveTo>
                <a:cubicBezTo>
                  <a:pt x="747" y="7127"/>
                  <a:pt x="658" y="7231"/>
                  <a:pt x="658" y="7395"/>
                </a:cubicBezTo>
                <a:cubicBezTo>
                  <a:pt x="658" y="7575"/>
                  <a:pt x="747" y="7664"/>
                  <a:pt x="911" y="7664"/>
                </a:cubicBezTo>
                <a:cubicBezTo>
                  <a:pt x="1076" y="7664"/>
                  <a:pt x="1165" y="7575"/>
                  <a:pt x="1180" y="7395"/>
                </a:cubicBezTo>
                <a:cubicBezTo>
                  <a:pt x="1165" y="7231"/>
                  <a:pt x="1091" y="7142"/>
                  <a:pt x="926" y="7127"/>
                </a:cubicBezTo>
                <a:close/>
                <a:moveTo>
                  <a:pt x="3271" y="7127"/>
                </a:moveTo>
                <a:cubicBezTo>
                  <a:pt x="3092" y="7127"/>
                  <a:pt x="3002" y="7231"/>
                  <a:pt x="3017" y="7410"/>
                </a:cubicBezTo>
                <a:cubicBezTo>
                  <a:pt x="3017" y="7560"/>
                  <a:pt x="3107" y="7664"/>
                  <a:pt x="3271" y="7664"/>
                </a:cubicBezTo>
                <a:cubicBezTo>
                  <a:pt x="3451" y="7649"/>
                  <a:pt x="3525" y="7560"/>
                  <a:pt x="3540" y="7381"/>
                </a:cubicBezTo>
                <a:cubicBezTo>
                  <a:pt x="3525" y="7231"/>
                  <a:pt x="3436" y="7127"/>
                  <a:pt x="3271" y="7127"/>
                </a:cubicBezTo>
                <a:close/>
                <a:moveTo>
                  <a:pt x="8006" y="7127"/>
                </a:moveTo>
                <a:cubicBezTo>
                  <a:pt x="7827" y="7127"/>
                  <a:pt x="7737" y="7216"/>
                  <a:pt x="7737" y="7395"/>
                </a:cubicBezTo>
                <a:cubicBezTo>
                  <a:pt x="7722" y="7560"/>
                  <a:pt x="7812" y="7649"/>
                  <a:pt x="7961" y="7664"/>
                </a:cubicBezTo>
                <a:cubicBezTo>
                  <a:pt x="8140" y="7649"/>
                  <a:pt x="8245" y="7575"/>
                  <a:pt x="8245" y="7395"/>
                </a:cubicBezTo>
                <a:cubicBezTo>
                  <a:pt x="8245" y="7231"/>
                  <a:pt x="8170" y="7142"/>
                  <a:pt x="8006" y="7127"/>
                </a:cubicBezTo>
                <a:close/>
                <a:moveTo>
                  <a:pt x="9171" y="7127"/>
                </a:moveTo>
                <a:cubicBezTo>
                  <a:pt x="8977" y="7127"/>
                  <a:pt x="8887" y="7246"/>
                  <a:pt x="8902" y="7395"/>
                </a:cubicBezTo>
                <a:cubicBezTo>
                  <a:pt x="8917" y="7500"/>
                  <a:pt x="9037" y="7605"/>
                  <a:pt x="9081" y="7664"/>
                </a:cubicBezTo>
                <a:cubicBezTo>
                  <a:pt x="9335" y="7649"/>
                  <a:pt x="9425" y="7560"/>
                  <a:pt x="9425" y="7381"/>
                </a:cubicBezTo>
                <a:cubicBezTo>
                  <a:pt x="9425" y="7216"/>
                  <a:pt x="9335" y="7127"/>
                  <a:pt x="9171" y="7127"/>
                </a:cubicBezTo>
                <a:close/>
                <a:moveTo>
                  <a:pt x="2898" y="7784"/>
                </a:moveTo>
                <a:cubicBezTo>
                  <a:pt x="2868" y="7799"/>
                  <a:pt x="2823" y="7799"/>
                  <a:pt x="2793" y="7814"/>
                </a:cubicBezTo>
                <a:cubicBezTo>
                  <a:pt x="2823" y="7903"/>
                  <a:pt x="2853" y="8008"/>
                  <a:pt x="2883" y="8097"/>
                </a:cubicBezTo>
                <a:cubicBezTo>
                  <a:pt x="2913" y="8083"/>
                  <a:pt x="2943" y="8068"/>
                  <a:pt x="2943" y="8053"/>
                </a:cubicBezTo>
                <a:cubicBezTo>
                  <a:pt x="2928" y="7963"/>
                  <a:pt x="2913" y="7873"/>
                  <a:pt x="2898" y="7784"/>
                </a:cubicBezTo>
                <a:close/>
                <a:moveTo>
                  <a:pt x="6244" y="7709"/>
                </a:moveTo>
                <a:cubicBezTo>
                  <a:pt x="6229" y="7709"/>
                  <a:pt x="6109" y="7799"/>
                  <a:pt x="6124" y="7799"/>
                </a:cubicBezTo>
                <a:cubicBezTo>
                  <a:pt x="6184" y="7933"/>
                  <a:pt x="6273" y="8053"/>
                  <a:pt x="6348" y="8172"/>
                </a:cubicBezTo>
                <a:cubicBezTo>
                  <a:pt x="6408" y="8112"/>
                  <a:pt x="6453" y="8053"/>
                  <a:pt x="6557" y="7948"/>
                </a:cubicBezTo>
                <a:cubicBezTo>
                  <a:pt x="6438" y="7844"/>
                  <a:pt x="6348" y="7769"/>
                  <a:pt x="6244" y="7709"/>
                </a:cubicBezTo>
                <a:close/>
                <a:moveTo>
                  <a:pt x="5041" y="7676"/>
                </a:moveTo>
                <a:cubicBezTo>
                  <a:pt x="4887" y="7676"/>
                  <a:pt x="4723" y="7840"/>
                  <a:pt x="4765" y="7978"/>
                </a:cubicBezTo>
                <a:cubicBezTo>
                  <a:pt x="4795" y="8068"/>
                  <a:pt x="4914" y="8202"/>
                  <a:pt x="5004" y="8217"/>
                </a:cubicBezTo>
                <a:cubicBezTo>
                  <a:pt x="5024" y="8222"/>
                  <a:pt x="5044" y="8224"/>
                  <a:pt x="5063" y="8224"/>
                </a:cubicBezTo>
                <a:cubicBezTo>
                  <a:pt x="5218" y="8224"/>
                  <a:pt x="5351" y="8074"/>
                  <a:pt x="5377" y="7888"/>
                </a:cubicBezTo>
                <a:cubicBezTo>
                  <a:pt x="5288" y="7814"/>
                  <a:pt x="5198" y="7694"/>
                  <a:pt x="5079" y="7679"/>
                </a:cubicBezTo>
                <a:cubicBezTo>
                  <a:pt x="5066" y="7677"/>
                  <a:pt x="5054" y="7676"/>
                  <a:pt x="5041" y="7676"/>
                </a:cubicBezTo>
                <a:close/>
                <a:moveTo>
                  <a:pt x="3888" y="7722"/>
                </a:moveTo>
                <a:cubicBezTo>
                  <a:pt x="3877" y="7722"/>
                  <a:pt x="3866" y="7723"/>
                  <a:pt x="3854" y="7724"/>
                </a:cubicBezTo>
                <a:cubicBezTo>
                  <a:pt x="3675" y="7724"/>
                  <a:pt x="3585" y="7814"/>
                  <a:pt x="3600" y="7993"/>
                </a:cubicBezTo>
                <a:cubicBezTo>
                  <a:pt x="3600" y="8133"/>
                  <a:pt x="3665" y="8233"/>
                  <a:pt x="3821" y="8233"/>
                </a:cubicBezTo>
                <a:cubicBezTo>
                  <a:pt x="3831" y="8233"/>
                  <a:pt x="3842" y="8233"/>
                  <a:pt x="3854" y="8232"/>
                </a:cubicBezTo>
                <a:cubicBezTo>
                  <a:pt x="4033" y="8232"/>
                  <a:pt x="4108" y="8142"/>
                  <a:pt x="4108" y="7948"/>
                </a:cubicBezTo>
                <a:cubicBezTo>
                  <a:pt x="4108" y="7810"/>
                  <a:pt x="4031" y="7722"/>
                  <a:pt x="3888" y="7722"/>
                </a:cubicBezTo>
                <a:close/>
                <a:moveTo>
                  <a:pt x="8551" y="7722"/>
                </a:moveTo>
                <a:cubicBezTo>
                  <a:pt x="8397" y="7722"/>
                  <a:pt x="8320" y="7812"/>
                  <a:pt x="8320" y="7978"/>
                </a:cubicBezTo>
                <a:cubicBezTo>
                  <a:pt x="8320" y="8142"/>
                  <a:pt x="8394" y="8232"/>
                  <a:pt x="8559" y="8232"/>
                </a:cubicBezTo>
                <a:cubicBezTo>
                  <a:pt x="8571" y="8233"/>
                  <a:pt x="8584" y="8233"/>
                  <a:pt x="8596" y="8233"/>
                </a:cubicBezTo>
                <a:cubicBezTo>
                  <a:pt x="8750" y="8233"/>
                  <a:pt x="8828" y="8144"/>
                  <a:pt x="8842" y="7978"/>
                </a:cubicBezTo>
                <a:cubicBezTo>
                  <a:pt x="8827" y="7814"/>
                  <a:pt x="8753" y="7724"/>
                  <a:pt x="8588" y="7724"/>
                </a:cubicBezTo>
                <a:cubicBezTo>
                  <a:pt x="8576" y="7723"/>
                  <a:pt x="8563" y="7722"/>
                  <a:pt x="8551" y="7722"/>
                </a:cubicBezTo>
                <a:close/>
                <a:moveTo>
                  <a:pt x="1524" y="7723"/>
                </a:moveTo>
                <a:cubicBezTo>
                  <a:pt x="1515" y="7723"/>
                  <a:pt x="1504" y="7723"/>
                  <a:pt x="1494" y="7724"/>
                </a:cubicBezTo>
                <a:cubicBezTo>
                  <a:pt x="1330" y="7724"/>
                  <a:pt x="1240" y="7829"/>
                  <a:pt x="1240" y="8008"/>
                </a:cubicBezTo>
                <a:cubicBezTo>
                  <a:pt x="1240" y="8158"/>
                  <a:pt x="1340" y="8234"/>
                  <a:pt x="1472" y="8234"/>
                </a:cubicBezTo>
                <a:cubicBezTo>
                  <a:pt x="1484" y="8234"/>
                  <a:pt x="1496" y="8233"/>
                  <a:pt x="1509" y="8232"/>
                </a:cubicBezTo>
                <a:cubicBezTo>
                  <a:pt x="1688" y="8232"/>
                  <a:pt x="1748" y="8127"/>
                  <a:pt x="1763" y="7963"/>
                </a:cubicBezTo>
                <a:cubicBezTo>
                  <a:pt x="1749" y="7823"/>
                  <a:pt x="1669" y="7723"/>
                  <a:pt x="1524" y="7723"/>
                </a:cubicBezTo>
                <a:close/>
                <a:moveTo>
                  <a:pt x="9649" y="7769"/>
                </a:moveTo>
                <a:cubicBezTo>
                  <a:pt x="9589" y="7829"/>
                  <a:pt x="9529" y="7903"/>
                  <a:pt x="9440" y="8008"/>
                </a:cubicBezTo>
                <a:cubicBezTo>
                  <a:pt x="9544" y="8112"/>
                  <a:pt x="9634" y="8172"/>
                  <a:pt x="9709" y="8247"/>
                </a:cubicBezTo>
                <a:cubicBezTo>
                  <a:pt x="9739" y="8202"/>
                  <a:pt x="9813" y="8127"/>
                  <a:pt x="9798" y="8097"/>
                </a:cubicBezTo>
                <a:cubicBezTo>
                  <a:pt x="9768" y="7978"/>
                  <a:pt x="9694" y="7873"/>
                  <a:pt x="9649" y="7769"/>
                </a:cubicBezTo>
                <a:close/>
                <a:moveTo>
                  <a:pt x="7364" y="7721"/>
                </a:moveTo>
                <a:cubicBezTo>
                  <a:pt x="7249" y="7721"/>
                  <a:pt x="7111" y="7869"/>
                  <a:pt x="7125" y="7993"/>
                </a:cubicBezTo>
                <a:cubicBezTo>
                  <a:pt x="7125" y="8157"/>
                  <a:pt x="7214" y="8247"/>
                  <a:pt x="7379" y="8262"/>
                </a:cubicBezTo>
                <a:cubicBezTo>
                  <a:pt x="7389" y="8263"/>
                  <a:pt x="7398" y="8263"/>
                  <a:pt x="7408" y="8263"/>
                </a:cubicBezTo>
                <a:cubicBezTo>
                  <a:pt x="7566" y="8263"/>
                  <a:pt x="7634" y="8144"/>
                  <a:pt x="7662" y="7918"/>
                </a:cubicBezTo>
                <a:cubicBezTo>
                  <a:pt x="7588" y="7873"/>
                  <a:pt x="7513" y="7769"/>
                  <a:pt x="7394" y="7724"/>
                </a:cubicBezTo>
                <a:cubicBezTo>
                  <a:pt x="7384" y="7722"/>
                  <a:pt x="7374" y="7721"/>
                  <a:pt x="7364" y="7721"/>
                </a:cubicBezTo>
                <a:close/>
                <a:moveTo>
                  <a:pt x="359" y="7739"/>
                </a:moveTo>
                <a:cubicBezTo>
                  <a:pt x="254" y="7829"/>
                  <a:pt x="165" y="7918"/>
                  <a:pt x="0" y="8053"/>
                </a:cubicBezTo>
                <a:cubicBezTo>
                  <a:pt x="150" y="8157"/>
                  <a:pt x="224" y="8247"/>
                  <a:pt x="314" y="8262"/>
                </a:cubicBezTo>
                <a:cubicBezTo>
                  <a:pt x="328" y="8264"/>
                  <a:pt x="342" y="8266"/>
                  <a:pt x="356" y="8266"/>
                </a:cubicBezTo>
                <a:cubicBezTo>
                  <a:pt x="498" y="8266"/>
                  <a:pt x="596" y="8131"/>
                  <a:pt x="583" y="8008"/>
                </a:cubicBezTo>
                <a:cubicBezTo>
                  <a:pt x="583" y="7903"/>
                  <a:pt x="434" y="7829"/>
                  <a:pt x="359" y="7739"/>
                </a:cubicBezTo>
                <a:close/>
                <a:moveTo>
                  <a:pt x="5542" y="8307"/>
                </a:moveTo>
                <a:cubicBezTo>
                  <a:pt x="5497" y="8381"/>
                  <a:pt x="5407" y="8456"/>
                  <a:pt x="5407" y="8531"/>
                </a:cubicBezTo>
                <a:cubicBezTo>
                  <a:pt x="5422" y="8620"/>
                  <a:pt x="5512" y="8695"/>
                  <a:pt x="5571" y="8770"/>
                </a:cubicBezTo>
                <a:cubicBezTo>
                  <a:pt x="5601" y="8710"/>
                  <a:pt x="5646" y="8650"/>
                  <a:pt x="5691" y="8575"/>
                </a:cubicBezTo>
                <a:cubicBezTo>
                  <a:pt x="5646" y="8471"/>
                  <a:pt x="5586" y="8381"/>
                  <a:pt x="5542" y="8307"/>
                </a:cubicBezTo>
                <a:close/>
                <a:moveTo>
                  <a:pt x="4421" y="8307"/>
                </a:moveTo>
                <a:cubicBezTo>
                  <a:pt x="4257" y="8307"/>
                  <a:pt x="4167" y="8396"/>
                  <a:pt x="4182" y="8575"/>
                </a:cubicBezTo>
                <a:cubicBezTo>
                  <a:pt x="4182" y="8740"/>
                  <a:pt x="4270" y="8816"/>
                  <a:pt x="4412" y="8816"/>
                </a:cubicBezTo>
                <a:cubicBezTo>
                  <a:pt x="4424" y="8816"/>
                  <a:pt x="4438" y="8816"/>
                  <a:pt x="4451" y="8814"/>
                </a:cubicBezTo>
                <a:cubicBezTo>
                  <a:pt x="4616" y="8814"/>
                  <a:pt x="4690" y="8695"/>
                  <a:pt x="4690" y="8546"/>
                </a:cubicBezTo>
                <a:cubicBezTo>
                  <a:pt x="4705" y="8381"/>
                  <a:pt x="4601" y="8307"/>
                  <a:pt x="4421" y="8307"/>
                </a:cubicBezTo>
                <a:close/>
                <a:moveTo>
                  <a:pt x="2131" y="8318"/>
                </a:moveTo>
                <a:cubicBezTo>
                  <a:pt x="2119" y="8318"/>
                  <a:pt x="2106" y="8319"/>
                  <a:pt x="2091" y="8322"/>
                </a:cubicBezTo>
                <a:cubicBezTo>
                  <a:pt x="2002" y="8351"/>
                  <a:pt x="1882" y="8471"/>
                  <a:pt x="1852" y="8575"/>
                </a:cubicBezTo>
                <a:cubicBezTo>
                  <a:pt x="1824" y="8730"/>
                  <a:pt x="1916" y="8846"/>
                  <a:pt x="2077" y="8846"/>
                </a:cubicBezTo>
                <a:cubicBezTo>
                  <a:pt x="2086" y="8846"/>
                  <a:pt x="2096" y="8845"/>
                  <a:pt x="2106" y="8844"/>
                </a:cubicBezTo>
                <a:cubicBezTo>
                  <a:pt x="2181" y="8829"/>
                  <a:pt x="2256" y="8710"/>
                  <a:pt x="2330" y="8650"/>
                </a:cubicBezTo>
                <a:cubicBezTo>
                  <a:pt x="2289" y="8484"/>
                  <a:pt x="2286" y="8318"/>
                  <a:pt x="2131" y="8318"/>
                </a:cubicBezTo>
                <a:close/>
                <a:moveTo>
                  <a:pt x="861" y="8315"/>
                </a:moveTo>
                <a:cubicBezTo>
                  <a:pt x="742" y="8315"/>
                  <a:pt x="587" y="8496"/>
                  <a:pt x="628" y="8590"/>
                </a:cubicBezTo>
                <a:cubicBezTo>
                  <a:pt x="672" y="8695"/>
                  <a:pt x="792" y="8829"/>
                  <a:pt x="897" y="8844"/>
                </a:cubicBezTo>
                <a:cubicBezTo>
                  <a:pt x="911" y="8847"/>
                  <a:pt x="924" y="8848"/>
                  <a:pt x="937" y="8848"/>
                </a:cubicBezTo>
                <a:cubicBezTo>
                  <a:pt x="1076" y="8848"/>
                  <a:pt x="1153" y="8706"/>
                  <a:pt x="1180" y="8501"/>
                </a:cubicBezTo>
                <a:cubicBezTo>
                  <a:pt x="1106" y="8441"/>
                  <a:pt x="1016" y="8351"/>
                  <a:pt x="897" y="8322"/>
                </a:cubicBezTo>
                <a:cubicBezTo>
                  <a:pt x="885" y="8317"/>
                  <a:pt x="873" y="8315"/>
                  <a:pt x="861" y="8315"/>
                </a:cubicBezTo>
                <a:close/>
                <a:moveTo>
                  <a:pt x="9147" y="8315"/>
                </a:moveTo>
                <a:cubicBezTo>
                  <a:pt x="9027" y="8315"/>
                  <a:pt x="8862" y="8481"/>
                  <a:pt x="8902" y="8575"/>
                </a:cubicBezTo>
                <a:cubicBezTo>
                  <a:pt x="8947" y="8695"/>
                  <a:pt x="9066" y="8814"/>
                  <a:pt x="9156" y="8844"/>
                </a:cubicBezTo>
                <a:cubicBezTo>
                  <a:pt x="9171" y="8847"/>
                  <a:pt x="9186" y="8848"/>
                  <a:pt x="9200" y="8848"/>
                </a:cubicBezTo>
                <a:cubicBezTo>
                  <a:pt x="9337" y="8848"/>
                  <a:pt x="9414" y="8719"/>
                  <a:pt x="9455" y="8516"/>
                </a:cubicBezTo>
                <a:cubicBezTo>
                  <a:pt x="9380" y="8456"/>
                  <a:pt x="9290" y="8351"/>
                  <a:pt x="9186" y="8322"/>
                </a:cubicBezTo>
                <a:cubicBezTo>
                  <a:pt x="9174" y="8317"/>
                  <a:pt x="9161" y="8315"/>
                  <a:pt x="9147" y="8315"/>
                </a:cubicBezTo>
                <a:close/>
                <a:moveTo>
                  <a:pt x="3302" y="8305"/>
                </a:moveTo>
                <a:cubicBezTo>
                  <a:pt x="3292" y="8305"/>
                  <a:pt x="3282" y="8306"/>
                  <a:pt x="3271" y="8307"/>
                </a:cubicBezTo>
                <a:cubicBezTo>
                  <a:pt x="3182" y="8336"/>
                  <a:pt x="3032" y="8471"/>
                  <a:pt x="3032" y="8560"/>
                </a:cubicBezTo>
                <a:cubicBezTo>
                  <a:pt x="3032" y="8665"/>
                  <a:pt x="3167" y="8814"/>
                  <a:pt x="3256" y="8844"/>
                </a:cubicBezTo>
                <a:cubicBezTo>
                  <a:pt x="3273" y="8848"/>
                  <a:pt x="3289" y="8849"/>
                  <a:pt x="3305" y="8849"/>
                </a:cubicBezTo>
                <a:cubicBezTo>
                  <a:pt x="3434" y="8849"/>
                  <a:pt x="3540" y="8742"/>
                  <a:pt x="3540" y="8516"/>
                </a:cubicBezTo>
                <a:cubicBezTo>
                  <a:pt x="3540" y="8404"/>
                  <a:pt x="3449" y="8305"/>
                  <a:pt x="3302" y="8305"/>
                </a:cubicBezTo>
                <a:close/>
                <a:moveTo>
                  <a:pt x="7934" y="8317"/>
                </a:moveTo>
                <a:cubicBezTo>
                  <a:pt x="7803" y="8317"/>
                  <a:pt x="7694" y="8440"/>
                  <a:pt x="7707" y="8575"/>
                </a:cubicBezTo>
                <a:cubicBezTo>
                  <a:pt x="7722" y="8680"/>
                  <a:pt x="7857" y="8814"/>
                  <a:pt x="7961" y="8844"/>
                </a:cubicBezTo>
                <a:cubicBezTo>
                  <a:pt x="7981" y="8850"/>
                  <a:pt x="7999" y="8852"/>
                  <a:pt x="8016" y="8852"/>
                </a:cubicBezTo>
                <a:cubicBezTo>
                  <a:pt x="8143" y="8852"/>
                  <a:pt x="8207" y="8713"/>
                  <a:pt x="8260" y="8516"/>
                </a:cubicBezTo>
                <a:cubicBezTo>
                  <a:pt x="8185" y="8456"/>
                  <a:pt x="8096" y="8336"/>
                  <a:pt x="7976" y="8322"/>
                </a:cubicBezTo>
                <a:cubicBezTo>
                  <a:pt x="7962" y="8319"/>
                  <a:pt x="7948" y="8317"/>
                  <a:pt x="7934" y="8317"/>
                </a:cubicBezTo>
                <a:close/>
                <a:moveTo>
                  <a:pt x="6781" y="8322"/>
                </a:moveTo>
                <a:cubicBezTo>
                  <a:pt x="6647" y="8336"/>
                  <a:pt x="6542" y="8411"/>
                  <a:pt x="6542" y="8575"/>
                </a:cubicBezTo>
                <a:cubicBezTo>
                  <a:pt x="6527" y="8755"/>
                  <a:pt x="6617" y="8859"/>
                  <a:pt x="6796" y="8859"/>
                </a:cubicBezTo>
                <a:cubicBezTo>
                  <a:pt x="6975" y="8844"/>
                  <a:pt x="7065" y="8755"/>
                  <a:pt x="7050" y="8575"/>
                </a:cubicBezTo>
                <a:cubicBezTo>
                  <a:pt x="7050" y="8411"/>
                  <a:pt x="6946" y="8336"/>
                  <a:pt x="6781" y="8322"/>
                </a:cubicBezTo>
                <a:close/>
                <a:moveTo>
                  <a:pt x="5040" y="8855"/>
                </a:moveTo>
                <a:cubicBezTo>
                  <a:pt x="4873" y="8855"/>
                  <a:pt x="4750" y="8981"/>
                  <a:pt x="4750" y="9143"/>
                </a:cubicBezTo>
                <a:cubicBezTo>
                  <a:pt x="4750" y="9292"/>
                  <a:pt x="4869" y="9412"/>
                  <a:pt x="5004" y="9412"/>
                </a:cubicBezTo>
                <a:cubicBezTo>
                  <a:pt x="5198" y="9397"/>
                  <a:pt x="5377" y="9248"/>
                  <a:pt x="5332" y="9098"/>
                </a:cubicBezTo>
                <a:cubicBezTo>
                  <a:pt x="5303" y="9009"/>
                  <a:pt x="5183" y="8889"/>
                  <a:pt x="5093" y="8859"/>
                </a:cubicBezTo>
                <a:cubicBezTo>
                  <a:pt x="5075" y="8856"/>
                  <a:pt x="5057" y="8855"/>
                  <a:pt x="5040" y="8855"/>
                </a:cubicBezTo>
                <a:close/>
                <a:moveTo>
                  <a:pt x="6348" y="9009"/>
                </a:moveTo>
                <a:cubicBezTo>
                  <a:pt x="6229" y="9068"/>
                  <a:pt x="6109" y="9158"/>
                  <a:pt x="5990" y="9233"/>
                </a:cubicBezTo>
                <a:cubicBezTo>
                  <a:pt x="6064" y="9307"/>
                  <a:pt x="6139" y="9367"/>
                  <a:pt x="6169" y="9412"/>
                </a:cubicBezTo>
                <a:cubicBezTo>
                  <a:pt x="6408" y="9412"/>
                  <a:pt x="6497" y="9307"/>
                  <a:pt x="6497" y="9158"/>
                </a:cubicBezTo>
                <a:cubicBezTo>
                  <a:pt x="6497" y="9113"/>
                  <a:pt x="6378" y="9009"/>
                  <a:pt x="6348" y="9009"/>
                </a:cubicBezTo>
                <a:close/>
                <a:moveTo>
                  <a:pt x="254" y="8904"/>
                </a:moveTo>
                <a:cubicBezTo>
                  <a:pt x="209" y="8949"/>
                  <a:pt x="60" y="9068"/>
                  <a:pt x="75" y="9098"/>
                </a:cubicBezTo>
                <a:cubicBezTo>
                  <a:pt x="135" y="9233"/>
                  <a:pt x="239" y="9382"/>
                  <a:pt x="344" y="9412"/>
                </a:cubicBezTo>
                <a:cubicBezTo>
                  <a:pt x="362" y="9418"/>
                  <a:pt x="379" y="9421"/>
                  <a:pt x="395" y="9421"/>
                </a:cubicBezTo>
                <a:cubicBezTo>
                  <a:pt x="501" y="9421"/>
                  <a:pt x="568" y="9302"/>
                  <a:pt x="568" y="9173"/>
                </a:cubicBezTo>
                <a:cubicBezTo>
                  <a:pt x="568" y="8994"/>
                  <a:pt x="463" y="8919"/>
                  <a:pt x="254" y="8904"/>
                </a:cubicBezTo>
                <a:close/>
                <a:moveTo>
                  <a:pt x="2853" y="8964"/>
                </a:moveTo>
                <a:cubicBezTo>
                  <a:pt x="2778" y="9083"/>
                  <a:pt x="2704" y="9188"/>
                  <a:pt x="2644" y="9307"/>
                </a:cubicBezTo>
                <a:cubicBezTo>
                  <a:pt x="2629" y="9337"/>
                  <a:pt x="2689" y="9382"/>
                  <a:pt x="2704" y="9427"/>
                </a:cubicBezTo>
                <a:cubicBezTo>
                  <a:pt x="2793" y="9367"/>
                  <a:pt x="2898" y="9307"/>
                  <a:pt x="3002" y="9233"/>
                </a:cubicBezTo>
                <a:cubicBezTo>
                  <a:pt x="2943" y="9113"/>
                  <a:pt x="2898" y="9038"/>
                  <a:pt x="2853" y="8964"/>
                </a:cubicBezTo>
                <a:close/>
                <a:moveTo>
                  <a:pt x="3897" y="8888"/>
                </a:moveTo>
                <a:cubicBezTo>
                  <a:pt x="3888" y="8888"/>
                  <a:pt x="3878" y="8888"/>
                  <a:pt x="3869" y="8889"/>
                </a:cubicBezTo>
                <a:cubicBezTo>
                  <a:pt x="3704" y="8889"/>
                  <a:pt x="3600" y="8979"/>
                  <a:pt x="3600" y="9113"/>
                </a:cubicBezTo>
                <a:cubicBezTo>
                  <a:pt x="3585" y="9322"/>
                  <a:pt x="3704" y="9412"/>
                  <a:pt x="3839" y="9427"/>
                </a:cubicBezTo>
                <a:cubicBezTo>
                  <a:pt x="4003" y="9427"/>
                  <a:pt x="4108" y="9322"/>
                  <a:pt x="4108" y="9143"/>
                </a:cubicBezTo>
                <a:cubicBezTo>
                  <a:pt x="4122" y="8989"/>
                  <a:pt x="4031" y="8888"/>
                  <a:pt x="3897" y="8888"/>
                </a:cubicBezTo>
                <a:close/>
                <a:moveTo>
                  <a:pt x="7379" y="8919"/>
                </a:moveTo>
                <a:cubicBezTo>
                  <a:pt x="7214" y="8919"/>
                  <a:pt x="7125" y="8994"/>
                  <a:pt x="7125" y="9173"/>
                </a:cubicBezTo>
                <a:cubicBezTo>
                  <a:pt x="7125" y="9337"/>
                  <a:pt x="7199" y="9427"/>
                  <a:pt x="7349" y="9427"/>
                </a:cubicBezTo>
                <a:cubicBezTo>
                  <a:pt x="7528" y="9427"/>
                  <a:pt x="7633" y="9352"/>
                  <a:pt x="7633" y="9188"/>
                </a:cubicBezTo>
                <a:cubicBezTo>
                  <a:pt x="7647" y="9009"/>
                  <a:pt x="7558" y="8919"/>
                  <a:pt x="7379" y="8919"/>
                </a:cubicBezTo>
                <a:close/>
                <a:moveTo>
                  <a:pt x="9724" y="8919"/>
                </a:moveTo>
                <a:cubicBezTo>
                  <a:pt x="9634" y="8994"/>
                  <a:pt x="9500" y="9068"/>
                  <a:pt x="9500" y="9158"/>
                </a:cubicBezTo>
                <a:cubicBezTo>
                  <a:pt x="9500" y="9248"/>
                  <a:pt x="9619" y="9337"/>
                  <a:pt x="9694" y="9427"/>
                </a:cubicBezTo>
                <a:cubicBezTo>
                  <a:pt x="9753" y="9352"/>
                  <a:pt x="9813" y="9262"/>
                  <a:pt x="9903" y="9158"/>
                </a:cubicBezTo>
                <a:cubicBezTo>
                  <a:pt x="9828" y="9053"/>
                  <a:pt x="9768" y="8979"/>
                  <a:pt x="9724" y="8919"/>
                </a:cubicBezTo>
                <a:close/>
                <a:moveTo>
                  <a:pt x="1536" y="8918"/>
                </a:moveTo>
                <a:cubicBezTo>
                  <a:pt x="1527" y="8918"/>
                  <a:pt x="1518" y="8918"/>
                  <a:pt x="1509" y="8919"/>
                </a:cubicBezTo>
                <a:cubicBezTo>
                  <a:pt x="1404" y="8934"/>
                  <a:pt x="1300" y="9053"/>
                  <a:pt x="1135" y="9158"/>
                </a:cubicBezTo>
                <a:cubicBezTo>
                  <a:pt x="1285" y="9292"/>
                  <a:pt x="1374" y="9427"/>
                  <a:pt x="1479" y="9442"/>
                </a:cubicBezTo>
                <a:cubicBezTo>
                  <a:pt x="1496" y="9445"/>
                  <a:pt x="1513" y="9447"/>
                  <a:pt x="1529" y="9447"/>
                </a:cubicBezTo>
                <a:cubicBezTo>
                  <a:pt x="1654" y="9447"/>
                  <a:pt x="1750" y="9348"/>
                  <a:pt x="1763" y="9203"/>
                </a:cubicBezTo>
                <a:cubicBezTo>
                  <a:pt x="1763" y="9034"/>
                  <a:pt x="1683" y="8918"/>
                  <a:pt x="1536" y="8918"/>
                </a:cubicBezTo>
                <a:close/>
                <a:moveTo>
                  <a:pt x="8606" y="8910"/>
                </a:moveTo>
                <a:cubicBezTo>
                  <a:pt x="8564" y="8910"/>
                  <a:pt x="8517" y="8926"/>
                  <a:pt x="8469" y="8964"/>
                </a:cubicBezTo>
                <a:cubicBezTo>
                  <a:pt x="8260" y="9128"/>
                  <a:pt x="8260" y="9248"/>
                  <a:pt x="8454" y="9412"/>
                </a:cubicBezTo>
                <a:lnTo>
                  <a:pt x="8469" y="9412"/>
                </a:lnTo>
                <a:cubicBezTo>
                  <a:pt x="8514" y="9447"/>
                  <a:pt x="8557" y="9462"/>
                  <a:pt x="8597" y="9462"/>
                </a:cubicBezTo>
                <a:cubicBezTo>
                  <a:pt x="8676" y="9462"/>
                  <a:pt x="8743" y="9402"/>
                  <a:pt x="8783" y="9322"/>
                </a:cubicBezTo>
                <a:cubicBezTo>
                  <a:pt x="8827" y="9248"/>
                  <a:pt x="8827" y="9113"/>
                  <a:pt x="8783" y="9038"/>
                </a:cubicBezTo>
                <a:cubicBezTo>
                  <a:pt x="8744" y="8962"/>
                  <a:pt x="8682" y="8910"/>
                  <a:pt x="8606" y="8910"/>
                </a:cubicBezTo>
                <a:close/>
                <a:moveTo>
                  <a:pt x="926" y="9487"/>
                </a:moveTo>
                <a:cubicBezTo>
                  <a:pt x="867" y="9531"/>
                  <a:pt x="807" y="9561"/>
                  <a:pt x="747" y="9591"/>
                </a:cubicBezTo>
                <a:cubicBezTo>
                  <a:pt x="822" y="9621"/>
                  <a:pt x="882" y="9666"/>
                  <a:pt x="941" y="9681"/>
                </a:cubicBezTo>
                <a:cubicBezTo>
                  <a:pt x="986" y="9681"/>
                  <a:pt x="1046" y="9636"/>
                  <a:pt x="1091" y="9606"/>
                </a:cubicBezTo>
                <a:cubicBezTo>
                  <a:pt x="1046" y="9561"/>
                  <a:pt x="986" y="9531"/>
                  <a:pt x="926" y="9487"/>
                </a:cubicBezTo>
                <a:close/>
                <a:moveTo>
                  <a:pt x="9162" y="9498"/>
                </a:moveTo>
                <a:cubicBezTo>
                  <a:pt x="9150" y="9498"/>
                  <a:pt x="9138" y="9499"/>
                  <a:pt x="9126" y="9501"/>
                </a:cubicBezTo>
                <a:cubicBezTo>
                  <a:pt x="8962" y="9516"/>
                  <a:pt x="8887" y="9666"/>
                  <a:pt x="8917" y="9875"/>
                </a:cubicBezTo>
                <a:cubicBezTo>
                  <a:pt x="8887" y="9994"/>
                  <a:pt x="8977" y="10024"/>
                  <a:pt x="9066" y="10054"/>
                </a:cubicBezTo>
                <a:cubicBezTo>
                  <a:pt x="9092" y="10057"/>
                  <a:pt x="9117" y="10059"/>
                  <a:pt x="9140" y="10059"/>
                </a:cubicBezTo>
                <a:cubicBezTo>
                  <a:pt x="9323" y="10059"/>
                  <a:pt x="9440" y="9961"/>
                  <a:pt x="9440" y="9815"/>
                </a:cubicBezTo>
                <a:cubicBezTo>
                  <a:pt x="9440" y="9650"/>
                  <a:pt x="9301" y="9498"/>
                  <a:pt x="9162" y="9498"/>
                </a:cubicBezTo>
                <a:close/>
                <a:moveTo>
                  <a:pt x="7990" y="9501"/>
                </a:moveTo>
                <a:cubicBezTo>
                  <a:pt x="7985" y="9501"/>
                  <a:pt x="7981" y="9501"/>
                  <a:pt x="7976" y="9501"/>
                </a:cubicBezTo>
                <a:cubicBezTo>
                  <a:pt x="7827" y="9516"/>
                  <a:pt x="7707" y="9606"/>
                  <a:pt x="7722" y="9770"/>
                </a:cubicBezTo>
                <a:cubicBezTo>
                  <a:pt x="7737" y="9935"/>
                  <a:pt x="7812" y="10069"/>
                  <a:pt x="8081" y="10084"/>
                </a:cubicBezTo>
                <a:cubicBezTo>
                  <a:pt x="8125" y="10024"/>
                  <a:pt x="8245" y="9935"/>
                  <a:pt x="8275" y="9815"/>
                </a:cubicBezTo>
                <a:cubicBezTo>
                  <a:pt x="8304" y="9700"/>
                  <a:pt x="8124" y="9501"/>
                  <a:pt x="7990" y="9501"/>
                </a:cubicBezTo>
                <a:close/>
                <a:moveTo>
                  <a:pt x="5680" y="9471"/>
                </a:moveTo>
                <a:cubicBezTo>
                  <a:pt x="5674" y="9471"/>
                  <a:pt x="5667" y="9471"/>
                  <a:pt x="5661" y="9472"/>
                </a:cubicBezTo>
                <a:cubicBezTo>
                  <a:pt x="5497" y="9472"/>
                  <a:pt x="5392" y="9561"/>
                  <a:pt x="5377" y="9740"/>
                </a:cubicBezTo>
                <a:cubicBezTo>
                  <a:pt x="5377" y="9967"/>
                  <a:pt x="5458" y="10100"/>
                  <a:pt x="5632" y="10100"/>
                </a:cubicBezTo>
                <a:cubicBezTo>
                  <a:pt x="5642" y="10100"/>
                  <a:pt x="5651" y="10100"/>
                  <a:pt x="5661" y="10099"/>
                </a:cubicBezTo>
                <a:cubicBezTo>
                  <a:pt x="5855" y="10099"/>
                  <a:pt x="5915" y="9964"/>
                  <a:pt x="5930" y="9845"/>
                </a:cubicBezTo>
                <a:cubicBezTo>
                  <a:pt x="5930" y="9630"/>
                  <a:pt x="5820" y="9471"/>
                  <a:pt x="5680" y="9471"/>
                </a:cubicBezTo>
                <a:close/>
                <a:moveTo>
                  <a:pt x="6795" y="9470"/>
                </a:moveTo>
                <a:cubicBezTo>
                  <a:pt x="6612" y="9470"/>
                  <a:pt x="6572" y="9601"/>
                  <a:pt x="6572" y="9785"/>
                </a:cubicBezTo>
                <a:cubicBezTo>
                  <a:pt x="6572" y="9964"/>
                  <a:pt x="6617" y="10099"/>
                  <a:pt x="6826" y="10099"/>
                </a:cubicBezTo>
                <a:cubicBezTo>
                  <a:pt x="6837" y="10100"/>
                  <a:pt x="6847" y="10100"/>
                  <a:pt x="6857" y="10100"/>
                </a:cubicBezTo>
                <a:cubicBezTo>
                  <a:pt x="7041" y="10100"/>
                  <a:pt x="7095" y="9970"/>
                  <a:pt x="7095" y="9785"/>
                </a:cubicBezTo>
                <a:cubicBezTo>
                  <a:pt x="7110" y="9606"/>
                  <a:pt x="7020" y="9472"/>
                  <a:pt x="6826" y="9472"/>
                </a:cubicBezTo>
                <a:cubicBezTo>
                  <a:pt x="6815" y="9471"/>
                  <a:pt x="6805" y="9470"/>
                  <a:pt x="6795" y="9470"/>
                </a:cubicBezTo>
                <a:close/>
                <a:moveTo>
                  <a:pt x="3233" y="9468"/>
                </a:moveTo>
                <a:cubicBezTo>
                  <a:pt x="3100" y="9468"/>
                  <a:pt x="2989" y="9607"/>
                  <a:pt x="3002" y="9770"/>
                </a:cubicBezTo>
                <a:cubicBezTo>
                  <a:pt x="3002" y="9935"/>
                  <a:pt x="3017" y="10114"/>
                  <a:pt x="3256" y="10114"/>
                </a:cubicBezTo>
                <a:cubicBezTo>
                  <a:pt x="3465" y="10114"/>
                  <a:pt x="3540" y="9994"/>
                  <a:pt x="3540" y="9770"/>
                </a:cubicBezTo>
                <a:cubicBezTo>
                  <a:pt x="3555" y="9606"/>
                  <a:pt x="3451" y="9487"/>
                  <a:pt x="3271" y="9472"/>
                </a:cubicBezTo>
                <a:cubicBezTo>
                  <a:pt x="3258" y="9469"/>
                  <a:pt x="3246" y="9468"/>
                  <a:pt x="3233" y="9468"/>
                </a:cubicBezTo>
                <a:close/>
                <a:moveTo>
                  <a:pt x="4461" y="9471"/>
                </a:moveTo>
                <a:cubicBezTo>
                  <a:pt x="4453" y="9471"/>
                  <a:pt x="4445" y="9471"/>
                  <a:pt x="4436" y="9472"/>
                </a:cubicBezTo>
                <a:cubicBezTo>
                  <a:pt x="4257" y="9487"/>
                  <a:pt x="4182" y="9606"/>
                  <a:pt x="4182" y="9785"/>
                </a:cubicBezTo>
                <a:cubicBezTo>
                  <a:pt x="4182" y="9994"/>
                  <a:pt x="4272" y="10114"/>
                  <a:pt x="4451" y="10114"/>
                </a:cubicBezTo>
                <a:cubicBezTo>
                  <a:pt x="4630" y="10099"/>
                  <a:pt x="4705" y="9979"/>
                  <a:pt x="4720" y="9830"/>
                </a:cubicBezTo>
                <a:cubicBezTo>
                  <a:pt x="4734" y="9616"/>
                  <a:pt x="4626" y="9471"/>
                  <a:pt x="4461" y="9471"/>
                </a:cubicBezTo>
                <a:close/>
                <a:moveTo>
                  <a:pt x="2674" y="10129"/>
                </a:moveTo>
                <a:cubicBezTo>
                  <a:pt x="2539" y="10159"/>
                  <a:pt x="2450" y="10248"/>
                  <a:pt x="2465" y="10427"/>
                </a:cubicBezTo>
                <a:cubicBezTo>
                  <a:pt x="2465" y="10580"/>
                  <a:pt x="2568" y="10668"/>
                  <a:pt x="2690" y="10668"/>
                </a:cubicBezTo>
                <a:cubicBezTo>
                  <a:pt x="2699" y="10668"/>
                  <a:pt x="2709" y="10668"/>
                  <a:pt x="2719" y="10666"/>
                </a:cubicBezTo>
                <a:cubicBezTo>
                  <a:pt x="2868" y="10666"/>
                  <a:pt x="2988" y="10577"/>
                  <a:pt x="2988" y="10413"/>
                </a:cubicBezTo>
                <a:cubicBezTo>
                  <a:pt x="2973" y="10248"/>
                  <a:pt x="2883" y="10144"/>
                  <a:pt x="2674" y="10144"/>
                </a:cubicBezTo>
                <a:lnTo>
                  <a:pt x="2674" y="10129"/>
                </a:lnTo>
                <a:close/>
                <a:moveTo>
                  <a:pt x="7350" y="10150"/>
                </a:moveTo>
                <a:cubicBezTo>
                  <a:pt x="7232" y="10150"/>
                  <a:pt x="7153" y="10262"/>
                  <a:pt x="7140" y="10353"/>
                </a:cubicBezTo>
                <a:cubicBezTo>
                  <a:pt x="7140" y="10589"/>
                  <a:pt x="7256" y="10683"/>
                  <a:pt x="7380" y="10683"/>
                </a:cubicBezTo>
                <a:cubicBezTo>
                  <a:pt x="7390" y="10683"/>
                  <a:pt x="7399" y="10682"/>
                  <a:pt x="7409" y="10681"/>
                </a:cubicBezTo>
                <a:cubicBezTo>
                  <a:pt x="7513" y="10666"/>
                  <a:pt x="7647" y="10517"/>
                  <a:pt x="7647" y="10413"/>
                </a:cubicBezTo>
                <a:cubicBezTo>
                  <a:pt x="7662" y="10323"/>
                  <a:pt x="7513" y="10174"/>
                  <a:pt x="7409" y="10159"/>
                </a:cubicBezTo>
                <a:cubicBezTo>
                  <a:pt x="7388" y="10153"/>
                  <a:pt x="7369" y="10150"/>
                  <a:pt x="7350" y="10150"/>
                </a:cubicBezTo>
                <a:close/>
                <a:moveTo>
                  <a:pt x="6199" y="10144"/>
                </a:moveTo>
                <a:cubicBezTo>
                  <a:pt x="6139" y="10203"/>
                  <a:pt x="6019" y="10278"/>
                  <a:pt x="5990" y="10383"/>
                </a:cubicBezTo>
                <a:cubicBezTo>
                  <a:pt x="5945" y="10547"/>
                  <a:pt x="6019" y="10681"/>
                  <a:pt x="6214" y="10696"/>
                </a:cubicBezTo>
                <a:cubicBezTo>
                  <a:pt x="6363" y="10696"/>
                  <a:pt x="6482" y="10637"/>
                  <a:pt x="6497" y="10472"/>
                </a:cubicBezTo>
                <a:cubicBezTo>
                  <a:pt x="6527" y="10308"/>
                  <a:pt x="6453" y="10203"/>
                  <a:pt x="6199" y="10144"/>
                </a:cubicBezTo>
                <a:close/>
                <a:moveTo>
                  <a:pt x="3888" y="10172"/>
                </a:moveTo>
                <a:cubicBezTo>
                  <a:pt x="3877" y="10172"/>
                  <a:pt x="3866" y="10172"/>
                  <a:pt x="3854" y="10174"/>
                </a:cubicBezTo>
                <a:cubicBezTo>
                  <a:pt x="3690" y="10174"/>
                  <a:pt x="3600" y="10278"/>
                  <a:pt x="3585" y="10442"/>
                </a:cubicBezTo>
                <a:cubicBezTo>
                  <a:pt x="3599" y="10596"/>
                  <a:pt x="3692" y="10698"/>
                  <a:pt x="3826" y="10698"/>
                </a:cubicBezTo>
                <a:cubicBezTo>
                  <a:pt x="3835" y="10698"/>
                  <a:pt x="3844" y="10697"/>
                  <a:pt x="3854" y="10696"/>
                </a:cubicBezTo>
                <a:cubicBezTo>
                  <a:pt x="4003" y="10696"/>
                  <a:pt x="4123" y="10607"/>
                  <a:pt x="4108" y="10413"/>
                </a:cubicBezTo>
                <a:cubicBezTo>
                  <a:pt x="4108" y="10260"/>
                  <a:pt x="4031" y="10172"/>
                  <a:pt x="3888" y="10172"/>
                </a:cubicBezTo>
                <a:close/>
                <a:moveTo>
                  <a:pt x="8591" y="10138"/>
                </a:moveTo>
                <a:cubicBezTo>
                  <a:pt x="8474" y="10138"/>
                  <a:pt x="8377" y="10188"/>
                  <a:pt x="8335" y="10338"/>
                </a:cubicBezTo>
                <a:cubicBezTo>
                  <a:pt x="8290" y="10502"/>
                  <a:pt x="8379" y="10622"/>
                  <a:pt x="8544" y="10666"/>
                </a:cubicBezTo>
                <a:cubicBezTo>
                  <a:pt x="8577" y="10690"/>
                  <a:pt x="8607" y="10700"/>
                  <a:pt x="8634" y="10700"/>
                </a:cubicBezTo>
                <a:cubicBezTo>
                  <a:pt x="8694" y="10700"/>
                  <a:pt x="8742" y="10653"/>
                  <a:pt x="8783" y="10592"/>
                </a:cubicBezTo>
                <a:cubicBezTo>
                  <a:pt x="8812" y="10502"/>
                  <a:pt x="8842" y="10427"/>
                  <a:pt x="8887" y="10338"/>
                </a:cubicBezTo>
                <a:cubicBezTo>
                  <a:pt x="8887" y="10233"/>
                  <a:pt x="8827" y="10188"/>
                  <a:pt x="8738" y="10159"/>
                </a:cubicBezTo>
                <a:cubicBezTo>
                  <a:pt x="8687" y="10146"/>
                  <a:pt x="8637" y="10138"/>
                  <a:pt x="8591" y="10138"/>
                </a:cubicBezTo>
                <a:close/>
                <a:moveTo>
                  <a:pt x="5039" y="10170"/>
                </a:moveTo>
                <a:cubicBezTo>
                  <a:pt x="4876" y="10170"/>
                  <a:pt x="4736" y="10334"/>
                  <a:pt x="4750" y="10472"/>
                </a:cubicBezTo>
                <a:cubicBezTo>
                  <a:pt x="4765" y="10637"/>
                  <a:pt x="4854" y="10726"/>
                  <a:pt x="5019" y="10741"/>
                </a:cubicBezTo>
                <a:cubicBezTo>
                  <a:pt x="5198" y="10741"/>
                  <a:pt x="5347" y="10592"/>
                  <a:pt x="5332" y="10338"/>
                </a:cubicBezTo>
                <a:cubicBezTo>
                  <a:pt x="5273" y="10308"/>
                  <a:pt x="5183" y="10188"/>
                  <a:pt x="5079" y="10174"/>
                </a:cubicBezTo>
                <a:cubicBezTo>
                  <a:pt x="5065" y="10171"/>
                  <a:pt x="5052" y="10170"/>
                  <a:pt x="5039" y="10170"/>
                </a:cubicBezTo>
                <a:close/>
                <a:moveTo>
                  <a:pt x="2286" y="10816"/>
                </a:moveTo>
                <a:cubicBezTo>
                  <a:pt x="2256" y="10861"/>
                  <a:pt x="2211" y="10920"/>
                  <a:pt x="2166" y="10980"/>
                </a:cubicBezTo>
                <a:cubicBezTo>
                  <a:pt x="2211" y="11070"/>
                  <a:pt x="2241" y="11129"/>
                  <a:pt x="2271" y="11189"/>
                </a:cubicBezTo>
                <a:cubicBezTo>
                  <a:pt x="2315" y="11115"/>
                  <a:pt x="2375" y="11055"/>
                  <a:pt x="2390" y="10980"/>
                </a:cubicBezTo>
                <a:cubicBezTo>
                  <a:pt x="2390" y="10935"/>
                  <a:pt x="2330" y="10876"/>
                  <a:pt x="2286" y="10816"/>
                </a:cubicBezTo>
                <a:close/>
                <a:moveTo>
                  <a:pt x="9201" y="10726"/>
                </a:moveTo>
                <a:cubicBezTo>
                  <a:pt x="9051" y="10741"/>
                  <a:pt x="8932" y="10816"/>
                  <a:pt x="8932" y="10980"/>
                </a:cubicBezTo>
                <a:cubicBezTo>
                  <a:pt x="8932" y="11055"/>
                  <a:pt x="9007" y="11129"/>
                  <a:pt x="9051" y="11204"/>
                </a:cubicBezTo>
                <a:cubicBezTo>
                  <a:pt x="9156" y="11100"/>
                  <a:pt x="9261" y="11010"/>
                  <a:pt x="9410" y="10876"/>
                </a:cubicBezTo>
                <a:cubicBezTo>
                  <a:pt x="9305" y="10801"/>
                  <a:pt x="9246" y="10726"/>
                  <a:pt x="9201" y="10726"/>
                </a:cubicBezTo>
                <a:close/>
                <a:moveTo>
                  <a:pt x="3270" y="10725"/>
                </a:moveTo>
                <a:cubicBezTo>
                  <a:pt x="3135" y="10725"/>
                  <a:pt x="3033" y="10815"/>
                  <a:pt x="3047" y="10995"/>
                </a:cubicBezTo>
                <a:cubicBezTo>
                  <a:pt x="3047" y="11159"/>
                  <a:pt x="3152" y="11264"/>
                  <a:pt x="3286" y="11264"/>
                </a:cubicBezTo>
                <a:cubicBezTo>
                  <a:pt x="3451" y="11264"/>
                  <a:pt x="3555" y="11159"/>
                  <a:pt x="3570" y="10905"/>
                </a:cubicBezTo>
                <a:cubicBezTo>
                  <a:pt x="3510" y="10861"/>
                  <a:pt x="3406" y="10741"/>
                  <a:pt x="3301" y="10726"/>
                </a:cubicBezTo>
                <a:cubicBezTo>
                  <a:pt x="3291" y="10725"/>
                  <a:pt x="3280" y="10725"/>
                  <a:pt x="3270" y="10725"/>
                </a:cubicBezTo>
                <a:close/>
                <a:moveTo>
                  <a:pt x="7991" y="10726"/>
                </a:moveTo>
                <a:cubicBezTo>
                  <a:pt x="7842" y="10726"/>
                  <a:pt x="7737" y="10831"/>
                  <a:pt x="7722" y="11010"/>
                </a:cubicBezTo>
                <a:cubicBezTo>
                  <a:pt x="7737" y="11174"/>
                  <a:pt x="7842" y="11264"/>
                  <a:pt x="7991" y="11264"/>
                </a:cubicBezTo>
                <a:cubicBezTo>
                  <a:pt x="8155" y="11264"/>
                  <a:pt x="8245" y="11159"/>
                  <a:pt x="8245" y="10980"/>
                </a:cubicBezTo>
                <a:cubicBezTo>
                  <a:pt x="8245" y="10816"/>
                  <a:pt x="8125" y="10726"/>
                  <a:pt x="7991" y="10726"/>
                </a:cubicBezTo>
                <a:close/>
                <a:moveTo>
                  <a:pt x="6811" y="10741"/>
                </a:moveTo>
                <a:cubicBezTo>
                  <a:pt x="6632" y="10756"/>
                  <a:pt x="6542" y="10876"/>
                  <a:pt x="6542" y="11025"/>
                </a:cubicBezTo>
                <a:cubicBezTo>
                  <a:pt x="6556" y="11152"/>
                  <a:pt x="6637" y="11265"/>
                  <a:pt x="6809" y="11265"/>
                </a:cubicBezTo>
                <a:cubicBezTo>
                  <a:pt x="6819" y="11265"/>
                  <a:pt x="6830" y="11265"/>
                  <a:pt x="6841" y="11264"/>
                </a:cubicBezTo>
                <a:cubicBezTo>
                  <a:pt x="6975" y="11249"/>
                  <a:pt x="7095" y="11159"/>
                  <a:pt x="7080" y="10995"/>
                </a:cubicBezTo>
                <a:cubicBezTo>
                  <a:pt x="7065" y="10846"/>
                  <a:pt x="6990" y="10741"/>
                  <a:pt x="6811" y="10741"/>
                </a:cubicBezTo>
                <a:close/>
                <a:moveTo>
                  <a:pt x="5676" y="10756"/>
                </a:moveTo>
                <a:cubicBezTo>
                  <a:pt x="5512" y="10756"/>
                  <a:pt x="5407" y="10846"/>
                  <a:pt x="5392" y="11025"/>
                </a:cubicBezTo>
                <a:cubicBezTo>
                  <a:pt x="5392" y="11189"/>
                  <a:pt x="5497" y="11279"/>
                  <a:pt x="5646" y="11294"/>
                </a:cubicBezTo>
                <a:cubicBezTo>
                  <a:pt x="5655" y="11295"/>
                  <a:pt x="5665" y="11295"/>
                  <a:pt x="5673" y="11295"/>
                </a:cubicBezTo>
                <a:cubicBezTo>
                  <a:pt x="5820" y="11295"/>
                  <a:pt x="5902" y="11181"/>
                  <a:pt x="5930" y="11040"/>
                </a:cubicBezTo>
                <a:cubicBezTo>
                  <a:pt x="5930" y="10861"/>
                  <a:pt x="5825" y="10756"/>
                  <a:pt x="5676" y="10756"/>
                </a:cubicBezTo>
                <a:close/>
                <a:moveTo>
                  <a:pt x="4406" y="10786"/>
                </a:moveTo>
                <a:cubicBezTo>
                  <a:pt x="4257" y="10786"/>
                  <a:pt x="4153" y="10905"/>
                  <a:pt x="4167" y="11055"/>
                </a:cubicBezTo>
                <a:cubicBezTo>
                  <a:pt x="4167" y="11196"/>
                  <a:pt x="4248" y="11325"/>
                  <a:pt x="4409" y="11325"/>
                </a:cubicBezTo>
                <a:cubicBezTo>
                  <a:pt x="4418" y="11325"/>
                  <a:pt x="4427" y="11324"/>
                  <a:pt x="4436" y="11324"/>
                </a:cubicBezTo>
                <a:cubicBezTo>
                  <a:pt x="4586" y="11324"/>
                  <a:pt x="4690" y="11219"/>
                  <a:pt x="4705" y="11055"/>
                </a:cubicBezTo>
                <a:cubicBezTo>
                  <a:pt x="4675" y="10876"/>
                  <a:pt x="4571" y="10786"/>
                  <a:pt x="4406" y="10786"/>
                </a:cubicBezTo>
                <a:close/>
                <a:moveTo>
                  <a:pt x="8648" y="11324"/>
                </a:moveTo>
                <a:lnTo>
                  <a:pt x="8648" y="11324"/>
                </a:lnTo>
                <a:cubicBezTo>
                  <a:pt x="8544" y="11383"/>
                  <a:pt x="8439" y="11428"/>
                  <a:pt x="8335" y="11488"/>
                </a:cubicBezTo>
                <a:cubicBezTo>
                  <a:pt x="8335" y="11503"/>
                  <a:pt x="8335" y="11518"/>
                  <a:pt x="8320" y="11533"/>
                </a:cubicBezTo>
                <a:cubicBezTo>
                  <a:pt x="8275" y="11622"/>
                  <a:pt x="8290" y="11712"/>
                  <a:pt x="8364" y="11787"/>
                </a:cubicBezTo>
                <a:cubicBezTo>
                  <a:pt x="8390" y="11807"/>
                  <a:pt x="8414" y="11815"/>
                  <a:pt x="8437" y="11815"/>
                </a:cubicBezTo>
                <a:cubicBezTo>
                  <a:pt x="8480" y="11815"/>
                  <a:pt x="8519" y="11786"/>
                  <a:pt x="8559" y="11757"/>
                </a:cubicBezTo>
                <a:cubicBezTo>
                  <a:pt x="8857" y="11533"/>
                  <a:pt x="8872" y="11473"/>
                  <a:pt x="8648" y="11324"/>
                </a:cubicBezTo>
                <a:close/>
                <a:moveTo>
                  <a:pt x="7409" y="11339"/>
                </a:moveTo>
                <a:cubicBezTo>
                  <a:pt x="7229" y="11339"/>
                  <a:pt x="7140" y="11428"/>
                  <a:pt x="7125" y="11592"/>
                </a:cubicBezTo>
                <a:cubicBezTo>
                  <a:pt x="7125" y="11742"/>
                  <a:pt x="7214" y="11846"/>
                  <a:pt x="7409" y="11861"/>
                </a:cubicBezTo>
                <a:cubicBezTo>
                  <a:pt x="7558" y="11846"/>
                  <a:pt x="7662" y="11757"/>
                  <a:pt x="7662" y="11592"/>
                </a:cubicBezTo>
                <a:cubicBezTo>
                  <a:pt x="7662" y="11458"/>
                  <a:pt x="7588" y="11339"/>
                  <a:pt x="7409" y="11339"/>
                </a:cubicBezTo>
                <a:close/>
                <a:moveTo>
                  <a:pt x="6244" y="11339"/>
                </a:moveTo>
                <a:cubicBezTo>
                  <a:pt x="6079" y="11339"/>
                  <a:pt x="5990" y="11428"/>
                  <a:pt x="5990" y="11592"/>
                </a:cubicBezTo>
                <a:cubicBezTo>
                  <a:pt x="5975" y="11772"/>
                  <a:pt x="6079" y="11876"/>
                  <a:pt x="6244" y="11876"/>
                </a:cubicBezTo>
                <a:cubicBezTo>
                  <a:pt x="6363" y="11876"/>
                  <a:pt x="6497" y="11787"/>
                  <a:pt x="6497" y="11622"/>
                </a:cubicBezTo>
                <a:cubicBezTo>
                  <a:pt x="6497" y="11443"/>
                  <a:pt x="6408" y="11353"/>
                  <a:pt x="6244" y="11339"/>
                </a:cubicBezTo>
                <a:close/>
                <a:moveTo>
                  <a:pt x="3838" y="11349"/>
                </a:moveTo>
                <a:cubicBezTo>
                  <a:pt x="3698" y="11349"/>
                  <a:pt x="3600" y="11472"/>
                  <a:pt x="3600" y="11607"/>
                </a:cubicBezTo>
                <a:cubicBezTo>
                  <a:pt x="3600" y="11756"/>
                  <a:pt x="3686" y="11880"/>
                  <a:pt x="3824" y="11880"/>
                </a:cubicBezTo>
                <a:cubicBezTo>
                  <a:pt x="3838" y="11880"/>
                  <a:pt x="3853" y="11879"/>
                  <a:pt x="3869" y="11876"/>
                </a:cubicBezTo>
                <a:cubicBezTo>
                  <a:pt x="3988" y="11861"/>
                  <a:pt x="4078" y="11727"/>
                  <a:pt x="4182" y="11652"/>
                </a:cubicBezTo>
                <a:cubicBezTo>
                  <a:pt x="4182" y="11622"/>
                  <a:pt x="4182" y="11592"/>
                  <a:pt x="4182" y="11548"/>
                </a:cubicBezTo>
                <a:cubicBezTo>
                  <a:pt x="4078" y="11488"/>
                  <a:pt x="3988" y="11368"/>
                  <a:pt x="3884" y="11353"/>
                </a:cubicBezTo>
                <a:cubicBezTo>
                  <a:pt x="3868" y="11351"/>
                  <a:pt x="3853" y="11349"/>
                  <a:pt x="3838" y="11349"/>
                </a:cubicBezTo>
                <a:close/>
                <a:moveTo>
                  <a:pt x="2697" y="11313"/>
                </a:moveTo>
                <a:cubicBezTo>
                  <a:pt x="2598" y="11313"/>
                  <a:pt x="2521" y="11387"/>
                  <a:pt x="2450" y="11488"/>
                </a:cubicBezTo>
                <a:cubicBezTo>
                  <a:pt x="2405" y="11533"/>
                  <a:pt x="2390" y="11607"/>
                  <a:pt x="2420" y="11667"/>
                </a:cubicBezTo>
                <a:cubicBezTo>
                  <a:pt x="2529" y="11818"/>
                  <a:pt x="2624" y="11894"/>
                  <a:pt x="2713" y="11894"/>
                </a:cubicBezTo>
                <a:cubicBezTo>
                  <a:pt x="2782" y="11894"/>
                  <a:pt x="2848" y="11848"/>
                  <a:pt x="2913" y="11757"/>
                </a:cubicBezTo>
                <a:cubicBezTo>
                  <a:pt x="3017" y="11607"/>
                  <a:pt x="3002" y="11458"/>
                  <a:pt x="2853" y="11368"/>
                </a:cubicBezTo>
                <a:cubicBezTo>
                  <a:pt x="2795" y="11330"/>
                  <a:pt x="2744" y="11313"/>
                  <a:pt x="2697" y="11313"/>
                </a:cubicBezTo>
                <a:close/>
                <a:moveTo>
                  <a:pt x="5056" y="11352"/>
                </a:moveTo>
                <a:cubicBezTo>
                  <a:pt x="4899" y="11352"/>
                  <a:pt x="4750" y="11495"/>
                  <a:pt x="4750" y="11637"/>
                </a:cubicBezTo>
                <a:cubicBezTo>
                  <a:pt x="4750" y="11792"/>
                  <a:pt x="4843" y="11907"/>
                  <a:pt x="4979" y="11907"/>
                </a:cubicBezTo>
                <a:cubicBezTo>
                  <a:pt x="4987" y="11907"/>
                  <a:pt x="4995" y="11907"/>
                  <a:pt x="5004" y="11906"/>
                </a:cubicBezTo>
                <a:cubicBezTo>
                  <a:pt x="5183" y="11906"/>
                  <a:pt x="5347" y="11757"/>
                  <a:pt x="5332" y="11607"/>
                </a:cubicBezTo>
                <a:cubicBezTo>
                  <a:pt x="5318" y="11458"/>
                  <a:pt x="5243" y="11353"/>
                  <a:pt x="5079" y="11353"/>
                </a:cubicBezTo>
                <a:cubicBezTo>
                  <a:pt x="5071" y="11353"/>
                  <a:pt x="5063" y="11352"/>
                  <a:pt x="5056" y="11352"/>
                </a:cubicBezTo>
                <a:close/>
                <a:moveTo>
                  <a:pt x="3271" y="11906"/>
                </a:moveTo>
                <a:cubicBezTo>
                  <a:pt x="3226" y="11921"/>
                  <a:pt x="3197" y="11921"/>
                  <a:pt x="3167" y="11951"/>
                </a:cubicBezTo>
                <a:cubicBezTo>
                  <a:pt x="3152" y="11966"/>
                  <a:pt x="3137" y="11981"/>
                  <a:pt x="3122" y="11996"/>
                </a:cubicBezTo>
                <a:cubicBezTo>
                  <a:pt x="3017" y="12145"/>
                  <a:pt x="3182" y="12145"/>
                  <a:pt x="3241" y="12205"/>
                </a:cubicBezTo>
                <a:cubicBezTo>
                  <a:pt x="3279" y="12267"/>
                  <a:pt x="3326" y="12298"/>
                  <a:pt x="3385" y="12298"/>
                </a:cubicBezTo>
                <a:cubicBezTo>
                  <a:pt x="3396" y="12298"/>
                  <a:pt x="3408" y="12297"/>
                  <a:pt x="3421" y="12294"/>
                </a:cubicBezTo>
                <a:cubicBezTo>
                  <a:pt x="3451" y="12294"/>
                  <a:pt x="3480" y="12294"/>
                  <a:pt x="3495" y="12280"/>
                </a:cubicBezTo>
                <a:cubicBezTo>
                  <a:pt x="3645" y="12085"/>
                  <a:pt x="3585" y="11966"/>
                  <a:pt x="3271" y="11906"/>
                </a:cubicBezTo>
                <a:close/>
                <a:moveTo>
                  <a:pt x="6803" y="11903"/>
                </a:moveTo>
                <a:cubicBezTo>
                  <a:pt x="6752" y="11903"/>
                  <a:pt x="6702" y="11927"/>
                  <a:pt x="6662" y="11981"/>
                </a:cubicBezTo>
                <a:cubicBezTo>
                  <a:pt x="6602" y="12055"/>
                  <a:pt x="6572" y="12190"/>
                  <a:pt x="6587" y="12280"/>
                </a:cubicBezTo>
                <a:cubicBezTo>
                  <a:pt x="6602" y="12309"/>
                  <a:pt x="6662" y="12324"/>
                  <a:pt x="6721" y="12324"/>
                </a:cubicBezTo>
                <a:cubicBezTo>
                  <a:pt x="6766" y="12339"/>
                  <a:pt x="6811" y="12339"/>
                  <a:pt x="6856" y="12354"/>
                </a:cubicBezTo>
                <a:cubicBezTo>
                  <a:pt x="7125" y="12280"/>
                  <a:pt x="7155" y="12205"/>
                  <a:pt x="6990" y="11996"/>
                </a:cubicBezTo>
                <a:cubicBezTo>
                  <a:pt x="6933" y="11938"/>
                  <a:pt x="6866" y="11903"/>
                  <a:pt x="6803" y="11903"/>
                </a:cubicBezTo>
                <a:close/>
                <a:moveTo>
                  <a:pt x="5623" y="11920"/>
                </a:moveTo>
                <a:cubicBezTo>
                  <a:pt x="5483" y="11920"/>
                  <a:pt x="5364" y="12049"/>
                  <a:pt x="5392" y="12205"/>
                </a:cubicBezTo>
                <a:cubicBezTo>
                  <a:pt x="5407" y="12294"/>
                  <a:pt x="5527" y="12369"/>
                  <a:pt x="5586" y="12459"/>
                </a:cubicBezTo>
                <a:cubicBezTo>
                  <a:pt x="5810" y="12414"/>
                  <a:pt x="5945" y="12324"/>
                  <a:pt x="5915" y="12175"/>
                </a:cubicBezTo>
                <a:cubicBezTo>
                  <a:pt x="5885" y="12070"/>
                  <a:pt x="5751" y="11936"/>
                  <a:pt x="5646" y="11921"/>
                </a:cubicBezTo>
                <a:cubicBezTo>
                  <a:pt x="5638" y="11920"/>
                  <a:pt x="5631" y="11920"/>
                  <a:pt x="5623" y="11920"/>
                </a:cubicBezTo>
                <a:close/>
                <a:moveTo>
                  <a:pt x="4448" y="11947"/>
                </a:moveTo>
                <a:cubicBezTo>
                  <a:pt x="4433" y="11947"/>
                  <a:pt x="4419" y="11948"/>
                  <a:pt x="4406" y="11951"/>
                </a:cubicBezTo>
                <a:cubicBezTo>
                  <a:pt x="4242" y="11981"/>
                  <a:pt x="4167" y="12100"/>
                  <a:pt x="4197" y="12265"/>
                </a:cubicBezTo>
                <a:cubicBezTo>
                  <a:pt x="4167" y="12384"/>
                  <a:pt x="4257" y="12399"/>
                  <a:pt x="4332" y="12444"/>
                </a:cubicBezTo>
                <a:cubicBezTo>
                  <a:pt x="4374" y="12454"/>
                  <a:pt x="4416" y="12465"/>
                  <a:pt x="4464" y="12465"/>
                </a:cubicBezTo>
                <a:cubicBezTo>
                  <a:pt x="4483" y="12465"/>
                  <a:pt x="4504" y="12463"/>
                  <a:pt x="4526" y="12459"/>
                </a:cubicBezTo>
                <a:cubicBezTo>
                  <a:pt x="4571" y="12459"/>
                  <a:pt x="4616" y="12444"/>
                  <a:pt x="4645" y="12399"/>
                </a:cubicBezTo>
                <a:cubicBezTo>
                  <a:pt x="4735" y="12280"/>
                  <a:pt x="4780" y="12145"/>
                  <a:pt x="4660" y="12026"/>
                </a:cubicBezTo>
                <a:cubicBezTo>
                  <a:pt x="4611" y="11976"/>
                  <a:pt x="4520" y="11947"/>
                  <a:pt x="4448" y="11947"/>
                </a:cubicBezTo>
                <a:close/>
                <a:moveTo>
                  <a:pt x="7722" y="12518"/>
                </a:moveTo>
                <a:cubicBezTo>
                  <a:pt x="7707" y="12533"/>
                  <a:pt x="7677" y="12548"/>
                  <a:pt x="7662" y="12563"/>
                </a:cubicBezTo>
                <a:cubicBezTo>
                  <a:pt x="7662" y="12578"/>
                  <a:pt x="7707" y="12608"/>
                  <a:pt x="7737" y="12653"/>
                </a:cubicBezTo>
                <a:cubicBezTo>
                  <a:pt x="7752" y="12608"/>
                  <a:pt x="7767" y="12578"/>
                  <a:pt x="7767" y="12548"/>
                </a:cubicBezTo>
                <a:cubicBezTo>
                  <a:pt x="7767" y="12533"/>
                  <a:pt x="7737" y="12518"/>
                  <a:pt x="7722" y="125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g2e906823ad7_0_616"/>
          <p:cNvSpPr/>
          <p:nvPr/>
        </p:nvSpPr>
        <p:spPr>
          <a:xfrm>
            <a:off x="1806425" y="3452525"/>
            <a:ext cx="5394600" cy="827400"/>
          </a:xfrm>
          <a:prstGeom prst="roundRect">
            <a:avLst>
              <a:gd name="adj" fmla="val 1930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accent4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e906823ad7_0_640"/>
          <p:cNvSpPr txBox="1"/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References </a:t>
            </a:r>
            <a:endParaRPr sz="3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80" name="Google Shape;1280;g2e906823ad7_0_640"/>
          <p:cNvSpPr txBox="1"/>
          <p:nvPr/>
        </p:nvSpPr>
        <p:spPr>
          <a:xfrm>
            <a:off x="828306" y="1085337"/>
            <a:ext cx="75957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AutoNum type="arabicPeriod"/>
            </a:pP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Runtao Liu, Qian Yu, and Stella Yu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-</a:t>
            </a: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Unsupervised Sketch-to-Photo Synthesis - Peking University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(2020)</a:t>
            </a:r>
            <a:endParaRPr sz="12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Subhadeep Koley, Ayan Kumar Bhunia, Aneeshan Sain - </a:t>
            </a: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Picture that Sketch: Photorealistic Image Generation from Abstract Sketches - University of Surrey, United Kingdom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(2023)</a:t>
            </a:r>
            <a:endParaRPr sz="12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AutoNum type="arabicPeriod"/>
            </a:pP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Li Li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u, Fumin Shen</a:t>
            </a: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Yuming Shen Xianglong Liu - Deep Sketch Hashing - University of Electronic Science and Technology of China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(2017)</a:t>
            </a:r>
            <a:endParaRPr sz="12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AutoNum type="arabicPeriod"/>
            </a:pP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Yunji Kim, Jiyoung Lee, Jin-Hwa Kim, Jung-Woo Ha, Jun-Yan Zhu 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- </a:t>
            </a: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Dense Text-to-Image Generation with Attention Modulation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- </a:t>
            </a:r>
            <a:r>
              <a:rPr lang="en" sz="1200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Carnegie Mellon University </a:t>
            </a: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(2023)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Wenjing Huang, Shikui Tu, Lei Xu - PFB-Diff: Progressive Feature Blending Diffusion for Text-driven Image Editing - Shanghai Jiao Tong University (2023)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Muyang Li, Ji Lin, Yaoyao Ding, Zhijian Liu, Jun-Yan Zhu and Song Han - GAN Compression: Efficient Architectures for Interactive Conditional GANs - IEEE (2021)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AutoNum type="arabicPeriod"/>
            </a:pPr>
            <a:r>
              <a:rPr lang="en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Yongyi Lu ,Shangzhe Wu,Yu-Wing Tai - Sketch Constraint Using Contextual GAN -  University of Oxford (2018)</a:t>
            </a:r>
            <a:endParaRPr sz="1200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20"/>
          <p:cNvSpPr/>
          <p:nvPr/>
        </p:nvSpPr>
        <p:spPr>
          <a:xfrm rot="-1309832">
            <a:off x="-1887528" y="3597435"/>
            <a:ext cx="3582096" cy="2605884"/>
          </a:xfrm>
          <a:custGeom>
            <a:avLst/>
            <a:gdLst/>
            <a:ahLst/>
            <a:cxnLst/>
            <a:rect l="l" t="t" r="r" b="b"/>
            <a:pathLst>
              <a:path w="8036" h="6181" extrusionOk="0">
                <a:moveTo>
                  <a:pt x="7289" y="1136"/>
                </a:moveTo>
                <a:lnTo>
                  <a:pt x="7289" y="1136"/>
                </a:lnTo>
                <a:cubicBezTo>
                  <a:pt x="7304" y="1136"/>
                  <a:pt x="7319" y="1151"/>
                  <a:pt x="7319" y="1166"/>
                </a:cubicBezTo>
                <a:cubicBezTo>
                  <a:pt x="7304" y="1151"/>
                  <a:pt x="7304" y="1136"/>
                  <a:pt x="7289" y="1136"/>
                </a:cubicBezTo>
                <a:close/>
                <a:moveTo>
                  <a:pt x="7364" y="1255"/>
                </a:moveTo>
                <a:cubicBezTo>
                  <a:pt x="7364" y="1315"/>
                  <a:pt x="7379" y="1375"/>
                  <a:pt x="7379" y="1434"/>
                </a:cubicBezTo>
                <a:cubicBezTo>
                  <a:pt x="7365" y="1381"/>
                  <a:pt x="7328" y="1327"/>
                  <a:pt x="7256" y="1327"/>
                </a:cubicBezTo>
                <a:cubicBezTo>
                  <a:pt x="7248" y="1327"/>
                  <a:pt x="7239" y="1328"/>
                  <a:pt x="7229" y="1330"/>
                </a:cubicBezTo>
                <a:cubicBezTo>
                  <a:pt x="7229" y="1330"/>
                  <a:pt x="7214" y="1315"/>
                  <a:pt x="7214" y="1300"/>
                </a:cubicBezTo>
                <a:lnTo>
                  <a:pt x="7214" y="1300"/>
                </a:lnTo>
                <a:cubicBezTo>
                  <a:pt x="7236" y="1311"/>
                  <a:pt x="7255" y="1315"/>
                  <a:pt x="7272" y="1315"/>
                </a:cubicBezTo>
                <a:cubicBezTo>
                  <a:pt x="7304" y="1315"/>
                  <a:pt x="7330" y="1299"/>
                  <a:pt x="7349" y="1270"/>
                </a:cubicBezTo>
                <a:cubicBezTo>
                  <a:pt x="7349" y="1270"/>
                  <a:pt x="7349" y="1255"/>
                  <a:pt x="7364" y="1255"/>
                </a:cubicBezTo>
                <a:close/>
                <a:moveTo>
                  <a:pt x="7394" y="1449"/>
                </a:moveTo>
                <a:cubicBezTo>
                  <a:pt x="7394" y="1475"/>
                  <a:pt x="7404" y="1489"/>
                  <a:pt x="7408" y="1512"/>
                </a:cubicBezTo>
                <a:lnTo>
                  <a:pt x="7408" y="1512"/>
                </a:lnTo>
                <a:cubicBezTo>
                  <a:pt x="7406" y="1507"/>
                  <a:pt x="7403" y="1503"/>
                  <a:pt x="7394" y="1494"/>
                </a:cubicBezTo>
                <a:cubicBezTo>
                  <a:pt x="7394" y="1479"/>
                  <a:pt x="7394" y="1464"/>
                  <a:pt x="7394" y="1449"/>
                </a:cubicBezTo>
                <a:close/>
                <a:moveTo>
                  <a:pt x="7423" y="1569"/>
                </a:moveTo>
                <a:cubicBezTo>
                  <a:pt x="7438" y="1584"/>
                  <a:pt x="7438" y="1614"/>
                  <a:pt x="7423" y="1643"/>
                </a:cubicBezTo>
                <a:lnTo>
                  <a:pt x="7423" y="1629"/>
                </a:lnTo>
                <a:cubicBezTo>
                  <a:pt x="7423" y="1614"/>
                  <a:pt x="7423" y="1584"/>
                  <a:pt x="7423" y="1569"/>
                </a:cubicBezTo>
                <a:close/>
                <a:moveTo>
                  <a:pt x="6034" y="4138"/>
                </a:moveTo>
                <a:cubicBezTo>
                  <a:pt x="6049" y="4183"/>
                  <a:pt x="6094" y="4168"/>
                  <a:pt x="6124" y="4197"/>
                </a:cubicBezTo>
                <a:lnTo>
                  <a:pt x="6124" y="4212"/>
                </a:lnTo>
                <a:cubicBezTo>
                  <a:pt x="6079" y="4212"/>
                  <a:pt x="6049" y="4183"/>
                  <a:pt x="6034" y="4138"/>
                </a:cubicBezTo>
                <a:close/>
                <a:moveTo>
                  <a:pt x="5829" y="4867"/>
                </a:moveTo>
                <a:cubicBezTo>
                  <a:pt x="5759" y="4867"/>
                  <a:pt x="5733" y="4921"/>
                  <a:pt x="5706" y="4974"/>
                </a:cubicBezTo>
                <a:cubicBezTo>
                  <a:pt x="5676" y="5079"/>
                  <a:pt x="5616" y="5153"/>
                  <a:pt x="5542" y="5213"/>
                </a:cubicBezTo>
                <a:cubicBezTo>
                  <a:pt x="5527" y="5243"/>
                  <a:pt x="5497" y="5273"/>
                  <a:pt x="5482" y="5303"/>
                </a:cubicBezTo>
                <a:cubicBezTo>
                  <a:pt x="5467" y="5333"/>
                  <a:pt x="5452" y="5362"/>
                  <a:pt x="5437" y="5392"/>
                </a:cubicBezTo>
                <a:cubicBezTo>
                  <a:pt x="5437" y="5392"/>
                  <a:pt x="5437" y="5407"/>
                  <a:pt x="5437" y="5422"/>
                </a:cubicBezTo>
                <a:cubicBezTo>
                  <a:pt x="5437" y="5452"/>
                  <a:pt x="5407" y="5482"/>
                  <a:pt x="5407" y="5527"/>
                </a:cubicBezTo>
                <a:cubicBezTo>
                  <a:pt x="5422" y="5542"/>
                  <a:pt x="5422" y="5542"/>
                  <a:pt x="5437" y="5557"/>
                </a:cubicBezTo>
                <a:cubicBezTo>
                  <a:pt x="5448" y="5564"/>
                  <a:pt x="5459" y="5567"/>
                  <a:pt x="5470" y="5567"/>
                </a:cubicBezTo>
                <a:cubicBezTo>
                  <a:pt x="5504" y="5567"/>
                  <a:pt x="5541" y="5538"/>
                  <a:pt x="5586" y="5527"/>
                </a:cubicBezTo>
                <a:cubicBezTo>
                  <a:pt x="5586" y="5512"/>
                  <a:pt x="5601" y="5512"/>
                  <a:pt x="5601" y="5497"/>
                </a:cubicBezTo>
                <a:cubicBezTo>
                  <a:pt x="5661" y="5422"/>
                  <a:pt x="5661" y="5318"/>
                  <a:pt x="5736" y="5258"/>
                </a:cubicBezTo>
                <a:cubicBezTo>
                  <a:pt x="5736" y="5243"/>
                  <a:pt x="5736" y="5228"/>
                  <a:pt x="5736" y="5213"/>
                </a:cubicBezTo>
                <a:cubicBezTo>
                  <a:pt x="5766" y="5198"/>
                  <a:pt x="5810" y="5198"/>
                  <a:pt x="5825" y="5168"/>
                </a:cubicBezTo>
                <a:cubicBezTo>
                  <a:pt x="5840" y="5153"/>
                  <a:pt x="5840" y="5153"/>
                  <a:pt x="5855" y="5138"/>
                </a:cubicBezTo>
                <a:cubicBezTo>
                  <a:pt x="5870" y="5138"/>
                  <a:pt x="5810" y="5109"/>
                  <a:pt x="5870" y="5094"/>
                </a:cubicBezTo>
                <a:cubicBezTo>
                  <a:pt x="5945" y="5079"/>
                  <a:pt x="5870" y="4974"/>
                  <a:pt x="5945" y="4944"/>
                </a:cubicBezTo>
                <a:cubicBezTo>
                  <a:pt x="5956" y="4877"/>
                  <a:pt x="5925" y="4869"/>
                  <a:pt x="5890" y="4869"/>
                </a:cubicBezTo>
                <a:cubicBezTo>
                  <a:pt x="5879" y="4869"/>
                  <a:pt x="5866" y="4870"/>
                  <a:pt x="5855" y="4870"/>
                </a:cubicBezTo>
                <a:cubicBezTo>
                  <a:pt x="5846" y="4868"/>
                  <a:pt x="5837" y="4867"/>
                  <a:pt x="5829" y="4867"/>
                </a:cubicBezTo>
                <a:close/>
                <a:moveTo>
                  <a:pt x="5049" y="5676"/>
                </a:moveTo>
                <a:cubicBezTo>
                  <a:pt x="5064" y="5691"/>
                  <a:pt x="5064" y="5706"/>
                  <a:pt x="5064" y="5721"/>
                </a:cubicBezTo>
                <a:cubicBezTo>
                  <a:pt x="5049" y="5721"/>
                  <a:pt x="5034" y="5721"/>
                  <a:pt x="5019" y="5736"/>
                </a:cubicBezTo>
                <a:cubicBezTo>
                  <a:pt x="5019" y="5721"/>
                  <a:pt x="5034" y="5706"/>
                  <a:pt x="5034" y="5691"/>
                </a:cubicBezTo>
                <a:cubicBezTo>
                  <a:pt x="5049" y="5691"/>
                  <a:pt x="5049" y="5676"/>
                  <a:pt x="5049" y="5676"/>
                </a:cubicBezTo>
                <a:close/>
                <a:moveTo>
                  <a:pt x="30" y="1"/>
                </a:moveTo>
                <a:cubicBezTo>
                  <a:pt x="15" y="15"/>
                  <a:pt x="15" y="15"/>
                  <a:pt x="15" y="15"/>
                </a:cubicBezTo>
                <a:cubicBezTo>
                  <a:pt x="0" y="30"/>
                  <a:pt x="15" y="60"/>
                  <a:pt x="30" y="75"/>
                </a:cubicBezTo>
                <a:cubicBezTo>
                  <a:pt x="45" y="105"/>
                  <a:pt x="30" y="135"/>
                  <a:pt x="60" y="165"/>
                </a:cubicBezTo>
                <a:cubicBezTo>
                  <a:pt x="60" y="195"/>
                  <a:pt x="75" y="210"/>
                  <a:pt x="105" y="225"/>
                </a:cubicBezTo>
                <a:cubicBezTo>
                  <a:pt x="135" y="254"/>
                  <a:pt x="150" y="284"/>
                  <a:pt x="180" y="314"/>
                </a:cubicBezTo>
                <a:cubicBezTo>
                  <a:pt x="180" y="329"/>
                  <a:pt x="195" y="344"/>
                  <a:pt x="180" y="374"/>
                </a:cubicBezTo>
                <a:cubicBezTo>
                  <a:pt x="180" y="389"/>
                  <a:pt x="180" y="389"/>
                  <a:pt x="180" y="404"/>
                </a:cubicBezTo>
                <a:cubicBezTo>
                  <a:pt x="254" y="449"/>
                  <a:pt x="314" y="493"/>
                  <a:pt x="374" y="538"/>
                </a:cubicBezTo>
                <a:cubicBezTo>
                  <a:pt x="374" y="568"/>
                  <a:pt x="374" y="583"/>
                  <a:pt x="389" y="598"/>
                </a:cubicBezTo>
                <a:cubicBezTo>
                  <a:pt x="434" y="643"/>
                  <a:pt x="463" y="703"/>
                  <a:pt x="508" y="747"/>
                </a:cubicBezTo>
                <a:cubicBezTo>
                  <a:pt x="508" y="792"/>
                  <a:pt x="538" y="822"/>
                  <a:pt x="568" y="837"/>
                </a:cubicBezTo>
                <a:cubicBezTo>
                  <a:pt x="598" y="867"/>
                  <a:pt x="628" y="882"/>
                  <a:pt x="658" y="912"/>
                </a:cubicBezTo>
                <a:cubicBezTo>
                  <a:pt x="687" y="941"/>
                  <a:pt x="672" y="1001"/>
                  <a:pt x="717" y="1031"/>
                </a:cubicBezTo>
                <a:cubicBezTo>
                  <a:pt x="777" y="1076"/>
                  <a:pt x="807" y="1136"/>
                  <a:pt x="867" y="1166"/>
                </a:cubicBezTo>
                <a:cubicBezTo>
                  <a:pt x="882" y="1180"/>
                  <a:pt x="897" y="1210"/>
                  <a:pt x="911" y="1225"/>
                </a:cubicBezTo>
                <a:cubicBezTo>
                  <a:pt x="1106" y="1449"/>
                  <a:pt x="1315" y="1658"/>
                  <a:pt x="1524" y="1868"/>
                </a:cubicBezTo>
                <a:cubicBezTo>
                  <a:pt x="1643" y="2002"/>
                  <a:pt x="1778" y="2121"/>
                  <a:pt x="1882" y="2256"/>
                </a:cubicBezTo>
                <a:cubicBezTo>
                  <a:pt x="1912" y="2271"/>
                  <a:pt x="1927" y="2301"/>
                  <a:pt x="1972" y="2301"/>
                </a:cubicBezTo>
                <a:cubicBezTo>
                  <a:pt x="2300" y="2689"/>
                  <a:pt x="2644" y="3062"/>
                  <a:pt x="2973" y="3451"/>
                </a:cubicBezTo>
                <a:cubicBezTo>
                  <a:pt x="3197" y="3705"/>
                  <a:pt x="3406" y="3959"/>
                  <a:pt x="3615" y="4227"/>
                </a:cubicBezTo>
                <a:cubicBezTo>
                  <a:pt x="3869" y="4541"/>
                  <a:pt x="4108" y="4870"/>
                  <a:pt x="4347" y="5183"/>
                </a:cubicBezTo>
                <a:cubicBezTo>
                  <a:pt x="4496" y="5377"/>
                  <a:pt x="4645" y="5542"/>
                  <a:pt x="4780" y="5721"/>
                </a:cubicBezTo>
                <a:cubicBezTo>
                  <a:pt x="4797" y="5710"/>
                  <a:pt x="4808" y="5705"/>
                  <a:pt x="4814" y="5705"/>
                </a:cubicBezTo>
                <a:cubicBezTo>
                  <a:pt x="4825" y="5705"/>
                  <a:pt x="4825" y="5717"/>
                  <a:pt x="4825" y="5736"/>
                </a:cubicBezTo>
                <a:cubicBezTo>
                  <a:pt x="4825" y="5751"/>
                  <a:pt x="4825" y="5766"/>
                  <a:pt x="4840" y="5781"/>
                </a:cubicBezTo>
                <a:cubicBezTo>
                  <a:pt x="4855" y="5811"/>
                  <a:pt x="4884" y="5840"/>
                  <a:pt x="4899" y="5870"/>
                </a:cubicBezTo>
                <a:lnTo>
                  <a:pt x="4914" y="5870"/>
                </a:lnTo>
                <a:lnTo>
                  <a:pt x="4974" y="5945"/>
                </a:lnTo>
                <a:cubicBezTo>
                  <a:pt x="5034" y="6020"/>
                  <a:pt x="5093" y="6094"/>
                  <a:pt x="5153" y="6169"/>
                </a:cubicBezTo>
                <a:cubicBezTo>
                  <a:pt x="5161" y="6177"/>
                  <a:pt x="5172" y="6180"/>
                  <a:pt x="5185" y="6180"/>
                </a:cubicBezTo>
                <a:cubicBezTo>
                  <a:pt x="5198" y="6180"/>
                  <a:pt x="5213" y="6177"/>
                  <a:pt x="5228" y="6169"/>
                </a:cubicBezTo>
                <a:cubicBezTo>
                  <a:pt x="5213" y="6139"/>
                  <a:pt x="5183" y="6094"/>
                  <a:pt x="5198" y="6094"/>
                </a:cubicBezTo>
                <a:cubicBezTo>
                  <a:pt x="5273" y="6005"/>
                  <a:pt x="5347" y="5930"/>
                  <a:pt x="5407" y="5885"/>
                </a:cubicBezTo>
                <a:cubicBezTo>
                  <a:pt x="5407" y="5840"/>
                  <a:pt x="5422" y="5826"/>
                  <a:pt x="5422" y="5811"/>
                </a:cubicBezTo>
                <a:cubicBezTo>
                  <a:pt x="5452" y="5766"/>
                  <a:pt x="5482" y="5721"/>
                  <a:pt x="5482" y="5676"/>
                </a:cubicBezTo>
                <a:cubicBezTo>
                  <a:pt x="5482" y="5661"/>
                  <a:pt x="5482" y="5646"/>
                  <a:pt x="5482" y="5646"/>
                </a:cubicBezTo>
                <a:cubicBezTo>
                  <a:pt x="5452" y="5572"/>
                  <a:pt x="5392" y="5527"/>
                  <a:pt x="5318" y="5527"/>
                </a:cubicBezTo>
                <a:cubicBezTo>
                  <a:pt x="5303" y="5527"/>
                  <a:pt x="5303" y="5512"/>
                  <a:pt x="5303" y="5512"/>
                </a:cubicBezTo>
                <a:cubicBezTo>
                  <a:pt x="5303" y="5482"/>
                  <a:pt x="5288" y="5437"/>
                  <a:pt x="5273" y="5407"/>
                </a:cubicBezTo>
                <a:cubicBezTo>
                  <a:pt x="5273" y="5407"/>
                  <a:pt x="5273" y="5392"/>
                  <a:pt x="5273" y="5392"/>
                </a:cubicBezTo>
                <a:cubicBezTo>
                  <a:pt x="5273" y="5318"/>
                  <a:pt x="5303" y="5258"/>
                  <a:pt x="5288" y="5183"/>
                </a:cubicBezTo>
                <a:cubicBezTo>
                  <a:pt x="5288" y="5004"/>
                  <a:pt x="5392" y="4914"/>
                  <a:pt x="5542" y="4855"/>
                </a:cubicBezTo>
                <a:cubicBezTo>
                  <a:pt x="5556" y="4840"/>
                  <a:pt x="5586" y="4840"/>
                  <a:pt x="5601" y="4825"/>
                </a:cubicBezTo>
                <a:cubicBezTo>
                  <a:pt x="5646" y="4825"/>
                  <a:pt x="5691" y="4810"/>
                  <a:pt x="5721" y="4810"/>
                </a:cubicBezTo>
                <a:cubicBezTo>
                  <a:pt x="5766" y="4810"/>
                  <a:pt x="5810" y="4810"/>
                  <a:pt x="5840" y="4750"/>
                </a:cubicBezTo>
                <a:cubicBezTo>
                  <a:pt x="5825" y="4720"/>
                  <a:pt x="5825" y="4690"/>
                  <a:pt x="5840" y="4661"/>
                </a:cubicBezTo>
                <a:lnTo>
                  <a:pt x="5840" y="4661"/>
                </a:lnTo>
                <a:cubicBezTo>
                  <a:pt x="5840" y="4690"/>
                  <a:pt x="5825" y="4705"/>
                  <a:pt x="5855" y="4735"/>
                </a:cubicBezTo>
                <a:cubicBezTo>
                  <a:pt x="5870" y="4750"/>
                  <a:pt x="5870" y="4750"/>
                  <a:pt x="5885" y="4765"/>
                </a:cubicBezTo>
                <a:cubicBezTo>
                  <a:pt x="5885" y="4780"/>
                  <a:pt x="5885" y="4780"/>
                  <a:pt x="5900" y="4795"/>
                </a:cubicBezTo>
                <a:cubicBezTo>
                  <a:pt x="5914" y="4799"/>
                  <a:pt x="5928" y="4801"/>
                  <a:pt x="5940" y="4801"/>
                </a:cubicBezTo>
                <a:cubicBezTo>
                  <a:pt x="6017" y="4801"/>
                  <a:pt x="6058" y="4729"/>
                  <a:pt x="6109" y="4690"/>
                </a:cubicBezTo>
                <a:cubicBezTo>
                  <a:pt x="6139" y="4661"/>
                  <a:pt x="6154" y="4646"/>
                  <a:pt x="6154" y="4601"/>
                </a:cubicBezTo>
                <a:cubicBezTo>
                  <a:pt x="6109" y="4556"/>
                  <a:pt x="6169" y="4541"/>
                  <a:pt x="6184" y="4496"/>
                </a:cubicBezTo>
                <a:cubicBezTo>
                  <a:pt x="6199" y="4481"/>
                  <a:pt x="6214" y="4451"/>
                  <a:pt x="6229" y="4422"/>
                </a:cubicBezTo>
                <a:cubicBezTo>
                  <a:pt x="6244" y="4377"/>
                  <a:pt x="6244" y="4317"/>
                  <a:pt x="6258" y="4272"/>
                </a:cubicBezTo>
                <a:cubicBezTo>
                  <a:pt x="6258" y="4257"/>
                  <a:pt x="6258" y="4257"/>
                  <a:pt x="6258" y="4242"/>
                </a:cubicBezTo>
                <a:cubicBezTo>
                  <a:pt x="6258" y="4242"/>
                  <a:pt x="6258" y="4242"/>
                  <a:pt x="6258" y="4227"/>
                </a:cubicBezTo>
                <a:lnTo>
                  <a:pt x="6348" y="4003"/>
                </a:lnTo>
                <a:lnTo>
                  <a:pt x="6378" y="3959"/>
                </a:lnTo>
                <a:cubicBezTo>
                  <a:pt x="6393" y="3959"/>
                  <a:pt x="6408" y="3899"/>
                  <a:pt x="6438" y="3899"/>
                </a:cubicBezTo>
                <a:cubicBezTo>
                  <a:pt x="6512" y="3794"/>
                  <a:pt x="6542" y="3675"/>
                  <a:pt x="6587" y="3555"/>
                </a:cubicBezTo>
                <a:cubicBezTo>
                  <a:pt x="6602" y="3510"/>
                  <a:pt x="6557" y="3436"/>
                  <a:pt x="6647" y="3436"/>
                </a:cubicBezTo>
                <a:cubicBezTo>
                  <a:pt x="6707" y="3406"/>
                  <a:pt x="6692" y="3331"/>
                  <a:pt x="6736" y="3286"/>
                </a:cubicBezTo>
                <a:cubicBezTo>
                  <a:pt x="6751" y="3271"/>
                  <a:pt x="6766" y="3257"/>
                  <a:pt x="6766" y="3242"/>
                </a:cubicBezTo>
                <a:cubicBezTo>
                  <a:pt x="6781" y="3212"/>
                  <a:pt x="6826" y="3197"/>
                  <a:pt x="6841" y="3182"/>
                </a:cubicBezTo>
                <a:cubicBezTo>
                  <a:pt x="6856" y="3182"/>
                  <a:pt x="6856" y="3167"/>
                  <a:pt x="6856" y="3167"/>
                </a:cubicBezTo>
                <a:cubicBezTo>
                  <a:pt x="6901" y="3122"/>
                  <a:pt x="6856" y="3092"/>
                  <a:pt x="6856" y="3047"/>
                </a:cubicBezTo>
                <a:cubicBezTo>
                  <a:pt x="6856" y="3003"/>
                  <a:pt x="6901" y="2988"/>
                  <a:pt x="6916" y="2958"/>
                </a:cubicBezTo>
                <a:cubicBezTo>
                  <a:pt x="6960" y="2943"/>
                  <a:pt x="6990" y="2898"/>
                  <a:pt x="7005" y="2868"/>
                </a:cubicBezTo>
                <a:cubicBezTo>
                  <a:pt x="7020" y="2808"/>
                  <a:pt x="7050" y="2764"/>
                  <a:pt x="7095" y="2734"/>
                </a:cubicBezTo>
                <a:cubicBezTo>
                  <a:pt x="7110" y="2719"/>
                  <a:pt x="7125" y="2689"/>
                  <a:pt x="7110" y="2674"/>
                </a:cubicBezTo>
                <a:cubicBezTo>
                  <a:pt x="7110" y="2674"/>
                  <a:pt x="7095" y="2674"/>
                  <a:pt x="7095" y="2659"/>
                </a:cubicBezTo>
                <a:cubicBezTo>
                  <a:pt x="7065" y="2644"/>
                  <a:pt x="7080" y="2614"/>
                  <a:pt x="7095" y="2599"/>
                </a:cubicBezTo>
                <a:cubicBezTo>
                  <a:pt x="7170" y="2555"/>
                  <a:pt x="7185" y="2480"/>
                  <a:pt x="7229" y="2420"/>
                </a:cubicBezTo>
                <a:cubicBezTo>
                  <a:pt x="7244" y="2375"/>
                  <a:pt x="7259" y="2331"/>
                  <a:pt x="7274" y="2271"/>
                </a:cubicBezTo>
                <a:cubicBezTo>
                  <a:pt x="7289" y="2271"/>
                  <a:pt x="7289" y="2271"/>
                  <a:pt x="7304" y="2256"/>
                </a:cubicBezTo>
                <a:cubicBezTo>
                  <a:pt x="7304" y="2256"/>
                  <a:pt x="7304" y="2241"/>
                  <a:pt x="7304" y="2241"/>
                </a:cubicBezTo>
                <a:cubicBezTo>
                  <a:pt x="7334" y="2196"/>
                  <a:pt x="7379" y="2166"/>
                  <a:pt x="7409" y="2121"/>
                </a:cubicBezTo>
                <a:cubicBezTo>
                  <a:pt x="7423" y="2121"/>
                  <a:pt x="7438" y="2106"/>
                  <a:pt x="7453" y="2106"/>
                </a:cubicBezTo>
                <a:cubicBezTo>
                  <a:pt x="7468" y="2121"/>
                  <a:pt x="7498" y="2136"/>
                  <a:pt x="7528" y="2151"/>
                </a:cubicBezTo>
                <a:cubicBezTo>
                  <a:pt x="7528" y="2092"/>
                  <a:pt x="7453" y="2047"/>
                  <a:pt x="7528" y="1987"/>
                </a:cubicBezTo>
                <a:cubicBezTo>
                  <a:pt x="7558" y="1957"/>
                  <a:pt x="7543" y="1912"/>
                  <a:pt x="7513" y="1882"/>
                </a:cubicBezTo>
                <a:lnTo>
                  <a:pt x="7513" y="1882"/>
                </a:lnTo>
                <a:cubicBezTo>
                  <a:pt x="7529" y="1899"/>
                  <a:pt x="7541" y="1905"/>
                  <a:pt x="7550" y="1905"/>
                </a:cubicBezTo>
                <a:cubicBezTo>
                  <a:pt x="7574" y="1905"/>
                  <a:pt x="7577" y="1859"/>
                  <a:pt x="7588" y="1838"/>
                </a:cubicBezTo>
                <a:cubicBezTo>
                  <a:pt x="7633" y="1808"/>
                  <a:pt x="7722" y="1853"/>
                  <a:pt x="7722" y="1763"/>
                </a:cubicBezTo>
                <a:cubicBezTo>
                  <a:pt x="7752" y="1718"/>
                  <a:pt x="7677" y="1718"/>
                  <a:pt x="7692" y="1673"/>
                </a:cubicBezTo>
                <a:lnTo>
                  <a:pt x="7707" y="1673"/>
                </a:lnTo>
                <a:cubicBezTo>
                  <a:pt x="7722" y="1658"/>
                  <a:pt x="7737" y="1629"/>
                  <a:pt x="7737" y="1614"/>
                </a:cubicBezTo>
                <a:cubicBezTo>
                  <a:pt x="7737" y="1554"/>
                  <a:pt x="7722" y="1509"/>
                  <a:pt x="7797" y="1494"/>
                </a:cubicBezTo>
                <a:cubicBezTo>
                  <a:pt x="7857" y="1449"/>
                  <a:pt x="7916" y="1390"/>
                  <a:pt x="7931" y="1315"/>
                </a:cubicBezTo>
                <a:cubicBezTo>
                  <a:pt x="7946" y="1195"/>
                  <a:pt x="8036" y="1106"/>
                  <a:pt x="8036" y="971"/>
                </a:cubicBezTo>
                <a:cubicBezTo>
                  <a:pt x="7916" y="941"/>
                  <a:pt x="7797" y="912"/>
                  <a:pt x="7677" y="882"/>
                </a:cubicBezTo>
                <a:cubicBezTo>
                  <a:pt x="7670" y="874"/>
                  <a:pt x="7659" y="871"/>
                  <a:pt x="7648" y="871"/>
                </a:cubicBezTo>
                <a:cubicBezTo>
                  <a:pt x="7636" y="871"/>
                  <a:pt x="7625" y="874"/>
                  <a:pt x="7618" y="882"/>
                </a:cubicBezTo>
                <a:cubicBezTo>
                  <a:pt x="7528" y="822"/>
                  <a:pt x="7513" y="747"/>
                  <a:pt x="7498" y="658"/>
                </a:cubicBezTo>
                <a:cubicBezTo>
                  <a:pt x="7379" y="688"/>
                  <a:pt x="7334" y="747"/>
                  <a:pt x="7394" y="837"/>
                </a:cubicBezTo>
                <a:cubicBezTo>
                  <a:pt x="7274" y="837"/>
                  <a:pt x="7155" y="790"/>
                  <a:pt x="7025" y="790"/>
                </a:cubicBezTo>
                <a:cubicBezTo>
                  <a:pt x="7008" y="790"/>
                  <a:pt x="6992" y="790"/>
                  <a:pt x="6975" y="792"/>
                </a:cubicBezTo>
                <a:cubicBezTo>
                  <a:pt x="6964" y="804"/>
                  <a:pt x="6961" y="825"/>
                  <a:pt x="6968" y="833"/>
                </a:cubicBezTo>
                <a:lnTo>
                  <a:pt x="6968" y="833"/>
                </a:lnTo>
                <a:cubicBezTo>
                  <a:pt x="6940" y="819"/>
                  <a:pt x="6913" y="806"/>
                  <a:pt x="6886" y="792"/>
                </a:cubicBezTo>
                <a:cubicBezTo>
                  <a:pt x="6841" y="777"/>
                  <a:pt x="6796" y="747"/>
                  <a:pt x="6751" y="732"/>
                </a:cubicBezTo>
                <a:cubicBezTo>
                  <a:pt x="6751" y="717"/>
                  <a:pt x="6751" y="703"/>
                  <a:pt x="6751" y="673"/>
                </a:cubicBezTo>
                <a:lnTo>
                  <a:pt x="6766" y="673"/>
                </a:lnTo>
                <a:cubicBezTo>
                  <a:pt x="6758" y="655"/>
                  <a:pt x="6749" y="648"/>
                  <a:pt x="6737" y="648"/>
                </a:cubicBezTo>
                <a:cubicBezTo>
                  <a:pt x="6729" y="648"/>
                  <a:pt x="6719" y="652"/>
                  <a:pt x="6707" y="658"/>
                </a:cubicBezTo>
                <a:cubicBezTo>
                  <a:pt x="6666" y="642"/>
                  <a:pt x="6627" y="636"/>
                  <a:pt x="6589" y="636"/>
                </a:cubicBezTo>
                <a:cubicBezTo>
                  <a:pt x="6515" y="636"/>
                  <a:pt x="6443" y="656"/>
                  <a:pt x="6368" y="656"/>
                </a:cubicBezTo>
                <a:cubicBezTo>
                  <a:pt x="6337" y="656"/>
                  <a:pt x="6306" y="652"/>
                  <a:pt x="6273" y="643"/>
                </a:cubicBezTo>
                <a:cubicBezTo>
                  <a:pt x="6252" y="632"/>
                  <a:pt x="6231" y="622"/>
                  <a:pt x="6210" y="622"/>
                </a:cubicBezTo>
                <a:cubicBezTo>
                  <a:pt x="6201" y="622"/>
                  <a:pt x="6193" y="623"/>
                  <a:pt x="6184" y="628"/>
                </a:cubicBezTo>
                <a:cubicBezTo>
                  <a:pt x="6165" y="675"/>
                  <a:pt x="6135" y="698"/>
                  <a:pt x="6100" y="698"/>
                </a:cubicBezTo>
                <a:cubicBezTo>
                  <a:pt x="6079" y="698"/>
                  <a:pt x="6057" y="689"/>
                  <a:pt x="6034" y="673"/>
                </a:cubicBezTo>
                <a:cubicBezTo>
                  <a:pt x="6028" y="670"/>
                  <a:pt x="6022" y="668"/>
                  <a:pt x="6016" y="668"/>
                </a:cubicBezTo>
                <a:cubicBezTo>
                  <a:pt x="5992" y="668"/>
                  <a:pt x="5966" y="688"/>
                  <a:pt x="5930" y="688"/>
                </a:cubicBezTo>
                <a:cubicBezTo>
                  <a:pt x="5900" y="688"/>
                  <a:pt x="5885" y="673"/>
                  <a:pt x="5855" y="673"/>
                </a:cubicBezTo>
                <a:lnTo>
                  <a:pt x="5840" y="673"/>
                </a:lnTo>
                <a:cubicBezTo>
                  <a:pt x="5840" y="658"/>
                  <a:pt x="5840" y="658"/>
                  <a:pt x="5840" y="643"/>
                </a:cubicBezTo>
                <a:lnTo>
                  <a:pt x="5855" y="643"/>
                </a:lnTo>
                <a:cubicBezTo>
                  <a:pt x="5810" y="628"/>
                  <a:pt x="5781" y="613"/>
                  <a:pt x="5736" y="598"/>
                </a:cubicBezTo>
                <a:cubicBezTo>
                  <a:pt x="5691" y="688"/>
                  <a:pt x="5691" y="688"/>
                  <a:pt x="5512" y="688"/>
                </a:cubicBezTo>
                <a:cubicBezTo>
                  <a:pt x="5467" y="688"/>
                  <a:pt x="5407" y="658"/>
                  <a:pt x="5347" y="643"/>
                </a:cubicBezTo>
                <a:cubicBezTo>
                  <a:pt x="5273" y="628"/>
                  <a:pt x="5198" y="628"/>
                  <a:pt x="5123" y="613"/>
                </a:cubicBezTo>
                <a:cubicBezTo>
                  <a:pt x="5093" y="613"/>
                  <a:pt x="5079" y="613"/>
                  <a:pt x="5064" y="598"/>
                </a:cubicBezTo>
                <a:lnTo>
                  <a:pt x="5004" y="598"/>
                </a:lnTo>
                <a:cubicBezTo>
                  <a:pt x="5019" y="583"/>
                  <a:pt x="5019" y="568"/>
                  <a:pt x="5034" y="553"/>
                </a:cubicBezTo>
                <a:cubicBezTo>
                  <a:pt x="4989" y="553"/>
                  <a:pt x="4929" y="568"/>
                  <a:pt x="4884" y="568"/>
                </a:cubicBezTo>
                <a:cubicBezTo>
                  <a:pt x="4884" y="563"/>
                  <a:pt x="4876" y="563"/>
                  <a:pt x="4867" y="563"/>
                </a:cubicBezTo>
                <a:lnTo>
                  <a:pt x="4867" y="563"/>
                </a:lnTo>
                <a:cubicBezTo>
                  <a:pt x="4848" y="563"/>
                  <a:pt x="4825" y="563"/>
                  <a:pt x="4855" y="523"/>
                </a:cubicBezTo>
                <a:cubicBezTo>
                  <a:pt x="4879" y="499"/>
                  <a:pt x="4834" y="455"/>
                  <a:pt x="4793" y="455"/>
                </a:cubicBezTo>
                <a:cubicBezTo>
                  <a:pt x="4783" y="455"/>
                  <a:pt x="4773" y="458"/>
                  <a:pt x="4765" y="464"/>
                </a:cubicBezTo>
                <a:cubicBezTo>
                  <a:pt x="4735" y="493"/>
                  <a:pt x="4705" y="508"/>
                  <a:pt x="4675" y="538"/>
                </a:cubicBezTo>
                <a:cubicBezTo>
                  <a:pt x="4586" y="523"/>
                  <a:pt x="4511" y="493"/>
                  <a:pt x="4421" y="478"/>
                </a:cubicBezTo>
                <a:cubicBezTo>
                  <a:pt x="4377" y="464"/>
                  <a:pt x="4317" y="464"/>
                  <a:pt x="4272" y="449"/>
                </a:cubicBezTo>
                <a:cubicBezTo>
                  <a:pt x="4227" y="434"/>
                  <a:pt x="4167" y="434"/>
                  <a:pt x="4123" y="434"/>
                </a:cubicBezTo>
                <a:cubicBezTo>
                  <a:pt x="4078" y="421"/>
                  <a:pt x="4037" y="416"/>
                  <a:pt x="3997" y="416"/>
                </a:cubicBezTo>
                <a:cubicBezTo>
                  <a:pt x="3942" y="416"/>
                  <a:pt x="3891" y="425"/>
                  <a:pt x="3839" y="434"/>
                </a:cubicBezTo>
                <a:cubicBezTo>
                  <a:pt x="3821" y="438"/>
                  <a:pt x="3804" y="440"/>
                  <a:pt x="3787" y="440"/>
                </a:cubicBezTo>
                <a:cubicBezTo>
                  <a:pt x="3745" y="440"/>
                  <a:pt x="3706" y="429"/>
                  <a:pt x="3675" y="419"/>
                </a:cubicBezTo>
                <a:cubicBezTo>
                  <a:pt x="3660" y="404"/>
                  <a:pt x="3645" y="404"/>
                  <a:pt x="3615" y="404"/>
                </a:cubicBezTo>
                <a:lnTo>
                  <a:pt x="3376" y="404"/>
                </a:lnTo>
                <a:cubicBezTo>
                  <a:pt x="3361" y="404"/>
                  <a:pt x="3361" y="404"/>
                  <a:pt x="3346" y="419"/>
                </a:cubicBezTo>
                <a:lnTo>
                  <a:pt x="3122" y="419"/>
                </a:lnTo>
                <a:cubicBezTo>
                  <a:pt x="3073" y="389"/>
                  <a:pt x="3024" y="360"/>
                  <a:pt x="2971" y="360"/>
                </a:cubicBezTo>
                <a:cubicBezTo>
                  <a:pt x="2943" y="360"/>
                  <a:pt x="2914" y="368"/>
                  <a:pt x="2883" y="389"/>
                </a:cubicBezTo>
                <a:cubicBezTo>
                  <a:pt x="2876" y="396"/>
                  <a:pt x="2868" y="400"/>
                  <a:pt x="2859" y="400"/>
                </a:cubicBezTo>
                <a:cubicBezTo>
                  <a:pt x="2849" y="400"/>
                  <a:pt x="2838" y="396"/>
                  <a:pt x="2823" y="389"/>
                </a:cubicBezTo>
                <a:lnTo>
                  <a:pt x="2734" y="389"/>
                </a:lnTo>
                <a:cubicBezTo>
                  <a:pt x="2654" y="349"/>
                  <a:pt x="2574" y="342"/>
                  <a:pt x="2495" y="342"/>
                </a:cubicBezTo>
                <a:cubicBezTo>
                  <a:pt x="2455" y="342"/>
                  <a:pt x="2415" y="344"/>
                  <a:pt x="2375" y="344"/>
                </a:cubicBezTo>
                <a:cubicBezTo>
                  <a:pt x="2241" y="344"/>
                  <a:pt x="2106" y="329"/>
                  <a:pt x="1972" y="314"/>
                </a:cubicBezTo>
                <a:cubicBezTo>
                  <a:pt x="1942" y="299"/>
                  <a:pt x="1912" y="284"/>
                  <a:pt x="1882" y="284"/>
                </a:cubicBezTo>
                <a:cubicBezTo>
                  <a:pt x="1867" y="269"/>
                  <a:pt x="1837" y="269"/>
                  <a:pt x="1823" y="269"/>
                </a:cubicBezTo>
                <a:cubicBezTo>
                  <a:pt x="1793" y="269"/>
                  <a:pt x="1756" y="263"/>
                  <a:pt x="1722" y="263"/>
                </a:cubicBezTo>
                <a:cubicBezTo>
                  <a:pt x="1705" y="263"/>
                  <a:pt x="1688" y="264"/>
                  <a:pt x="1673" y="269"/>
                </a:cubicBezTo>
                <a:cubicBezTo>
                  <a:pt x="1643" y="284"/>
                  <a:pt x="1613" y="284"/>
                  <a:pt x="1584" y="299"/>
                </a:cubicBezTo>
                <a:cubicBezTo>
                  <a:pt x="1547" y="275"/>
                  <a:pt x="1520" y="250"/>
                  <a:pt x="1479" y="250"/>
                </a:cubicBezTo>
                <a:cubicBezTo>
                  <a:pt x="1470" y="250"/>
                  <a:pt x="1460" y="252"/>
                  <a:pt x="1449" y="254"/>
                </a:cubicBezTo>
                <a:lnTo>
                  <a:pt x="1404" y="254"/>
                </a:lnTo>
                <a:cubicBezTo>
                  <a:pt x="1330" y="254"/>
                  <a:pt x="1270" y="239"/>
                  <a:pt x="1195" y="239"/>
                </a:cubicBezTo>
                <a:cubicBezTo>
                  <a:pt x="1150" y="239"/>
                  <a:pt x="1136" y="195"/>
                  <a:pt x="1091" y="195"/>
                </a:cubicBezTo>
                <a:cubicBezTo>
                  <a:pt x="1076" y="195"/>
                  <a:pt x="1076" y="180"/>
                  <a:pt x="1061" y="180"/>
                </a:cubicBezTo>
                <a:cubicBezTo>
                  <a:pt x="1031" y="180"/>
                  <a:pt x="1001" y="180"/>
                  <a:pt x="986" y="165"/>
                </a:cubicBezTo>
                <a:cubicBezTo>
                  <a:pt x="941" y="135"/>
                  <a:pt x="897" y="150"/>
                  <a:pt x="867" y="105"/>
                </a:cubicBezTo>
                <a:cubicBezTo>
                  <a:pt x="852" y="105"/>
                  <a:pt x="852" y="105"/>
                  <a:pt x="837" y="90"/>
                </a:cubicBezTo>
                <a:lnTo>
                  <a:pt x="822" y="90"/>
                </a:lnTo>
                <a:cubicBezTo>
                  <a:pt x="792" y="90"/>
                  <a:pt x="762" y="105"/>
                  <a:pt x="732" y="105"/>
                </a:cubicBezTo>
                <a:lnTo>
                  <a:pt x="687" y="105"/>
                </a:lnTo>
                <a:cubicBezTo>
                  <a:pt x="678" y="102"/>
                  <a:pt x="668" y="101"/>
                  <a:pt x="657" y="101"/>
                </a:cubicBezTo>
                <a:cubicBezTo>
                  <a:pt x="628" y="101"/>
                  <a:pt x="595" y="109"/>
                  <a:pt x="561" y="109"/>
                </a:cubicBezTo>
                <a:cubicBezTo>
                  <a:pt x="548" y="109"/>
                  <a:pt x="536" y="108"/>
                  <a:pt x="523" y="105"/>
                </a:cubicBezTo>
                <a:cubicBezTo>
                  <a:pt x="493" y="90"/>
                  <a:pt x="478" y="75"/>
                  <a:pt x="463" y="60"/>
                </a:cubicBezTo>
                <a:cubicBezTo>
                  <a:pt x="463" y="45"/>
                  <a:pt x="463" y="45"/>
                  <a:pt x="448" y="45"/>
                </a:cubicBezTo>
                <a:cubicBezTo>
                  <a:pt x="419" y="30"/>
                  <a:pt x="389" y="15"/>
                  <a:pt x="359" y="1"/>
                </a:cubicBezTo>
                <a:cubicBezTo>
                  <a:pt x="353" y="31"/>
                  <a:pt x="342" y="39"/>
                  <a:pt x="329" y="39"/>
                </a:cubicBezTo>
                <a:cubicBezTo>
                  <a:pt x="314" y="39"/>
                  <a:pt x="296" y="28"/>
                  <a:pt x="281" y="28"/>
                </a:cubicBezTo>
                <a:cubicBezTo>
                  <a:pt x="277" y="28"/>
                  <a:pt x="273" y="29"/>
                  <a:pt x="269" y="30"/>
                </a:cubicBezTo>
                <a:cubicBezTo>
                  <a:pt x="239" y="68"/>
                  <a:pt x="206" y="79"/>
                  <a:pt x="170" y="79"/>
                </a:cubicBezTo>
                <a:cubicBezTo>
                  <a:pt x="135" y="79"/>
                  <a:pt x="97" y="68"/>
                  <a:pt x="60" y="60"/>
                </a:cubicBezTo>
                <a:cubicBezTo>
                  <a:pt x="45" y="30"/>
                  <a:pt x="45" y="15"/>
                  <a:pt x="3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20"/>
          <p:cNvSpPr txBox="1">
            <a:spLocks noGrp="1"/>
          </p:cNvSpPr>
          <p:nvPr>
            <p:ph type="title"/>
          </p:nvPr>
        </p:nvSpPr>
        <p:spPr>
          <a:xfrm>
            <a:off x="2279663" y="1746101"/>
            <a:ext cx="4448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6000">
                <a:latin typeface="Archivo"/>
                <a:ea typeface="Archivo"/>
                <a:cs typeface="Archivo"/>
                <a:sym typeface="Archivo"/>
              </a:rPr>
              <a:t>Thanks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00" name="Google Shape;1300;p20"/>
          <p:cNvSpPr txBox="1">
            <a:spLocks noGrp="1"/>
          </p:cNvSpPr>
          <p:nvPr>
            <p:ph type="subTitle" idx="1"/>
          </p:nvPr>
        </p:nvSpPr>
        <p:spPr>
          <a:xfrm>
            <a:off x="2752925" y="2686145"/>
            <a:ext cx="4448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1600" b="1">
                <a:solidFill>
                  <a:schemeClr val="accent3"/>
                </a:solidFill>
              </a:rPr>
              <a:t>Do you have any questions?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301" name="Google Shape;1301;p20"/>
          <p:cNvSpPr/>
          <p:nvPr/>
        </p:nvSpPr>
        <p:spPr>
          <a:xfrm rot="-2699985">
            <a:off x="-612196" y="-1145500"/>
            <a:ext cx="1488632" cy="2911488"/>
          </a:xfrm>
          <a:custGeom>
            <a:avLst/>
            <a:gdLst/>
            <a:ahLst/>
            <a:cxnLst/>
            <a:rect l="l" t="t" r="r" b="b"/>
            <a:pathLst>
              <a:path w="3601" h="6961" extrusionOk="0">
                <a:moveTo>
                  <a:pt x="1912" y="2300"/>
                </a:moveTo>
                <a:cubicBezTo>
                  <a:pt x="1957" y="2330"/>
                  <a:pt x="2002" y="2330"/>
                  <a:pt x="2047" y="2330"/>
                </a:cubicBezTo>
                <a:cubicBezTo>
                  <a:pt x="2144" y="2338"/>
                  <a:pt x="2241" y="2341"/>
                  <a:pt x="2338" y="2341"/>
                </a:cubicBezTo>
                <a:cubicBezTo>
                  <a:pt x="2435" y="2341"/>
                  <a:pt x="2532" y="2338"/>
                  <a:pt x="2629" y="2330"/>
                </a:cubicBezTo>
                <a:cubicBezTo>
                  <a:pt x="2689" y="2330"/>
                  <a:pt x="2734" y="2330"/>
                  <a:pt x="2779" y="2300"/>
                </a:cubicBezTo>
                <a:lnTo>
                  <a:pt x="2779" y="2300"/>
                </a:lnTo>
                <a:cubicBezTo>
                  <a:pt x="2704" y="2405"/>
                  <a:pt x="2719" y="2539"/>
                  <a:pt x="2704" y="2659"/>
                </a:cubicBezTo>
                <a:cubicBezTo>
                  <a:pt x="2674" y="2823"/>
                  <a:pt x="2704" y="3002"/>
                  <a:pt x="2540" y="3092"/>
                </a:cubicBezTo>
                <a:cubicBezTo>
                  <a:pt x="2525" y="3077"/>
                  <a:pt x="2510" y="3077"/>
                  <a:pt x="2495" y="3077"/>
                </a:cubicBezTo>
                <a:cubicBezTo>
                  <a:pt x="2316" y="3047"/>
                  <a:pt x="2121" y="3062"/>
                  <a:pt x="1927" y="3047"/>
                </a:cubicBezTo>
                <a:cubicBezTo>
                  <a:pt x="1912" y="3032"/>
                  <a:pt x="1897" y="3017"/>
                  <a:pt x="1868" y="3002"/>
                </a:cubicBezTo>
                <a:cubicBezTo>
                  <a:pt x="1868" y="2868"/>
                  <a:pt x="1853" y="2748"/>
                  <a:pt x="1853" y="2614"/>
                </a:cubicBezTo>
                <a:cubicBezTo>
                  <a:pt x="1853" y="2599"/>
                  <a:pt x="1853" y="2599"/>
                  <a:pt x="1853" y="2584"/>
                </a:cubicBezTo>
                <a:cubicBezTo>
                  <a:pt x="1853" y="2509"/>
                  <a:pt x="1853" y="2420"/>
                  <a:pt x="1853" y="2330"/>
                </a:cubicBezTo>
                <a:cubicBezTo>
                  <a:pt x="1853" y="2330"/>
                  <a:pt x="1868" y="2330"/>
                  <a:pt x="1882" y="2315"/>
                </a:cubicBezTo>
                <a:lnTo>
                  <a:pt x="1912" y="2300"/>
                </a:lnTo>
                <a:close/>
                <a:moveTo>
                  <a:pt x="1285" y="2326"/>
                </a:moveTo>
                <a:cubicBezTo>
                  <a:pt x="1390" y="2326"/>
                  <a:pt x="1494" y="2330"/>
                  <a:pt x="1599" y="2330"/>
                </a:cubicBezTo>
                <a:lnTo>
                  <a:pt x="1629" y="2330"/>
                </a:lnTo>
                <a:lnTo>
                  <a:pt x="1629" y="3077"/>
                </a:lnTo>
                <a:lnTo>
                  <a:pt x="1614" y="3077"/>
                </a:lnTo>
                <a:cubicBezTo>
                  <a:pt x="1569" y="3077"/>
                  <a:pt x="1524" y="3092"/>
                  <a:pt x="1479" y="3092"/>
                </a:cubicBezTo>
                <a:cubicBezTo>
                  <a:pt x="1390" y="3122"/>
                  <a:pt x="1300" y="3107"/>
                  <a:pt x="1195" y="3122"/>
                </a:cubicBezTo>
                <a:cubicBezTo>
                  <a:pt x="1195" y="3137"/>
                  <a:pt x="1180" y="3137"/>
                  <a:pt x="1180" y="3137"/>
                </a:cubicBezTo>
                <a:cubicBezTo>
                  <a:pt x="1168" y="3138"/>
                  <a:pt x="1156" y="3138"/>
                  <a:pt x="1145" y="3138"/>
                </a:cubicBezTo>
                <a:cubicBezTo>
                  <a:pt x="1024" y="3138"/>
                  <a:pt x="986" y="3067"/>
                  <a:pt x="986" y="2957"/>
                </a:cubicBezTo>
                <a:cubicBezTo>
                  <a:pt x="971" y="2748"/>
                  <a:pt x="971" y="2554"/>
                  <a:pt x="956" y="2345"/>
                </a:cubicBezTo>
                <a:lnTo>
                  <a:pt x="971" y="2345"/>
                </a:lnTo>
                <a:cubicBezTo>
                  <a:pt x="1076" y="2330"/>
                  <a:pt x="1180" y="2326"/>
                  <a:pt x="1285" y="2326"/>
                </a:cubicBezTo>
                <a:close/>
                <a:moveTo>
                  <a:pt x="1001" y="3271"/>
                </a:moveTo>
                <a:cubicBezTo>
                  <a:pt x="1016" y="3286"/>
                  <a:pt x="1031" y="3316"/>
                  <a:pt x="1031" y="3331"/>
                </a:cubicBezTo>
                <a:cubicBezTo>
                  <a:pt x="1121" y="3346"/>
                  <a:pt x="1210" y="3353"/>
                  <a:pt x="1302" y="3353"/>
                </a:cubicBezTo>
                <a:cubicBezTo>
                  <a:pt x="1393" y="3353"/>
                  <a:pt x="1487" y="3346"/>
                  <a:pt x="1584" y="3331"/>
                </a:cubicBezTo>
                <a:cubicBezTo>
                  <a:pt x="1584" y="3331"/>
                  <a:pt x="1599" y="3331"/>
                  <a:pt x="1599" y="3316"/>
                </a:cubicBezTo>
                <a:lnTo>
                  <a:pt x="1599" y="3316"/>
                </a:lnTo>
                <a:cubicBezTo>
                  <a:pt x="1599" y="3555"/>
                  <a:pt x="1643" y="3794"/>
                  <a:pt x="1509" y="4018"/>
                </a:cubicBezTo>
                <a:lnTo>
                  <a:pt x="1434" y="4018"/>
                </a:lnTo>
                <a:cubicBezTo>
                  <a:pt x="1390" y="4003"/>
                  <a:pt x="1345" y="3995"/>
                  <a:pt x="1298" y="3995"/>
                </a:cubicBezTo>
                <a:cubicBezTo>
                  <a:pt x="1251" y="3995"/>
                  <a:pt x="1203" y="4003"/>
                  <a:pt x="1151" y="4018"/>
                </a:cubicBezTo>
                <a:cubicBezTo>
                  <a:pt x="1121" y="4003"/>
                  <a:pt x="1091" y="4003"/>
                  <a:pt x="1061" y="4003"/>
                </a:cubicBezTo>
                <a:lnTo>
                  <a:pt x="1016" y="4003"/>
                </a:lnTo>
                <a:cubicBezTo>
                  <a:pt x="1001" y="4003"/>
                  <a:pt x="1001" y="4003"/>
                  <a:pt x="1001" y="3988"/>
                </a:cubicBezTo>
                <a:cubicBezTo>
                  <a:pt x="1031" y="3958"/>
                  <a:pt x="1046" y="3928"/>
                  <a:pt x="1046" y="3883"/>
                </a:cubicBezTo>
                <a:cubicBezTo>
                  <a:pt x="1031" y="3749"/>
                  <a:pt x="1061" y="3600"/>
                  <a:pt x="1016" y="3465"/>
                </a:cubicBezTo>
                <a:cubicBezTo>
                  <a:pt x="1016" y="3450"/>
                  <a:pt x="1001" y="3435"/>
                  <a:pt x="986" y="3435"/>
                </a:cubicBezTo>
                <a:cubicBezTo>
                  <a:pt x="986" y="3390"/>
                  <a:pt x="986" y="3361"/>
                  <a:pt x="986" y="3316"/>
                </a:cubicBezTo>
                <a:cubicBezTo>
                  <a:pt x="1001" y="3301"/>
                  <a:pt x="1001" y="3286"/>
                  <a:pt x="1001" y="3271"/>
                </a:cubicBezTo>
                <a:close/>
                <a:moveTo>
                  <a:pt x="2704" y="3346"/>
                </a:moveTo>
                <a:cubicBezTo>
                  <a:pt x="2614" y="3570"/>
                  <a:pt x="2629" y="3779"/>
                  <a:pt x="2674" y="4003"/>
                </a:cubicBezTo>
                <a:lnTo>
                  <a:pt x="2689" y="4018"/>
                </a:lnTo>
                <a:lnTo>
                  <a:pt x="2002" y="4018"/>
                </a:lnTo>
                <a:cubicBezTo>
                  <a:pt x="1957" y="4003"/>
                  <a:pt x="1897" y="3988"/>
                  <a:pt x="1853" y="3973"/>
                </a:cubicBezTo>
                <a:lnTo>
                  <a:pt x="1853" y="3973"/>
                </a:lnTo>
                <a:lnTo>
                  <a:pt x="1897" y="4003"/>
                </a:lnTo>
                <a:cubicBezTo>
                  <a:pt x="1882" y="4003"/>
                  <a:pt x="1853" y="4003"/>
                  <a:pt x="1853" y="3973"/>
                </a:cubicBezTo>
                <a:lnTo>
                  <a:pt x="1853" y="3973"/>
                </a:lnTo>
                <a:cubicBezTo>
                  <a:pt x="1853" y="3973"/>
                  <a:pt x="1853" y="3973"/>
                  <a:pt x="1853" y="3973"/>
                </a:cubicBezTo>
                <a:cubicBezTo>
                  <a:pt x="1853" y="3958"/>
                  <a:pt x="1853" y="3958"/>
                  <a:pt x="1838" y="3943"/>
                </a:cubicBezTo>
                <a:lnTo>
                  <a:pt x="1778" y="3973"/>
                </a:lnTo>
                <a:cubicBezTo>
                  <a:pt x="1789" y="3951"/>
                  <a:pt x="1808" y="3937"/>
                  <a:pt x="1823" y="3937"/>
                </a:cubicBezTo>
                <a:cubicBezTo>
                  <a:pt x="1829" y="3937"/>
                  <a:pt x="1834" y="3939"/>
                  <a:pt x="1838" y="3943"/>
                </a:cubicBezTo>
                <a:cubicBezTo>
                  <a:pt x="1853" y="3794"/>
                  <a:pt x="1853" y="3629"/>
                  <a:pt x="1868" y="3465"/>
                </a:cubicBezTo>
                <a:cubicBezTo>
                  <a:pt x="1853" y="3435"/>
                  <a:pt x="1868" y="3390"/>
                  <a:pt x="1853" y="3361"/>
                </a:cubicBezTo>
                <a:cubicBezTo>
                  <a:pt x="1868" y="3353"/>
                  <a:pt x="1882" y="3349"/>
                  <a:pt x="1896" y="3349"/>
                </a:cubicBezTo>
                <a:cubicBezTo>
                  <a:pt x="1909" y="3349"/>
                  <a:pt x="1920" y="3353"/>
                  <a:pt x="1927" y="3361"/>
                </a:cubicBezTo>
                <a:cubicBezTo>
                  <a:pt x="2054" y="3353"/>
                  <a:pt x="2181" y="3353"/>
                  <a:pt x="2308" y="3353"/>
                </a:cubicBezTo>
                <a:cubicBezTo>
                  <a:pt x="2435" y="3353"/>
                  <a:pt x="2562" y="3353"/>
                  <a:pt x="2689" y="3346"/>
                </a:cubicBezTo>
                <a:close/>
                <a:moveTo>
                  <a:pt x="2674" y="4182"/>
                </a:moveTo>
                <a:cubicBezTo>
                  <a:pt x="2674" y="4197"/>
                  <a:pt x="2689" y="4197"/>
                  <a:pt x="2689" y="4197"/>
                </a:cubicBezTo>
                <a:cubicBezTo>
                  <a:pt x="2689" y="4391"/>
                  <a:pt x="2689" y="4585"/>
                  <a:pt x="2689" y="4780"/>
                </a:cubicBezTo>
                <a:cubicBezTo>
                  <a:pt x="2689" y="4794"/>
                  <a:pt x="2674" y="4809"/>
                  <a:pt x="2659" y="4824"/>
                </a:cubicBezTo>
                <a:lnTo>
                  <a:pt x="2629" y="4824"/>
                </a:lnTo>
                <a:cubicBezTo>
                  <a:pt x="2614" y="4839"/>
                  <a:pt x="2599" y="4839"/>
                  <a:pt x="2584" y="4839"/>
                </a:cubicBezTo>
                <a:lnTo>
                  <a:pt x="2570" y="4854"/>
                </a:lnTo>
                <a:cubicBezTo>
                  <a:pt x="2486" y="4816"/>
                  <a:pt x="2400" y="4805"/>
                  <a:pt x="2313" y="4805"/>
                </a:cubicBezTo>
                <a:cubicBezTo>
                  <a:pt x="2196" y="4805"/>
                  <a:pt x="2077" y="4824"/>
                  <a:pt x="1957" y="4824"/>
                </a:cubicBezTo>
                <a:cubicBezTo>
                  <a:pt x="1942" y="4839"/>
                  <a:pt x="1927" y="4839"/>
                  <a:pt x="1912" y="4839"/>
                </a:cubicBezTo>
                <a:lnTo>
                  <a:pt x="1882" y="4197"/>
                </a:lnTo>
                <a:cubicBezTo>
                  <a:pt x="2121" y="4197"/>
                  <a:pt x="2360" y="4182"/>
                  <a:pt x="2584" y="4182"/>
                </a:cubicBezTo>
                <a:close/>
                <a:moveTo>
                  <a:pt x="1599" y="4182"/>
                </a:moveTo>
                <a:lnTo>
                  <a:pt x="1614" y="4197"/>
                </a:lnTo>
                <a:cubicBezTo>
                  <a:pt x="1599" y="4212"/>
                  <a:pt x="1599" y="4212"/>
                  <a:pt x="1584" y="4227"/>
                </a:cubicBezTo>
                <a:cubicBezTo>
                  <a:pt x="1599" y="4421"/>
                  <a:pt x="1539" y="4630"/>
                  <a:pt x="1614" y="4839"/>
                </a:cubicBezTo>
                <a:cubicBezTo>
                  <a:pt x="1569" y="4824"/>
                  <a:pt x="1524" y="4824"/>
                  <a:pt x="1479" y="4824"/>
                </a:cubicBezTo>
                <a:cubicBezTo>
                  <a:pt x="1449" y="4824"/>
                  <a:pt x="1419" y="4823"/>
                  <a:pt x="1390" y="4823"/>
                </a:cubicBezTo>
                <a:cubicBezTo>
                  <a:pt x="1316" y="4823"/>
                  <a:pt x="1245" y="4831"/>
                  <a:pt x="1180" y="4884"/>
                </a:cubicBezTo>
                <a:lnTo>
                  <a:pt x="1151" y="4884"/>
                </a:lnTo>
                <a:cubicBezTo>
                  <a:pt x="1106" y="4884"/>
                  <a:pt x="1061" y="4869"/>
                  <a:pt x="1016" y="4854"/>
                </a:cubicBezTo>
                <a:cubicBezTo>
                  <a:pt x="1016" y="4765"/>
                  <a:pt x="1001" y="4660"/>
                  <a:pt x="986" y="4555"/>
                </a:cubicBezTo>
                <a:cubicBezTo>
                  <a:pt x="956" y="4526"/>
                  <a:pt x="971" y="4496"/>
                  <a:pt x="986" y="4481"/>
                </a:cubicBezTo>
                <a:lnTo>
                  <a:pt x="986" y="4555"/>
                </a:lnTo>
                <a:cubicBezTo>
                  <a:pt x="986" y="4541"/>
                  <a:pt x="1001" y="4511"/>
                  <a:pt x="1001" y="4481"/>
                </a:cubicBezTo>
                <a:lnTo>
                  <a:pt x="1001" y="4391"/>
                </a:lnTo>
                <a:lnTo>
                  <a:pt x="1001" y="4361"/>
                </a:lnTo>
                <a:cubicBezTo>
                  <a:pt x="1001" y="4317"/>
                  <a:pt x="1001" y="4257"/>
                  <a:pt x="986" y="4212"/>
                </a:cubicBezTo>
                <a:cubicBezTo>
                  <a:pt x="1001" y="4197"/>
                  <a:pt x="1001" y="4197"/>
                  <a:pt x="1001" y="4197"/>
                </a:cubicBezTo>
                <a:lnTo>
                  <a:pt x="1121" y="4197"/>
                </a:lnTo>
                <a:cubicBezTo>
                  <a:pt x="1147" y="4206"/>
                  <a:pt x="1168" y="4214"/>
                  <a:pt x="1186" y="4214"/>
                </a:cubicBezTo>
                <a:cubicBezTo>
                  <a:pt x="1200" y="4214"/>
                  <a:pt x="1213" y="4210"/>
                  <a:pt x="1225" y="4197"/>
                </a:cubicBezTo>
                <a:cubicBezTo>
                  <a:pt x="1360" y="4197"/>
                  <a:pt x="1479" y="4197"/>
                  <a:pt x="1599" y="4182"/>
                </a:cubicBezTo>
                <a:close/>
                <a:moveTo>
                  <a:pt x="2062" y="6348"/>
                </a:moveTo>
                <a:cubicBezTo>
                  <a:pt x="2047" y="6348"/>
                  <a:pt x="2036" y="6352"/>
                  <a:pt x="2024" y="6355"/>
                </a:cubicBezTo>
                <a:lnTo>
                  <a:pt x="2024" y="6355"/>
                </a:lnTo>
                <a:lnTo>
                  <a:pt x="2062" y="6348"/>
                </a:lnTo>
                <a:close/>
                <a:moveTo>
                  <a:pt x="2024" y="6355"/>
                </a:moveTo>
                <a:lnTo>
                  <a:pt x="1987" y="6363"/>
                </a:lnTo>
                <a:cubicBezTo>
                  <a:pt x="2002" y="6363"/>
                  <a:pt x="2013" y="6359"/>
                  <a:pt x="2024" y="6355"/>
                </a:cubicBezTo>
                <a:close/>
                <a:moveTo>
                  <a:pt x="792" y="0"/>
                </a:moveTo>
                <a:cubicBezTo>
                  <a:pt x="732" y="269"/>
                  <a:pt x="703" y="523"/>
                  <a:pt x="688" y="792"/>
                </a:cubicBezTo>
                <a:cubicBezTo>
                  <a:pt x="673" y="1225"/>
                  <a:pt x="658" y="1673"/>
                  <a:pt x="643" y="2106"/>
                </a:cubicBezTo>
                <a:cubicBezTo>
                  <a:pt x="523" y="2106"/>
                  <a:pt x="419" y="2106"/>
                  <a:pt x="299" y="2091"/>
                </a:cubicBezTo>
                <a:cubicBezTo>
                  <a:pt x="282" y="2074"/>
                  <a:pt x="254" y="2066"/>
                  <a:pt x="225" y="2066"/>
                </a:cubicBezTo>
                <a:cubicBezTo>
                  <a:pt x="205" y="2066"/>
                  <a:pt x="183" y="2070"/>
                  <a:pt x="165" y="2076"/>
                </a:cubicBezTo>
                <a:cubicBezTo>
                  <a:pt x="135" y="2091"/>
                  <a:pt x="105" y="2106"/>
                  <a:pt x="90" y="2136"/>
                </a:cubicBezTo>
                <a:lnTo>
                  <a:pt x="30" y="2136"/>
                </a:lnTo>
                <a:cubicBezTo>
                  <a:pt x="16" y="2151"/>
                  <a:pt x="16" y="2166"/>
                  <a:pt x="16" y="2181"/>
                </a:cubicBezTo>
                <a:cubicBezTo>
                  <a:pt x="16" y="2196"/>
                  <a:pt x="1" y="2225"/>
                  <a:pt x="1" y="2240"/>
                </a:cubicBezTo>
                <a:cubicBezTo>
                  <a:pt x="1" y="2255"/>
                  <a:pt x="1" y="2255"/>
                  <a:pt x="1" y="2270"/>
                </a:cubicBezTo>
                <a:cubicBezTo>
                  <a:pt x="105" y="2270"/>
                  <a:pt x="210" y="2270"/>
                  <a:pt x="314" y="2285"/>
                </a:cubicBezTo>
                <a:cubicBezTo>
                  <a:pt x="344" y="2270"/>
                  <a:pt x="374" y="2270"/>
                  <a:pt x="404" y="2270"/>
                </a:cubicBezTo>
                <a:cubicBezTo>
                  <a:pt x="479" y="2270"/>
                  <a:pt x="553" y="2285"/>
                  <a:pt x="628" y="2300"/>
                </a:cubicBezTo>
                <a:cubicBezTo>
                  <a:pt x="658" y="2330"/>
                  <a:pt x="658" y="2390"/>
                  <a:pt x="658" y="2464"/>
                </a:cubicBezTo>
                <a:cubicBezTo>
                  <a:pt x="643" y="2599"/>
                  <a:pt x="643" y="2748"/>
                  <a:pt x="628" y="2883"/>
                </a:cubicBezTo>
                <a:cubicBezTo>
                  <a:pt x="628" y="2972"/>
                  <a:pt x="613" y="3062"/>
                  <a:pt x="598" y="3152"/>
                </a:cubicBezTo>
                <a:lnTo>
                  <a:pt x="269" y="3166"/>
                </a:lnTo>
                <a:cubicBezTo>
                  <a:pt x="254" y="3166"/>
                  <a:pt x="254" y="3166"/>
                  <a:pt x="240" y="3152"/>
                </a:cubicBezTo>
                <a:cubicBezTo>
                  <a:pt x="195" y="3181"/>
                  <a:pt x="150" y="3211"/>
                  <a:pt x="120" y="3241"/>
                </a:cubicBezTo>
                <a:cubicBezTo>
                  <a:pt x="165" y="3241"/>
                  <a:pt x="210" y="3256"/>
                  <a:pt x="254" y="3271"/>
                </a:cubicBezTo>
                <a:lnTo>
                  <a:pt x="434" y="3271"/>
                </a:lnTo>
                <a:cubicBezTo>
                  <a:pt x="459" y="3284"/>
                  <a:pt x="484" y="3288"/>
                  <a:pt x="509" y="3288"/>
                </a:cubicBezTo>
                <a:cubicBezTo>
                  <a:pt x="544" y="3288"/>
                  <a:pt x="578" y="3280"/>
                  <a:pt x="613" y="3271"/>
                </a:cubicBezTo>
                <a:lnTo>
                  <a:pt x="613" y="3286"/>
                </a:lnTo>
                <a:cubicBezTo>
                  <a:pt x="613" y="3286"/>
                  <a:pt x="628" y="3286"/>
                  <a:pt x="628" y="3301"/>
                </a:cubicBezTo>
                <a:cubicBezTo>
                  <a:pt x="583" y="3435"/>
                  <a:pt x="658" y="3570"/>
                  <a:pt x="613" y="3704"/>
                </a:cubicBezTo>
                <a:cubicBezTo>
                  <a:pt x="598" y="3809"/>
                  <a:pt x="717" y="3958"/>
                  <a:pt x="538" y="4003"/>
                </a:cubicBezTo>
                <a:cubicBezTo>
                  <a:pt x="523" y="4003"/>
                  <a:pt x="523" y="4003"/>
                  <a:pt x="508" y="4018"/>
                </a:cubicBezTo>
                <a:cubicBezTo>
                  <a:pt x="471" y="4033"/>
                  <a:pt x="434" y="4036"/>
                  <a:pt x="394" y="4036"/>
                </a:cubicBezTo>
                <a:cubicBezTo>
                  <a:pt x="355" y="4036"/>
                  <a:pt x="314" y="4033"/>
                  <a:pt x="269" y="4033"/>
                </a:cubicBezTo>
                <a:cubicBezTo>
                  <a:pt x="210" y="4033"/>
                  <a:pt x="150" y="4033"/>
                  <a:pt x="105" y="4048"/>
                </a:cubicBezTo>
                <a:cubicBezTo>
                  <a:pt x="45" y="4167"/>
                  <a:pt x="180" y="4107"/>
                  <a:pt x="195" y="4152"/>
                </a:cubicBezTo>
                <a:lnTo>
                  <a:pt x="449" y="4182"/>
                </a:lnTo>
                <a:cubicBezTo>
                  <a:pt x="471" y="4197"/>
                  <a:pt x="493" y="4201"/>
                  <a:pt x="518" y="4201"/>
                </a:cubicBezTo>
                <a:cubicBezTo>
                  <a:pt x="542" y="4201"/>
                  <a:pt x="568" y="4197"/>
                  <a:pt x="598" y="4197"/>
                </a:cubicBezTo>
                <a:lnTo>
                  <a:pt x="613" y="4197"/>
                </a:lnTo>
                <a:cubicBezTo>
                  <a:pt x="613" y="4212"/>
                  <a:pt x="613" y="4212"/>
                  <a:pt x="613" y="4227"/>
                </a:cubicBezTo>
                <a:cubicBezTo>
                  <a:pt x="613" y="4257"/>
                  <a:pt x="628" y="4302"/>
                  <a:pt x="628" y="4331"/>
                </a:cubicBezTo>
                <a:cubicBezTo>
                  <a:pt x="628" y="4511"/>
                  <a:pt x="628" y="4690"/>
                  <a:pt x="643" y="4854"/>
                </a:cubicBezTo>
                <a:cubicBezTo>
                  <a:pt x="613" y="4869"/>
                  <a:pt x="583" y="4869"/>
                  <a:pt x="553" y="4869"/>
                </a:cubicBezTo>
                <a:cubicBezTo>
                  <a:pt x="523" y="4879"/>
                  <a:pt x="493" y="4882"/>
                  <a:pt x="464" y="4882"/>
                </a:cubicBezTo>
                <a:cubicBezTo>
                  <a:pt x="404" y="4882"/>
                  <a:pt x="344" y="4869"/>
                  <a:pt x="284" y="4869"/>
                </a:cubicBezTo>
                <a:lnTo>
                  <a:pt x="269" y="4869"/>
                </a:lnTo>
                <a:cubicBezTo>
                  <a:pt x="225" y="4899"/>
                  <a:pt x="195" y="4914"/>
                  <a:pt x="165" y="4929"/>
                </a:cubicBezTo>
                <a:cubicBezTo>
                  <a:pt x="165" y="4944"/>
                  <a:pt x="180" y="4944"/>
                  <a:pt x="180" y="4959"/>
                </a:cubicBezTo>
                <a:lnTo>
                  <a:pt x="210" y="5048"/>
                </a:lnTo>
                <a:lnTo>
                  <a:pt x="195" y="5048"/>
                </a:lnTo>
                <a:cubicBezTo>
                  <a:pt x="195" y="5063"/>
                  <a:pt x="210" y="5063"/>
                  <a:pt x="210" y="5078"/>
                </a:cubicBezTo>
                <a:lnTo>
                  <a:pt x="568" y="5078"/>
                </a:lnTo>
                <a:cubicBezTo>
                  <a:pt x="598" y="5213"/>
                  <a:pt x="643" y="5332"/>
                  <a:pt x="643" y="5467"/>
                </a:cubicBezTo>
                <a:cubicBezTo>
                  <a:pt x="643" y="5601"/>
                  <a:pt x="583" y="5735"/>
                  <a:pt x="598" y="5870"/>
                </a:cubicBezTo>
                <a:cubicBezTo>
                  <a:pt x="643" y="6198"/>
                  <a:pt x="703" y="6527"/>
                  <a:pt x="747" y="6856"/>
                </a:cubicBezTo>
                <a:cubicBezTo>
                  <a:pt x="772" y="6868"/>
                  <a:pt x="776" y="6890"/>
                  <a:pt x="801" y="6890"/>
                </a:cubicBezTo>
                <a:cubicBezTo>
                  <a:pt x="807" y="6890"/>
                  <a:pt x="813" y="6888"/>
                  <a:pt x="822" y="6885"/>
                </a:cubicBezTo>
                <a:cubicBezTo>
                  <a:pt x="852" y="6632"/>
                  <a:pt x="882" y="6378"/>
                  <a:pt x="927" y="6124"/>
                </a:cubicBezTo>
                <a:cubicBezTo>
                  <a:pt x="942" y="6094"/>
                  <a:pt x="942" y="6064"/>
                  <a:pt x="956" y="6034"/>
                </a:cubicBezTo>
                <a:cubicBezTo>
                  <a:pt x="971" y="5840"/>
                  <a:pt x="986" y="5646"/>
                  <a:pt x="1001" y="5452"/>
                </a:cubicBezTo>
                <a:cubicBezTo>
                  <a:pt x="1016" y="5332"/>
                  <a:pt x="1001" y="5213"/>
                  <a:pt x="1001" y="5093"/>
                </a:cubicBezTo>
                <a:cubicBezTo>
                  <a:pt x="1001" y="5093"/>
                  <a:pt x="1016" y="5093"/>
                  <a:pt x="1016" y="5078"/>
                </a:cubicBezTo>
                <a:cubicBezTo>
                  <a:pt x="1121" y="5078"/>
                  <a:pt x="1225" y="5078"/>
                  <a:pt x="1330" y="5063"/>
                </a:cubicBezTo>
                <a:lnTo>
                  <a:pt x="1390" y="5063"/>
                </a:lnTo>
                <a:cubicBezTo>
                  <a:pt x="1427" y="5056"/>
                  <a:pt x="1464" y="5052"/>
                  <a:pt x="1500" y="5052"/>
                </a:cubicBezTo>
                <a:cubicBezTo>
                  <a:pt x="1535" y="5052"/>
                  <a:pt x="1569" y="5056"/>
                  <a:pt x="1599" y="5063"/>
                </a:cubicBezTo>
                <a:lnTo>
                  <a:pt x="1584" y="5063"/>
                </a:lnTo>
                <a:cubicBezTo>
                  <a:pt x="1554" y="5213"/>
                  <a:pt x="1629" y="5347"/>
                  <a:pt x="1644" y="5496"/>
                </a:cubicBezTo>
                <a:lnTo>
                  <a:pt x="1658" y="5511"/>
                </a:lnTo>
                <a:lnTo>
                  <a:pt x="1629" y="5556"/>
                </a:lnTo>
                <a:cubicBezTo>
                  <a:pt x="1614" y="5586"/>
                  <a:pt x="1644" y="5616"/>
                  <a:pt x="1658" y="5646"/>
                </a:cubicBezTo>
                <a:cubicBezTo>
                  <a:pt x="1673" y="5765"/>
                  <a:pt x="1688" y="5885"/>
                  <a:pt x="1703" y="5989"/>
                </a:cubicBezTo>
                <a:cubicBezTo>
                  <a:pt x="1688" y="6034"/>
                  <a:pt x="1673" y="6064"/>
                  <a:pt x="1703" y="6094"/>
                </a:cubicBezTo>
                <a:cubicBezTo>
                  <a:pt x="1718" y="6124"/>
                  <a:pt x="1703" y="6154"/>
                  <a:pt x="1733" y="6169"/>
                </a:cubicBezTo>
                <a:lnTo>
                  <a:pt x="1763" y="6169"/>
                </a:lnTo>
                <a:cubicBezTo>
                  <a:pt x="1778" y="6049"/>
                  <a:pt x="1793" y="5945"/>
                  <a:pt x="1808" y="5825"/>
                </a:cubicBezTo>
                <a:cubicBezTo>
                  <a:pt x="1808" y="5780"/>
                  <a:pt x="1808" y="5720"/>
                  <a:pt x="1823" y="5676"/>
                </a:cubicBezTo>
                <a:cubicBezTo>
                  <a:pt x="1823" y="5601"/>
                  <a:pt x="1838" y="5526"/>
                  <a:pt x="1838" y="5452"/>
                </a:cubicBezTo>
                <a:cubicBezTo>
                  <a:pt x="1853" y="5332"/>
                  <a:pt x="1868" y="5198"/>
                  <a:pt x="1882" y="5078"/>
                </a:cubicBezTo>
                <a:lnTo>
                  <a:pt x="2659" y="5078"/>
                </a:lnTo>
                <a:cubicBezTo>
                  <a:pt x="2674" y="5078"/>
                  <a:pt x="2689" y="5093"/>
                  <a:pt x="2704" y="5108"/>
                </a:cubicBezTo>
                <a:lnTo>
                  <a:pt x="2689" y="5108"/>
                </a:lnTo>
                <a:cubicBezTo>
                  <a:pt x="2719" y="5496"/>
                  <a:pt x="2749" y="5900"/>
                  <a:pt x="2764" y="6303"/>
                </a:cubicBezTo>
                <a:cubicBezTo>
                  <a:pt x="2779" y="6482"/>
                  <a:pt x="2779" y="6661"/>
                  <a:pt x="2794" y="6841"/>
                </a:cubicBezTo>
                <a:cubicBezTo>
                  <a:pt x="2794" y="6871"/>
                  <a:pt x="2823" y="6900"/>
                  <a:pt x="2853" y="6960"/>
                </a:cubicBezTo>
                <a:cubicBezTo>
                  <a:pt x="2868" y="6706"/>
                  <a:pt x="2883" y="6497"/>
                  <a:pt x="2898" y="6303"/>
                </a:cubicBezTo>
                <a:lnTo>
                  <a:pt x="2898" y="6303"/>
                </a:lnTo>
                <a:lnTo>
                  <a:pt x="2883" y="6348"/>
                </a:lnTo>
                <a:cubicBezTo>
                  <a:pt x="2883" y="6333"/>
                  <a:pt x="2883" y="6318"/>
                  <a:pt x="2883" y="6318"/>
                </a:cubicBezTo>
                <a:cubicBezTo>
                  <a:pt x="2898" y="6303"/>
                  <a:pt x="2898" y="6303"/>
                  <a:pt x="2898" y="6303"/>
                </a:cubicBezTo>
                <a:lnTo>
                  <a:pt x="2898" y="6303"/>
                </a:lnTo>
                <a:cubicBezTo>
                  <a:pt x="2898" y="6303"/>
                  <a:pt x="2898" y="6303"/>
                  <a:pt x="2898" y="6303"/>
                </a:cubicBezTo>
                <a:cubicBezTo>
                  <a:pt x="2913" y="6154"/>
                  <a:pt x="2928" y="6019"/>
                  <a:pt x="2943" y="5885"/>
                </a:cubicBezTo>
                <a:cubicBezTo>
                  <a:pt x="2958" y="5616"/>
                  <a:pt x="2988" y="5347"/>
                  <a:pt x="3018" y="5078"/>
                </a:cubicBezTo>
                <a:cubicBezTo>
                  <a:pt x="3167" y="5063"/>
                  <a:pt x="3316" y="5048"/>
                  <a:pt x="3466" y="5033"/>
                </a:cubicBezTo>
                <a:cubicBezTo>
                  <a:pt x="3600" y="5004"/>
                  <a:pt x="3600" y="5004"/>
                  <a:pt x="3540" y="4944"/>
                </a:cubicBezTo>
                <a:cubicBezTo>
                  <a:pt x="3376" y="4929"/>
                  <a:pt x="3212" y="4914"/>
                  <a:pt x="3047" y="4899"/>
                </a:cubicBezTo>
                <a:cubicBezTo>
                  <a:pt x="2958" y="4854"/>
                  <a:pt x="3018" y="4780"/>
                  <a:pt x="3003" y="4735"/>
                </a:cubicBezTo>
                <a:cubicBezTo>
                  <a:pt x="3003" y="4660"/>
                  <a:pt x="3003" y="4585"/>
                  <a:pt x="3003" y="4511"/>
                </a:cubicBezTo>
                <a:cubicBezTo>
                  <a:pt x="3018" y="4406"/>
                  <a:pt x="3033" y="4302"/>
                  <a:pt x="3047" y="4197"/>
                </a:cubicBezTo>
                <a:lnTo>
                  <a:pt x="3047" y="4182"/>
                </a:lnTo>
                <a:cubicBezTo>
                  <a:pt x="3137" y="4167"/>
                  <a:pt x="3227" y="4152"/>
                  <a:pt x="3301" y="4137"/>
                </a:cubicBezTo>
                <a:cubicBezTo>
                  <a:pt x="3331" y="4122"/>
                  <a:pt x="3346" y="4092"/>
                  <a:pt x="3361" y="4063"/>
                </a:cubicBezTo>
                <a:cubicBezTo>
                  <a:pt x="3331" y="4048"/>
                  <a:pt x="3316" y="4018"/>
                  <a:pt x="3286" y="4018"/>
                </a:cubicBezTo>
                <a:cubicBezTo>
                  <a:pt x="3197" y="4003"/>
                  <a:pt x="3092" y="3988"/>
                  <a:pt x="3003" y="3988"/>
                </a:cubicBezTo>
                <a:cubicBezTo>
                  <a:pt x="3003" y="3749"/>
                  <a:pt x="3003" y="3525"/>
                  <a:pt x="3003" y="3301"/>
                </a:cubicBezTo>
                <a:cubicBezTo>
                  <a:pt x="3062" y="3286"/>
                  <a:pt x="3122" y="3271"/>
                  <a:pt x="3167" y="3241"/>
                </a:cubicBezTo>
                <a:cubicBezTo>
                  <a:pt x="3197" y="3226"/>
                  <a:pt x="3197" y="3166"/>
                  <a:pt x="3197" y="3137"/>
                </a:cubicBezTo>
                <a:cubicBezTo>
                  <a:pt x="2958" y="3122"/>
                  <a:pt x="2958" y="2942"/>
                  <a:pt x="2958" y="2763"/>
                </a:cubicBezTo>
                <a:cubicBezTo>
                  <a:pt x="2943" y="2599"/>
                  <a:pt x="2928" y="2450"/>
                  <a:pt x="2913" y="2285"/>
                </a:cubicBezTo>
                <a:cubicBezTo>
                  <a:pt x="3077" y="2255"/>
                  <a:pt x="3257" y="2240"/>
                  <a:pt x="3436" y="2225"/>
                </a:cubicBezTo>
                <a:lnTo>
                  <a:pt x="3436" y="2166"/>
                </a:lnTo>
                <a:cubicBezTo>
                  <a:pt x="3361" y="2136"/>
                  <a:pt x="3301" y="2106"/>
                  <a:pt x="3227" y="2091"/>
                </a:cubicBezTo>
                <a:cubicBezTo>
                  <a:pt x="3122" y="2076"/>
                  <a:pt x="3003" y="2076"/>
                  <a:pt x="2898" y="2076"/>
                </a:cubicBezTo>
                <a:cubicBezTo>
                  <a:pt x="2868" y="2016"/>
                  <a:pt x="2838" y="1957"/>
                  <a:pt x="2808" y="1882"/>
                </a:cubicBezTo>
                <a:cubicBezTo>
                  <a:pt x="2779" y="1957"/>
                  <a:pt x="2749" y="2031"/>
                  <a:pt x="2734" y="2091"/>
                </a:cubicBezTo>
                <a:cubicBezTo>
                  <a:pt x="2674" y="2106"/>
                  <a:pt x="2629" y="2106"/>
                  <a:pt x="2584" y="2106"/>
                </a:cubicBezTo>
                <a:lnTo>
                  <a:pt x="2450" y="2106"/>
                </a:lnTo>
                <a:cubicBezTo>
                  <a:pt x="2443" y="2099"/>
                  <a:pt x="2431" y="2095"/>
                  <a:pt x="2418" y="2095"/>
                </a:cubicBezTo>
                <a:cubicBezTo>
                  <a:pt x="2405" y="2095"/>
                  <a:pt x="2390" y="2099"/>
                  <a:pt x="2375" y="2106"/>
                </a:cubicBezTo>
                <a:lnTo>
                  <a:pt x="1882" y="2106"/>
                </a:lnTo>
                <a:cubicBezTo>
                  <a:pt x="1853" y="1927"/>
                  <a:pt x="1838" y="1762"/>
                  <a:pt x="1808" y="1598"/>
                </a:cubicBezTo>
                <a:cubicBezTo>
                  <a:pt x="1793" y="1464"/>
                  <a:pt x="1778" y="1329"/>
                  <a:pt x="1778" y="1180"/>
                </a:cubicBezTo>
                <a:lnTo>
                  <a:pt x="1718" y="1180"/>
                </a:lnTo>
                <a:cubicBezTo>
                  <a:pt x="1703" y="1479"/>
                  <a:pt x="1688" y="1777"/>
                  <a:pt x="1658" y="2061"/>
                </a:cubicBezTo>
                <a:cubicBezTo>
                  <a:pt x="1673" y="2076"/>
                  <a:pt x="1673" y="2076"/>
                  <a:pt x="1673" y="2076"/>
                </a:cubicBezTo>
                <a:cubicBezTo>
                  <a:pt x="1644" y="2091"/>
                  <a:pt x="1614" y="2091"/>
                  <a:pt x="1584" y="2091"/>
                </a:cubicBezTo>
                <a:cubicBezTo>
                  <a:pt x="1554" y="2091"/>
                  <a:pt x="1524" y="2091"/>
                  <a:pt x="1494" y="2106"/>
                </a:cubicBezTo>
                <a:cubicBezTo>
                  <a:pt x="1315" y="2091"/>
                  <a:pt x="1136" y="2076"/>
                  <a:pt x="956" y="2076"/>
                </a:cubicBezTo>
                <a:cubicBezTo>
                  <a:pt x="927" y="1374"/>
                  <a:pt x="942" y="687"/>
                  <a:pt x="7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20"/>
          <p:cNvSpPr/>
          <p:nvPr/>
        </p:nvSpPr>
        <p:spPr>
          <a:xfrm flipH="1">
            <a:off x="3700668" y="-291675"/>
            <a:ext cx="1049132" cy="946148"/>
          </a:xfrm>
          <a:custGeom>
            <a:avLst/>
            <a:gdLst/>
            <a:ahLst/>
            <a:cxnLst/>
            <a:rect l="l" t="t" r="r" b="b"/>
            <a:pathLst>
              <a:path w="9187" h="7146" extrusionOk="0">
                <a:moveTo>
                  <a:pt x="1688" y="275"/>
                </a:moveTo>
                <a:cubicBezTo>
                  <a:pt x="1703" y="275"/>
                  <a:pt x="1703" y="290"/>
                  <a:pt x="1703" y="290"/>
                </a:cubicBezTo>
                <a:cubicBezTo>
                  <a:pt x="1688" y="290"/>
                  <a:pt x="1688" y="290"/>
                  <a:pt x="1673" y="275"/>
                </a:cubicBezTo>
                <a:close/>
                <a:moveTo>
                  <a:pt x="4705" y="604"/>
                </a:moveTo>
                <a:lnTo>
                  <a:pt x="4690" y="619"/>
                </a:lnTo>
                <a:cubicBezTo>
                  <a:pt x="4690" y="619"/>
                  <a:pt x="4690" y="604"/>
                  <a:pt x="4690" y="604"/>
                </a:cubicBezTo>
                <a:close/>
                <a:moveTo>
                  <a:pt x="6841" y="709"/>
                </a:moveTo>
                <a:cubicBezTo>
                  <a:pt x="6826" y="724"/>
                  <a:pt x="6826" y="724"/>
                  <a:pt x="6826" y="724"/>
                </a:cubicBezTo>
                <a:lnTo>
                  <a:pt x="6826" y="709"/>
                </a:lnTo>
                <a:close/>
                <a:moveTo>
                  <a:pt x="6856" y="963"/>
                </a:moveTo>
                <a:cubicBezTo>
                  <a:pt x="6811" y="977"/>
                  <a:pt x="6752" y="992"/>
                  <a:pt x="6707" y="992"/>
                </a:cubicBezTo>
                <a:cubicBezTo>
                  <a:pt x="6707" y="1007"/>
                  <a:pt x="6707" y="1007"/>
                  <a:pt x="6707" y="1007"/>
                </a:cubicBezTo>
                <a:lnTo>
                  <a:pt x="6871" y="1007"/>
                </a:lnTo>
                <a:cubicBezTo>
                  <a:pt x="6856" y="992"/>
                  <a:pt x="6856" y="977"/>
                  <a:pt x="6856" y="963"/>
                </a:cubicBezTo>
                <a:close/>
                <a:moveTo>
                  <a:pt x="837" y="1037"/>
                </a:moveTo>
                <a:lnTo>
                  <a:pt x="852" y="1067"/>
                </a:lnTo>
                <a:cubicBezTo>
                  <a:pt x="852" y="1067"/>
                  <a:pt x="852" y="1067"/>
                  <a:pt x="852" y="1082"/>
                </a:cubicBezTo>
                <a:cubicBezTo>
                  <a:pt x="837" y="1067"/>
                  <a:pt x="822" y="1067"/>
                  <a:pt x="822" y="1052"/>
                </a:cubicBezTo>
                <a:cubicBezTo>
                  <a:pt x="822" y="1052"/>
                  <a:pt x="822" y="1052"/>
                  <a:pt x="837" y="1037"/>
                </a:cubicBezTo>
                <a:close/>
                <a:moveTo>
                  <a:pt x="882" y="1112"/>
                </a:moveTo>
                <a:lnTo>
                  <a:pt x="882" y="1142"/>
                </a:lnTo>
                <a:cubicBezTo>
                  <a:pt x="882" y="1127"/>
                  <a:pt x="867" y="1127"/>
                  <a:pt x="867" y="1112"/>
                </a:cubicBezTo>
                <a:close/>
                <a:moveTo>
                  <a:pt x="927" y="1306"/>
                </a:moveTo>
                <a:cubicBezTo>
                  <a:pt x="942" y="1306"/>
                  <a:pt x="942" y="1306"/>
                  <a:pt x="927" y="1321"/>
                </a:cubicBezTo>
                <a:lnTo>
                  <a:pt x="927" y="1306"/>
                </a:lnTo>
                <a:close/>
                <a:moveTo>
                  <a:pt x="1449" y="1724"/>
                </a:moveTo>
                <a:cubicBezTo>
                  <a:pt x="1449" y="1739"/>
                  <a:pt x="1449" y="1739"/>
                  <a:pt x="1434" y="1739"/>
                </a:cubicBezTo>
                <a:lnTo>
                  <a:pt x="1449" y="1724"/>
                </a:lnTo>
                <a:close/>
                <a:moveTo>
                  <a:pt x="7737" y="1694"/>
                </a:moveTo>
                <a:cubicBezTo>
                  <a:pt x="7737" y="1694"/>
                  <a:pt x="7722" y="1709"/>
                  <a:pt x="7722" y="1709"/>
                </a:cubicBezTo>
                <a:cubicBezTo>
                  <a:pt x="7722" y="1724"/>
                  <a:pt x="7737" y="1724"/>
                  <a:pt x="7737" y="1739"/>
                </a:cubicBezTo>
                <a:cubicBezTo>
                  <a:pt x="7752" y="1739"/>
                  <a:pt x="7767" y="1724"/>
                  <a:pt x="7752" y="1724"/>
                </a:cubicBezTo>
                <a:cubicBezTo>
                  <a:pt x="7752" y="1709"/>
                  <a:pt x="7737" y="1709"/>
                  <a:pt x="7737" y="1694"/>
                </a:cubicBezTo>
                <a:close/>
                <a:moveTo>
                  <a:pt x="8111" y="1993"/>
                </a:moveTo>
                <a:cubicBezTo>
                  <a:pt x="8096" y="1993"/>
                  <a:pt x="8096" y="2008"/>
                  <a:pt x="8096" y="2023"/>
                </a:cubicBezTo>
                <a:cubicBezTo>
                  <a:pt x="8111" y="2023"/>
                  <a:pt x="8141" y="2038"/>
                  <a:pt x="8156" y="2038"/>
                </a:cubicBezTo>
                <a:cubicBezTo>
                  <a:pt x="8170" y="2038"/>
                  <a:pt x="8170" y="2023"/>
                  <a:pt x="8170" y="2023"/>
                </a:cubicBezTo>
                <a:cubicBezTo>
                  <a:pt x="8156" y="2008"/>
                  <a:pt x="8126" y="1993"/>
                  <a:pt x="8111" y="1993"/>
                </a:cubicBezTo>
                <a:close/>
                <a:moveTo>
                  <a:pt x="1898" y="2143"/>
                </a:moveTo>
                <a:cubicBezTo>
                  <a:pt x="1906" y="2144"/>
                  <a:pt x="1912" y="2148"/>
                  <a:pt x="1912" y="2157"/>
                </a:cubicBezTo>
                <a:lnTo>
                  <a:pt x="1898" y="2143"/>
                </a:lnTo>
                <a:close/>
                <a:moveTo>
                  <a:pt x="2136" y="2785"/>
                </a:moveTo>
                <a:lnTo>
                  <a:pt x="2136" y="2785"/>
                </a:lnTo>
                <a:cubicBezTo>
                  <a:pt x="2144" y="2800"/>
                  <a:pt x="2155" y="2811"/>
                  <a:pt x="2166" y="2822"/>
                </a:cubicBezTo>
                <a:lnTo>
                  <a:pt x="2166" y="2822"/>
                </a:lnTo>
                <a:lnTo>
                  <a:pt x="2136" y="2785"/>
                </a:lnTo>
                <a:close/>
                <a:moveTo>
                  <a:pt x="2178" y="2834"/>
                </a:moveTo>
                <a:lnTo>
                  <a:pt x="2178" y="2834"/>
                </a:lnTo>
                <a:cubicBezTo>
                  <a:pt x="2181" y="2837"/>
                  <a:pt x="2184" y="2841"/>
                  <a:pt x="2187" y="2845"/>
                </a:cubicBezTo>
                <a:lnTo>
                  <a:pt x="2187" y="2845"/>
                </a:lnTo>
                <a:lnTo>
                  <a:pt x="2178" y="2834"/>
                </a:lnTo>
                <a:close/>
                <a:moveTo>
                  <a:pt x="2228" y="2893"/>
                </a:moveTo>
                <a:lnTo>
                  <a:pt x="2228" y="2893"/>
                </a:lnTo>
                <a:cubicBezTo>
                  <a:pt x="2238" y="2904"/>
                  <a:pt x="2247" y="2916"/>
                  <a:pt x="2257" y="2928"/>
                </a:cubicBezTo>
                <a:lnTo>
                  <a:pt x="2257" y="2928"/>
                </a:lnTo>
                <a:lnTo>
                  <a:pt x="2228" y="2893"/>
                </a:lnTo>
                <a:close/>
                <a:moveTo>
                  <a:pt x="2297" y="2979"/>
                </a:moveTo>
                <a:cubicBezTo>
                  <a:pt x="2308" y="2994"/>
                  <a:pt x="2319" y="3009"/>
                  <a:pt x="2331" y="3024"/>
                </a:cubicBezTo>
                <a:cubicBezTo>
                  <a:pt x="2340" y="3033"/>
                  <a:pt x="2350" y="3043"/>
                  <a:pt x="2360" y="3054"/>
                </a:cubicBezTo>
                <a:lnTo>
                  <a:pt x="2360" y="3054"/>
                </a:lnTo>
                <a:lnTo>
                  <a:pt x="2297" y="2979"/>
                </a:lnTo>
                <a:close/>
                <a:moveTo>
                  <a:pt x="2390" y="3086"/>
                </a:moveTo>
                <a:cubicBezTo>
                  <a:pt x="2470" y="3174"/>
                  <a:pt x="2545" y="3268"/>
                  <a:pt x="2629" y="3352"/>
                </a:cubicBezTo>
                <a:cubicBezTo>
                  <a:pt x="2671" y="3408"/>
                  <a:pt x="2713" y="3464"/>
                  <a:pt x="2755" y="3520"/>
                </a:cubicBezTo>
                <a:lnTo>
                  <a:pt x="2390" y="3086"/>
                </a:lnTo>
                <a:close/>
                <a:moveTo>
                  <a:pt x="2755" y="3520"/>
                </a:moveTo>
                <a:lnTo>
                  <a:pt x="2771" y="3538"/>
                </a:lnTo>
                <a:lnTo>
                  <a:pt x="2771" y="3538"/>
                </a:lnTo>
                <a:cubicBezTo>
                  <a:pt x="2768" y="3536"/>
                  <a:pt x="2766" y="3534"/>
                  <a:pt x="2764" y="3531"/>
                </a:cubicBezTo>
                <a:cubicBezTo>
                  <a:pt x="2761" y="3527"/>
                  <a:pt x="2758" y="3524"/>
                  <a:pt x="2755" y="3520"/>
                </a:cubicBezTo>
                <a:close/>
                <a:moveTo>
                  <a:pt x="5593" y="3632"/>
                </a:moveTo>
                <a:cubicBezTo>
                  <a:pt x="5589" y="3638"/>
                  <a:pt x="5587" y="3644"/>
                  <a:pt x="5587" y="3651"/>
                </a:cubicBezTo>
                <a:lnTo>
                  <a:pt x="5593" y="3632"/>
                </a:lnTo>
                <a:close/>
                <a:moveTo>
                  <a:pt x="3869" y="1948"/>
                </a:moveTo>
                <a:cubicBezTo>
                  <a:pt x="3899" y="1948"/>
                  <a:pt x="3929" y="1978"/>
                  <a:pt x="3959" y="1978"/>
                </a:cubicBezTo>
                <a:cubicBezTo>
                  <a:pt x="3992" y="1971"/>
                  <a:pt x="4025" y="1967"/>
                  <a:pt x="4056" y="1967"/>
                </a:cubicBezTo>
                <a:cubicBezTo>
                  <a:pt x="4151" y="1967"/>
                  <a:pt x="4235" y="2001"/>
                  <a:pt x="4302" y="2068"/>
                </a:cubicBezTo>
                <a:cubicBezTo>
                  <a:pt x="4332" y="2098"/>
                  <a:pt x="4377" y="2098"/>
                  <a:pt x="4422" y="2098"/>
                </a:cubicBezTo>
                <a:cubicBezTo>
                  <a:pt x="4511" y="2106"/>
                  <a:pt x="4606" y="2118"/>
                  <a:pt x="4700" y="2118"/>
                </a:cubicBezTo>
                <a:cubicBezTo>
                  <a:pt x="4777" y="2118"/>
                  <a:pt x="4855" y="2110"/>
                  <a:pt x="4929" y="2083"/>
                </a:cubicBezTo>
                <a:lnTo>
                  <a:pt x="4929" y="2083"/>
                </a:lnTo>
                <a:lnTo>
                  <a:pt x="4900" y="2113"/>
                </a:lnTo>
                <a:cubicBezTo>
                  <a:pt x="4900" y="2113"/>
                  <a:pt x="4900" y="2128"/>
                  <a:pt x="4900" y="2128"/>
                </a:cubicBezTo>
                <a:lnTo>
                  <a:pt x="5049" y="2098"/>
                </a:lnTo>
                <a:lnTo>
                  <a:pt x="5064" y="2098"/>
                </a:lnTo>
                <a:cubicBezTo>
                  <a:pt x="5064" y="2113"/>
                  <a:pt x="5079" y="2113"/>
                  <a:pt x="5094" y="2113"/>
                </a:cubicBezTo>
                <a:lnTo>
                  <a:pt x="5109" y="2113"/>
                </a:lnTo>
                <a:lnTo>
                  <a:pt x="5168" y="2098"/>
                </a:lnTo>
                <a:lnTo>
                  <a:pt x="5213" y="2098"/>
                </a:lnTo>
                <a:lnTo>
                  <a:pt x="5243" y="2113"/>
                </a:lnTo>
                <a:cubicBezTo>
                  <a:pt x="5258" y="2128"/>
                  <a:pt x="5288" y="2142"/>
                  <a:pt x="5303" y="2157"/>
                </a:cubicBezTo>
                <a:lnTo>
                  <a:pt x="5318" y="2113"/>
                </a:lnTo>
                <a:cubicBezTo>
                  <a:pt x="5378" y="2139"/>
                  <a:pt x="5439" y="2155"/>
                  <a:pt x="5500" y="2155"/>
                </a:cubicBezTo>
                <a:cubicBezTo>
                  <a:pt x="5544" y="2155"/>
                  <a:pt x="5588" y="2146"/>
                  <a:pt x="5631" y="2128"/>
                </a:cubicBezTo>
                <a:cubicBezTo>
                  <a:pt x="5654" y="2120"/>
                  <a:pt x="5672" y="2116"/>
                  <a:pt x="5691" y="2116"/>
                </a:cubicBezTo>
                <a:cubicBezTo>
                  <a:pt x="5710" y="2116"/>
                  <a:pt x="5728" y="2120"/>
                  <a:pt x="5751" y="2128"/>
                </a:cubicBezTo>
                <a:cubicBezTo>
                  <a:pt x="5783" y="2149"/>
                  <a:pt x="5812" y="2159"/>
                  <a:pt x="5840" y="2159"/>
                </a:cubicBezTo>
                <a:cubicBezTo>
                  <a:pt x="5891" y="2159"/>
                  <a:pt x="5936" y="2126"/>
                  <a:pt x="5975" y="2068"/>
                </a:cubicBezTo>
                <a:cubicBezTo>
                  <a:pt x="5975" y="2068"/>
                  <a:pt x="5975" y="2053"/>
                  <a:pt x="5990" y="2053"/>
                </a:cubicBezTo>
                <a:lnTo>
                  <a:pt x="6005" y="2068"/>
                </a:lnTo>
                <a:cubicBezTo>
                  <a:pt x="6005" y="2068"/>
                  <a:pt x="5990" y="2083"/>
                  <a:pt x="5990" y="2083"/>
                </a:cubicBezTo>
                <a:cubicBezTo>
                  <a:pt x="6019" y="2140"/>
                  <a:pt x="6041" y="2167"/>
                  <a:pt x="6081" y="2167"/>
                </a:cubicBezTo>
                <a:cubicBezTo>
                  <a:pt x="6104" y="2167"/>
                  <a:pt x="6132" y="2159"/>
                  <a:pt x="6169" y="2142"/>
                </a:cubicBezTo>
                <a:cubicBezTo>
                  <a:pt x="6169" y="2128"/>
                  <a:pt x="6169" y="2128"/>
                  <a:pt x="6169" y="2128"/>
                </a:cubicBezTo>
                <a:lnTo>
                  <a:pt x="6184" y="2128"/>
                </a:lnTo>
                <a:cubicBezTo>
                  <a:pt x="6184" y="2142"/>
                  <a:pt x="6184" y="2142"/>
                  <a:pt x="6184" y="2142"/>
                </a:cubicBezTo>
                <a:cubicBezTo>
                  <a:pt x="6219" y="2200"/>
                  <a:pt x="6262" y="2222"/>
                  <a:pt x="6315" y="2222"/>
                </a:cubicBezTo>
                <a:cubicBezTo>
                  <a:pt x="6330" y="2222"/>
                  <a:pt x="6346" y="2220"/>
                  <a:pt x="6363" y="2217"/>
                </a:cubicBezTo>
                <a:cubicBezTo>
                  <a:pt x="6383" y="2212"/>
                  <a:pt x="6403" y="2209"/>
                  <a:pt x="6422" y="2209"/>
                </a:cubicBezTo>
                <a:cubicBezTo>
                  <a:pt x="6459" y="2209"/>
                  <a:pt x="6493" y="2222"/>
                  <a:pt x="6513" y="2262"/>
                </a:cubicBezTo>
                <a:cubicBezTo>
                  <a:pt x="6528" y="2292"/>
                  <a:pt x="6557" y="2292"/>
                  <a:pt x="6587" y="2307"/>
                </a:cubicBezTo>
                <a:cubicBezTo>
                  <a:pt x="6572" y="2337"/>
                  <a:pt x="6557" y="2352"/>
                  <a:pt x="6557" y="2366"/>
                </a:cubicBezTo>
                <a:cubicBezTo>
                  <a:pt x="6617" y="2396"/>
                  <a:pt x="6572" y="2426"/>
                  <a:pt x="6557" y="2456"/>
                </a:cubicBezTo>
                <a:lnTo>
                  <a:pt x="6528" y="2456"/>
                </a:lnTo>
                <a:cubicBezTo>
                  <a:pt x="6498" y="2486"/>
                  <a:pt x="6468" y="2501"/>
                  <a:pt x="6438" y="2516"/>
                </a:cubicBezTo>
                <a:lnTo>
                  <a:pt x="6378" y="2546"/>
                </a:lnTo>
                <a:cubicBezTo>
                  <a:pt x="6378" y="2546"/>
                  <a:pt x="6363" y="2531"/>
                  <a:pt x="6363" y="2531"/>
                </a:cubicBezTo>
                <a:cubicBezTo>
                  <a:pt x="6363" y="2531"/>
                  <a:pt x="6363" y="2546"/>
                  <a:pt x="6363" y="2546"/>
                </a:cubicBezTo>
                <a:cubicBezTo>
                  <a:pt x="6333" y="2591"/>
                  <a:pt x="6303" y="2635"/>
                  <a:pt x="6289" y="2680"/>
                </a:cubicBezTo>
                <a:cubicBezTo>
                  <a:pt x="6274" y="2710"/>
                  <a:pt x="6259" y="2740"/>
                  <a:pt x="6259" y="2770"/>
                </a:cubicBezTo>
                <a:lnTo>
                  <a:pt x="6259" y="2800"/>
                </a:lnTo>
                <a:cubicBezTo>
                  <a:pt x="6244" y="2800"/>
                  <a:pt x="6244" y="2800"/>
                  <a:pt x="6229" y="2815"/>
                </a:cubicBezTo>
                <a:cubicBezTo>
                  <a:pt x="6229" y="2815"/>
                  <a:pt x="6214" y="2815"/>
                  <a:pt x="6214" y="2829"/>
                </a:cubicBezTo>
                <a:cubicBezTo>
                  <a:pt x="6206" y="2822"/>
                  <a:pt x="6203" y="2818"/>
                  <a:pt x="6201" y="2818"/>
                </a:cubicBezTo>
                <a:cubicBezTo>
                  <a:pt x="6199" y="2818"/>
                  <a:pt x="6199" y="2822"/>
                  <a:pt x="6199" y="2829"/>
                </a:cubicBezTo>
                <a:cubicBezTo>
                  <a:pt x="6154" y="2859"/>
                  <a:pt x="6109" y="2904"/>
                  <a:pt x="6064" y="2949"/>
                </a:cubicBezTo>
                <a:lnTo>
                  <a:pt x="6020" y="3009"/>
                </a:lnTo>
                <a:lnTo>
                  <a:pt x="6005" y="3009"/>
                </a:lnTo>
                <a:cubicBezTo>
                  <a:pt x="5960" y="3024"/>
                  <a:pt x="5915" y="3054"/>
                  <a:pt x="5930" y="3098"/>
                </a:cubicBezTo>
                <a:cubicBezTo>
                  <a:pt x="5960" y="3188"/>
                  <a:pt x="5885" y="3203"/>
                  <a:pt x="5840" y="3248"/>
                </a:cubicBezTo>
                <a:cubicBezTo>
                  <a:pt x="5826" y="3263"/>
                  <a:pt x="5826" y="3263"/>
                  <a:pt x="5811" y="3278"/>
                </a:cubicBezTo>
                <a:cubicBezTo>
                  <a:pt x="5796" y="3278"/>
                  <a:pt x="5766" y="3278"/>
                  <a:pt x="5751" y="3293"/>
                </a:cubicBezTo>
                <a:cubicBezTo>
                  <a:pt x="5706" y="3352"/>
                  <a:pt x="5676" y="3427"/>
                  <a:pt x="5631" y="3487"/>
                </a:cubicBezTo>
                <a:lnTo>
                  <a:pt x="5616" y="3531"/>
                </a:lnTo>
                <a:cubicBezTo>
                  <a:pt x="5601" y="3546"/>
                  <a:pt x="5601" y="3576"/>
                  <a:pt x="5601" y="3606"/>
                </a:cubicBezTo>
                <a:lnTo>
                  <a:pt x="5593" y="3632"/>
                </a:lnTo>
                <a:lnTo>
                  <a:pt x="5593" y="3632"/>
                </a:lnTo>
                <a:cubicBezTo>
                  <a:pt x="5597" y="3626"/>
                  <a:pt x="5601" y="3621"/>
                  <a:pt x="5601" y="3621"/>
                </a:cubicBezTo>
                <a:lnTo>
                  <a:pt x="5601" y="3621"/>
                </a:lnTo>
                <a:cubicBezTo>
                  <a:pt x="5601" y="3636"/>
                  <a:pt x="5601" y="3636"/>
                  <a:pt x="5587" y="3651"/>
                </a:cubicBezTo>
                <a:cubicBezTo>
                  <a:pt x="5587" y="3651"/>
                  <a:pt x="5587" y="3651"/>
                  <a:pt x="5587" y="3666"/>
                </a:cubicBezTo>
                <a:cubicBezTo>
                  <a:pt x="5572" y="3666"/>
                  <a:pt x="5572" y="3666"/>
                  <a:pt x="5572" y="3681"/>
                </a:cubicBezTo>
                <a:cubicBezTo>
                  <a:pt x="5557" y="3681"/>
                  <a:pt x="5557" y="3696"/>
                  <a:pt x="5542" y="3711"/>
                </a:cubicBezTo>
                <a:cubicBezTo>
                  <a:pt x="5527" y="3706"/>
                  <a:pt x="5515" y="3702"/>
                  <a:pt x="5506" y="3702"/>
                </a:cubicBezTo>
                <a:cubicBezTo>
                  <a:pt x="5487" y="3702"/>
                  <a:pt x="5477" y="3716"/>
                  <a:pt x="5467" y="3756"/>
                </a:cubicBezTo>
                <a:cubicBezTo>
                  <a:pt x="5467" y="3741"/>
                  <a:pt x="5452" y="3741"/>
                  <a:pt x="5437" y="3741"/>
                </a:cubicBezTo>
                <a:cubicBezTo>
                  <a:pt x="5422" y="3726"/>
                  <a:pt x="5228" y="3576"/>
                  <a:pt x="5213" y="3561"/>
                </a:cubicBezTo>
                <a:cubicBezTo>
                  <a:pt x="5198" y="3546"/>
                  <a:pt x="5183" y="3531"/>
                  <a:pt x="5168" y="3517"/>
                </a:cubicBezTo>
                <a:cubicBezTo>
                  <a:pt x="5034" y="3382"/>
                  <a:pt x="4855" y="3278"/>
                  <a:pt x="4735" y="3113"/>
                </a:cubicBezTo>
                <a:cubicBezTo>
                  <a:pt x="4586" y="2919"/>
                  <a:pt x="4407" y="2755"/>
                  <a:pt x="4183" y="2665"/>
                </a:cubicBezTo>
                <a:cubicBezTo>
                  <a:pt x="4138" y="2635"/>
                  <a:pt x="4153" y="2591"/>
                  <a:pt x="4138" y="2561"/>
                </a:cubicBezTo>
                <a:cubicBezTo>
                  <a:pt x="4093" y="2501"/>
                  <a:pt x="4048" y="2441"/>
                  <a:pt x="3988" y="2411"/>
                </a:cubicBezTo>
                <a:cubicBezTo>
                  <a:pt x="3944" y="2411"/>
                  <a:pt x="3944" y="2366"/>
                  <a:pt x="3929" y="2337"/>
                </a:cubicBezTo>
                <a:cubicBezTo>
                  <a:pt x="3854" y="2232"/>
                  <a:pt x="3764" y="2142"/>
                  <a:pt x="3630" y="2113"/>
                </a:cubicBezTo>
                <a:lnTo>
                  <a:pt x="3630" y="2098"/>
                </a:lnTo>
                <a:cubicBezTo>
                  <a:pt x="3660" y="1993"/>
                  <a:pt x="3749" y="2008"/>
                  <a:pt x="3809" y="1978"/>
                </a:cubicBezTo>
                <a:lnTo>
                  <a:pt x="3824" y="1978"/>
                </a:lnTo>
                <a:lnTo>
                  <a:pt x="3854" y="1993"/>
                </a:lnTo>
                <a:lnTo>
                  <a:pt x="3854" y="1963"/>
                </a:lnTo>
                <a:cubicBezTo>
                  <a:pt x="3854" y="1963"/>
                  <a:pt x="3854" y="1963"/>
                  <a:pt x="3869" y="1948"/>
                </a:cubicBezTo>
                <a:close/>
                <a:moveTo>
                  <a:pt x="6871" y="4084"/>
                </a:moveTo>
                <a:cubicBezTo>
                  <a:pt x="6856" y="4099"/>
                  <a:pt x="6856" y="4129"/>
                  <a:pt x="6856" y="4144"/>
                </a:cubicBezTo>
                <a:cubicBezTo>
                  <a:pt x="6856" y="4129"/>
                  <a:pt x="6871" y="4114"/>
                  <a:pt x="6886" y="4099"/>
                </a:cubicBezTo>
                <a:cubicBezTo>
                  <a:pt x="6886" y="4099"/>
                  <a:pt x="6871" y="4084"/>
                  <a:pt x="6871" y="4084"/>
                </a:cubicBezTo>
                <a:close/>
                <a:moveTo>
                  <a:pt x="3370" y="1546"/>
                </a:moveTo>
                <a:cubicBezTo>
                  <a:pt x="3311" y="1546"/>
                  <a:pt x="3265" y="1594"/>
                  <a:pt x="3212" y="1605"/>
                </a:cubicBezTo>
                <a:lnTo>
                  <a:pt x="3167" y="1605"/>
                </a:lnTo>
                <a:cubicBezTo>
                  <a:pt x="3146" y="1596"/>
                  <a:pt x="3125" y="1592"/>
                  <a:pt x="3103" y="1592"/>
                </a:cubicBezTo>
                <a:cubicBezTo>
                  <a:pt x="3019" y="1592"/>
                  <a:pt x="2940" y="1659"/>
                  <a:pt x="2928" y="1754"/>
                </a:cubicBezTo>
                <a:lnTo>
                  <a:pt x="2928" y="1784"/>
                </a:lnTo>
                <a:cubicBezTo>
                  <a:pt x="2928" y="1799"/>
                  <a:pt x="2928" y="1814"/>
                  <a:pt x="2943" y="1829"/>
                </a:cubicBezTo>
                <a:lnTo>
                  <a:pt x="2943" y="1844"/>
                </a:lnTo>
                <a:cubicBezTo>
                  <a:pt x="2988" y="1889"/>
                  <a:pt x="3047" y="1903"/>
                  <a:pt x="3077" y="1978"/>
                </a:cubicBezTo>
                <a:cubicBezTo>
                  <a:pt x="3122" y="2083"/>
                  <a:pt x="3227" y="2172"/>
                  <a:pt x="3301" y="2247"/>
                </a:cubicBezTo>
                <a:cubicBezTo>
                  <a:pt x="3376" y="2337"/>
                  <a:pt x="3436" y="2441"/>
                  <a:pt x="3555" y="2471"/>
                </a:cubicBezTo>
                <a:cubicBezTo>
                  <a:pt x="3555" y="2471"/>
                  <a:pt x="3555" y="2471"/>
                  <a:pt x="3555" y="2471"/>
                </a:cubicBezTo>
                <a:lnTo>
                  <a:pt x="3555" y="2471"/>
                </a:lnTo>
                <a:cubicBezTo>
                  <a:pt x="3585" y="2486"/>
                  <a:pt x="3615" y="2501"/>
                  <a:pt x="3630" y="2531"/>
                </a:cubicBezTo>
                <a:cubicBezTo>
                  <a:pt x="3645" y="2576"/>
                  <a:pt x="3675" y="2620"/>
                  <a:pt x="3705" y="2665"/>
                </a:cubicBezTo>
                <a:cubicBezTo>
                  <a:pt x="3869" y="2844"/>
                  <a:pt x="4048" y="3024"/>
                  <a:pt x="4227" y="3188"/>
                </a:cubicBezTo>
                <a:cubicBezTo>
                  <a:pt x="4362" y="3322"/>
                  <a:pt x="4511" y="3457"/>
                  <a:pt x="4646" y="3591"/>
                </a:cubicBezTo>
                <a:cubicBezTo>
                  <a:pt x="4705" y="3666"/>
                  <a:pt x="4780" y="3726"/>
                  <a:pt x="4840" y="3800"/>
                </a:cubicBezTo>
                <a:cubicBezTo>
                  <a:pt x="4914" y="3920"/>
                  <a:pt x="5004" y="4039"/>
                  <a:pt x="5124" y="4114"/>
                </a:cubicBezTo>
                <a:cubicBezTo>
                  <a:pt x="5183" y="4159"/>
                  <a:pt x="5258" y="4219"/>
                  <a:pt x="5318" y="4248"/>
                </a:cubicBezTo>
                <a:cubicBezTo>
                  <a:pt x="5337" y="4257"/>
                  <a:pt x="5356" y="4261"/>
                  <a:pt x="5374" y="4261"/>
                </a:cubicBezTo>
                <a:cubicBezTo>
                  <a:pt x="5450" y="4261"/>
                  <a:pt x="5511" y="4192"/>
                  <a:pt x="5572" y="4144"/>
                </a:cubicBezTo>
                <a:lnTo>
                  <a:pt x="5646" y="4144"/>
                </a:lnTo>
                <a:cubicBezTo>
                  <a:pt x="5631" y="4114"/>
                  <a:pt x="5616" y="4099"/>
                  <a:pt x="5616" y="4069"/>
                </a:cubicBezTo>
                <a:cubicBezTo>
                  <a:pt x="5616" y="4054"/>
                  <a:pt x="5616" y="4054"/>
                  <a:pt x="5616" y="4054"/>
                </a:cubicBezTo>
                <a:cubicBezTo>
                  <a:pt x="5631" y="3994"/>
                  <a:pt x="5676" y="3980"/>
                  <a:pt x="5736" y="3965"/>
                </a:cubicBezTo>
                <a:cubicBezTo>
                  <a:pt x="5840" y="3935"/>
                  <a:pt x="5855" y="3815"/>
                  <a:pt x="5885" y="3711"/>
                </a:cubicBezTo>
                <a:cubicBezTo>
                  <a:pt x="5885" y="3696"/>
                  <a:pt x="5885" y="3681"/>
                  <a:pt x="5885" y="3666"/>
                </a:cubicBezTo>
                <a:lnTo>
                  <a:pt x="5900" y="3606"/>
                </a:lnTo>
                <a:cubicBezTo>
                  <a:pt x="5960" y="3591"/>
                  <a:pt x="5975" y="3561"/>
                  <a:pt x="5945" y="3502"/>
                </a:cubicBezTo>
                <a:cubicBezTo>
                  <a:pt x="6035" y="3487"/>
                  <a:pt x="6109" y="3457"/>
                  <a:pt x="6124" y="3352"/>
                </a:cubicBezTo>
                <a:cubicBezTo>
                  <a:pt x="6124" y="3367"/>
                  <a:pt x="6139" y="3367"/>
                  <a:pt x="6154" y="3367"/>
                </a:cubicBezTo>
                <a:cubicBezTo>
                  <a:pt x="6154" y="3352"/>
                  <a:pt x="6169" y="3337"/>
                  <a:pt x="6169" y="3307"/>
                </a:cubicBezTo>
                <a:cubicBezTo>
                  <a:pt x="6184" y="3307"/>
                  <a:pt x="6184" y="3293"/>
                  <a:pt x="6199" y="3278"/>
                </a:cubicBezTo>
                <a:lnTo>
                  <a:pt x="6244" y="3173"/>
                </a:lnTo>
                <a:cubicBezTo>
                  <a:pt x="6303" y="3128"/>
                  <a:pt x="6363" y="3068"/>
                  <a:pt x="6423" y="3024"/>
                </a:cubicBezTo>
                <a:cubicBezTo>
                  <a:pt x="6438" y="2994"/>
                  <a:pt x="6438" y="2964"/>
                  <a:pt x="6453" y="2949"/>
                </a:cubicBezTo>
                <a:cubicBezTo>
                  <a:pt x="6453" y="2919"/>
                  <a:pt x="6453" y="2904"/>
                  <a:pt x="6468" y="2874"/>
                </a:cubicBezTo>
                <a:cubicBezTo>
                  <a:pt x="6483" y="2874"/>
                  <a:pt x="6468" y="2859"/>
                  <a:pt x="6468" y="2859"/>
                </a:cubicBezTo>
                <a:cubicBezTo>
                  <a:pt x="6483" y="2829"/>
                  <a:pt x="6483" y="2815"/>
                  <a:pt x="6483" y="2785"/>
                </a:cubicBezTo>
                <a:cubicBezTo>
                  <a:pt x="6497" y="2790"/>
                  <a:pt x="6508" y="2792"/>
                  <a:pt x="6517" y="2792"/>
                </a:cubicBezTo>
                <a:cubicBezTo>
                  <a:pt x="6559" y="2792"/>
                  <a:pt x="6530" y="2737"/>
                  <a:pt x="6542" y="2725"/>
                </a:cubicBezTo>
                <a:lnTo>
                  <a:pt x="6602" y="2635"/>
                </a:lnTo>
                <a:cubicBezTo>
                  <a:pt x="6632" y="2635"/>
                  <a:pt x="6662" y="2635"/>
                  <a:pt x="6692" y="2620"/>
                </a:cubicBezTo>
                <a:cubicBezTo>
                  <a:pt x="6692" y="2620"/>
                  <a:pt x="6707" y="2605"/>
                  <a:pt x="6722" y="2605"/>
                </a:cubicBezTo>
                <a:cubicBezTo>
                  <a:pt x="6707" y="2591"/>
                  <a:pt x="6692" y="2591"/>
                  <a:pt x="6677" y="2591"/>
                </a:cubicBezTo>
                <a:cubicBezTo>
                  <a:pt x="6677" y="2576"/>
                  <a:pt x="6692" y="2561"/>
                  <a:pt x="6692" y="2546"/>
                </a:cubicBezTo>
                <a:cubicBezTo>
                  <a:pt x="6722" y="2501"/>
                  <a:pt x="6737" y="2471"/>
                  <a:pt x="6752" y="2426"/>
                </a:cubicBezTo>
                <a:cubicBezTo>
                  <a:pt x="6766" y="2411"/>
                  <a:pt x="6796" y="2381"/>
                  <a:pt x="6811" y="2366"/>
                </a:cubicBezTo>
                <a:cubicBezTo>
                  <a:pt x="6811" y="2337"/>
                  <a:pt x="6826" y="2307"/>
                  <a:pt x="6841" y="2307"/>
                </a:cubicBezTo>
                <a:cubicBezTo>
                  <a:pt x="6849" y="2308"/>
                  <a:pt x="6856" y="2308"/>
                  <a:pt x="6863" y="2308"/>
                </a:cubicBezTo>
                <a:cubicBezTo>
                  <a:pt x="6969" y="2308"/>
                  <a:pt x="6917" y="2200"/>
                  <a:pt x="6931" y="2157"/>
                </a:cubicBezTo>
                <a:cubicBezTo>
                  <a:pt x="6946" y="2142"/>
                  <a:pt x="6916" y="2113"/>
                  <a:pt x="6901" y="2083"/>
                </a:cubicBezTo>
                <a:cubicBezTo>
                  <a:pt x="6901" y="2073"/>
                  <a:pt x="6901" y="2063"/>
                  <a:pt x="6901" y="2053"/>
                </a:cubicBezTo>
                <a:lnTo>
                  <a:pt x="6946" y="2053"/>
                </a:lnTo>
                <a:cubicBezTo>
                  <a:pt x="6976" y="2038"/>
                  <a:pt x="7005" y="2008"/>
                  <a:pt x="7035" y="1993"/>
                </a:cubicBezTo>
                <a:cubicBezTo>
                  <a:pt x="7035" y="1978"/>
                  <a:pt x="7050" y="1963"/>
                  <a:pt x="7065" y="1948"/>
                </a:cubicBezTo>
                <a:cubicBezTo>
                  <a:pt x="7035" y="1933"/>
                  <a:pt x="7020" y="1918"/>
                  <a:pt x="6991" y="1903"/>
                </a:cubicBezTo>
                <a:cubicBezTo>
                  <a:pt x="6981" y="1859"/>
                  <a:pt x="6957" y="1847"/>
                  <a:pt x="6930" y="1847"/>
                </a:cubicBezTo>
                <a:cubicBezTo>
                  <a:pt x="6900" y="1847"/>
                  <a:pt x="6865" y="1861"/>
                  <a:pt x="6836" y="1861"/>
                </a:cubicBezTo>
                <a:cubicBezTo>
                  <a:pt x="6811" y="1861"/>
                  <a:pt x="6791" y="1851"/>
                  <a:pt x="6781" y="1814"/>
                </a:cubicBezTo>
                <a:cubicBezTo>
                  <a:pt x="6766" y="1829"/>
                  <a:pt x="6752" y="1829"/>
                  <a:pt x="6737" y="1844"/>
                </a:cubicBezTo>
                <a:lnTo>
                  <a:pt x="6647" y="1844"/>
                </a:lnTo>
                <a:cubicBezTo>
                  <a:pt x="6632" y="1844"/>
                  <a:pt x="6602" y="1814"/>
                  <a:pt x="6587" y="1814"/>
                </a:cubicBezTo>
                <a:cubicBezTo>
                  <a:pt x="6522" y="1830"/>
                  <a:pt x="6461" y="1855"/>
                  <a:pt x="6402" y="1855"/>
                </a:cubicBezTo>
                <a:cubicBezTo>
                  <a:pt x="6353" y="1855"/>
                  <a:pt x="6306" y="1838"/>
                  <a:pt x="6259" y="1784"/>
                </a:cubicBezTo>
                <a:cubicBezTo>
                  <a:pt x="6248" y="1773"/>
                  <a:pt x="6200" y="1763"/>
                  <a:pt x="6152" y="1763"/>
                </a:cubicBezTo>
                <a:cubicBezTo>
                  <a:pt x="6132" y="1763"/>
                  <a:pt x="6112" y="1765"/>
                  <a:pt x="6094" y="1769"/>
                </a:cubicBezTo>
                <a:cubicBezTo>
                  <a:pt x="6060" y="1774"/>
                  <a:pt x="6023" y="1776"/>
                  <a:pt x="5985" y="1776"/>
                </a:cubicBezTo>
                <a:cubicBezTo>
                  <a:pt x="5910" y="1776"/>
                  <a:pt x="5831" y="1769"/>
                  <a:pt x="5751" y="1769"/>
                </a:cubicBezTo>
                <a:lnTo>
                  <a:pt x="5601" y="1769"/>
                </a:lnTo>
                <a:cubicBezTo>
                  <a:pt x="5562" y="1769"/>
                  <a:pt x="5515" y="1756"/>
                  <a:pt x="5480" y="1756"/>
                </a:cubicBezTo>
                <a:cubicBezTo>
                  <a:pt x="5462" y="1756"/>
                  <a:pt x="5447" y="1759"/>
                  <a:pt x="5437" y="1769"/>
                </a:cubicBezTo>
                <a:cubicBezTo>
                  <a:pt x="5404" y="1788"/>
                  <a:pt x="5372" y="1795"/>
                  <a:pt x="5341" y="1795"/>
                </a:cubicBezTo>
                <a:cubicBezTo>
                  <a:pt x="5275" y="1795"/>
                  <a:pt x="5214" y="1764"/>
                  <a:pt x="5153" y="1754"/>
                </a:cubicBezTo>
                <a:cubicBezTo>
                  <a:pt x="5064" y="1754"/>
                  <a:pt x="4974" y="1724"/>
                  <a:pt x="4885" y="1724"/>
                </a:cubicBezTo>
                <a:cubicBezTo>
                  <a:pt x="4856" y="1724"/>
                  <a:pt x="4821" y="1767"/>
                  <a:pt x="4792" y="1767"/>
                </a:cubicBezTo>
                <a:cubicBezTo>
                  <a:pt x="4776" y="1767"/>
                  <a:pt x="4761" y="1753"/>
                  <a:pt x="4750" y="1709"/>
                </a:cubicBezTo>
                <a:cubicBezTo>
                  <a:pt x="4750" y="1694"/>
                  <a:pt x="4735" y="1694"/>
                  <a:pt x="4720" y="1694"/>
                </a:cubicBezTo>
                <a:cubicBezTo>
                  <a:pt x="4631" y="1694"/>
                  <a:pt x="4526" y="1709"/>
                  <a:pt x="4436" y="1709"/>
                </a:cubicBezTo>
                <a:lnTo>
                  <a:pt x="4422" y="1650"/>
                </a:lnTo>
                <a:lnTo>
                  <a:pt x="4377" y="1679"/>
                </a:lnTo>
                <a:lnTo>
                  <a:pt x="4362" y="1679"/>
                </a:lnTo>
                <a:cubicBezTo>
                  <a:pt x="4351" y="1690"/>
                  <a:pt x="4326" y="1701"/>
                  <a:pt x="4312" y="1701"/>
                </a:cubicBezTo>
                <a:cubicBezTo>
                  <a:pt x="4306" y="1701"/>
                  <a:pt x="4302" y="1699"/>
                  <a:pt x="4302" y="1694"/>
                </a:cubicBezTo>
                <a:cubicBezTo>
                  <a:pt x="4252" y="1655"/>
                  <a:pt x="4203" y="1648"/>
                  <a:pt x="4153" y="1648"/>
                </a:cubicBezTo>
                <a:cubicBezTo>
                  <a:pt x="4128" y="1648"/>
                  <a:pt x="4103" y="1650"/>
                  <a:pt x="4078" y="1650"/>
                </a:cubicBezTo>
                <a:cubicBezTo>
                  <a:pt x="4063" y="1635"/>
                  <a:pt x="4048" y="1635"/>
                  <a:pt x="4033" y="1620"/>
                </a:cubicBezTo>
                <a:cubicBezTo>
                  <a:pt x="3924" y="1596"/>
                  <a:pt x="3826" y="1552"/>
                  <a:pt x="3713" y="1552"/>
                </a:cubicBezTo>
                <a:cubicBezTo>
                  <a:pt x="3686" y="1552"/>
                  <a:pt x="3658" y="1554"/>
                  <a:pt x="3630" y="1560"/>
                </a:cubicBezTo>
                <a:cubicBezTo>
                  <a:pt x="3593" y="1578"/>
                  <a:pt x="3545" y="1591"/>
                  <a:pt x="3506" y="1591"/>
                </a:cubicBezTo>
                <a:cubicBezTo>
                  <a:pt x="3482" y="1591"/>
                  <a:pt x="3462" y="1586"/>
                  <a:pt x="3451" y="1575"/>
                </a:cubicBezTo>
                <a:cubicBezTo>
                  <a:pt x="3421" y="1553"/>
                  <a:pt x="3394" y="1546"/>
                  <a:pt x="3370" y="1546"/>
                </a:cubicBezTo>
                <a:close/>
                <a:moveTo>
                  <a:pt x="6535" y="4337"/>
                </a:moveTo>
                <a:cubicBezTo>
                  <a:pt x="6533" y="4337"/>
                  <a:pt x="6530" y="4337"/>
                  <a:pt x="6528" y="4338"/>
                </a:cubicBezTo>
                <a:cubicBezTo>
                  <a:pt x="6542" y="4368"/>
                  <a:pt x="6542" y="4413"/>
                  <a:pt x="6542" y="4443"/>
                </a:cubicBezTo>
                <a:cubicBezTo>
                  <a:pt x="6549" y="4487"/>
                  <a:pt x="6558" y="4502"/>
                  <a:pt x="6570" y="4502"/>
                </a:cubicBezTo>
                <a:cubicBezTo>
                  <a:pt x="6585" y="4502"/>
                  <a:pt x="6606" y="4475"/>
                  <a:pt x="6632" y="4457"/>
                </a:cubicBezTo>
                <a:cubicBezTo>
                  <a:pt x="6632" y="4443"/>
                  <a:pt x="6632" y="4413"/>
                  <a:pt x="6632" y="4383"/>
                </a:cubicBezTo>
                <a:cubicBezTo>
                  <a:pt x="6608" y="4404"/>
                  <a:pt x="6592" y="4412"/>
                  <a:pt x="6582" y="4412"/>
                </a:cubicBezTo>
                <a:cubicBezTo>
                  <a:pt x="6551" y="4412"/>
                  <a:pt x="6570" y="4337"/>
                  <a:pt x="6535" y="4337"/>
                </a:cubicBezTo>
                <a:close/>
                <a:moveTo>
                  <a:pt x="6468" y="4428"/>
                </a:moveTo>
                <a:cubicBezTo>
                  <a:pt x="6453" y="4428"/>
                  <a:pt x="6438" y="4443"/>
                  <a:pt x="6438" y="4443"/>
                </a:cubicBezTo>
                <a:cubicBezTo>
                  <a:pt x="6468" y="4472"/>
                  <a:pt x="6483" y="4502"/>
                  <a:pt x="6513" y="4532"/>
                </a:cubicBezTo>
                <a:cubicBezTo>
                  <a:pt x="6498" y="4487"/>
                  <a:pt x="6483" y="4457"/>
                  <a:pt x="6468" y="4428"/>
                </a:cubicBezTo>
                <a:close/>
                <a:moveTo>
                  <a:pt x="2771" y="3538"/>
                </a:moveTo>
                <a:cubicBezTo>
                  <a:pt x="2812" y="3579"/>
                  <a:pt x="2840" y="3608"/>
                  <a:pt x="2868" y="3651"/>
                </a:cubicBezTo>
                <a:cubicBezTo>
                  <a:pt x="2898" y="3681"/>
                  <a:pt x="2928" y="3711"/>
                  <a:pt x="2958" y="3741"/>
                </a:cubicBezTo>
                <a:cubicBezTo>
                  <a:pt x="2988" y="3756"/>
                  <a:pt x="3003" y="3785"/>
                  <a:pt x="3018" y="3800"/>
                </a:cubicBezTo>
                <a:cubicBezTo>
                  <a:pt x="3033" y="3815"/>
                  <a:pt x="3047" y="3845"/>
                  <a:pt x="3047" y="3845"/>
                </a:cubicBezTo>
                <a:lnTo>
                  <a:pt x="3062" y="3845"/>
                </a:lnTo>
                <a:cubicBezTo>
                  <a:pt x="3257" y="4099"/>
                  <a:pt x="3451" y="4338"/>
                  <a:pt x="3645" y="4577"/>
                </a:cubicBezTo>
                <a:cubicBezTo>
                  <a:pt x="3645" y="4577"/>
                  <a:pt x="3645" y="4578"/>
                  <a:pt x="3645" y="4578"/>
                </a:cubicBezTo>
                <a:lnTo>
                  <a:pt x="3645" y="4578"/>
                </a:lnTo>
                <a:lnTo>
                  <a:pt x="2771" y="3538"/>
                </a:lnTo>
                <a:close/>
                <a:moveTo>
                  <a:pt x="5975" y="4562"/>
                </a:moveTo>
                <a:cubicBezTo>
                  <a:pt x="5960" y="4577"/>
                  <a:pt x="5945" y="4577"/>
                  <a:pt x="5945" y="4592"/>
                </a:cubicBezTo>
                <a:cubicBezTo>
                  <a:pt x="5945" y="4592"/>
                  <a:pt x="5960" y="4607"/>
                  <a:pt x="5960" y="4622"/>
                </a:cubicBezTo>
                <a:cubicBezTo>
                  <a:pt x="5960" y="4622"/>
                  <a:pt x="5960" y="4637"/>
                  <a:pt x="5975" y="4637"/>
                </a:cubicBezTo>
                <a:cubicBezTo>
                  <a:pt x="5975" y="4622"/>
                  <a:pt x="5990" y="4622"/>
                  <a:pt x="5990" y="4607"/>
                </a:cubicBezTo>
                <a:cubicBezTo>
                  <a:pt x="5975" y="4592"/>
                  <a:pt x="5975" y="4577"/>
                  <a:pt x="5975" y="4562"/>
                </a:cubicBezTo>
                <a:close/>
                <a:moveTo>
                  <a:pt x="7112" y="4827"/>
                </a:moveTo>
                <a:cubicBezTo>
                  <a:pt x="7111" y="4827"/>
                  <a:pt x="7110" y="4828"/>
                  <a:pt x="7110" y="4831"/>
                </a:cubicBezTo>
                <a:cubicBezTo>
                  <a:pt x="7095" y="4831"/>
                  <a:pt x="7080" y="4831"/>
                  <a:pt x="7080" y="4846"/>
                </a:cubicBezTo>
                <a:cubicBezTo>
                  <a:pt x="7080" y="4861"/>
                  <a:pt x="7080" y="4861"/>
                  <a:pt x="7095" y="4876"/>
                </a:cubicBezTo>
                <a:cubicBezTo>
                  <a:pt x="7110" y="4861"/>
                  <a:pt x="7110" y="4861"/>
                  <a:pt x="7125" y="4846"/>
                </a:cubicBezTo>
                <a:cubicBezTo>
                  <a:pt x="7125" y="4846"/>
                  <a:pt x="7115" y="4827"/>
                  <a:pt x="7112" y="4827"/>
                </a:cubicBezTo>
                <a:close/>
                <a:moveTo>
                  <a:pt x="6333" y="4786"/>
                </a:moveTo>
                <a:cubicBezTo>
                  <a:pt x="6289" y="4801"/>
                  <a:pt x="6259" y="4831"/>
                  <a:pt x="6214" y="4861"/>
                </a:cubicBezTo>
                <a:cubicBezTo>
                  <a:pt x="6214" y="4861"/>
                  <a:pt x="6229" y="4876"/>
                  <a:pt x="6229" y="4891"/>
                </a:cubicBezTo>
                <a:cubicBezTo>
                  <a:pt x="6274" y="4861"/>
                  <a:pt x="6318" y="4846"/>
                  <a:pt x="6348" y="4816"/>
                </a:cubicBezTo>
                <a:cubicBezTo>
                  <a:pt x="6348" y="4801"/>
                  <a:pt x="6333" y="4786"/>
                  <a:pt x="6333" y="4786"/>
                </a:cubicBezTo>
                <a:close/>
                <a:moveTo>
                  <a:pt x="5467" y="5264"/>
                </a:moveTo>
                <a:cubicBezTo>
                  <a:pt x="5467" y="5279"/>
                  <a:pt x="5482" y="5294"/>
                  <a:pt x="5482" y="5309"/>
                </a:cubicBezTo>
                <a:cubicBezTo>
                  <a:pt x="5497" y="5309"/>
                  <a:pt x="5497" y="5309"/>
                  <a:pt x="5527" y="5294"/>
                </a:cubicBezTo>
                <a:cubicBezTo>
                  <a:pt x="5512" y="5279"/>
                  <a:pt x="5497" y="5264"/>
                  <a:pt x="5497" y="5264"/>
                </a:cubicBezTo>
                <a:close/>
                <a:moveTo>
                  <a:pt x="5168" y="5667"/>
                </a:moveTo>
                <a:cubicBezTo>
                  <a:pt x="5168" y="5682"/>
                  <a:pt x="5168" y="5682"/>
                  <a:pt x="5153" y="5682"/>
                </a:cubicBezTo>
                <a:cubicBezTo>
                  <a:pt x="5168" y="5697"/>
                  <a:pt x="5153" y="5712"/>
                  <a:pt x="5168" y="5712"/>
                </a:cubicBezTo>
                <a:cubicBezTo>
                  <a:pt x="5183" y="5727"/>
                  <a:pt x="5198" y="5727"/>
                  <a:pt x="5213" y="5727"/>
                </a:cubicBezTo>
                <a:cubicBezTo>
                  <a:pt x="5198" y="5712"/>
                  <a:pt x="5183" y="5697"/>
                  <a:pt x="5168" y="5667"/>
                </a:cubicBezTo>
                <a:close/>
                <a:moveTo>
                  <a:pt x="6348" y="5159"/>
                </a:moveTo>
                <a:lnTo>
                  <a:pt x="6438" y="5204"/>
                </a:lnTo>
                <a:cubicBezTo>
                  <a:pt x="6430" y="5202"/>
                  <a:pt x="6423" y="5201"/>
                  <a:pt x="6417" y="5201"/>
                </a:cubicBezTo>
                <a:cubicBezTo>
                  <a:pt x="6378" y="5201"/>
                  <a:pt x="6378" y="5240"/>
                  <a:pt x="6378" y="5279"/>
                </a:cubicBezTo>
                <a:cubicBezTo>
                  <a:pt x="6378" y="5316"/>
                  <a:pt x="6388" y="5343"/>
                  <a:pt x="6359" y="5343"/>
                </a:cubicBezTo>
                <a:cubicBezTo>
                  <a:pt x="6352" y="5343"/>
                  <a:pt x="6344" y="5341"/>
                  <a:pt x="6333" y="5339"/>
                </a:cubicBezTo>
                <a:cubicBezTo>
                  <a:pt x="6327" y="5336"/>
                  <a:pt x="6322" y="5335"/>
                  <a:pt x="6317" y="5335"/>
                </a:cubicBezTo>
                <a:cubicBezTo>
                  <a:pt x="6297" y="5335"/>
                  <a:pt x="6283" y="5354"/>
                  <a:pt x="6259" y="5354"/>
                </a:cubicBezTo>
                <a:lnTo>
                  <a:pt x="6333" y="5398"/>
                </a:lnTo>
                <a:cubicBezTo>
                  <a:pt x="6333" y="5398"/>
                  <a:pt x="6318" y="5413"/>
                  <a:pt x="6318" y="5428"/>
                </a:cubicBezTo>
                <a:cubicBezTo>
                  <a:pt x="6303" y="5443"/>
                  <a:pt x="6289" y="5458"/>
                  <a:pt x="6274" y="5458"/>
                </a:cubicBezTo>
                <a:cubicBezTo>
                  <a:pt x="6259" y="5458"/>
                  <a:pt x="6244" y="5458"/>
                  <a:pt x="6229" y="5473"/>
                </a:cubicBezTo>
                <a:cubicBezTo>
                  <a:pt x="6229" y="5488"/>
                  <a:pt x="6214" y="5503"/>
                  <a:pt x="6214" y="5518"/>
                </a:cubicBezTo>
                <a:lnTo>
                  <a:pt x="6199" y="5533"/>
                </a:lnTo>
                <a:cubicBezTo>
                  <a:pt x="6124" y="5593"/>
                  <a:pt x="6109" y="5682"/>
                  <a:pt x="6079" y="5772"/>
                </a:cubicBezTo>
                <a:cubicBezTo>
                  <a:pt x="6035" y="5772"/>
                  <a:pt x="5975" y="5787"/>
                  <a:pt x="5930" y="5787"/>
                </a:cubicBezTo>
                <a:cubicBezTo>
                  <a:pt x="5900" y="5742"/>
                  <a:pt x="6035" y="5727"/>
                  <a:pt x="5945" y="5682"/>
                </a:cubicBezTo>
                <a:cubicBezTo>
                  <a:pt x="5945" y="5667"/>
                  <a:pt x="5945" y="5667"/>
                  <a:pt x="5945" y="5652"/>
                </a:cubicBezTo>
                <a:cubicBezTo>
                  <a:pt x="5960" y="5637"/>
                  <a:pt x="5960" y="5637"/>
                  <a:pt x="5960" y="5622"/>
                </a:cubicBezTo>
                <a:lnTo>
                  <a:pt x="5990" y="5563"/>
                </a:lnTo>
                <a:cubicBezTo>
                  <a:pt x="6020" y="5548"/>
                  <a:pt x="6035" y="5518"/>
                  <a:pt x="6064" y="5503"/>
                </a:cubicBezTo>
                <a:cubicBezTo>
                  <a:pt x="6124" y="5413"/>
                  <a:pt x="6184" y="5339"/>
                  <a:pt x="6244" y="5249"/>
                </a:cubicBezTo>
                <a:cubicBezTo>
                  <a:pt x="6274" y="5219"/>
                  <a:pt x="6318" y="5189"/>
                  <a:pt x="6348" y="5159"/>
                </a:cubicBezTo>
                <a:close/>
                <a:moveTo>
                  <a:pt x="5512" y="5787"/>
                </a:moveTo>
                <a:cubicBezTo>
                  <a:pt x="5497" y="5787"/>
                  <a:pt x="5497" y="5802"/>
                  <a:pt x="5497" y="5817"/>
                </a:cubicBezTo>
                <a:cubicBezTo>
                  <a:pt x="5497" y="5817"/>
                  <a:pt x="5497" y="5832"/>
                  <a:pt x="5512" y="5847"/>
                </a:cubicBezTo>
                <a:cubicBezTo>
                  <a:pt x="5527" y="5832"/>
                  <a:pt x="5542" y="5817"/>
                  <a:pt x="5542" y="5802"/>
                </a:cubicBezTo>
                <a:cubicBezTo>
                  <a:pt x="5542" y="5802"/>
                  <a:pt x="5527" y="5787"/>
                  <a:pt x="5512" y="5787"/>
                </a:cubicBezTo>
                <a:close/>
                <a:moveTo>
                  <a:pt x="5572" y="5876"/>
                </a:moveTo>
                <a:cubicBezTo>
                  <a:pt x="5557" y="5891"/>
                  <a:pt x="5542" y="5906"/>
                  <a:pt x="5527" y="5936"/>
                </a:cubicBezTo>
                <a:cubicBezTo>
                  <a:pt x="5497" y="5951"/>
                  <a:pt x="5482" y="5966"/>
                  <a:pt x="5467" y="5996"/>
                </a:cubicBezTo>
                <a:lnTo>
                  <a:pt x="5587" y="5996"/>
                </a:lnTo>
                <a:cubicBezTo>
                  <a:pt x="5587" y="5981"/>
                  <a:pt x="5587" y="5981"/>
                  <a:pt x="5587" y="5981"/>
                </a:cubicBezTo>
                <a:lnTo>
                  <a:pt x="5587" y="5966"/>
                </a:lnTo>
                <a:cubicBezTo>
                  <a:pt x="5587" y="5936"/>
                  <a:pt x="5572" y="5906"/>
                  <a:pt x="5572" y="5876"/>
                </a:cubicBezTo>
                <a:close/>
                <a:moveTo>
                  <a:pt x="523" y="290"/>
                </a:moveTo>
                <a:cubicBezTo>
                  <a:pt x="534" y="301"/>
                  <a:pt x="544" y="312"/>
                  <a:pt x="555" y="312"/>
                </a:cubicBezTo>
                <a:cubicBezTo>
                  <a:pt x="559" y="312"/>
                  <a:pt x="564" y="310"/>
                  <a:pt x="568" y="305"/>
                </a:cubicBezTo>
                <a:cubicBezTo>
                  <a:pt x="568" y="320"/>
                  <a:pt x="568" y="320"/>
                  <a:pt x="583" y="335"/>
                </a:cubicBezTo>
                <a:cubicBezTo>
                  <a:pt x="618" y="356"/>
                  <a:pt x="649" y="367"/>
                  <a:pt x="680" y="367"/>
                </a:cubicBezTo>
                <a:cubicBezTo>
                  <a:pt x="716" y="367"/>
                  <a:pt x="752" y="352"/>
                  <a:pt x="792" y="320"/>
                </a:cubicBezTo>
                <a:lnTo>
                  <a:pt x="792" y="305"/>
                </a:lnTo>
                <a:cubicBezTo>
                  <a:pt x="807" y="320"/>
                  <a:pt x="822" y="328"/>
                  <a:pt x="835" y="328"/>
                </a:cubicBezTo>
                <a:cubicBezTo>
                  <a:pt x="848" y="328"/>
                  <a:pt x="859" y="320"/>
                  <a:pt x="867" y="305"/>
                </a:cubicBezTo>
                <a:cubicBezTo>
                  <a:pt x="873" y="323"/>
                  <a:pt x="883" y="329"/>
                  <a:pt x="896" y="329"/>
                </a:cubicBezTo>
                <a:cubicBezTo>
                  <a:pt x="915" y="329"/>
                  <a:pt x="938" y="314"/>
                  <a:pt x="956" y="305"/>
                </a:cubicBezTo>
                <a:cubicBezTo>
                  <a:pt x="956" y="320"/>
                  <a:pt x="956" y="320"/>
                  <a:pt x="956" y="335"/>
                </a:cubicBezTo>
                <a:cubicBezTo>
                  <a:pt x="971" y="350"/>
                  <a:pt x="986" y="365"/>
                  <a:pt x="1001" y="380"/>
                </a:cubicBezTo>
                <a:cubicBezTo>
                  <a:pt x="1076" y="380"/>
                  <a:pt x="1136" y="395"/>
                  <a:pt x="1210" y="395"/>
                </a:cubicBezTo>
                <a:lnTo>
                  <a:pt x="1255" y="395"/>
                </a:lnTo>
                <a:lnTo>
                  <a:pt x="1330" y="350"/>
                </a:lnTo>
                <a:lnTo>
                  <a:pt x="1345" y="350"/>
                </a:lnTo>
                <a:cubicBezTo>
                  <a:pt x="1345" y="365"/>
                  <a:pt x="1345" y="365"/>
                  <a:pt x="1345" y="365"/>
                </a:cubicBezTo>
                <a:cubicBezTo>
                  <a:pt x="1360" y="395"/>
                  <a:pt x="1360" y="410"/>
                  <a:pt x="1375" y="425"/>
                </a:cubicBezTo>
                <a:cubicBezTo>
                  <a:pt x="1405" y="425"/>
                  <a:pt x="1449" y="440"/>
                  <a:pt x="1479" y="440"/>
                </a:cubicBezTo>
                <a:cubicBezTo>
                  <a:pt x="1509" y="455"/>
                  <a:pt x="1539" y="455"/>
                  <a:pt x="1569" y="470"/>
                </a:cubicBezTo>
                <a:lnTo>
                  <a:pt x="1599" y="470"/>
                </a:lnTo>
                <a:cubicBezTo>
                  <a:pt x="1629" y="470"/>
                  <a:pt x="1658" y="485"/>
                  <a:pt x="1688" y="485"/>
                </a:cubicBezTo>
                <a:cubicBezTo>
                  <a:pt x="1688" y="499"/>
                  <a:pt x="1703" y="499"/>
                  <a:pt x="1703" y="499"/>
                </a:cubicBezTo>
                <a:cubicBezTo>
                  <a:pt x="1741" y="514"/>
                  <a:pt x="1774" y="518"/>
                  <a:pt x="1808" y="518"/>
                </a:cubicBezTo>
                <a:cubicBezTo>
                  <a:pt x="1841" y="518"/>
                  <a:pt x="1875" y="514"/>
                  <a:pt x="1912" y="514"/>
                </a:cubicBezTo>
                <a:lnTo>
                  <a:pt x="1927" y="529"/>
                </a:lnTo>
                <a:lnTo>
                  <a:pt x="2062" y="544"/>
                </a:lnTo>
                <a:cubicBezTo>
                  <a:pt x="2077" y="559"/>
                  <a:pt x="2077" y="559"/>
                  <a:pt x="2092" y="574"/>
                </a:cubicBezTo>
                <a:cubicBezTo>
                  <a:pt x="2121" y="574"/>
                  <a:pt x="2151" y="559"/>
                  <a:pt x="2181" y="544"/>
                </a:cubicBezTo>
                <a:cubicBezTo>
                  <a:pt x="2181" y="544"/>
                  <a:pt x="2181" y="544"/>
                  <a:pt x="2181" y="529"/>
                </a:cubicBezTo>
                <a:cubicBezTo>
                  <a:pt x="2241" y="544"/>
                  <a:pt x="2286" y="544"/>
                  <a:pt x="2331" y="559"/>
                </a:cubicBezTo>
                <a:lnTo>
                  <a:pt x="2375" y="559"/>
                </a:lnTo>
                <a:cubicBezTo>
                  <a:pt x="2405" y="559"/>
                  <a:pt x="2420" y="574"/>
                  <a:pt x="2450" y="574"/>
                </a:cubicBezTo>
                <a:cubicBezTo>
                  <a:pt x="2450" y="574"/>
                  <a:pt x="2465" y="589"/>
                  <a:pt x="2465" y="589"/>
                </a:cubicBezTo>
                <a:cubicBezTo>
                  <a:pt x="2569" y="610"/>
                  <a:pt x="2666" y="638"/>
                  <a:pt x="2760" y="638"/>
                </a:cubicBezTo>
                <a:cubicBezTo>
                  <a:pt x="2801" y="638"/>
                  <a:pt x="2842" y="633"/>
                  <a:pt x="2883" y="619"/>
                </a:cubicBezTo>
                <a:cubicBezTo>
                  <a:pt x="2898" y="619"/>
                  <a:pt x="2898" y="619"/>
                  <a:pt x="2898" y="604"/>
                </a:cubicBezTo>
                <a:lnTo>
                  <a:pt x="3212" y="649"/>
                </a:lnTo>
                <a:lnTo>
                  <a:pt x="3227" y="649"/>
                </a:lnTo>
                <a:cubicBezTo>
                  <a:pt x="3257" y="664"/>
                  <a:pt x="3301" y="664"/>
                  <a:pt x="3331" y="664"/>
                </a:cubicBezTo>
                <a:cubicBezTo>
                  <a:pt x="3361" y="664"/>
                  <a:pt x="3376" y="664"/>
                  <a:pt x="3391" y="649"/>
                </a:cubicBezTo>
                <a:lnTo>
                  <a:pt x="3615" y="664"/>
                </a:lnTo>
                <a:cubicBezTo>
                  <a:pt x="3615" y="679"/>
                  <a:pt x="3615" y="679"/>
                  <a:pt x="3630" y="694"/>
                </a:cubicBezTo>
                <a:cubicBezTo>
                  <a:pt x="3658" y="705"/>
                  <a:pt x="3685" y="710"/>
                  <a:pt x="3711" y="710"/>
                </a:cubicBezTo>
                <a:cubicBezTo>
                  <a:pt x="3752" y="710"/>
                  <a:pt x="3793" y="697"/>
                  <a:pt x="3839" y="679"/>
                </a:cubicBezTo>
                <a:lnTo>
                  <a:pt x="3854" y="679"/>
                </a:lnTo>
                <a:cubicBezTo>
                  <a:pt x="3854" y="679"/>
                  <a:pt x="3869" y="679"/>
                  <a:pt x="3869" y="664"/>
                </a:cubicBezTo>
                <a:cubicBezTo>
                  <a:pt x="3944" y="679"/>
                  <a:pt x="4018" y="679"/>
                  <a:pt x="4093" y="694"/>
                </a:cubicBezTo>
                <a:lnTo>
                  <a:pt x="4123" y="694"/>
                </a:lnTo>
                <a:lnTo>
                  <a:pt x="4093" y="679"/>
                </a:lnTo>
                <a:cubicBezTo>
                  <a:pt x="4093" y="664"/>
                  <a:pt x="4093" y="664"/>
                  <a:pt x="4108" y="664"/>
                </a:cubicBezTo>
                <a:cubicBezTo>
                  <a:pt x="4108" y="664"/>
                  <a:pt x="4108" y="679"/>
                  <a:pt x="4123" y="694"/>
                </a:cubicBezTo>
                <a:lnTo>
                  <a:pt x="4168" y="694"/>
                </a:lnTo>
                <a:cubicBezTo>
                  <a:pt x="4183" y="694"/>
                  <a:pt x="4198" y="709"/>
                  <a:pt x="4212" y="709"/>
                </a:cubicBezTo>
                <a:lnTo>
                  <a:pt x="4765" y="709"/>
                </a:lnTo>
                <a:cubicBezTo>
                  <a:pt x="4765" y="724"/>
                  <a:pt x="4765" y="724"/>
                  <a:pt x="4780" y="738"/>
                </a:cubicBezTo>
                <a:cubicBezTo>
                  <a:pt x="4813" y="755"/>
                  <a:pt x="4841" y="767"/>
                  <a:pt x="4867" y="767"/>
                </a:cubicBezTo>
                <a:cubicBezTo>
                  <a:pt x="4889" y="767"/>
                  <a:pt x="4909" y="759"/>
                  <a:pt x="4929" y="738"/>
                </a:cubicBezTo>
                <a:lnTo>
                  <a:pt x="4944" y="753"/>
                </a:lnTo>
                <a:cubicBezTo>
                  <a:pt x="5005" y="778"/>
                  <a:pt x="5065" y="821"/>
                  <a:pt x="5133" y="821"/>
                </a:cubicBezTo>
                <a:cubicBezTo>
                  <a:pt x="5150" y="821"/>
                  <a:pt x="5166" y="819"/>
                  <a:pt x="5183" y="813"/>
                </a:cubicBezTo>
                <a:lnTo>
                  <a:pt x="5198" y="798"/>
                </a:lnTo>
                <a:cubicBezTo>
                  <a:pt x="5213" y="783"/>
                  <a:pt x="5243" y="783"/>
                  <a:pt x="5258" y="783"/>
                </a:cubicBezTo>
                <a:cubicBezTo>
                  <a:pt x="5288" y="768"/>
                  <a:pt x="5303" y="753"/>
                  <a:pt x="5318" y="738"/>
                </a:cubicBezTo>
                <a:cubicBezTo>
                  <a:pt x="5318" y="768"/>
                  <a:pt x="5318" y="783"/>
                  <a:pt x="5333" y="813"/>
                </a:cubicBezTo>
                <a:cubicBezTo>
                  <a:pt x="5348" y="828"/>
                  <a:pt x="5363" y="828"/>
                  <a:pt x="5377" y="828"/>
                </a:cubicBezTo>
                <a:lnTo>
                  <a:pt x="5392" y="843"/>
                </a:lnTo>
                <a:cubicBezTo>
                  <a:pt x="5422" y="843"/>
                  <a:pt x="5452" y="843"/>
                  <a:pt x="5497" y="828"/>
                </a:cubicBezTo>
                <a:lnTo>
                  <a:pt x="5497" y="828"/>
                </a:lnTo>
                <a:cubicBezTo>
                  <a:pt x="5482" y="843"/>
                  <a:pt x="5482" y="843"/>
                  <a:pt x="5497" y="858"/>
                </a:cubicBezTo>
                <a:cubicBezTo>
                  <a:pt x="5497" y="888"/>
                  <a:pt x="5527" y="888"/>
                  <a:pt x="5542" y="888"/>
                </a:cubicBezTo>
                <a:cubicBezTo>
                  <a:pt x="5550" y="885"/>
                  <a:pt x="5559" y="884"/>
                  <a:pt x="5567" y="884"/>
                </a:cubicBezTo>
                <a:cubicBezTo>
                  <a:pt x="5604" y="884"/>
                  <a:pt x="5640" y="906"/>
                  <a:pt x="5676" y="918"/>
                </a:cubicBezTo>
                <a:cubicBezTo>
                  <a:pt x="5712" y="927"/>
                  <a:pt x="5749" y="941"/>
                  <a:pt x="5785" y="941"/>
                </a:cubicBezTo>
                <a:cubicBezTo>
                  <a:pt x="5809" y="941"/>
                  <a:pt x="5832" y="935"/>
                  <a:pt x="5855" y="918"/>
                </a:cubicBezTo>
                <a:cubicBezTo>
                  <a:pt x="5870" y="963"/>
                  <a:pt x="5915" y="963"/>
                  <a:pt x="5960" y="963"/>
                </a:cubicBezTo>
                <a:cubicBezTo>
                  <a:pt x="6020" y="977"/>
                  <a:pt x="6079" y="977"/>
                  <a:pt x="6139" y="977"/>
                </a:cubicBezTo>
                <a:cubicBezTo>
                  <a:pt x="6259" y="977"/>
                  <a:pt x="6274" y="977"/>
                  <a:pt x="6244" y="873"/>
                </a:cubicBezTo>
                <a:lnTo>
                  <a:pt x="6244" y="873"/>
                </a:lnTo>
                <a:cubicBezTo>
                  <a:pt x="6274" y="888"/>
                  <a:pt x="6318" y="888"/>
                  <a:pt x="6348" y="903"/>
                </a:cubicBezTo>
                <a:lnTo>
                  <a:pt x="6289" y="948"/>
                </a:lnTo>
                <a:cubicBezTo>
                  <a:pt x="6303" y="948"/>
                  <a:pt x="6318" y="948"/>
                  <a:pt x="6333" y="933"/>
                </a:cubicBezTo>
                <a:cubicBezTo>
                  <a:pt x="6378" y="948"/>
                  <a:pt x="6408" y="963"/>
                  <a:pt x="6453" y="977"/>
                </a:cubicBezTo>
                <a:cubicBezTo>
                  <a:pt x="6483" y="963"/>
                  <a:pt x="6513" y="948"/>
                  <a:pt x="6528" y="933"/>
                </a:cubicBezTo>
                <a:cubicBezTo>
                  <a:pt x="6556" y="968"/>
                  <a:pt x="6585" y="987"/>
                  <a:pt x="6611" y="987"/>
                </a:cubicBezTo>
                <a:cubicBezTo>
                  <a:pt x="6641" y="987"/>
                  <a:pt x="6668" y="965"/>
                  <a:pt x="6692" y="918"/>
                </a:cubicBezTo>
                <a:cubicBezTo>
                  <a:pt x="6722" y="903"/>
                  <a:pt x="6737" y="903"/>
                  <a:pt x="6766" y="903"/>
                </a:cubicBezTo>
                <a:lnTo>
                  <a:pt x="6781" y="903"/>
                </a:lnTo>
                <a:cubicBezTo>
                  <a:pt x="6817" y="915"/>
                  <a:pt x="6854" y="956"/>
                  <a:pt x="6890" y="956"/>
                </a:cubicBezTo>
                <a:cubicBezTo>
                  <a:pt x="6898" y="956"/>
                  <a:pt x="6907" y="953"/>
                  <a:pt x="6916" y="948"/>
                </a:cubicBezTo>
                <a:cubicBezTo>
                  <a:pt x="6946" y="948"/>
                  <a:pt x="6976" y="933"/>
                  <a:pt x="7005" y="933"/>
                </a:cubicBezTo>
                <a:cubicBezTo>
                  <a:pt x="7005" y="933"/>
                  <a:pt x="6991" y="933"/>
                  <a:pt x="6991" y="948"/>
                </a:cubicBezTo>
                <a:cubicBezTo>
                  <a:pt x="7005" y="948"/>
                  <a:pt x="7005" y="963"/>
                  <a:pt x="7020" y="963"/>
                </a:cubicBezTo>
                <a:cubicBezTo>
                  <a:pt x="7020" y="963"/>
                  <a:pt x="7035" y="948"/>
                  <a:pt x="7050" y="948"/>
                </a:cubicBezTo>
                <a:cubicBezTo>
                  <a:pt x="7035" y="933"/>
                  <a:pt x="7035" y="933"/>
                  <a:pt x="7020" y="933"/>
                </a:cubicBezTo>
                <a:lnTo>
                  <a:pt x="7215" y="933"/>
                </a:lnTo>
                <a:lnTo>
                  <a:pt x="7229" y="918"/>
                </a:lnTo>
                <a:lnTo>
                  <a:pt x="7229" y="933"/>
                </a:lnTo>
                <a:cubicBezTo>
                  <a:pt x="7215" y="963"/>
                  <a:pt x="7215" y="992"/>
                  <a:pt x="7259" y="1007"/>
                </a:cubicBezTo>
                <a:cubicBezTo>
                  <a:pt x="7304" y="1037"/>
                  <a:pt x="7334" y="1067"/>
                  <a:pt x="7394" y="1067"/>
                </a:cubicBezTo>
                <a:cubicBezTo>
                  <a:pt x="7513" y="1172"/>
                  <a:pt x="7633" y="1261"/>
                  <a:pt x="7752" y="1366"/>
                </a:cubicBezTo>
                <a:cubicBezTo>
                  <a:pt x="7767" y="1396"/>
                  <a:pt x="7782" y="1426"/>
                  <a:pt x="7797" y="1455"/>
                </a:cubicBezTo>
                <a:cubicBezTo>
                  <a:pt x="7812" y="1485"/>
                  <a:pt x="7827" y="1515"/>
                  <a:pt x="7827" y="1515"/>
                </a:cubicBezTo>
                <a:cubicBezTo>
                  <a:pt x="7812" y="1545"/>
                  <a:pt x="7782" y="1545"/>
                  <a:pt x="7767" y="1560"/>
                </a:cubicBezTo>
                <a:cubicBezTo>
                  <a:pt x="7752" y="1545"/>
                  <a:pt x="7752" y="1515"/>
                  <a:pt x="7737" y="1500"/>
                </a:cubicBezTo>
                <a:lnTo>
                  <a:pt x="7722" y="1500"/>
                </a:lnTo>
                <a:cubicBezTo>
                  <a:pt x="7707" y="1545"/>
                  <a:pt x="7707" y="1575"/>
                  <a:pt x="7693" y="1620"/>
                </a:cubicBezTo>
                <a:lnTo>
                  <a:pt x="7812" y="1620"/>
                </a:lnTo>
                <a:cubicBezTo>
                  <a:pt x="7827" y="1635"/>
                  <a:pt x="7842" y="1650"/>
                  <a:pt x="7842" y="1664"/>
                </a:cubicBezTo>
                <a:cubicBezTo>
                  <a:pt x="7842" y="1694"/>
                  <a:pt x="7842" y="1724"/>
                  <a:pt x="7827" y="1754"/>
                </a:cubicBezTo>
                <a:lnTo>
                  <a:pt x="7887" y="1754"/>
                </a:lnTo>
                <a:cubicBezTo>
                  <a:pt x="7887" y="1799"/>
                  <a:pt x="7887" y="1844"/>
                  <a:pt x="7887" y="1889"/>
                </a:cubicBezTo>
                <a:cubicBezTo>
                  <a:pt x="7902" y="1918"/>
                  <a:pt x="7917" y="1948"/>
                  <a:pt x="7931" y="1978"/>
                </a:cubicBezTo>
                <a:cubicBezTo>
                  <a:pt x="8006" y="1874"/>
                  <a:pt x="7946" y="1799"/>
                  <a:pt x="7917" y="1709"/>
                </a:cubicBezTo>
                <a:cubicBezTo>
                  <a:pt x="7872" y="1590"/>
                  <a:pt x="7917" y="1440"/>
                  <a:pt x="7782" y="1366"/>
                </a:cubicBezTo>
                <a:cubicBezTo>
                  <a:pt x="7693" y="1276"/>
                  <a:pt x="7603" y="1172"/>
                  <a:pt x="7513" y="1082"/>
                </a:cubicBezTo>
                <a:cubicBezTo>
                  <a:pt x="7618" y="1082"/>
                  <a:pt x="7722" y="1112"/>
                  <a:pt x="7827" y="1127"/>
                </a:cubicBezTo>
                <a:cubicBezTo>
                  <a:pt x="7846" y="1127"/>
                  <a:pt x="7860" y="1128"/>
                  <a:pt x="7870" y="1128"/>
                </a:cubicBezTo>
                <a:cubicBezTo>
                  <a:pt x="7901" y="1128"/>
                  <a:pt x="7898" y="1119"/>
                  <a:pt x="7887" y="1052"/>
                </a:cubicBezTo>
                <a:cubicBezTo>
                  <a:pt x="7887" y="1037"/>
                  <a:pt x="7872" y="992"/>
                  <a:pt x="7917" y="977"/>
                </a:cubicBezTo>
                <a:cubicBezTo>
                  <a:pt x="7946" y="977"/>
                  <a:pt x="7976" y="963"/>
                  <a:pt x="7991" y="933"/>
                </a:cubicBezTo>
                <a:lnTo>
                  <a:pt x="7991" y="933"/>
                </a:lnTo>
                <a:cubicBezTo>
                  <a:pt x="7976" y="1052"/>
                  <a:pt x="8021" y="1127"/>
                  <a:pt x="8111" y="1157"/>
                </a:cubicBezTo>
                <a:cubicBezTo>
                  <a:pt x="8111" y="1157"/>
                  <a:pt x="8126" y="1142"/>
                  <a:pt x="8126" y="1142"/>
                </a:cubicBezTo>
                <a:lnTo>
                  <a:pt x="8170" y="1142"/>
                </a:lnTo>
                <a:cubicBezTo>
                  <a:pt x="8170" y="1142"/>
                  <a:pt x="8170" y="1157"/>
                  <a:pt x="8185" y="1157"/>
                </a:cubicBezTo>
                <a:cubicBezTo>
                  <a:pt x="8290" y="1216"/>
                  <a:pt x="8409" y="1231"/>
                  <a:pt x="8529" y="1246"/>
                </a:cubicBezTo>
                <a:lnTo>
                  <a:pt x="8544" y="1246"/>
                </a:lnTo>
                <a:cubicBezTo>
                  <a:pt x="8514" y="1276"/>
                  <a:pt x="8499" y="1306"/>
                  <a:pt x="8484" y="1351"/>
                </a:cubicBezTo>
                <a:cubicBezTo>
                  <a:pt x="8469" y="1411"/>
                  <a:pt x="8454" y="1470"/>
                  <a:pt x="8439" y="1530"/>
                </a:cubicBezTo>
                <a:cubicBezTo>
                  <a:pt x="8424" y="1530"/>
                  <a:pt x="8424" y="1545"/>
                  <a:pt x="8409" y="1560"/>
                </a:cubicBezTo>
                <a:cubicBezTo>
                  <a:pt x="8380" y="1635"/>
                  <a:pt x="8335" y="1694"/>
                  <a:pt x="8275" y="1739"/>
                </a:cubicBezTo>
                <a:lnTo>
                  <a:pt x="8275" y="1754"/>
                </a:lnTo>
                <a:cubicBezTo>
                  <a:pt x="8268" y="1747"/>
                  <a:pt x="8256" y="1743"/>
                  <a:pt x="8247" y="1743"/>
                </a:cubicBezTo>
                <a:cubicBezTo>
                  <a:pt x="8238" y="1743"/>
                  <a:pt x="8230" y="1747"/>
                  <a:pt x="8230" y="1754"/>
                </a:cubicBezTo>
                <a:cubicBezTo>
                  <a:pt x="8200" y="1784"/>
                  <a:pt x="8170" y="1829"/>
                  <a:pt x="8230" y="1874"/>
                </a:cubicBezTo>
                <a:cubicBezTo>
                  <a:pt x="8215" y="1889"/>
                  <a:pt x="8215" y="1903"/>
                  <a:pt x="8200" y="1933"/>
                </a:cubicBezTo>
                <a:cubicBezTo>
                  <a:pt x="8156" y="1978"/>
                  <a:pt x="8200" y="1993"/>
                  <a:pt x="8230" y="2008"/>
                </a:cubicBezTo>
                <a:lnTo>
                  <a:pt x="8215" y="2008"/>
                </a:lnTo>
                <a:cubicBezTo>
                  <a:pt x="8185" y="2053"/>
                  <a:pt x="8126" y="2053"/>
                  <a:pt x="8081" y="2083"/>
                </a:cubicBezTo>
                <a:cubicBezTo>
                  <a:pt x="8081" y="2098"/>
                  <a:pt x="8081" y="2098"/>
                  <a:pt x="8081" y="2098"/>
                </a:cubicBezTo>
                <a:cubicBezTo>
                  <a:pt x="8051" y="2113"/>
                  <a:pt x="8036" y="2128"/>
                  <a:pt x="8006" y="2142"/>
                </a:cubicBezTo>
                <a:cubicBezTo>
                  <a:pt x="8006" y="2172"/>
                  <a:pt x="8021" y="2202"/>
                  <a:pt x="8021" y="2232"/>
                </a:cubicBezTo>
                <a:lnTo>
                  <a:pt x="8021" y="2247"/>
                </a:lnTo>
                <a:cubicBezTo>
                  <a:pt x="7946" y="2277"/>
                  <a:pt x="7976" y="2322"/>
                  <a:pt x="7976" y="2366"/>
                </a:cubicBezTo>
                <a:cubicBezTo>
                  <a:pt x="7959" y="2350"/>
                  <a:pt x="7949" y="2341"/>
                  <a:pt x="7939" y="2341"/>
                </a:cubicBezTo>
                <a:cubicBezTo>
                  <a:pt x="7923" y="2341"/>
                  <a:pt x="7909" y="2365"/>
                  <a:pt x="7872" y="2411"/>
                </a:cubicBezTo>
                <a:cubicBezTo>
                  <a:pt x="7857" y="2441"/>
                  <a:pt x="7812" y="2456"/>
                  <a:pt x="7797" y="2486"/>
                </a:cubicBezTo>
                <a:cubicBezTo>
                  <a:pt x="7797" y="2501"/>
                  <a:pt x="7782" y="2516"/>
                  <a:pt x="7797" y="2516"/>
                </a:cubicBezTo>
                <a:lnTo>
                  <a:pt x="7797" y="2531"/>
                </a:lnTo>
                <a:lnTo>
                  <a:pt x="7767" y="2531"/>
                </a:lnTo>
                <a:cubicBezTo>
                  <a:pt x="7722" y="2561"/>
                  <a:pt x="7722" y="2605"/>
                  <a:pt x="7707" y="2650"/>
                </a:cubicBezTo>
                <a:cubicBezTo>
                  <a:pt x="7707" y="2665"/>
                  <a:pt x="7707" y="2680"/>
                  <a:pt x="7707" y="2680"/>
                </a:cubicBezTo>
                <a:cubicBezTo>
                  <a:pt x="7707" y="2695"/>
                  <a:pt x="7707" y="2710"/>
                  <a:pt x="7707" y="2710"/>
                </a:cubicBezTo>
                <a:lnTo>
                  <a:pt x="7603" y="2844"/>
                </a:lnTo>
                <a:cubicBezTo>
                  <a:pt x="7603" y="2844"/>
                  <a:pt x="7588" y="2859"/>
                  <a:pt x="7588" y="2859"/>
                </a:cubicBezTo>
                <a:cubicBezTo>
                  <a:pt x="7588" y="2859"/>
                  <a:pt x="7588" y="2874"/>
                  <a:pt x="7573" y="2874"/>
                </a:cubicBezTo>
                <a:cubicBezTo>
                  <a:pt x="7573" y="2889"/>
                  <a:pt x="7558" y="2904"/>
                  <a:pt x="7543" y="2904"/>
                </a:cubicBezTo>
                <a:lnTo>
                  <a:pt x="7588" y="2919"/>
                </a:lnTo>
                <a:cubicBezTo>
                  <a:pt x="7588" y="2934"/>
                  <a:pt x="7588" y="2934"/>
                  <a:pt x="7603" y="2934"/>
                </a:cubicBezTo>
                <a:cubicBezTo>
                  <a:pt x="7603" y="2934"/>
                  <a:pt x="7603" y="2949"/>
                  <a:pt x="7603" y="2949"/>
                </a:cubicBezTo>
                <a:lnTo>
                  <a:pt x="7588" y="2964"/>
                </a:lnTo>
                <a:cubicBezTo>
                  <a:pt x="7483" y="3009"/>
                  <a:pt x="7468" y="3128"/>
                  <a:pt x="7424" y="3218"/>
                </a:cubicBezTo>
                <a:cubicBezTo>
                  <a:pt x="7409" y="3218"/>
                  <a:pt x="7409" y="3218"/>
                  <a:pt x="7409" y="3233"/>
                </a:cubicBezTo>
                <a:lnTo>
                  <a:pt x="7349" y="3307"/>
                </a:lnTo>
                <a:cubicBezTo>
                  <a:pt x="7349" y="3337"/>
                  <a:pt x="7364" y="3382"/>
                  <a:pt x="7364" y="3412"/>
                </a:cubicBezTo>
                <a:cubicBezTo>
                  <a:pt x="7349" y="3412"/>
                  <a:pt x="7334" y="3427"/>
                  <a:pt x="7334" y="3442"/>
                </a:cubicBezTo>
                <a:cubicBezTo>
                  <a:pt x="7322" y="3434"/>
                  <a:pt x="7310" y="3430"/>
                  <a:pt x="7300" y="3430"/>
                </a:cubicBezTo>
                <a:cubicBezTo>
                  <a:pt x="7275" y="3430"/>
                  <a:pt x="7259" y="3454"/>
                  <a:pt x="7259" y="3487"/>
                </a:cubicBezTo>
                <a:lnTo>
                  <a:pt x="7229" y="3531"/>
                </a:lnTo>
                <a:cubicBezTo>
                  <a:pt x="7200" y="3591"/>
                  <a:pt x="7170" y="3636"/>
                  <a:pt x="7140" y="3696"/>
                </a:cubicBezTo>
                <a:cubicBezTo>
                  <a:pt x="7110" y="3696"/>
                  <a:pt x="7065" y="3696"/>
                  <a:pt x="7065" y="3711"/>
                </a:cubicBezTo>
                <a:cubicBezTo>
                  <a:pt x="7050" y="3741"/>
                  <a:pt x="7065" y="3770"/>
                  <a:pt x="7080" y="3800"/>
                </a:cubicBezTo>
                <a:cubicBezTo>
                  <a:pt x="7020" y="3920"/>
                  <a:pt x="6976" y="4024"/>
                  <a:pt x="6916" y="4144"/>
                </a:cubicBezTo>
                <a:cubicBezTo>
                  <a:pt x="6901" y="4189"/>
                  <a:pt x="6856" y="4233"/>
                  <a:pt x="6826" y="4263"/>
                </a:cubicBezTo>
                <a:cubicBezTo>
                  <a:pt x="6796" y="4338"/>
                  <a:pt x="6722" y="4398"/>
                  <a:pt x="6752" y="4502"/>
                </a:cubicBezTo>
                <a:cubicBezTo>
                  <a:pt x="6752" y="4517"/>
                  <a:pt x="6737" y="4517"/>
                  <a:pt x="6737" y="4532"/>
                </a:cubicBezTo>
                <a:cubicBezTo>
                  <a:pt x="6737" y="4547"/>
                  <a:pt x="6737" y="4577"/>
                  <a:pt x="6737" y="4592"/>
                </a:cubicBezTo>
                <a:lnTo>
                  <a:pt x="6707" y="4682"/>
                </a:lnTo>
                <a:cubicBezTo>
                  <a:pt x="6692" y="4711"/>
                  <a:pt x="6677" y="4726"/>
                  <a:pt x="6662" y="4756"/>
                </a:cubicBezTo>
                <a:cubicBezTo>
                  <a:pt x="6647" y="4786"/>
                  <a:pt x="6617" y="4801"/>
                  <a:pt x="6602" y="4831"/>
                </a:cubicBezTo>
                <a:cubicBezTo>
                  <a:pt x="6589" y="4865"/>
                  <a:pt x="6594" y="4874"/>
                  <a:pt x="6604" y="4874"/>
                </a:cubicBezTo>
                <a:cubicBezTo>
                  <a:pt x="6617" y="4874"/>
                  <a:pt x="6639" y="4861"/>
                  <a:pt x="6647" y="4861"/>
                </a:cubicBezTo>
                <a:cubicBezTo>
                  <a:pt x="6632" y="4891"/>
                  <a:pt x="6617" y="4906"/>
                  <a:pt x="6602" y="4935"/>
                </a:cubicBezTo>
                <a:cubicBezTo>
                  <a:pt x="6542" y="4965"/>
                  <a:pt x="6468" y="5010"/>
                  <a:pt x="6408" y="5040"/>
                </a:cubicBezTo>
                <a:lnTo>
                  <a:pt x="6393" y="5040"/>
                </a:lnTo>
                <a:cubicBezTo>
                  <a:pt x="6393" y="5040"/>
                  <a:pt x="6393" y="5025"/>
                  <a:pt x="6393" y="5025"/>
                </a:cubicBezTo>
                <a:cubicBezTo>
                  <a:pt x="6393" y="5010"/>
                  <a:pt x="6378" y="4995"/>
                  <a:pt x="6348" y="4995"/>
                </a:cubicBezTo>
                <a:lnTo>
                  <a:pt x="6348" y="4891"/>
                </a:lnTo>
                <a:cubicBezTo>
                  <a:pt x="6289" y="4921"/>
                  <a:pt x="6289" y="4950"/>
                  <a:pt x="6333" y="4995"/>
                </a:cubicBezTo>
                <a:cubicBezTo>
                  <a:pt x="6303" y="5010"/>
                  <a:pt x="6289" y="5025"/>
                  <a:pt x="6259" y="5040"/>
                </a:cubicBezTo>
                <a:cubicBezTo>
                  <a:pt x="6214" y="5055"/>
                  <a:pt x="6154" y="5055"/>
                  <a:pt x="6109" y="5070"/>
                </a:cubicBezTo>
                <a:cubicBezTo>
                  <a:pt x="6079" y="5070"/>
                  <a:pt x="6064" y="5085"/>
                  <a:pt x="6050" y="5085"/>
                </a:cubicBezTo>
                <a:lnTo>
                  <a:pt x="6035" y="5085"/>
                </a:lnTo>
                <a:cubicBezTo>
                  <a:pt x="5781" y="5204"/>
                  <a:pt x="5676" y="5428"/>
                  <a:pt x="5766" y="5652"/>
                </a:cubicBezTo>
                <a:cubicBezTo>
                  <a:pt x="5766" y="5697"/>
                  <a:pt x="5751" y="5742"/>
                  <a:pt x="5796" y="5772"/>
                </a:cubicBezTo>
                <a:cubicBezTo>
                  <a:pt x="5796" y="5772"/>
                  <a:pt x="5811" y="5787"/>
                  <a:pt x="5811" y="5787"/>
                </a:cubicBezTo>
                <a:cubicBezTo>
                  <a:pt x="5870" y="5832"/>
                  <a:pt x="5915" y="5876"/>
                  <a:pt x="5960" y="5906"/>
                </a:cubicBezTo>
                <a:cubicBezTo>
                  <a:pt x="5975" y="5921"/>
                  <a:pt x="5975" y="5921"/>
                  <a:pt x="5975" y="5921"/>
                </a:cubicBezTo>
                <a:cubicBezTo>
                  <a:pt x="5960" y="5966"/>
                  <a:pt x="5945" y="5996"/>
                  <a:pt x="5930" y="6041"/>
                </a:cubicBezTo>
                <a:lnTo>
                  <a:pt x="5915" y="6041"/>
                </a:lnTo>
                <a:cubicBezTo>
                  <a:pt x="5855" y="6056"/>
                  <a:pt x="5900" y="6130"/>
                  <a:pt x="5840" y="6160"/>
                </a:cubicBezTo>
                <a:cubicBezTo>
                  <a:pt x="5781" y="6190"/>
                  <a:pt x="5751" y="6250"/>
                  <a:pt x="5706" y="6295"/>
                </a:cubicBezTo>
                <a:cubicBezTo>
                  <a:pt x="5661" y="6339"/>
                  <a:pt x="5661" y="6384"/>
                  <a:pt x="5706" y="6429"/>
                </a:cubicBezTo>
                <a:lnTo>
                  <a:pt x="5676" y="6429"/>
                </a:lnTo>
                <a:lnTo>
                  <a:pt x="5676" y="6414"/>
                </a:lnTo>
                <a:cubicBezTo>
                  <a:pt x="5616" y="6339"/>
                  <a:pt x="5542" y="6265"/>
                  <a:pt x="5497" y="6190"/>
                </a:cubicBezTo>
                <a:cubicBezTo>
                  <a:pt x="5482" y="6160"/>
                  <a:pt x="5452" y="6145"/>
                  <a:pt x="5437" y="6115"/>
                </a:cubicBezTo>
                <a:cubicBezTo>
                  <a:pt x="5407" y="6086"/>
                  <a:pt x="5377" y="6056"/>
                  <a:pt x="5348" y="6026"/>
                </a:cubicBezTo>
                <a:lnTo>
                  <a:pt x="5392" y="5891"/>
                </a:lnTo>
                <a:cubicBezTo>
                  <a:pt x="5392" y="5891"/>
                  <a:pt x="5392" y="5891"/>
                  <a:pt x="5377" y="5876"/>
                </a:cubicBezTo>
                <a:lnTo>
                  <a:pt x="5303" y="5966"/>
                </a:lnTo>
                <a:lnTo>
                  <a:pt x="5303" y="5951"/>
                </a:lnTo>
                <a:cubicBezTo>
                  <a:pt x="5094" y="5697"/>
                  <a:pt x="4870" y="5443"/>
                  <a:pt x="4661" y="5159"/>
                </a:cubicBezTo>
                <a:cubicBezTo>
                  <a:pt x="4302" y="4682"/>
                  <a:pt x="3929" y="4189"/>
                  <a:pt x="3540" y="3726"/>
                </a:cubicBezTo>
                <a:cubicBezTo>
                  <a:pt x="3316" y="3442"/>
                  <a:pt x="3077" y="3173"/>
                  <a:pt x="2838" y="2904"/>
                </a:cubicBezTo>
                <a:cubicBezTo>
                  <a:pt x="2734" y="2785"/>
                  <a:pt x="2614" y="2650"/>
                  <a:pt x="2480" y="2561"/>
                </a:cubicBezTo>
                <a:lnTo>
                  <a:pt x="2465" y="2561"/>
                </a:lnTo>
                <a:lnTo>
                  <a:pt x="2047" y="2113"/>
                </a:lnTo>
                <a:cubicBezTo>
                  <a:pt x="1838" y="1889"/>
                  <a:pt x="1644" y="1679"/>
                  <a:pt x="1434" y="1455"/>
                </a:cubicBezTo>
                <a:lnTo>
                  <a:pt x="1390" y="1411"/>
                </a:lnTo>
                <a:cubicBezTo>
                  <a:pt x="1330" y="1366"/>
                  <a:pt x="1285" y="1321"/>
                  <a:pt x="1225" y="1276"/>
                </a:cubicBezTo>
                <a:lnTo>
                  <a:pt x="1180" y="1187"/>
                </a:lnTo>
                <a:cubicBezTo>
                  <a:pt x="1180" y="1172"/>
                  <a:pt x="1180" y="1172"/>
                  <a:pt x="1180" y="1157"/>
                </a:cubicBezTo>
                <a:cubicBezTo>
                  <a:pt x="1168" y="1120"/>
                  <a:pt x="1146" y="1093"/>
                  <a:pt x="1105" y="1093"/>
                </a:cubicBezTo>
                <a:cubicBezTo>
                  <a:pt x="1096" y="1093"/>
                  <a:pt x="1087" y="1094"/>
                  <a:pt x="1076" y="1097"/>
                </a:cubicBezTo>
                <a:lnTo>
                  <a:pt x="1016" y="1007"/>
                </a:lnTo>
                <a:cubicBezTo>
                  <a:pt x="1001" y="1022"/>
                  <a:pt x="1001" y="1022"/>
                  <a:pt x="986" y="1022"/>
                </a:cubicBezTo>
                <a:cubicBezTo>
                  <a:pt x="1001" y="1022"/>
                  <a:pt x="1001" y="1007"/>
                  <a:pt x="1016" y="992"/>
                </a:cubicBezTo>
                <a:cubicBezTo>
                  <a:pt x="1001" y="918"/>
                  <a:pt x="986" y="858"/>
                  <a:pt x="897" y="828"/>
                </a:cubicBezTo>
                <a:cubicBezTo>
                  <a:pt x="897" y="828"/>
                  <a:pt x="897" y="843"/>
                  <a:pt x="882" y="843"/>
                </a:cubicBezTo>
                <a:lnTo>
                  <a:pt x="882" y="798"/>
                </a:lnTo>
                <a:cubicBezTo>
                  <a:pt x="867" y="709"/>
                  <a:pt x="792" y="664"/>
                  <a:pt x="717" y="649"/>
                </a:cubicBezTo>
                <a:cubicBezTo>
                  <a:pt x="717" y="619"/>
                  <a:pt x="717" y="589"/>
                  <a:pt x="717" y="559"/>
                </a:cubicBezTo>
                <a:cubicBezTo>
                  <a:pt x="688" y="529"/>
                  <a:pt x="643" y="499"/>
                  <a:pt x="613" y="470"/>
                </a:cubicBezTo>
                <a:cubicBezTo>
                  <a:pt x="598" y="455"/>
                  <a:pt x="598" y="440"/>
                  <a:pt x="583" y="410"/>
                </a:cubicBezTo>
                <a:lnTo>
                  <a:pt x="553" y="350"/>
                </a:lnTo>
                <a:cubicBezTo>
                  <a:pt x="553" y="335"/>
                  <a:pt x="538" y="335"/>
                  <a:pt x="538" y="320"/>
                </a:cubicBezTo>
                <a:cubicBezTo>
                  <a:pt x="538" y="320"/>
                  <a:pt x="538" y="305"/>
                  <a:pt x="523" y="305"/>
                </a:cubicBezTo>
                <a:lnTo>
                  <a:pt x="523" y="290"/>
                </a:lnTo>
                <a:close/>
                <a:moveTo>
                  <a:pt x="196" y="0"/>
                </a:moveTo>
                <a:cubicBezTo>
                  <a:pt x="181" y="0"/>
                  <a:pt x="165" y="2"/>
                  <a:pt x="150" y="7"/>
                </a:cubicBezTo>
                <a:cubicBezTo>
                  <a:pt x="45" y="36"/>
                  <a:pt x="1" y="111"/>
                  <a:pt x="45" y="201"/>
                </a:cubicBezTo>
                <a:cubicBezTo>
                  <a:pt x="75" y="261"/>
                  <a:pt x="120" y="350"/>
                  <a:pt x="180" y="365"/>
                </a:cubicBezTo>
                <a:cubicBezTo>
                  <a:pt x="284" y="395"/>
                  <a:pt x="284" y="485"/>
                  <a:pt x="299" y="559"/>
                </a:cubicBezTo>
                <a:cubicBezTo>
                  <a:pt x="314" y="589"/>
                  <a:pt x="329" y="604"/>
                  <a:pt x="359" y="634"/>
                </a:cubicBezTo>
                <a:lnTo>
                  <a:pt x="419" y="709"/>
                </a:lnTo>
                <a:cubicBezTo>
                  <a:pt x="419" y="724"/>
                  <a:pt x="419" y="724"/>
                  <a:pt x="434" y="724"/>
                </a:cubicBezTo>
                <a:cubicBezTo>
                  <a:pt x="449" y="753"/>
                  <a:pt x="479" y="768"/>
                  <a:pt x="508" y="783"/>
                </a:cubicBezTo>
                <a:lnTo>
                  <a:pt x="523" y="783"/>
                </a:lnTo>
                <a:lnTo>
                  <a:pt x="538" y="798"/>
                </a:lnTo>
                <a:lnTo>
                  <a:pt x="538" y="813"/>
                </a:lnTo>
                <a:cubicBezTo>
                  <a:pt x="538" y="798"/>
                  <a:pt x="523" y="798"/>
                  <a:pt x="508" y="783"/>
                </a:cubicBezTo>
                <a:lnTo>
                  <a:pt x="479" y="828"/>
                </a:lnTo>
                <a:lnTo>
                  <a:pt x="568" y="843"/>
                </a:lnTo>
                <a:cubicBezTo>
                  <a:pt x="598" y="888"/>
                  <a:pt x="613" y="933"/>
                  <a:pt x="643" y="977"/>
                </a:cubicBezTo>
                <a:cubicBezTo>
                  <a:pt x="673" y="1007"/>
                  <a:pt x="703" y="1022"/>
                  <a:pt x="732" y="1052"/>
                </a:cubicBezTo>
                <a:cubicBezTo>
                  <a:pt x="732" y="1127"/>
                  <a:pt x="777" y="1157"/>
                  <a:pt x="822" y="1187"/>
                </a:cubicBezTo>
                <a:cubicBezTo>
                  <a:pt x="762" y="1291"/>
                  <a:pt x="867" y="1306"/>
                  <a:pt x="912" y="1351"/>
                </a:cubicBezTo>
                <a:cubicBezTo>
                  <a:pt x="927" y="1351"/>
                  <a:pt x="927" y="1366"/>
                  <a:pt x="942" y="1366"/>
                </a:cubicBezTo>
                <a:cubicBezTo>
                  <a:pt x="971" y="1411"/>
                  <a:pt x="1016" y="1440"/>
                  <a:pt x="1046" y="1485"/>
                </a:cubicBezTo>
                <a:lnTo>
                  <a:pt x="1046" y="1470"/>
                </a:lnTo>
                <a:cubicBezTo>
                  <a:pt x="1061" y="1485"/>
                  <a:pt x="1061" y="1500"/>
                  <a:pt x="1076" y="1500"/>
                </a:cubicBezTo>
                <a:cubicBezTo>
                  <a:pt x="1061" y="1515"/>
                  <a:pt x="1046" y="1545"/>
                  <a:pt x="1061" y="1560"/>
                </a:cubicBezTo>
                <a:cubicBezTo>
                  <a:pt x="1121" y="1635"/>
                  <a:pt x="1180" y="1709"/>
                  <a:pt x="1255" y="1769"/>
                </a:cubicBezTo>
                <a:cubicBezTo>
                  <a:pt x="1255" y="1784"/>
                  <a:pt x="1255" y="1784"/>
                  <a:pt x="1255" y="1784"/>
                </a:cubicBezTo>
                <a:cubicBezTo>
                  <a:pt x="1315" y="1859"/>
                  <a:pt x="1375" y="1918"/>
                  <a:pt x="1434" y="1978"/>
                </a:cubicBezTo>
                <a:cubicBezTo>
                  <a:pt x="1479" y="2008"/>
                  <a:pt x="1524" y="2053"/>
                  <a:pt x="1569" y="2083"/>
                </a:cubicBezTo>
                <a:cubicBezTo>
                  <a:pt x="1599" y="2128"/>
                  <a:pt x="1629" y="2172"/>
                  <a:pt x="1644" y="2217"/>
                </a:cubicBezTo>
                <a:cubicBezTo>
                  <a:pt x="1652" y="2252"/>
                  <a:pt x="1671" y="2267"/>
                  <a:pt x="1694" y="2267"/>
                </a:cubicBezTo>
                <a:cubicBezTo>
                  <a:pt x="1711" y="2267"/>
                  <a:pt x="1729" y="2259"/>
                  <a:pt x="1748" y="2247"/>
                </a:cubicBezTo>
                <a:lnTo>
                  <a:pt x="1748" y="2247"/>
                </a:lnTo>
                <a:cubicBezTo>
                  <a:pt x="1718" y="2366"/>
                  <a:pt x="1808" y="2411"/>
                  <a:pt x="1868" y="2471"/>
                </a:cubicBezTo>
                <a:cubicBezTo>
                  <a:pt x="1957" y="2576"/>
                  <a:pt x="2047" y="2680"/>
                  <a:pt x="2136" y="2785"/>
                </a:cubicBezTo>
                <a:lnTo>
                  <a:pt x="2178" y="2834"/>
                </a:lnTo>
                <a:lnTo>
                  <a:pt x="2178" y="2834"/>
                </a:lnTo>
                <a:cubicBezTo>
                  <a:pt x="2174" y="2830"/>
                  <a:pt x="2170" y="2826"/>
                  <a:pt x="2166" y="2822"/>
                </a:cubicBezTo>
                <a:lnTo>
                  <a:pt x="2166" y="2822"/>
                </a:lnTo>
                <a:lnTo>
                  <a:pt x="2196" y="2859"/>
                </a:lnTo>
                <a:cubicBezTo>
                  <a:pt x="2194" y="2854"/>
                  <a:pt x="2191" y="2850"/>
                  <a:pt x="2187" y="2845"/>
                </a:cubicBezTo>
                <a:lnTo>
                  <a:pt x="2187" y="2845"/>
                </a:lnTo>
                <a:lnTo>
                  <a:pt x="2228" y="2893"/>
                </a:lnTo>
                <a:lnTo>
                  <a:pt x="2228" y="2893"/>
                </a:lnTo>
                <a:cubicBezTo>
                  <a:pt x="2217" y="2881"/>
                  <a:pt x="2207" y="2870"/>
                  <a:pt x="2196" y="2859"/>
                </a:cubicBezTo>
                <a:lnTo>
                  <a:pt x="2196" y="2859"/>
                </a:lnTo>
                <a:lnTo>
                  <a:pt x="2297" y="2979"/>
                </a:lnTo>
                <a:lnTo>
                  <a:pt x="2297" y="2979"/>
                </a:lnTo>
                <a:cubicBezTo>
                  <a:pt x="2283" y="2961"/>
                  <a:pt x="2270" y="2944"/>
                  <a:pt x="2257" y="2928"/>
                </a:cubicBezTo>
                <a:lnTo>
                  <a:pt x="2257" y="2928"/>
                </a:lnTo>
                <a:lnTo>
                  <a:pt x="2390" y="3086"/>
                </a:lnTo>
                <a:lnTo>
                  <a:pt x="2390" y="3086"/>
                </a:lnTo>
                <a:cubicBezTo>
                  <a:pt x="2380" y="3075"/>
                  <a:pt x="2370" y="3064"/>
                  <a:pt x="2360" y="3054"/>
                </a:cubicBezTo>
                <a:lnTo>
                  <a:pt x="2360" y="3054"/>
                </a:lnTo>
                <a:lnTo>
                  <a:pt x="3648" y="4583"/>
                </a:lnTo>
                <a:lnTo>
                  <a:pt x="3648" y="4583"/>
                </a:lnTo>
                <a:cubicBezTo>
                  <a:pt x="3647" y="4582"/>
                  <a:pt x="3646" y="4580"/>
                  <a:pt x="3645" y="4578"/>
                </a:cubicBezTo>
                <a:lnTo>
                  <a:pt x="3645" y="4578"/>
                </a:lnTo>
                <a:lnTo>
                  <a:pt x="5228" y="6459"/>
                </a:lnTo>
                <a:lnTo>
                  <a:pt x="3648" y="4583"/>
                </a:lnTo>
                <a:lnTo>
                  <a:pt x="3648" y="4583"/>
                </a:lnTo>
                <a:cubicBezTo>
                  <a:pt x="3664" y="4611"/>
                  <a:pt x="3691" y="4639"/>
                  <a:pt x="3705" y="4667"/>
                </a:cubicBezTo>
                <a:cubicBezTo>
                  <a:pt x="3809" y="4801"/>
                  <a:pt x="3929" y="4935"/>
                  <a:pt x="4033" y="5070"/>
                </a:cubicBezTo>
                <a:cubicBezTo>
                  <a:pt x="4227" y="5309"/>
                  <a:pt x="4422" y="5563"/>
                  <a:pt x="4616" y="5802"/>
                </a:cubicBezTo>
                <a:cubicBezTo>
                  <a:pt x="4750" y="5981"/>
                  <a:pt x="4885" y="6145"/>
                  <a:pt x="5019" y="6310"/>
                </a:cubicBezTo>
                <a:cubicBezTo>
                  <a:pt x="5034" y="6354"/>
                  <a:pt x="5079" y="6354"/>
                  <a:pt x="5124" y="6384"/>
                </a:cubicBezTo>
                <a:cubicBezTo>
                  <a:pt x="5138" y="6384"/>
                  <a:pt x="5138" y="6399"/>
                  <a:pt x="5138" y="6399"/>
                </a:cubicBezTo>
                <a:lnTo>
                  <a:pt x="5124" y="6384"/>
                </a:lnTo>
                <a:lnTo>
                  <a:pt x="5109" y="6474"/>
                </a:lnTo>
                <a:lnTo>
                  <a:pt x="5138" y="6474"/>
                </a:lnTo>
                <a:lnTo>
                  <a:pt x="5138" y="6444"/>
                </a:lnTo>
                <a:cubicBezTo>
                  <a:pt x="5153" y="6459"/>
                  <a:pt x="5168" y="6474"/>
                  <a:pt x="5183" y="6474"/>
                </a:cubicBezTo>
                <a:cubicBezTo>
                  <a:pt x="5183" y="6489"/>
                  <a:pt x="5183" y="6489"/>
                  <a:pt x="5183" y="6489"/>
                </a:cubicBezTo>
                <a:cubicBezTo>
                  <a:pt x="5228" y="6534"/>
                  <a:pt x="5273" y="6593"/>
                  <a:pt x="5318" y="6638"/>
                </a:cubicBezTo>
                <a:cubicBezTo>
                  <a:pt x="5333" y="6638"/>
                  <a:pt x="5348" y="6623"/>
                  <a:pt x="5363" y="6623"/>
                </a:cubicBezTo>
                <a:lnTo>
                  <a:pt x="5363" y="6623"/>
                </a:lnTo>
                <a:lnTo>
                  <a:pt x="5363" y="6623"/>
                </a:lnTo>
                <a:cubicBezTo>
                  <a:pt x="5377" y="6638"/>
                  <a:pt x="5407" y="6653"/>
                  <a:pt x="5422" y="6683"/>
                </a:cubicBezTo>
                <a:cubicBezTo>
                  <a:pt x="5452" y="6728"/>
                  <a:pt x="5482" y="6773"/>
                  <a:pt x="5512" y="6802"/>
                </a:cubicBezTo>
                <a:cubicBezTo>
                  <a:pt x="5542" y="6847"/>
                  <a:pt x="5572" y="6877"/>
                  <a:pt x="5601" y="6922"/>
                </a:cubicBezTo>
                <a:lnTo>
                  <a:pt x="5616" y="6922"/>
                </a:lnTo>
                <a:cubicBezTo>
                  <a:pt x="5631" y="6967"/>
                  <a:pt x="5661" y="7012"/>
                  <a:pt x="5676" y="7056"/>
                </a:cubicBezTo>
                <a:cubicBezTo>
                  <a:pt x="5691" y="7086"/>
                  <a:pt x="5691" y="7101"/>
                  <a:pt x="5706" y="7131"/>
                </a:cubicBezTo>
                <a:cubicBezTo>
                  <a:pt x="5721" y="7131"/>
                  <a:pt x="5721" y="7116"/>
                  <a:pt x="5736" y="7101"/>
                </a:cubicBezTo>
                <a:lnTo>
                  <a:pt x="5751" y="7101"/>
                </a:lnTo>
                <a:cubicBezTo>
                  <a:pt x="5796" y="7116"/>
                  <a:pt x="5855" y="7146"/>
                  <a:pt x="5915" y="7146"/>
                </a:cubicBezTo>
                <a:cubicBezTo>
                  <a:pt x="5945" y="7146"/>
                  <a:pt x="5990" y="7116"/>
                  <a:pt x="6020" y="7101"/>
                </a:cubicBezTo>
                <a:cubicBezTo>
                  <a:pt x="6005" y="7086"/>
                  <a:pt x="5975" y="7071"/>
                  <a:pt x="5975" y="7071"/>
                </a:cubicBezTo>
                <a:cubicBezTo>
                  <a:pt x="6020" y="6982"/>
                  <a:pt x="6050" y="6892"/>
                  <a:pt x="6094" y="6817"/>
                </a:cubicBezTo>
                <a:lnTo>
                  <a:pt x="6094" y="6802"/>
                </a:lnTo>
                <a:cubicBezTo>
                  <a:pt x="6124" y="6758"/>
                  <a:pt x="6154" y="6698"/>
                  <a:pt x="6184" y="6638"/>
                </a:cubicBezTo>
                <a:cubicBezTo>
                  <a:pt x="6184" y="6623"/>
                  <a:pt x="6169" y="6578"/>
                  <a:pt x="6154" y="6549"/>
                </a:cubicBezTo>
                <a:lnTo>
                  <a:pt x="6154" y="6534"/>
                </a:lnTo>
                <a:cubicBezTo>
                  <a:pt x="6214" y="6489"/>
                  <a:pt x="6303" y="6489"/>
                  <a:pt x="6318" y="6384"/>
                </a:cubicBezTo>
                <a:cubicBezTo>
                  <a:pt x="6318" y="6384"/>
                  <a:pt x="6318" y="6369"/>
                  <a:pt x="6318" y="6369"/>
                </a:cubicBezTo>
                <a:cubicBezTo>
                  <a:pt x="6348" y="6310"/>
                  <a:pt x="6378" y="6265"/>
                  <a:pt x="6408" y="6205"/>
                </a:cubicBezTo>
                <a:cubicBezTo>
                  <a:pt x="6423" y="6160"/>
                  <a:pt x="6423" y="6115"/>
                  <a:pt x="6453" y="6071"/>
                </a:cubicBezTo>
                <a:cubicBezTo>
                  <a:pt x="6587" y="5891"/>
                  <a:pt x="6752" y="5712"/>
                  <a:pt x="6796" y="5473"/>
                </a:cubicBezTo>
                <a:lnTo>
                  <a:pt x="6811" y="5473"/>
                </a:lnTo>
                <a:cubicBezTo>
                  <a:pt x="6886" y="5369"/>
                  <a:pt x="6946" y="5249"/>
                  <a:pt x="6946" y="5115"/>
                </a:cubicBezTo>
                <a:cubicBezTo>
                  <a:pt x="6946" y="5055"/>
                  <a:pt x="7065" y="5040"/>
                  <a:pt x="6991" y="4965"/>
                </a:cubicBezTo>
                <a:lnTo>
                  <a:pt x="6991" y="4950"/>
                </a:lnTo>
                <a:cubicBezTo>
                  <a:pt x="7020" y="4876"/>
                  <a:pt x="7065" y="4786"/>
                  <a:pt x="7095" y="4711"/>
                </a:cubicBezTo>
                <a:cubicBezTo>
                  <a:pt x="7110" y="4726"/>
                  <a:pt x="7125" y="4756"/>
                  <a:pt x="7140" y="4771"/>
                </a:cubicBezTo>
                <a:cubicBezTo>
                  <a:pt x="7155" y="4756"/>
                  <a:pt x="7170" y="4741"/>
                  <a:pt x="7185" y="4711"/>
                </a:cubicBezTo>
                <a:cubicBezTo>
                  <a:pt x="7200" y="4652"/>
                  <a:pt x="7215" y="4577"/>
                  <a:pt x="7244" y="4502"/>
                </a:cubicBezTo>
                <a:lnTo>
                  <a:pt x="7259" y="4502"/>
                </a:lnTo>
                <a:cubicBezTo>
                  <a:pt x="7379" y="4487"/>
                  <a:pt x="7289" y="4383"/>
                  <a:pt x="7319" y="4323"/>
                </a:cubicBezTo>
                <a:cubicBezTo>
                  <a:pt x="7334" y="4293"/>
                  <a:pt x="7349" y="4263"/>
                  <a:pt x="7364" y="4233"/>
                </a:cubicBezTo>
                <a:cubicBezTo>
                  <a:pt x="7394" y="4159"/>
                  <a:pt x="7468" y="4084"/>
                  <a:pt x="7409" y="3994"/>
                </a:cubicBezTo>
                <a:cubicBezTo>
                  <a:pt x="7409" y="3994"/>
                  <a:pt x="7439" y="3980"/>
                  <a:pt x="7439" y="3965"/>
                </a:cubicBezTo>
                <a:cubicBezTo>
                  <a:pt x="7483" y="3950"/>
                  <a:pt x="7528" y="3875"/>
                  <a:pt x="7528" y="3830"/>
                </a:cubicBezTo>
                <a:cubicBezTo>
                  <a:pt x="7543" y="3815"/>
                  <a:pt x="7543" y="3800"/>
                  <a:pt x="7528" y="3785"/>
                </a:cubicBezTo>
                <a:cubicBezTo>
                  <a:pt x="7558" y="3741"/>
                  <a:pt x="7588" y="3696"/>
                  <a:pt x="7618" y="3651"/>
                </a:cubicBezTo>
                <a:lnTo>
                  <a:pt x="7618" y="3636"/>
                </a:lnTo>
                <a:cubicBezTo>
                  <a:pt x="7663" y="3561"/>
                  <a:pt x="7693" y="3487"/>
                  <a:pt x="7722" y="3427"/>
                </a:cubicBezTo>
                <a:cubicBezTo>
                  <a:pt x="7782" y="3337"/>
                  <a:pt x="7842" y="3263"/>
                  <a:pt x="7887" y="3173"/>
                </a:cubicBezTo>
                <a:cubicBezTo>
                  <a:pt x="7917" y="3143"/>
                  <a:pt x="7931" y="3113"/>
                  <a:pt x="7961" y="3083"/>
                </a:cubicBezTo>
                <a:lnTo>
                  <a:pt x="8006" y="2949"/>
                </a:lnTo>
                <a:lnTo>
                  <a:pt x="8051" y="2949"/>
                </a:lnTo>
                <a:cubicBezTo>
                  <a:pt x="8036" y="2904"/>
                  <a:pt x="8081" y="2859"/>
                  <a:pt x="8066" y="2815"/>
                </a:cubicBezTo>
                <a:cubicBezTo>
                  <a:pt x="8066" y="2755"/>
                  <a:pt x="8141" y="2680"/>
                  <a:pt x="8185" y="2605"/>
                </a:cubicBezTo>
                <a:cubicBezTo>
                  <a:pt x="8193" y="2613"/>
                  <a:pt x="8197" y="2617"/>
                  <a:pt x="8200" y="2617"/>
                </a:cubicBezTo>
                <a:cubicBezTo>
                  <a:pt x="8204" y="2617"/>
                  <a:pt x="8208" y="2613"/>
                  <a:pt x="8215" y="2605"/>
                </a:cubicBezTo>
                <a:lnTo>
                  <a:pt x="8275" y="2605"/>
                </a:lnTo>
                <a:cubicBezTo>
                  <a:pt x="8290" y="2546"/>
                  <a:pt x="8380" y="2501"/>
                  <a:pt x="8290" y="2456"/>
                </a:cubicBezTo>
                <a:cubicBezTo>
                  <a:pt x="8350" y="2426"/>
                  <a:pt x="8409" y="2411"/>
                  <a:pt x="8380" y="2337"/>
                </a:cubicBezTo>
                <a:cubicBezTo>
                  <a:pt x="8394" y="2322"/>
                  <a:pt x="8409" y="2307"/>
                  <a:pt x="8424" y="2292"/>
                </a:cubicBezTo>
                <a:lnTo>
                  <a:pt x="8439" y="2292"/>
                </a:lnTo>
                <a:lnTo>
                  <a:pt x="8454" y="2232"/>
                </a:lnTo>
                <a:cubicBezTo>
                  <a:pt x="8484" y="2187"/>
                  <a:pt x="8514" y="2142"/>
                  <a:pt x="8544" y="2098"/>
                </a:cubicBezTo>
                <a:cubicBezTo>
                  <a:pt x="8574" y="2053"/>
                  <a:pt x="8604" y="2008"/>
                  <a:pt x="8633" y="1978"/>
                </a:cubicBezTo>
                <a:cubicBezTo>
                  <a:pt x="8738" y="1963"/>
                  <a:pt x="8693" y="1874"/>
                  <a:pt x="8708" y="1814"/>
                </a:cubicBezTo>
                <a:lnTo>
                  <a:pt x="8708" y="1814"/>
                </a:lnTo>
                <a:cubicBezTo>
                  <a:pt x="8693" y="1829"/>
                  <a:pt x="8693" y="1829"/>
                  <a:pt x="8693" y="1829"/>
                </a:cubicBezTo>
                <a:cubicBezTo>
                  <a:pt x="8693" y="1829"/>
                  <a:pt x="8693" y="1829"/>
                  <a:pt x="8693" y="1814"/>
                </a:cubicBezTo>
                <a:cubicBezTo>
                  <a:pt x="8708" y="1799"/>
                  <a:pt x="8708" y="1769"/>
                  <a:pt x="8708" y="1754"/>
                </a:cubicBezTo>
                <a:cubicBezTo>
                  <a:pt x="8718" y="1754"/>
                  <a:pt x="8731" y="1755"/>
                  <a:pt x="8744" y="1755"/>
                </a:cubicBezTo>
                <a:cubicBezTo>
                  <a:pt x="8790" y="1755"/>
                  <a:pt x="8838" y="1746"/>
                  <a:pt x="8768" y="1664"/>
                </a:cubicBezTo>
                <a:cubicBezTo>
                  <a:pt x="8798" y="1650"/>
                  <a:pt x="8828" y="1635"/>
                  <a:pt x="8857" y="1620"/>
                </a:cubicBezTo>
                <a:cubicBezTo>
                  <a:pt x="8857" y="1605"/>
                  <a:pt x="8857" y="1605"/>
                  <a:pt x="8857" y="1605"/>
                </a:cubicBezTo>
                <a:lnTo>
                  <a:pt x="8843" y="1530"/>
                </a:lnTo>
                <a:cubicBezTo>
                  <a:pt x="8872" y="1515"/>
                  <a:pt x="8917" y="1500"/>
                  <a:pt x="8962" y="1470"/>
                </a:cubicBezTo>
                <a:cubicBezTo>
                  <a:pt x="8947" y="1470"/>
                  <a:pt x="8932" y="1455"/>
                  <a:pt x="8917" y="1440"/>
                </a:cubicBezTo>
                <a:cubicBezTo>
                  <a:pt x="8902" y="1411"/>
                  <a:pt x="8902" y="1366"/>
                  <a:pt x="8887" y="1321"/>
                </a:cubicBezTo>
                <a:lnTo>
                  <a:pt x="8887" y="1321"/>
                </a:lnTo>
                <a:cubicBezTo>
                  <a:pt x="8917" y="1351"/>
                  <a:pt x="8962" y="1366"/>
                  <a:pt x="8992" y="1396"/>
                </a:cubicBezTo>
                <a:cubicBezTo>
                  <a:pt x="9007" y="1396"/>
                  <a:pt x="9037" y="1411"/>
                  <a:pt x="9052" y="1411"/>
                </a:cubicBezTo>
                <a:cubicBezTo>
                  <a:pt x="9156" y="1366"/>
                  <a:pt x="9171" y="1276"/>
                  <a:pt x="9111" y="1157"/>
                </a:cubicBezTo>
                <a:cubicBezTo>
                  <a:pt x="9186" y="1067"/>
                  <a:pt x="9186" y="1052"/>
                  <a:pt x="9067" y="1022"/>
                </a:cubicBezTo>
                <a:cubicBezTo>
                  <a:pt x="9007" y="1007"/>
                  <a:pt x="8947" y="963"/>
                  <a:pt x="8887" y="963"/>
                </a:cubicBezTo>
                <a:cubicBezTo>
                  <a:pt x="8860" y="968"/>
                  <a:pt x="8837" y="971"/>
                  <a:pt x="8816" y="971"/>
                </a:cubicBezTo>
                <a:cubicBezTo>
                  <a:pt x="8780" y="971"/>
                  <a:pt x="8751" y="961"/>
                  <a:pt x="8723" y="933"/>
                </a:cubicBezTo>
                <a:cubicBezTo>
                  <a:pt x="8708" y="918"/>
                  <a:pt x="8678" y="918"/>
                  <a:pt x="8648" y="918"/>
                </a:cubicBezTo>
                <a:lnTo>
                  <a:pt x="8469" y="918"/>
                </a:lnTo>
                <a:cubicBezTo>
                  <a:pt x="8454" y="903"/>
                  <a:pt x="8439" y="903"/>
                  <a:pt x="8409" y="888"/>
                </a:cubicBezTo>
                <a:cubicBezTo>
                  <a:pt x="8350" y="873"/>
                  <a:pt x="8290" y="843"/>
                  <a:pt x="8230" y="828"/>
                </a:cubicBezTo>
                <a:cubicBezTo>
                  <a:pt x="8230" y="828"/>
                  <a:pt x="8230" y="828"/>
                  <a:pt x="8230" y="813"/>
                </a:cubicBezTo>
                <a:cubicBezTo>
                  <a:pt x="8185" y="828"/>
                  <a:pt x="8156" y="843"/>
                  <a:pt x="8111" y="858"/>
                </a:cubicBezTo>
                <a:lnTo>
                  <a:pt x="8155" y="847"/>
                </a:lnTo>
                <a:lnTo>
                  <a:pt x="8155" y="847"/>
                </a:lnTo>
                <a:cubicBezTo>
                  <a:pt x="8144" y="851"/>
                  <a:pt x="8131" y="858"/>
                  <a:pt x="8111" y="858"/>
                </a:cubicBezTo>
                <a:cubicBezTo>
                  <a:pt x="8096" y="858"/>
                  <a:pt x="8081" y="858"/>
                  <a:pt x="8066" y="873"/>
                </a:cubicBezTo>
                <a:cubicBezTo>
                  <a:pt x="8006" y="843"/>
                  <a:pt x="7931" y="828"/>
                  <a:pt x="7872" y="798"/>
                </a:cubicBezTo>
                <a:cubicBezTo>
                  <a:pt x="7830" y="798"/>
                  <a:pt x="7786" y="801"/>
                  <a:pt x="7742" y="801"/>
                </a:cubicBezTo>
                <a:cubicBezTo>
                  <a:pt x="7676" y="801"/>
                  <a:pt x="7612" y="795"/>
                  <a:pt x="7558" y="768"/>
                </a:cubicBezTo>
                <a:cubicBezTo>
                  <a:pt x="7513" y="759"/>
                  <a:pt x="7473" y="745"/>
                  <a:pt x="7435" y="745"/>
                </a:cubicBezTo>
                <a:cubicBezTo>
                  <a:pt x="7411" y="745"/>
                  <a:pt x="7387" y="751"/>
                  <a:pt x="7364" y="768"/>
                </a:cubicBezTo>
                <a:cubicBezTo>
                  <a:pt x="7349" y="768"/>
                  <a:pt x="7319" y="753"/>
                  <a:pt x="7319" y="753"/>
                </a:cubicBezTo>
                <a:cubicBezTo>
                  <a:pt x="7311" y="712"/>
                  <a:pt x="7289" y="703"/>
                  <a:pt x="7266" y="703"/>
                </a:cubicBezTo>
                <a:cubicBezTo>
                  <a:pt x="7247" y="703"/>
                  <a:pt x="7228" y="709"/>
                  <a:pt x="7215" y="709"/>
                </a:cubicBezTo>
                <a:cubicBezTo>
                  <a:pt x="7200" y="738"/>
                  <a:pt x="7185" y="753"/>
                  <a:pt x="7170" y="783"/>
                </a:cubicBezTo>
                <a:cubicBezTo>
                  <a:pt x="7155" y="753"/>
                  <a:pt x="7125" y="738"/>
                  <a:pt x="7110" y="709"/>
                </a:cubicBezTo>
                <a:cubicBezTo>
                  <a:pt x="7089" y="730"/>
                  <a:pt x="7065" y="738"/>
                  <a:pt x="7041" y="738"/>
                </a:cubicBezTo>
                <a:cubicBezTo>
                  <a:pt x="6998" y="738"/>
                  <a:pt x="6954" y="713"/>
                  <a:pt x="6916" y="694"/>
                </a:cubicBezTo>
                <a:lnTo>
                  <a:pt x="6901" y="694"/>
                </a:lnTo>
                <a:cubicBezTo>
                  <a:pt x="6781" y="604"/>
                  <a:pt x="6677" y="529"/>
                  <a:pt x="6557" y="440"/>
                </a:cubicBezTo>
                <a:cubicBezTo>
                  <a:pt x="6498" y="410"/>
                  <a:pt x="6453" y="395"/>
                  <a:pt x="6393" y="380"/>
                </a:cubicBezTo>
                <a:lnTo>
                  <a:pt x="6393" y="380"/>
                </a:lnTo>
                <a:cubicBezTo>
                  <a:pt x="6438" y="410"/>
                  <a:pt x="6468" y="440"/>
                  <a:pt x="6498" y="470"/>
                </a:cubicBezTo>
                <a:cubicBezTo>
                  <a:pt x="6528" y="499"/>
                  <a:pt x="6572" y="544"/>
                  <a:pt x="6602" y="544"/>
                </a:cubicBezTo>
                <a:cubicBezTo>
                  <a:pt x="6692" y="544"/>
                  <a:pt x="6707" y="589"/>
                  <a:pt x="6722" y="649"/>
                </a:cubicBezTo>
                <a:cubicBezTo>
                  <a:pt x="6692" y="664"/>
                  <a:pt x="6662" y="679"/>
                  <a:pt x="6632" y="694"/>
                </a:cubicBezTo>
                <a:cubicBezTo>
                  <a:pt x="6614" y="667"/>
                  <a:pt x="6602" y="657"/>
                  <a:pt x="6592" y="657"/>
                </a:cubicBezTo>
                <a:cubicBezTo>
                  <a:pt x="6570" y="657"/>
                  <a:pt x="6563" y="709"/>
                  <a:pt x="6542" y="709"/>
                </a:cubicBezTo>
                <a:cubicBezTo>
                  <a:pt x="6528" y="694"/>
                  <a:pt x="6528" y="679"/>
                  <a:pt x="6513" y="664"/>
                </a:cubicBezTo>
                <a:lnTo>
                  <a:pt x="6498" y="664"/>
                </a:lnTo>
                <a:cubicBezTo>
                  <a:pt x="6483" y="664"/>
                  <a:pt x="6453" y="649"/>
                  <a:pt x="6438" y="649"/>
                </a:cubicBezTo>
                <a:cubicBezTo>
                  <a:pt x="6424" y="644"/>
                  <a:pt x="6411" y="643"/>
                  <a:pt x="6397" y="643"/>
                </a:cubicBezTo>
                <a:cubicBezTo>
                  <a:pt x="6342" y="643"/>
                  <a:pt x="6283" y="670"/>
                  <a:pt x="6227" y="670"/>
                </a:cubicBezTo>
                <a:cubicBezTo>
                  <a:pt x="6202" y="670"/>
                  <a:pt x="6178" y="664"/>
                  <a:pt x="6154" y="649"/>
                </a:cubicBezTo>
                <a:cubicBezTo>
                  <a:pt x="6139" y="634"/>
                  <a:pt x="6139" y="634"/>
                  <a:pt x="6124" y="634"/>
                </a:cubicBezTo>
                <a:lnTo>
                  <a:pt x="5990" y="619"/>
                </a:lnTo>
                <a:cubicBezTo>
                  <a:pt x="5930" y="634"/>
                  <a:pt x="5855" y="634"/>
                  <a:pt x="5781" y="649"/>
                </a:cubicBezTo>
                <a:cubicBezTo>
                  <a:pt x="5751" y="619"/>
                  <a:pt x="5736" y="589"/>
                  <a:pt x="5691" y="574"/>
                </a:cubicBezTo>
                <a:cubicBezTo>
                  <a:pt x="5685" y="571"/>
                  <a:pt x="5679" y="570"/>
                  <a:pt x="5673" y="570"/>
                </a:cubicBezTo>
                <a:cubicBezTo>
                  <a:pt x="5649" y="570"/>
                  <a:pt x="5625" y="589"/>
                  <a:pt x="5601" y="589"/>
                </a:cubicBezTo>
                <a:cubicBezTo>
                  <a:pt x="5482" y="559"/>
                  <a:pt x="5363" y="529"/>
                  <a:pt x="5243" y="514"/>
                </a:cubicBezTo>
                <a:cubicBezTo>
                  <a:pt x="5228" y="514"/>
                  <a:pt x="5213" y="514"/>
                  <a:pt x="5198" y="499"/>
                </a:cubicBezTo>
                <a:lnTo>
                  <a:pt x="5198" y="499"/>
                </a:lnTo>
                <a:lnTo>
                  <a:pt x="5243" y="514"/>
                </a:lnTo>
                <a:cubicBezTo>
                  <a:pt x="5203" y="458"/>
                  <a:pt x="5184" y="432"/>
                  <a:pt x="5171" y="432"/>
                </a:cubicBezTo>
                <a:cubicBezTo>
                  <a:pt x="5160" y="432"/>
                  <a:pt x="5152" y="450"/>
                  <a:pt x="5138" y="485"/>
                </a:cubicBezTo>
                <a:cubicBezTo>
                  <a:pt x="5094" y="470"/>
                  <a:pt x="5049" y="455"/>
                  <a:pt x="5004" y="455"/>
                </a:cubicBezTo>
                <a:cubicBezTo>
                  <a:pt x="4989" y="440"/>
                  <a:pt x="4989" y="425"/>
                  <a:pt x="4989" y="425"/>
                </a:cubicBezTo>
                <a:cubicBezTo>
                  <a:pt x="4914" y="410"/>
                  <a:pt x="4825" y="410"/>
                  <a:pt x="4735" y="395"/>
                </a:cubicBezTo>
                <a:lnTo>
                  <a:pt x="4720" y="395"/>
                </a:lnTo>
                <a:cubicBezTo>
                  <a:pt x="4690" y="395"/>
                  <a:pt x="4646" y="380"/>
                  <a:pt x="4601" y="380"/>
                </a:cubicBezTo>
                <a:lnTo>
                  <a:pt x="4317" y="380"/>
                </a:lnTo>
                <a:cubicBezTo>
                  <a:pt x="4212" y="380"/>
                  <a:pt x="4093" y="365"/>
                  <a:pt x="3988" y="365"/>
                </a:cubicBezTo>
                <a:lnTo>
                  <a:pt x="3824" y="365"/>
                </a:lnTo>
                <a:cubicBezTo>
                  <a:pt x="3779" y="350"/>
                  <a:pt x="3735" y="350"/>
                  <a:pt x="3690" y="335"/>
                </a:cubicBezTo>
                <a:cubicBezTo>
                  <a:pt x="3525" y="320"/>
                  <a:pt x="3376" y="305"/>
                  <a:pt x="3212" y="290"/>
                </a:cubicBezTo>
                <a:cubicBezTo>
                  <a:pt x="3182" y="290"/>
                  <a:pt x="3137" y="305"/>
                  <a:pt x="3107" y="320"/>
                </a:cubicBezTo>
                <a:cubicBezTo>
                  <a:pt x="3053" y="293"/>
                  <a:pt x="3000" y="272"/>
                  <a:pt x="2946" y="272"/>
                </a:cubicBezTo>
                <a:cubicBezTo>
                  <a:pt x="2910" y="272"/>
                  <a:pt x="2874" y="281"/>
                  <a:pt x="2838" y="305"/>
                </a:cubicBezTo>
                <a:cubicBezTo>
                  <a:pt x="2823" y="305"/>
                  <a:pt x="2794" y="320"/>
                  <a:pt x="2794" y="320"/>
                </a:cubicBezTo>
                <a:cubicBezTo>
                  <a:pt x="2771" y="268"/>
                  <a:pt x="2738" y="257"/>
                  <a:pt x="2700" y="257"/>
                </a:cubicBezTo>
                <a:cubicBezTo>
                  <a:pt x="2672" y="257"/>
                  <a:pt x="2642" y="263"/>
                  <a:pt x="2613" y="263"/>
                </a:cubicBezTo>
                <a:cubicBezTo>
                  <a:pt x="2603" y="263"/>
                  <a:pt x="2594" y="262"/>
                  <a:pt x="2584" y="261"/>
                </a:cubicBezTo>
                <a:cubicBezTo>
                  <a:pt x="2580" y="256"/>
                  <a:pt x="2576" y="254"/>
                  <a:pt x="2571" y="254"/>
                </a:cubicBezTo>
                <a:cubicBezTo>
                  <a:pt x="2561" y="254"/>
                  <a:pt x="2550" y="265"/>
                  <a:pt x="2540" y="275"/>
                </a:cubicBezTo>
                <a:lnTo>
                  <a:pt x="2495" y="290"/>
                </a:lnTo>
                <a:lnTo>
                  <a:pt x="2420" y="290"/>
                </a:lnTo>
                <a:cubicBezTo>
                  <a:pt x="2409" y="292"/>
                  <a:pt x="2401" y="292"/>
                  <a:pt x="2394" y="292"/>
                </a:cubicBezTo>
                <a:cubicBezTo>
                  <a:pt x="2329" y="292"/>
                  <a:pt x="2458" y="231"/>
                  <a:pt x="2390" y="231"/>
                </a:cubicBezTo>
                <a:cubicBezTo>
                  <a:pt x="2375" y="231"/>
                  <a:pt x="2331" y="231"/>
                  <a:pt x="2286" y="246"/>
                </a:cubicBezTo>
                <a:cubicBezTo>
                  <a:pt x="2196" y="231"/>
                  <a:pt x="2092" y="231"/>
                  <a:pt x="2002" y="231"/>
                </a:cubicBezTo>
                <a:cubicBezTo>
                  <a:pt x="1897" y="231"/>
                  <a:pt x="1808" y="216"/>
                  <a:pt x="1703" y="216"/>
                </a:cubicBezTo>
                <a:cubicBezTo>
                  <a:pt x="1658" y="201"/>
                  <a:pt x="1599" y="201"/>
                  <a:pt x="1554" y="186"/>
                </a:cubicBezTo>
                <a:cubicBezTo>
                  <a:pt x="1539" y="186"/>
                  <a:pt x="1524" y="171"/>
                  <a:pt x="1494" y="171"/>
                </a:cubicBezTo>
                <a:cubicBezTo>
                  <a:pt x="1479" y="171"/>
                  <a:pt x="1464" y="156"/>
                  <a:pt x="1434" y="141"/>
                </a:cubicBezTo>
                <a:cubicBezTo>
                  <a:pt x="1315" y="111"/>
                  <a:pt x="1195" y="81"/>
                  <a:pt x="1076" y="51"/>
                </a:cubicBezTo>
                <a:lnTo>
                  <a:pt x="1001" y="51"/>
                </a:lnTo>
                <a:cubicBezTo>
                  <a:pt x="988" y="51"/>
                  <a:pt x="969" y="46"/>
                  <a:pt x="952" y="46"/>
                </a:cubicBezTo>
                <a:cubicBezTo>
                  <a:pt x="930" y="46"/>
                  <a:pt x="912" y="55"/>
                  <a:pt x="912" y="96"/>
                </a:cubicBezTo>
                <a:cubicBezTo>
                  <a:pt x="897" y="96"/>
                  <a:pt x="882" y="96"/>
                  <a:pt x="867" y="111"/>
                </a:cubicBezTo>
                <a:lnTo>
                  <a:pt x="867" y="96"/>
                </a:lnTo>
                <a:cubicBezTo>
                  <a:pt x="844" y="69"/>
                  <a:pt x="821" y="60"/>
                  <a:pt x="798" y="60"/>
                </a:cubicBezTo>
                <a:cubicBezTo>
                  <a:pt x="751" y="60"/>
                  <a:pt x="705" y="98"/>
                  <a:pt x="658" y="98"/>
                </a:cubicBezTo>
                <a:cubicBezTo>
                  <a:pt x="653" y="98"/>
                  <a:pt x="648" y="97"/>
                  <a:pt x="643" y="96"/>
                </a:cubicBezTo>
                <a:lnTo>
                  <a:pt x="643" y="96"/>
                </a:lnTo>
                <a:cubicBezTo>
                  <a:pt x="658" y="141"/>
                  <a:pt x="762" y="141"/>
                  <a:pt x="673" y="201"/>
                </a:cubicBezTo>
                <a:cubicBezTo>
                  <a:pt x="628" y="186"/>
                  <a:pt x="598" y="186"/>
                  <a:pt x="553" y="171"/>
                </a:cubicBezTo>
                <a:cubicBezTo>
                  <a:pt x="568" y="141"/>
                  <a:pt x="583" y="111"/>
                  <a:pt x="598" y="81"/>
                </a:cubicBezTo>
                <a:cubicBezTo>
                  <a:pt x="598" y="51"/>
                  <a:pt x="598" y="36"/>
                  <a:pt x="613" y="7"/>
                </a:cubicBezTo>
                <a:cubicBezTo>
                  <a:pt x="583" y="7"/>
                  <a:pt x="568" y="22"/>
                  <a:pt x="538" y="22"/>
                </a:cubicBezTo>
                <a:cubicBezTo>
                  <a:pt x="508" y="22"/>
                  <a:pt x="493" y="22"/>
                  <a:pt x="464" y="36"/>
                </a:cubicBezTo>
                <a:cubicBezTo>
                  <a:pt x="448" y="41"/>
                  <a:pt x="433" y="43"/>
                  <a:pt x="418" y="43"/>
                </a:cubicBezTo>
                <a:cubicBezTo>
                  <a:pt x="344" y="43"/>
                  <a:pt x="270" y="0"/>
                  <a:pt x="1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20"/>
          <p:cNvSpPr/>
          <p:nvPr/>
        </p:nvSpPr>
        <p:spPr>
          <a:xfrm>
            <a:off x="1806425" y="3452525"/>
            <a:ext cx="5394600" cy="827400"/>
          </a:xfrm>
          <a:prstGeom prst="roundRect">
            <a:avLst>
              <a:gd name="adj" fmla="val 1930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accent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20"/>
          <p:cNvSpPr/>
          <p:nvPr/>
        </p:nvSpPr>
        <p:spPr>
          <a:xfrm rot="-9884163">
            <a:off x="3476197" y="4297239"/>
            <a:ext cx="2460094" cy="2978242"/>
          </a:xfrm>
          <a:custGeom>
            <a:avLst/>
            <a:gdLst/>
            <a:ahLst/>
            <a:cxnLst/>
            <a:rect l="l" t="t" r="r" b="b"/>
            <a:pathLst>
              <a:path w="21105" h="26423" extrusionOk="0">
                <a:moveTo>
                  <a:pt x="3242" y="1629"/>
                </a:moveTo>
                <a:cubicBezTo>
                  <a:pt x="3197" y="1644"/>
                  <a:pt x="3152" y="1673"/>
                  <a:pt x="3122" y="1703"/>
                </a:cubicBezTo>
                <a:cubicBezTo>
                  <a:pt x="3122" y="1718"/>
                  <a:pt x="3152" y="1763"/>
                  <a:pt x="3212" y="1868"/>
                </a:cubicBezTo>
                <a:cubicBezTo>
                  <a:pt x="3242" y="1778"/>
                  <a:pt x="3271" y="1733"/>
                  <a:pt x="3286" y="1688"/>
                </a:cubicBezTo>
                <a:cubicBezTo>
                  <a:pt x="3286" y="1673"/>
                  <a:pt x="3242" y="1629"/>
                  <a:pt x="3242" y="1629"/>
                </a:cubicBezTo>
                <a:close/>
                <a:moveTo>
                  <a:pt x="1897" y="1673"/>
                </a:moveTo>
                <a:cubicBezTo>
                  <a:pt x="1853" y="1688"/>
                  <a:pt x="1793" y="1733"/>
                  <a:pt x="1793" y="1763"/>
                </a:cubicBezTo>
                <a:cubicBezTo>
                  <a:pt x="1793" y="1793"/>
                  <a:pt x="1838" y="1838"/>
                  <a:pt x="1897" y="1898"/>
                </a:cubicBezTo>
                <a:cubicBezTo>
                  <a:pt x="1927" y="1823"/>
                  <a:pt x="1957" y="1778"/>
                  <a:pt x="1957" y="1748"/>
                </a:cubicBezTo>
                <a:cubicBezTo>
                  <a:pt x="1957" y="1718"/>
                  <a:pt x="1897" y="1673"/>
                  <a:pt x="1897" y="1673"/>
                </a:cubicBezTo>
                <a:close/>
                <a:moveTo>
                  <a:pt x="10829" y="1912"/>
                </a:moveTo>
                <a:cubicBezTo>
                  <a:pt x="10799" y="2062"/>
                  <a:pt x="10754" y="2211"/>
                  <a:pt x="10724" y="2361"/>
                </a:cubicBezTo>
                <a:cubicBezTo>
                  <a:pt x="10799" y="2226"/>
                  <a:pt x="10889" y="2092"/>
                  <a:pt x="10963" y="1972"/>
                </a:cubicBezTo>
                <a:cubicBezTo>
                  <a:pt x="10919" y="1957"/>
                  <a:pt x="10874" y="1927"/>
                  <a:pt x="10829" y="1912"/>
                </a:cubicBezTo>
                <a:close/>
                <a:moveTo>
                  <a:pt x="1882" y="3272"/>
                </a:moveTo>
                <a:cubicBezTo>
                  <a:pt x="1808" y="3302"/>
                  <a:pt x="1718" y="3346"/>
                  <a:pt x="1629" y="3391"/>
                </a:cubicBezTo>
                <a:cubicBezTo>
                  <a:pt x="1554" y="3421"/>
                  <a:pt x="1464" y="3466"/>
                  <a:pt x="1390" y="3511"/>
                </a:cubicBezTo>
                <a:cubicBezTo>
                  <a:pt x="1404" y="3526"/>
                  <a:pt x="1404" y="3555"/>
                  <a:pt x="1419" y="3585"/>
                </a:cubicBezTo>
                <a:cubicBezTo>
                  <a:pt x="1494" y="3570"/>
                  <a:pt x="1569" y="3570"/>
                  <a:pt x="1643" y="3526"/>
                </a:cubicBezTo>
                <a:cubicBezTo>
                  <a:pt x="1748" y="3481"/>
                  <a:pt x="1838" y="3421"/>
                  <a:pt x="1927" y="3361"/>
                </a:cubicBezTo>
                <a:cubicBezTo>
                  <a:pt x="1927" y="3361"/>
                  <a:pt x="1897" y="3302"/>
                  <a:pt x="1882" y="3272"/>
                </a:cubicBezTo>
                <a:close/>
                <a:moveTo>
                  <a:pt x="1285" y="3779"/>
                </a:moveTo>
                <a:cubicBezTo>
                  <a:pt x="1255" y="3869"/>
                  <a:pt x="1225" y="3944"/>
                  <a:pt x="1210" y="4018"/>
                </a:cubicBezTo>
                <a:cubicBezTo>
                  <a:pt x="1255" y="4018"/>
                  <a:pt x="1300" y="4018"/>
                  <a:pt x="1345" y="4003"/>
                </a:cubicBezTo>
                <a:cubicBezTo>
                  <a:pt x="1315" y="3929"/>
                  <a:pt x="1300" y="3854"/>
                  <a:pt x="1285" y="3779"/>
                </a:cubicBezTo>
                <a:close/>
                <a:moveTo>
                  <a:pt x="2913" y="3959"/>
                </a:moveTo>
                <a:cubicBezTo>
                  <a:pt x="2868" y="3989"/>
                  <a:pt x="2823" y="4003"/>
                  <a:pt x="2793" y="4048"/>
                </a:cubicBezTo>
                <a:cubicBezTo>
                  <a:pt x="2793" y="4063"/>
                  <a:pt x="2808" y="4108"/>
                  <a:pt x="2838" y="4183"/>
                </a:cubicBezTo>
                <a:cubicBezTo>
                  <a:pt x="2883" y="4108"/>
                  <a:pt x="2913" y="4078"/>
                  <a:pt x="2928" y="4033"/>
                </a:cubicBezTo>
                <a:cubicBezTo>
                  <a:pt x="2943" y="4018"/>
                  <a:pt x="2913" y="3989"/>
                  <a:pt x="2913" y="3959"/>
                </a:cubicBezTo>
                <a:close/>
                <a:moveTo>
                  <a:pt x="7952" y="4459"/>
                </a:moveTo>
                <a:cubicBezTo>
                  <a:pt x="7965" y="4459"/>
                  <a:pt x="7976" y="4466"/>
                  <a:pt x="7991" y="4481"/>
                </a:cubicBezTo>
                <a:cubicBezTo>
                  <a:pt x="7976" y="4481"/>
                  <a:pt x="7976" y="4511"/>
                  <a:pt x="7961" y="4511"/>
                </a:cubicBezTo>
                <a:cubicBezTo>
                  <a:pt x="7946" y="4511"/>
                  <a:pt x="7931" y="4496"/>
                  <a:pt x="7902" y="4481"/>
                </a:cubicBezTo>
                <a:cubicBezTo>
                  <a:pt x="7924" y="4466"/>
                  <a:pt x="7939" y="4459"/>
                  <a:pt x="7952" y="4459"/>
                </a:cubicBezTo>
                <a:close/>
                <a:moveTo>
                  <a:pt x="1458" y="4537"/>
                </a:moveTo>
                <a:lnTo>
                  <a:pt x="1458" y="4537"/>
                </a:lnTo>
                <a:cubicBezTo>
                  <a:pt x="1448" y="4567"/>
                  <a:pt x="1452" y="4600"/>
                  <a:pt x="1459" y="4637"/>
                </a:cubicBezTo>
                <a:lnTo>
                  <a:pt x="1459" y="4637"/>
                </a:lnTo>
                <a:cubicBezTo>
                  <a:pt x="1461" y="4635"/>
                  <a:pt x="1462" y="4633"/>
                  <a:pt x="1464" y="4631"/>
                </a:cubicBezTo>
                <a:lnTo>
                  <a:pt x="1479" y="4556"/>
                </a:lnTo>
                <a:cubicBezTo>
                  <a:pt x="1468" y="4556"/>
                  <a:pt x="1465" y="4548"/>
                  <a:pt x="1458" y="4537"/>
                </a:cubicBezTo>
                <a:close/>
                <a:moveTo>
                  <a:pt x="2689" y="4407"/>
                </a:moveTo>
                <a:cubicBezTo>
                  <a:pt x="2793" y="4481"/>
                  <a:pt x="2898" y="4556"/>
                  <a:pt x="3003" y="4631"/>
                </a:cubicBezTo>
                <a:cubicBezTo>
                  <a:pt x="3018" y="4646"/>
                  <a:pt x="3032" y="4646"/>
                  <a:pt x="3047" y="4646"/>
                </a:cubicBezTo>
                <a:lnTo>
                  <a:pt x="2689" y="4407"/>
                </a:lnTo>
                <a:close/>
                <a:moveTo>
                  <a:pt x="1419" y="4780"/>
                </a:moveTo>
                <a:lnTo>
                  <a:pt x="1345" y="4944"/>
                </a:lnTo>
                <a:cubicBezTo>
                  <a:pt x="1375" y="4900"/>
                  <a:pt x="1404" y="4840"/>
                  <a:pt x="1419" y="4780"/>
                </a:cubicBezTo>
                <a:close/>
                <a:moveTo>
                  <a:pt x="2958" y="4944"/>
                </a:moveTo>
                <a:lnTo>
                  <a:pt x="2952" y="4946"/>
                </a:lnTo>
                <a:lnTo>
                  <a:pt x="2952" y="4946"/>
                </a:lnTo>
                <a:lnTo>
                  <a:pt x="2952" y="4945"/>
                </a:lnTo>
                <a:lnTo>
                  <a:pt x="2952" y="4945"/>
                </a:lnTo>
                <a:cubicBezTo>
                  <a:pt x="2954" y="4944"/>
                  <a:pt x="2956" y="4944"/>
                  <a:pt x="2958" y="4944"/>
                </a:cubicBezTo>
                <a:close/>
                <a:moveTo>
                  <a:pt x="2906" y="4950"/>
                </a:moveTo>
                <a:cubicBezTo>
                  <a:pt x="2906" y="4951"/>
                  <a:pt x="2906" y="4953"/>
                  <a:pt x="2905" y="4954"/>
                </a:cubicBezTo>
                <a:lnTo>
                  <a:pt x="2905" y="4954"/>
                </a:lnTo>
                <a:lnTo>
                  <a:pt x="2838" y="4967"/>
                </a:lnTo>
                <a:lnTo>
                  <a:pt x="2838" y="4967"/>
                </a:lnTo>
                <a:cubicBezTo>
                  <a:pt x="2861" y="4961"/>
                  <a:pt x="2884" y="4954"/>
                  <a:pt x="2906" y="4950"/>
                </a:cubicBezTo>
                <a:close/>
                <a:moveTo>
                  <a:pt x="7678" y="5602"/>
                </a:moveTo>
                <a:cubicBezTo>
                  <a:pt x="7678" y="5617"/>
                  <a:pt x="7678" y="5646"/>
                  <a:pt x="7663" y="5676"/>
                </a:cubicBezTo>
                <a:lnTo>
                  <a:pt x="7678" y="5602"/>
                </a:lnTo>
                <a:close/>
                <a:moveTo>
                  <a:pt x="2674" y="5467"/>
                </a:moveTo>
                <a:lnTo>
                  <a:pt x="2674" y="5467"/>
                </a:lnTo>
                <a:cubicBezTo>
                  <a:pt x="2655" y="5588"/>
                  <a:pt x="2637" y="5715"/>
                  <a:pt x="2607" y="5837"/>
                </a:cubicBezTo>
                <a:lnTo>
                  <a:pt x="2607" y="5837"/>
                </a:lnTo>
                <a:cubicBezTo>
                  <a:pt x="2603" y="5823"/>
                  <a:pt x="2595" y="5809"/>
                  <a:pt x="2584" y="5796"/>
                </a:cubicBezTo>
                <a:lnTo>
                  <a:pt x="2674" y="5467"/>
                </a:lnTo>
                <a:close/>
                <a:moveTo>
                  <a:pt x="1897" y="6468"/>
                </a:moveTo>
                <a:lnTo>
                  <a:pt x="1897" y="6468"/>
                </a:lnTo>
                <a:cubicBezTo>
                  <a:pt x="1912" y="6483"/>
                  <a:pt x="1897" y="6513"/>
                  <a:pt x="1882" y="6543"/>
                </a:cubicBezTo>
                <a:lnTo>
                  <a:pt x="1897" y="6468"/>
                </a:lnTo>
                <a:close/>
                <a:moveTo>
                  <a:pt x="2121" y="6558"/>
                </a:moveTo>
                <a:lnTo>
                  <a:pt x="2136" y="6572"/>
                </a:lnTo>
                <a:cubicBezTo>
                  <a:pt x="2121" y="6572"/>
                  <a:pt x="2121" y="6572"/>
                  <a:pt x="2106" y="6587"/>
                </a:cubicBezTo>
                <a:lnTo>
                  <a:pt x="2121" y="6558"/>
                </a:lnTo>
                <a:close/>
                <a:moveTo>
                  <a:pt x="2779" y="6453"/>
                </a:moveTo>
                <a:cubicBezTo>
                  <a:pt x="2734" y="6498"/>
                  <a:pt x="2704" y="6528"/>
                  <a:pt x="2704" y="6558"/>
                </a:cubicBezTo>
                <a:cubicBezTo>
                  <a:pt x="2689" y="6572"/>
                  <a:pt x="2719" y="6602"/>
                  <a:pt x="2719" y="6632"/>
                </a:cubicBezTo>
                <a:cubicBezTo>
                  <a:pt x="2749" y="6602"/>
                  <a:pt x="2793" y="6602"/>
                  <a:pt x="2808" y="6572"/>
                </a:cubicBezTo>
                <a:cubicBezTo>
                  <a:pt x="2808" y="6543"/>
                  <a:pt x="2793" y="6513"/>
                  <a:pt x="2779" y="6453"/>
                </a:cubicBezTo>
                <a:close/>
                <a:moveTo>
                  <a:pt x="6856" y="6528"/>
                </a:moveTo>
                <a:cubicBezTo>
                  <a:pt x="6826" y="6602"/>
                  <a:pt x="6796" y="6677"/>
                  <a:pt x="6751" y="6752"/>
                </a:cubicBezTo>
                <a:lnTo>
                  <a:pt x="6871" y="6752"/>
                </a:lnTo>
                <a:cubicBezTo>
                  <a:pt x="6871" y="6669"/>
                  <a:pt x="6870" y="6598"/>
                  <a:pt x="6856" y="6528"/>
                </a:cubicBezTo>
                <a:close/>
                <a:moveTo>
                  <a:pt x="6871" y="6752"/>
                </a:moveTo>
                <a:cubicBezTo>
                  <a:pt x="6871" y="6757"/>
                  <a:pt x="6871" y="6762"/>
                  <a:pt x="6871" y="6767"/>
                </a:cubicBezTo>
                <a:lnTo>
                  <a:pt x="6871" y="6752"/>
                </a:lnTo>
                <a:close/>
                <a:moveTo>
                  <a:pt x="10172" y="6692"/>
                </a:moveTo>
                <a:cubicBezTo>
                  <a:pt x="10157" y="6722"/>
                  <a:pt x="10112" y="6752"/>
                  <a:pt x="10112" y="6752"/>
                </a:cubicBezTo>
                <a:cubicBezTo>
                  <a:pt x="10127" y="6782"/>
                  <a:pt x="10157" y="6811"/>
                  <a:pt x="10187" y="6826"/>
                </a:cubicBezTo>
                <a:cubicBezTo>
                  <a:pt x="10217" y="6826"/>
                  <a:pt x="10232" y="6796"/>
                  <a:pt x="10261" y="6767"/>
                </a:cubicBezTo>
                <a:cubicBezTo>
                  <a:pt x="10232" y="6752"/>
                  <a:pt x="10217" y="6722"/>
                  <a:pt x="10172" y="6692"/>
                </a:cubicBezTo>
                <a:close/>
                <a:moveTo>
                  <a:pt x="6438" y="7155"/>
                </a:moveTo>
                <a:cubicBezTo>
                  <a:pt x="6363" y="7200"/>
                  <a:pt x="6303" y="7260"/>
                  <a:pt x="6229" y="7319"/>
                </a:cubicBezTo>
                <a:cubicBezTo>
                  <a:pt x="6303" y="7304"/>
                  <a:pt x="6378" y="7304"/>
                  <a:pt x="6453" y="7304"/>
                </a:cubicBezTo>
                <a:cubicBezTo>
                  <a:pt x="6438" y="7245"/>
                  <a:pt x="6438" y="7200"/>
                  <a:pt x="6438" y="7155"/>
                </a:cubicBezTo>
                <a:close/>
                <a:moveTo>
                  <a:pt x="10007" y="6916"/>
                </a:moveTo>
                <a:cubicBezTo>
                  <a:pt x="9963" y="7021"/>
                  <a:pt x="9918" y="7125"/>
                  <a:pt x="9888" y="7230"/>
                </a:cubicBezTo>
                <a:cubicBezTo>
                  <a:pt x="9873" y="7260"/>
                  <a:pt x="9933" y="7304"/>
                  <a:pt x="9948" y="7349"/>
                </a:cubicBezTo>
                <a:cubicBezTo>
                  <a:pt x="10007" y="7230"/>
                  <a:pt x="10067" y="7110"/>
                  <a:pt x="10127" y="7006"/>
                </a:cubicBezTo>
                <a:cubicBezTo>
                  <a:pt x="10097" y="6976"/>
                  <a:pt x="10052" y="6946"/>
                  <a:pt x="10007" y="6916"/>
                </a:cubicBezTo>
                <a:close/>
                <a:moveTo>
                  <a:pt x="6229" y="7319"/>
                </a:moveTo>
                <a:cubicBezTo>
                  <a:pt x="6094" y="7319"/>
                  <a:pt x="5960" y="7334"/>
                  <a:pt x="5825" y="7334"/>
                </a:cubicBezTo>
                <a:cubicBezTo>
                  <a:pt x="5840" y="7379"/>
                  <a:pt x="5855" y="7424"/>
                  <a:pt x="5870" y="7469"/>
                </a:cubicBezTo>
                <a:cubicBezTo>
                  <a:pt x="5990" y="7409"/>
                  <a:pt x="6109" y="7364"/>
                  <a:pt x="6229" y="7319"/>
                </a:cubicBezTo>
                <a:close/>
                <a:moveTo>
                  <a:pt x="6229" y="7528"/>
                </a:moveTo>
                <a:cubicBezTo>
                  <a:pt x="6169" y="7573"/>
                  <a:pt x="6124" y="7588"/>
                  <a:pt x="6124" y="7618"/>
                </a:cubicBezTo>
                <a:cubicBezTo>
                  <a:pt x="6109" y="7633"/>
                  <a:pt x="6154" y="7693"/>
                  <a:pt x="6169" y="7693"/>
                </a:cubicBezTo>
                <a:cubicBezTo>
                  <a:pt x="6214" y="7678"/>
                  <a:pt x="6244" y="7648"/>
                  <a:pt x="6274" y="7618"/>
                </a:cubicBezTo>
                <a:cubicBezTo>
                  <a:pt x="6274" y="7603"/>
                  <a:pt x="6244" y="7558"/>
                  <a:pt x="6229" y="7528"/>
                </a:cubicBezTo>
                <a:close/>
                <a:moveTo>
                  <a:pt x="5766" y="8215"/>
                </a:moveTo>
                <a:cubicBezTo>
                  <a:pt x="5736" y="8245"/>
                  <a:pt x="5691" y="8275"/>
                  <a:pt x="5691" y="8305"/>
                </a:cubicBezTo>
                <a:cubicBezTo>
                  <a:pt x="5691" y="8320"/>
                  <a:pt x="5736" y="8350"/>
                  <a:pt x="5766" y="8395"/>
                </a:cubicBezTo>
                <a:cubicBezTo>
                  <a:pt x="5796" y="8350"/>
                  <a:pt x="5825" y="8320"/>
                  <a:pt x="5825" y="8305"/>
                </a:cubicBezTo>
                <a:cubicBezTo>
                  <a:pt x="5825" y="8275"/>
                  <a:pt x="5781" y="8245"/>
                  <a:pt x="5766" y="8215"/>
                </a:cubicBezTo>
                <a:close/>
                <a:moveTo>
                  <a:pt x="15086" y="8230"/>
                </a:moveTo>
                <a:cubicBezTo>
                  <a:pt x="15056" y="8380"/>
                  <a:pt x="15041" y="8529"/>
                  <a:pt x="15011" y="8678"/>
                </a:cubicBezTo>
                <a:cubicBezTo>
                  <a:pt x="15041" y="8693"/>
                  <a:pt x="15071" y="8693"/>
                  <a:pt x="15101" y="8693"/>
                </a:cubicBezTo>
                <a:cubicBezTo>
                  <a:pt x="15145" y="8544"/>
                  <a:pt x="15175" y="8395"/>
                  <a:pt x="15205" y="8245"/>
                </a:cubicBezTo>
                <a:cubicBezTo>
                  <a:pt x="15160" y="8245"/>
                  <a:pt x="15130" y="8230"/>
                  <a:pt x="15086" y="8230"/>
                </a:cubicBezTo>
                <a:close/>
                <a:moveTo>
                  <a:pt x="12532" y="8962"/>
                </a:moveTo>
                <a:cubicBezTo>
                  <a:pt x="12532" y="9007"/>
                  <a:pt x="12517" y="9037"/>
                  <a:pt x="12502" y="9067"/>
                </a:cubicBezTo>
                <a:cubicBezTo>
                  <a:pt x="12502" y="9037"/>
                  <a:pt x="12517" y="9007"/>
                  <a:pt x="12532" y="8962"/>
                </a:cubicBezTo>
                <a:close/>
                <a:moveTo>
                  <a:pt x="12681" y="8977"/>
                </a:moveTo>
                <a:cubicBezTo>
                  <a:pt x="12681" y="9037"/>
                  <a:pt x="12681" y="9082"/>
                  <a:pt x="12666" y="9126"/>
                </a:cubicBezTo>
                <a:lnTo>
                  <a:pt x="12681" y="8977"/>
                </a:lnTo>
                <a:close/>
                <a:moveTo>
                  <a:pt x="1569" y="9216"/>
                </a:moveTo>
                <a:lnTo>
                  <a:pt x="1584" y="9291"/>
                </a:lnTo>
                <a:lnTo>
                  <a:pt x="1569" y="9291"/>
                </a:lnTo>
                <a:cubicBezTo>
                  <a:pt x="1569" y="9261"/>
                  <a:pt x="1569" y="9246"/>
                  <a:pt x="1569" y="9216"/>
                </a:cubicBezTo>
                <a:close/>
                <a:moveTo>
                  <a:pt x="13057" y="9548"/>
                </a:moveTo>
                <a:cubicBezTo>
                  <a:pt x="13052" y="9556"/>
                  <a:pt x="13049" y="9565"/>
                  <a:pt x="13041" y="9573"/>
                </a:cubicBezTo>
                <a:lnTo>
                  <a:pt x="13041" y="9573"/>
                </a:lnTo>
                <a:cubicBezTo>
                  <a:pt x="13045" y="9565"/>
                  <a:pt x="13051" y="9556"/>
                  <a:pt x="13057" y="9548"/>
                </a:cubicBezTo>
                <a:close/>
                <a:moveTo>
                  <a:pt x="2316" y="9784"/>
                </a:moveTo>
                <a:cubicBezTo>
                  <a:pt x="2316" y="9888"/>
                  <a:pt x="2301" y="9978"/>
                  <a:pt x="2301" y="10067"/>
                </a:cubicBezTo>
                <a:cubicBezTo>
                  <a:pt x="2330" y="10082"/>
                  <a:pt x="2360" y="10082"/>
                  <a:pt x="2390" y="10082"/>
                </a:cubicBezTo>
                <a:cubicBezTo>
                  <a:pt x="2405" y="9993"/>
                  <a:pt x="2420" y="9888"/>
                  <a:pt x="2435" y="9799"/>
                </a:cubicBezTo>
                <a:cubicBezTo>
                  <a:pt x="2390" y="9784"/>
                  <a:pt x="2360" y="9784"/>
                  <a:pt x="2316" y="9784"/>
                </a:cubicBezTo>
                <a:close/>
                <a:moveTo>
                  <a:pt x="9231" y="10008"/>
                </a:moveTo>
                <a:cubicBezTo>
                  <a:pt x="9216" y="10127"/>
                  <a:pt x="9201" y="10247"/>
                  <a:pt x="9171" y="10366"/>
                </a:cubicBezTo>
                <a:cubicBezTo>
                  <a:pt x="9201" y="10366"/>
                  <a:pt x="9246" y="10366"/>
                  <a:pt x="9276" y="10381"/>
                </a:cubicBezTo>
                <a:cubicBezTo>
                  <a:pt x="9291" y="10262"/>
                  <a:pt x="9320" y="10142"/>
                  <a:pt x="9350" y="10023"/>
                </a:cubicBezTo>
                <a:cubicBezTo>
                  <a:pt x="9306" y="10023"/>
                  <a:pt x="9276" y="10008"/>
                  <a:pt x="9231" y="10008"/>
                </a:cubicBezTo>
                <a:close/>
                <a:moveTo>
                  <a:pt x="9634" y="10262"/>
                </a:moveTo>
                <a:cubicBezTo>
                  <a:pt x="9559" y="10306"/>
                  <a:pt x="9470" y="10351"/>
                  <a:pt x="9395" y="10396"/>
                </a:cubicBezTo>
                <a:cubicBezTo>
                  <a:pt x="9410" y="10426"/>
                  <a:pt x="9425" y="10471"/>
                  <a:pt x="9440" y="10516"/>
                </a:cubicBezTo>
                <a:cubicBezTo>
                  <a:pt x="9515" y="10456"/>
                  <a:pt x="9604" y="10411"/>
                  <a:pt x="9679" y="10351"/>
                </a:cubicBezTo>
                <a:cubicBezTo>
                  <a:pt x="9679" y="10351"/>
                  <a:pt x="9649" y="10291"/>
                  <a:pt x="9634" y="10262"/>
                </a:cubicBezTo>
                <a:close/>
                <a:moveTo>
                  <a:pt x="897" y="10710"/>
                </a:moveTo>
                <a:lnTo>
                  <a:pt x="897" y="10710"/>
                </a:lnTo>
                <a:cubicBezTo>
                  <a:pt x="867" y="10784"/>
                  <a:pt x="897" y="10874"/>
                  <a:pt x="956" y="10934"/>
                </a:cubicBezTo>
                <a:cubicBezTo>
                  <a:pt x="897" y="10874"/>
                  <a:pt x="852" y="10799"/>
                  <a:pt x="897" y="10710"/>
                </a:cubicBezTo>
                <a:close/>
                <a:moveTo>
                  <a:pt x="5616" y="10635"/>
                </a:moveTo>
                <a:cubicBezTo>
                  <a:pt x="5557" y="10814"/>
                  <a:pt x="5482" y="10979"/>
                  <a:pt x="5422" y="11143"/>
                </a:cubicBezTo>
                <a:cubicBezTo>
                  <a:pt x="5437" y="11158"/>
                  <a:pt x="5467" y="11173"/>
                  <a:pt x="5497" y="11173"/>
                </a:cubicBezTo>
                <a:cubicBezTo>
                  <a:pt x="5586" y="11008"/>
                  <a:pt x="5661" y="10844"/>
                  <a:pt x="5736" y="10695"/>
                </a:cubicBezTo>
                <a:cubicBezTo>
                  <a:pt x="5706" y="10665"/>
                  <a:pt x="5661" y="10650"/>
                  <a:pt x="5616" y="10635"/>
                </a:cubicBezTo>
                <a:close/>
                <a:moveTo>
                  <a:pt x="9320" y="10934"/>
                </a:moveTo>
                <a:cubicBezTo>
                  <a:pt x="9291" y="11023"/>
                  <a:pt x="9261" y="11143"/>
                  <a:pt x="9231" y="11247"/>
                </a:cubicBezTo>
                <a:cubicBezTo>
                  <a:pt x="9261" y="11247"/>
                  <a:pt x="9291" y="11262"/>
                  <a:pt x="9320" y="11262"/>
                </a:cubicBezTo>
                <a:cubicBezTo>
                  <a:pt x="9350" y="11158"/>
                  <a:pt x="9380" y="11053"/>
                  <a:pt x="9395" y="10949"/>
                </a:cubicBezTo>
                <a:cubicBezTo>
                  <a:pt x="9365" y="10934"/>
                  <a:pt x="9350" y="10934"/>
                  <a:pt x="9320" y="10934"/>
                </a:cubicBezTo>
                <a:close/>
                <a:moveTo>
                  <a:pt x="14757" y="11038"/>
                </a:moveTo>
                <a:lnTo>
                  <a:pt x="14757" y="11038"/>
                </a:lnTo>
                <a:cubicBezTo>
                  <a:pt x="14727" y="11046"/>
                  <a:pt x="14694" y="11046"/>
                  <a:pt x="14667" y="11046"/>
                </a:cubicBezTo>
                <a:cubicBezTo>
                  <a:pt x="14641" y="11046"/>
                  <a:pt x="14623" y="11046"/>
                  <a:pt x="14623" y="11053"/>
                </a:cubicBezTo>
                <a:cubicBezTo>
                  <a:pt x="14593" y="11232"/>
                  <a:pt x="14563" y="11427"/>
                  <a:pt x="14548" y="11606"/>
                </a:cubicBezTo>
                <a:cubicBezTo>
                  <a:pt x="14578" y="11591"/>
                  <a:pt x="14623" y="11576"/>
                  <a:pt x="14667" y="11561"/>
                </a:cubicBezTo>
                <a:cubicBezTo>
                  <a:pt x="14682" y="11427"/>
                  <a:pt x="14712" y="11307"/>
                  <a:pt x="14727" y="11173"/>
                </a:cubicBezTo>
                <a:cubicBezTo>
                  <a:pt x="14742" y="11128"/>
                  <a:pt x="14742" y="11083"/>
                  <a:pt x="14757" y="11038"/>
                </a:cubicBezTo>
                <a:close/>
                <a:moveTo>
                  <a:pt x="986" y="11785"/>
                </a:moveTo>
                <a:lnTo>
                  <a:pt x="971" y="11830"/>
                </a:lnTo>
                <a:cubicBezTo>
                  <a:pt x="956" y="11815"/>
                  <a:pt x="956" y="11800"/>
                  <a:pt x="956" y="11785"/>
                </a:cubicBezTo>
                <a:close/>
                <a:moveTo>
                  <a:pt x="14438" y="11734"/>
                </a:moveTo>
                <a:cubicBezTo>
                  <a:pt x="14425" y="11734"/>
                  <a:pt x="14412" y="11736"/>
                  <a:pt x="14399" y="11740"/>
                </a:cubicBezTo>
                <a:cubicBezTo>
                  <a:pt x="14369" y="11740"/>
                  <a:pt x="14354" y="11770"/>
                  <a:pt x="14324" y="11800"/>
                </a:cubicBezTo>
                <a:cubicBezTo>
                  <a:pt x="14369" y="11815"/>
                  <a:pt x="14414" y="11845"/>
                  <a:pt x="14443" y="11845"/>
                </a:cubicBezTo>
                <a:cubicBezTo>
                  <a:pt x="14447" y="11847"/>
                  <a:pt x="14451" y="11848"/>
                  <a:pt x="14455" y="11848"/>
                </a:cubicBezTo>
                <a:cubicBezTo>
                  <a:pt x="14481" y="11848"/>
                  <a:pt x="14509" y="11807"/>
                  <a:pt x="14548" y="11755"/>
                </a:cubicBezTo>
                <a:cubicBezTo>
                  <a:pt x="14506" y="11745"/>
                  <a:pt x="14471" y="11734"/>
                  <a:pt x="14438" y="11734"/>
                </a:cubicBezTo>
                <a:close/>
                <a:moveTo>
                  <a:pt x="9126" y="11994"/>
                </a:moveTo>
                <a:cubicBezTo>
                  <a:pt x="9096" y="12039"/>
                  <a:pt x="9067" y="12084"/>
                  <a:pt x="9052" y="12129"/>
                </a:cubicBezTo>
                <a:cubicBezTo>
                  <a:pt x="9052" y="12144"/>
                  <a:pt x="9081" y="12173"/>
                  <a:pt x="9126" y="12218"/>
                </a:cubicBezTo>
                <a:cubicBezTo>
                  <a:pt x="9156" y="12158"/>
                  <a:pt x="9201" y="12129"/>
                  <a:pt x="9201" y="12084"/>
                </a:cubicBezTo>
                <a:cubicBezTo>
                  <a:pt x="9201" y="12054"/>
                  <a:pt x="9156" y="12024"/>
                  <a:pt x="9126" y="11994"/>
                </a:cubicBezTo>
                <a:close/>
                <a:moveTo>
                  <a:pt x="9022" y="12308"/>
                </a:moveTo>
                <a:cubicBezTo>
                  <a:pt x="9007" y="12397"/>
                  <a:pt x="8992" y="12472"/>
                  <a:pt x="8962" y="12547"/>
                </a:cubicBezTo>
                <a:cubicBezTo>
                  <a:pt x="9007" y="12562"/>
                  <a:pt x="9067" y="12577"/>
                  <a:pt x="9067" y="12577"/>
                </a:cubicBezTo>
                <a:cubicBezTo>
                  <a:pt x="9096" y="12502"/>
                  <a:pt x="9126" y="12412"/>
                  <a:pt x="9141" y="12338"/>
                </a:cubicBezTo>
                <a:cubicBezTo>
                  <a:pt x="9111" y="12323"/>
                  <a:pt x="9067" y="12323"/>
                  <a:pt x="9022" y="12308"/>
                </a:cubicBezTo>
                <a:close/>
                <a:moveTo>
                  <a:pt x="5004" y="12203"/>
                </a:moveTo>
                <a:cubicBezTo>
                  <a:pt x="4959" y="12338"/>
                  <a:pt x="4929" y="12472"/>
                  <a:pt x="4899" y="12607"/>
                </a:cubicBezTo>
                <a:cubicBezTo>
                  <a:pt x="4929" y="12607"/>
                  <a:pt x="4959" y="12621"/>
                  <a:pt x="5004" y="12636"/>
                </a:cubicBezTo>
                <a:cubicBezTo>
                  <a:pt x="5049" y="12502"/>
                  <a:pt x="5094" y="12368"/>
                  <a:pt x="5138" y="12248"/>
                </a:cubicBezTo>
                <a:cubicBezTo>
                  <a:pt x="5094" y="12233"/>
                  <a:pt x="5049" y="12218"/>
                  <a:pt x="5004" y="12203"/>
                </a:cubicBezTo>
                <a:close/>
                <a:moveTo>
                  <a:pt x="2032" y="11531"/>
                </a:moveTo>
                <a:lnTo>
                  <a:pt x="2032" y="12741"/>
                </a:lnTo>
                <a:cubicBezTo>
                  <a:pt x="2032" y="12756"/>
                  <a:pt x="2032" y="12786"/>
                  <a:pt x="2032" y="12801"/>
                </a:cubicBezTo>
                <a:lnTo>
                  <a:pt x="2032" y="13249"/>
                </a:lnTo>
                <a:lnTo>
                  <a:pt x="2121" y="13249"/>
                </a:lnTo>
                <a:cubicBezTo>
                  <a:pt x="2151" y="13129"/>
                  <a:pt x="2181" y="13010"/>
                  <a:pt x="2196" y="12890"/>
                </a:cubicBezTo>
                <a:lnTo>
                  <a:pt x="2196" y="11531"/>
                </a:lnTo>
                <a:close/>
                <a:moveTo>
                  <a:pt x="19074" y="13144"/>
                </a:moveTo>
                <a:cubicBezTo>
                  <a:pt x="19088" y="13234"/>
                  <a:pt x="19118" y="13323"/>
                  <a:pt x="19133" y="13413"/>
                </a:cubicBezTo>
                <a:cubicBezTo>
                  <a:pt x="19163" y="13413"/>
                  <a:pt x="19208" y="13398"/>
                  <a:pt x="19238" y="13398"/>
                </a:cubicBezTo>
                <a:cubicBezTo>
                  <a:pt x="19208" y="13309"/>
                  <a:pt x="19178" y="13219"/>
                  <a:pt x="19148" y="13144"/>
                </a:cubicBezTo>
                <a:close/>
                <a:moveTo>
                  <a:pt x="16310" y="13219"/>
                </a:moveTo>
                <a:lnTo>
                  <a:pt x="16310" y="13219"/>
                </a:lnTo>
                <a:cubicBezTo>
                  <a:pt x="16266" y="13294"/>
                  <a:pt x="16206" y="13353"/>
                  <a:pt x="16161" y="13413"/>
                </a:cubicBezTo>
                <a:cubicBezTo>
                  <a:pt x="16191" y="13428"/>
                  <a:pt x="16221" y="13443"/>
                  <a:pt x="16251" y="13443"/>
                </a:cubicBezTo>
                <a:cubicBezTo>
                  <a:pt x="16266" y="13368"/>
                  <a:pt x="16295" y="13294"/>
                  <a:pt x="16310" y="13219"/>
                </a:cubicBezTo>
                <a:close/>
                <a:moveTo>
                  <a:pt x="17723" y="13559"/>
                </a:moveTo>
                <a:cubicBezTo>
                  <a:pt x="17720" y="13559"/>
                  <a:pt x="17716" y="13560"/>
                  <a:pt x="17714" y="13562"/>
                </a:cubicBezTo>
                <a:cubicBezTo>
                  <a:pt x="17684" y="13577"/>
                  <a:pt x="17655" y="13607"/>
                  <a:pt x="17655" y="13637"/>
                </a:cubicBezTo>
                <a:cubicBezTo>
                  <a:pt x="17655" y="13667"/>
                  <a:pt x="17684" y="13697"/>
                  <a:pt x="17714" y="13757"/>
                </a:cubicBezTo>
                <a:cubicBezTo>
                  <a:pt x="17759" y="13682"/>
                  <a:pt x="17774" y="13637"/>
                  <a:pt x="17789" y="13592"/>
                </a:cubicBezTo>
                <a:cubicBezTo>
                  <a:pt x="17789" y="13592"/>
                  <a:pt x="17745" y="13559"/>
                  <a:pt x="17723" y="13559"/>
                </a:cubicBezTo>
                <a:close/>
                <a:moveTo>
                  <a:pt x="16176" y="13652"/>
                </a:moveTo>
                <a:cubicBezTo>
                  <a:pt x="16116" y="13667"/>
                  <a:pt x="16042" y="13682"/>
                  <a:pt x="15892" y="13727"/>
                </a:cubicBezTo>
                <a:cubicBezTo>
                  <a:pt x="15980" y="13749"/>
                  <a:pt x="16027" y="13762"/>
                  <a:pt x="16058" y="13762"/>
                </a:cubicBezTo>
                <a:cubicBezTo>
                  <a:pt x="16069" y="13762"/>
                  <a:pt x="16078" y="13761"/>
                  <a:pt x="16086" y="13757"/>
                </a:cubicBezTo>
                <a:cubicBezTo>
                  <a:pt x="16116" y="13742"/>
                  <a:pt x="16146" y="13697"/>
                  <a:pt x="16176" y="13652"/>
                </a:cubicBezTo>
                <a:close/>
                <a:moveTo>
                  <a:pt x="5034" y="13772"/>
                </a:moveTo>
                <a:cubicBezTo>
                  <a:pt x="5034" y="13786"/>
                  <a:pt x="5034" y="13786"/>
                  <a:pt x="5049" y="13786"/>
                </a:cubicBezTo>
                <a:lnTo>
                  <a:pt x="5034" y="13801"/>
                </a:lnTo>
                <a:lnTo>
                  <a:pt x="5034" y="13772"/>
                </a:lnTo>
                <a:close/>
                <a:moveTo>
                  <a:pt x="5198" y="13712"/>
                </a:moveTo>
                <a:cubicBezTo>
                  <a:pt x="5243" y="13772"/>
                  <a:pt x="5243" y="13831"/>
                  <a:pt x="5213" y="13891"/>
                </a:cubicBezTo>
                <a:lnTo>
                  <a:pt x="5198" y="13712"/>
                </a:lnTo>
                <a:close/>
                <a:moveTo>
                  <a:pt x="13936" y="13936"/>
                </a:moveTo>
                <a:lnTo>
                  <a:pt x="13937" y="13950"/>
                </a:lnTo>
                <a:lnTo>
                  <a:pt x="13937" y="13950"/>
                </a:lnTo>
                <a:cubicBezTo>
                  <a:pt x="13941" y="13945"/>
                  <a:pt x="13946" y="13941"/>
                  <a:pt x="13951" y="13936"/>
                </a:cubicBezTo>
                <a:close/>
                <a:moveTo>
                  <a:pt x="11353" y="13936"/>
                </a:moveTo>
                <a:cubicBezTo>
                  <a:pt x="11358" y="13936"/>
                  <a:pt x="11363" y="13940"/>
                  <a:pt x="11367" y="13951"/>
                </a:cubicBezTo>
                <a:cubicBezTo>
                  <a:pt x="11367" y="13951"/>
                  <a:pt x="11367" y="13951"/>
                  <a:pt x="11352" y="13966"/>
                </a:cubicBezTo>
                <a:cubicBezTo>
                  <a:pt x="11348" y="13967"/>
                  <a:pt x="11344" y="13968"/>
                  <a:pt x="11341" y="13968"/>
                </a:cubicBezTo>
                <a:cubicBezTo>
                  <a:pt x="11322" y="13968"/>
                  <a:pt x="11338" y="13936"/>
                  <a:pt x="11353" y="13936"/>
                </a:cubicBezTo>
                <a:close/>
                <a:moveTo>
                  <a:pt x="5318" y="13996"/>
                </a:moveTo>
                <a:cubicBezTo>
                  <a:pt x="5333" y="13996"/>
                  <a:pt x="5333" y="13996"/>
                  <a:pt x="5348" y="14011"/>
                </a:cubicBezTo>
                <a:lnTo>
                  <a:pt x="5318" y="13996"/>
                </a:lnTo>
                <a:close/>
                <a:moveTo>
                  <a:pt x="16042" y="13816"/>
                </a:moveTo>
                <a:cubicBezTo>
                  <a:pt x="15997" y="13891"/>
                  <a:pt x="15967" y="13921"/>
                  <a:pt x="15937" y="13966"/>
                </a:cubicBezTo>
                <a:cubicBezTo>
                  <a:pt x="15977" y="14006"/>
                  <a:pt x="16017" y="14058"/>
                  <a:pt x="16057" y="14058"/>
                </a:cubicBezTo>
                <a:cubicBezTo>
                  <a:pt x="16062" y="14058"/>
                  <a:pt x="16067" y="14057"/>
                  <a:pt x="16071" y="14055"/>
                </a:cubicBezTo>
                <a:cubicBezTo>
                  <a:pt x="16116" y="14055"/>
                  <a:pt x="16161" y="13981"/>
                  <a:pt x="16206" y="13936"/>
                </a:cubicBezTo>
                <a:cubicBezTo>
                  <a:pt x="16161" y="13906"/>
                  <a:pt x="16116" y="13876"/>
                  <a:pt x="16042" y="13816"/>
                </a:cubicBezTo>
                <a:close/>
                <a:moveTo>
                  <a:pt x="13937" y="13950"/>
                </a:moveTo>
                <a:cubicBezTo>
                  <a:pt x="13899" y="13990"/>
                  <a:pt x="13873" y="14030"/>
                  <a:pt x="13846" y="14070"/>
                </a:cubicBezTo>
                <a:cubicBezTo>
                  <a:pt x="13891" y="14085"/>
                  <a:pt x="13921" y="14115"/>
                  <a:pt x="13951" y="14145"/>
                </a:cubicBezTo>
                <a:lnTo>
                  <a:pt x="13937" y="13950"/>
                </a:lnTo>
                <a:close/>
                <a:moveTo>
                  <a:pt x="13413" y="14160"/>
                </a:moveTo>
                <a:cubicBezTo>
                  <a:pt x="13405" y="14175"/>
                  <a:pt x="13402" y="14186"/>
                  <a:pt x="13398" y="14197"/>
                </a:cubicBezTo>
                <a:lnTo>
                  <a:pt x="13413" y="14160"/>
                </a:lnTo>
                <a:close/>
                <a:moveTo>
                  <a:pt x="13398" y="14197"/>
                </a:moveTo>
                <a:lnTo>
                  <a:pt x="13383" y="14235"/>
                </a:lnTo>
                <a:lnTo>
                  <a:pt x="13383" y="14235"/>
                </a:lnTo>
                <a:cubicBezTo>
                  <a:pt x="13390" y="14220"/>
                  <a:pt x="13394" y="14208"/>
                  <a:pt x="13398" y="14197"/>
                </a:cubicBezTo>
                <a:close/>
                <a:moveTo>
                  <a:pt x="4899" y="14235"/>
                </a:moveTo>
                <a:lnTo>
                  <a:pt x="4899" y="14235"/>
                </a:lnTo>
                <a:cubicBezTo>
                  <a:pt x="4870" y="14264"/>
                  <a:pt x="4855" y="14264"/>
                  <a:pt x="4825" y="14279"/>
                </a:cubicBezTo>
                <a:lnTo>
                  <a:pt x="4899" y="14235"/>
                </a:lnTo>
                <a:close/>
                <a:moveTo>
                  <a:pt x="4690" y="14235"/>
                </a:moveTo>
                <a:lnTo>
                  <a:pt x="4705" y="14279"/>
                </a:lnTo>
                <a:lnTo>
                  <a:pt x="4720" y="14294"/>
                </a:lnTo>
                <a:lnTo>
                  <a:pt x="4720" y="14309"/>
                </a:lnTo>
                <a:cubicBezTo>
                  <a:pt x="4705" y="14294"/>
                  <a:pt x="4690" y="14264"/>
                  <a:pt x="4690" y="14235"/>
                </a:cubicBezTo>
                <a:close/>
                <a:moveTo>
                  <a:pt x="13637" y="14205"/>
                </a:moveTo>
                <a:cubicBezTo>
                  <a:pt x="13667" y="14324"/>
                  <a:pt x="13697" y="14444"/>
                  <a:pt x="13712" y="14563"/>
                </a:cubicBezTo>
                <a:cubicBezTo>
                  <a:pt x="13741" y="14444"/>
                  <a:pt x="13771" y="14324"/>
                  <a:pt x="13801" y="14205"/>
                </a:cubicBezTo>
                <a:close/>
                <a:moveTo>
                  <a:pt x="13712" y="14563"/>
                </a:moveTo>
                <a:lnTo>
                  <a:pt x="13712" y="14563"/>
                </a:lnTo>
                <a:cubicBezTo>
                  <a:pt x="13667" y="14623"/>
                  <a:pt x="13622" y="14668"/>
                  <a:pt x="13562" y="14727"/>
                </a:cubicBezTo>
                <a:cubicBezTo>
                  <a:pt x="13592" y="14742"/>
                  <a:pt x="13622" y="14757"/>
                  <a:pt x="13652" y="14772"/>
                </a:cubicBezTo>
                <a:cubicBezTo>
                  <a:pt x="13667" y="14698"/>
                  <a:pt x="13697" y="14623"/>
                  <a:pt x="13712" y="14563"/>
                </a:cubicBezTo>
                <a:close/>
                <a:moveTo>
                  <a:pt x="11008" y="14742"/>
                </a:moveTo>
                <a:cubicBezTo>
                  <a:pt x="10993" y="14802"/>
                  <a:pt x="10963" y="14877"/>
                  <a:pt x="10919" y="15056"/>
                </a:cubicBezTo>
                <a:cubicBezTo>
                  <a:pt x="11023" y="14937"/>
                  <a:pt x="11083" y="14907"/>
                  <a:pt x="11068" y="14877"/>
                </a:cubicBezTo>
                <a:cubicBezTo>
                  <a:pt x="11068" y="14832"/>
                  <a:pt x="11038" y="14787"/>
                  <a:pt x="11008" y="14742"/>
                </a:cubicBezTo>
                <a:close/>
                <a:moveTo>
                  <a:pt x="4033" y="15056"/>
                </a:moveTo>
                <a:cubicBezTo>
                  <a:pt x="4048" y="15071"/>
                  <a:pt x="4063" y="15101"/>
                  <a:pt x="4063" y="15116"/>
                </a:cubicBezTo>
                <a:lnTo>
                  <a:pt x="4033" y="15071"/>
                </a:lnTo>
                <a:lnTo>
                  <a:pt x="4033" y="15056"/>
                </a:lnTo>
                <a:close/>
                <a:moveTo>
                  <a:pt x="6557" y="15579"/>
                </a:moveTo>
                <a:lnTo>
                  <a:pt x="6572" y="15594"/>
                </a:lnTo>
                <a:lnTo>
                  <a:pt x="6572" y="15609"/>
                </a:lnTo>
                <a:lnTo>
                  <a:pt x="6587" y="15624"/>
                </a:lnTo>
                <a:lnTo>
                  <a:pt x="6557" y="15594"/>
                </a:lnTo>
                <a:cubicBezTo>
                  <a:pt x="6557" y="15594"/>
                  <a:pt x="6557" y="15579"/>
                  <a:pt x="6557" y="15579"/>
                </a:cubicBezTo>
                <a:close/>
                <a:moveTo>
                  <a:pt x="14906" y="15937"/>
                </a:moveTo>
                <a:cubicBezTo>
                  <a:pt x="14906" y="15937"/>
                  <a:pt x="14862" y="15967"/>
                  <a:pt x="14817" y="15997"/>
                </a:cubicBezTo>
                <a:cubicBezTo>
                  <a:pt x="14862" y="16042"/>
                  <a:pt x="14891" y="16072"/>
                  <a:pt x="14936" y="16102"/>
                </a:cubicBezTo>
                <a:cubicBezTo>
                  <a:pt x="14936" y="16102"/>
                  <a:pt x="14996" y="16057"/>
                  <a:pt x="14996" y="16042"/>
                </a:cubicBezTo>
                <a:cubicBezTo>
                  <a:pt x="14966" y="16012"/>
                  <a:pt x="14951" y="15967"/>
                  <a:pt x="14906" y="15937"/>
                </a:cubicBezTo>
                <a:close/>
                <a:moveTo>
                  <a:pt x="2435" y="15952"/>
                </a:moveTo>
                <a:cubicBezTo>
                  <a:pt x="2360" y="16012"/>
                  <a:pt x="2286" y="16057"/>
                  <a:pt x="2211" y="16116"/>
                </a:cubicBezTo>
                <a:cubicBezTo>
                  <a:pt x="2226" y="16146"/>
                  <a:pt x="2241" y="16161"/>
                  <a:pt x="2271" y="16191"/>
                </a:cubicBezTo>
                <a:cubicBezTo>
                  <a:pt x="2345" y="16146"/>
                  <a:pt x="2420" y="16087"/>
                  <a:pt x="2495" y="16042"/>
                </a:cubicBezTo>
                <a:cubicBezTo>
                  <a:pt x="2465" y="16012"/>
                  <a:pt x="2450" y="15982"/>
                  <a:pt x="2435" y="15952"/>
                </a:cubicBezTo>
                <a:close/>
                <a:moveTo>
                  <a:pt x="3704" y="16356"/>
                </a:moveTo>
                <a:lnTo>
                  <a:pt x="3704" y="16356"/>
                </a:lnTo>
                <a:cubicBezTo>
                  <a:pt x="3690" y="16370"/>
                  <a:pt x="3690" y="16371"/>
                  <a:pt x="3690" y="16385"/>
                </a:cubicBezTo>
                <a:lnTo>
                  <a:pt x="3690" y="16370"/>
                </a:lnTo>
                <a:lnTo>
                  <a:pt x="3704" y="16356"/>
                </a:lnTo>
                <a:close/>
                <a:moveTo>
                  <a:pt x="8036" y="16759"/>
                </a:moveTo>
                <a:lnTo>
                  <a:pt x="8036" y="16759"/>
                </a:lnTo>
                <a:cubicBezTo>
                  <a:pt x="8021" y="16789"/>
                  <a:pt x="8021" y="16804"/>
                  <a:pt x="8006" y="16833"/>
                </a:cubicBezTo>
                <a:cubicBezTo>
                  <a:pt x="8006" y="16804"/>
                  <a:pt x="8021" y="16789"/>
                  <a:pt x="8036" y="16759"/>
                </a:cubicBezTo>
                <a:close/>
                <a:moveTo>
                  <a:pt x="14862" y="16684"/>
                </a:moveTo>
                <a:cubicBezTo>
                  <a:pt x="14817" y="16684"/>
                  <a:pt x="14787" y="16759"/>
                  <a:pt x="14742" y="16789"/>
                </a:cubicBezTo>
                <a:cubicBezTo>
                  <a:pt x="14802" y="16818"/>
                  <a:pt x="14877" y="16848"/>
                  <a:pt x="14936" y="16863"/>
                </a:cubicBezTo>
                <a:cubicBezTo>
                  <a:pt x="14981" y="16863"/>
                  <a:pt x="15041" y="16833"/>
                  <a:pt x="15190" y="16789"/>
                </a:cubicBezTo>
                <a:cubicBezTo>
                  <a:pt x="15011" y="16729"/>
                  <a:pt x="14936" y="16684"/>
                  <a:pt x="14862" y="16684"/>
                </a:cubicBezTo>
                <a:close/>
                <a:moveTo>
                  <a:pt x="1434" y="16893"/>
                </a:moveTo>
                <a:cubicBezTo>
                  <a:pt x="1404" y="16923"/>
                  <a:pt x="1375" y="16938"/>
                  <a:pt x="1330" y="16953"/>
                </a:cubicBezTo>
                <a:lnTo>
                  <a:pt x="1434" y="16893"/>
                </a:lnTo>
                <a:close/>
                <a:moveTo>
                  <a:pt x="9948" y="17177"/>
                </a:moveTo>
                <a:lnTo>
                  <a:pt x="9978" y="17252"/>
                </a:lnTo>
                <a:cubicBezTo>
                  <a:pt x="9963" y="17237"/>
                  <a:pt x="9948" y="17207"/>
                  <a:pt x="9948" y="17177"/>
                </a:cubicBezTo>
                <a:close/>
                <a:moveTo>
                  <a:pt x="6333" y="17476"/>
                </a:moveTo>
                <a:cubicBezTo>
                  <a:pt x="6348" y="17491"/>
                  <a:pt x="6348" y="17491"/>
                  <a:pt x="6348" y="17491"/>
                </a:cubicBezTo>
                <a:lnTo>
                  <a:pt x="6333" y="17505"/>
                </a:lnTo>
                <a:cubicBezTo>
                  <a:pt x="6333" y="17505"/>
                  <a:pt x="6333" y="17491"/>
                  <a:pt x="6333" y="17476"/>
                </a:cubicBezTo>
                <a:close/>
                <a:moveTo>
                  <a:pt x="13189" y="16863"/>
                </a:moveTo>
                <a:lnTo>
                  <a:pt x="13189" y="17252"/>
                </a:lnTo>
                <a:cubicBezTo>
                  <a:pt x="13174" y="17341"/>
                  <a:pt x="13159" y="17431"/>
                  <a:pt x="13144" y="17535"/>
                </a:cubicBezTo>
                <a:cubicBezTo>
                  <a:pt x="13189" y="17491"/>
                  <a:pt x="13219" y="17461"/>
                  <a:pt x="13263" y="17416"/>
                </a:cubicBezTo>
                <a:cubicBezTo>
                  <a:pt x="13278" y="17237"/>
                  <a:pt x="13293" y="17042"/>
                  <a:pt x="13308" y="16863"/>
                </a:cubicBezTo>
                <a:close/>
                <a:moveTo>
                  <a:pt x="4638" y="18051"/>
                </a:moveTo>
                <a:lnTo>
                  <a:pt x="4660" y="18058"/>
                </a:lnTo>
                <a:cubicBezTo>
                  <a:pt x="4653" y="18058"/>
                  <a:pt x="4646" y="18054"/>
                  <a:pt x="4638" y="18051"/>
                </a:cubicBezTo>
                <a:close/>
                <a:moveTo>
                  <a:pt x="2211" y="18312"/>
                </a:moveTo>
                <a:cubicBezTo>
                  <a:pt x="2092" y="18312"/>
                  <a:pt x="1987" y="18327"/>
                  <a:pt x="1867" y="18327"/>
                </a:cubicBezTo>
                <a:cubicBezTo>
                  <a:pt x="1867" y="18357"/>
                  <a:pt x="1853" y="18387"/>
                  <a:pt x="1853" y="18417"/>
                </a:cubicBezTo>
                <a:cubicBezTo>
                  <a:pt x="1972" y="18402"/>
                  <a:pt x="2092" y="18402"/>
                  <a:pt x="2211" y="18387"/>
                </a:cubicBezTo>
                <a:cubicBezTo>
                  <a:pt x="2211" y="18372"/>
                  <a:pt x="2211" y="18342"/>
                  <a:pt x="2211" y="18312"/>
                </a:cubicBezTo>
                <a:close/>
                <a:moveTo>
                  <a:pt x="13129" y="17670"/>
                </a:moveTo>
                <a:cubicBezTo>
                  <a:pt x="13114" y="17759"/>
                  <a:pt x="13099" y="17849"/>
                  <a:pt x="13069" y="17939"/>
                </a:cubicBezTo>
                <a:cubicBezTo>
                  <a:pt x="13054" y="18163"/>
                  <a:pt x="13054" y="18387"/>
                  <a:pt x="13039" y="18626"/>
                </a:cubicBezTo>
                <a:cubicBezTo>
                  <a:pt x="13084" y="18611"/>
                  <a:pt x="13129" y="18611"/>
                  <a:pt x="13159" y="18611"/>
                </a:cubicBezTo>
                <a:lnTo>
                  <a:pt x="13159" y="18028"/>
                </a:lnTo>
                <a:cubicBezTo>
                  <a:pt x="13189" y="17909"/>
                  <a:pt x="13204" y="17789"/>
                  <a:pt x="13219" y="17670"/>
                </a:cubicBezTo>
                <a:close/>
                <a:moveTo>
                  <a:pt x="478" y="17401"/>
                </a:moveTo>
                <a:cubicBezTo>
                  <a:pt x="404" y="17446"/>
                  <a:pt x="389" y="17520"/>
                  <a:pt x="404" y="17610"/>
                </a:cubicBezTo>
                <a:cubicBezTo>
                  <a:pt x="568" y="17715"/>
                  <a:pt x="717" y="17819"/>
                  <a:pt x="882" y="17909"/>
                </a:cubicBezTo>
                <a:cubicBezTo>
                  <a:pt x="956" y="18028"/>
                  <a:pt x="1061" y="18148"/>
                  <a:pt x="1151" y="18267"/>
                </a:cubicBezTo>
                <a:cubicBezTo>
                  <a:pt x="1180" y="18297"/>
                  <a:pt x="1210" y="18327"/>
                  <a:pt x="1255" y="18357"/>
                </a:cubicBezTo>
                <a:cubicBezTo>
                  <a:pt x="1242" y="18550"/>
                  <a:pt x="1318" y="18665"/>
                  <a:pt x="1491" y="18665"/>
                </a:cubicBezTo>
                <a:cubicBezTo>
                  <a:pt x="1519" y="18665"/>
                  <a:pt x="1550" y="18662"/>
                  <a:pt x="1584" y="18656"/>
                </a:cubicBezTo>
                <a:cubicBezTo>
                  <a:pt x="1539" y="18551"/>
                  <a:pt x="1479" y="18446"/>
                  <a:pt x="1434" y="18342"/>
                </a:cubicBezTo>
                <a:cubicBezTo>
                  <a:pt x="1390" y="18252"/>
                  <a:pt x="1345" y="18178"/>
                  <a:pt x="1300" y="18088"/>
                </a:cubicBezTo>
                <a:cubicBezTo>
                  <a:pt x="1300" y="18058"/>
                  <a:pt x="1285" y="18043"/>
                  <a:pt x="1270" y="18028"/>
                </a:cubicBezTo>
                <a:cubicBezTo>
                  <a:pt x="1210" y="17580"/>
                  <a:pt x="717" y="17640"/>
                  <a:pt x="478" y="17401"/>
                </a:cubicBezTo>
                <a:close/>
                <a:moveTo>
                  <a:pt x="7439" y="18641"/>
                </a:moveTo>
                <a:cubicBezTo>
                  <a:pt x="7424" y="18656"/>
                  <a:pt x="7424" y="18670"/>
                  <a:pt x="7409" y="18685"/>
                </a:cubicBezTo>
                <a:lnTo>
                  <a:pt x="7379" y="18700"/>
                </a:lnTo>
                <a:cubicBezTo>
                  <a:pt x="7394" y="18670"/>
                  <a:pt x="7409" y="18641"/>
                  <a:pt x="7439" y="18641"/>
                </a:cubicBezTo>
                <a:close/>
                <a:moveTo>
                  <a:pt x="1584" y="18656"/>
                </a:moveTo>
                <a:cubicBezTo>
                  <a:pt x="1597" y="18851"/>
                  <a:pt x="1678" y="18978"/>
                  <a:pt x="1866" y="18978"/>
                </a:cubicBezTo>
                <a:cubicBezTo>
                  <a:pt x="1894" y="18978"/>
                  <a:pt x="1924" y="18975"/>
                  <a:pt x="1957" y="18969"/>
                </a:cubicBezTo>
                <a:cubicBezTo>
                  <a:pt x="1838" y="18865"/>
                  <a:pt x="1703" y="18760"/>
                  <a:pt x="1584" y="18656"/>
                </a:cubicBezTo>
                <a:close/>
                <a:moveTo>
                  <a:pt x="13308" y="18790"/>
                </a:moveTo>
                <a:cubicBezTo>
                  <a:pt x="13204" y="18835"/>
                  <a:pt x="13114" y="18880"/>
                  <a:pt x="13025" y="18924"/>
                </a:cubicBezTo>
                <a:cubicBezTo>
                  <a:pt x="13010" y="18939"/>
                  <a:pt x="13039" y="19029"/>
                  <a:pt x="13069" y="19089"/>
                </a:cubicBezTo>
                <a:cubicBezTo>
                  <a:pt x="13159" y="19014"/>
                  <a:pt x="13249" y="18954"/>
                  <a:pt x="13353" y="18880"/>
                </a:cubicBezTo>
                <a:cubicBezTo>
                  <a:pt x="13338" y="18850"/>
                  <a:pt x="13323" y="18820"/>
                  <a:pt x="13308" y="18790"/>
                </a:cubicBezTo>
                <a:close/>
                <a:moveTo>
                  <a:pt x="6423" y="18909"/>
                </a:moveTo>
                <a:cubicBezTo>
                  <a:pt x="6438" y="18924"/>
                  <a:pt x="6453" y="18939"/>
                  <a:pt x="6468" y="18954"/>
                </a:cubicBezTo>
                <a:lnTo>
                  <a:pt x="6468" y="19044"/>
                </a:lnTo>
                <a:cubicBezTo>
                  <a:pt x="6453" y="19074"/>
                  <a:pt x="6438" y="19089"/>
                  <a:pt x="6438" y="19104"/>
                </a:cubicBezTo>
                <a:cubicBezTo>
                  <a:pt x="6423" y="19044"/>
                  <a:pt x="6423" y="18984"/>
                  <a:pt x="6423" y="18909"/>
                </a:cubicBezTo>
                <a:close/>
                <a:moveTo>
                  <a:pt x="8424" y="18969"/>
                </a:moveTo>
                <a:cubicBezTo>
                  <a:pt x="8350" y="19029"/>
                  <a:pt x="8290" y="19089"/>
                  <a:pt x="8215" y="19148"/>
                </a:cubicBezTo>
                <a:cubicBezTo>
                  <a:pt x="8245" y="19193"/>
                  <a:pt x="8275" y="19253"/>
                  <a:pt x="8320" y="19313"/>
                </a:cubicBezTo>
                <a:cubicBezTo>
                  <a:pt x="8350" y="19238"/>
                  <a:pt x="8394" y="19178"/>
                  <a:pt x="8439" y="19119"/>
                </a:cubicBezTo>
                <a:cubicBezTo>
                  <a:pt x="8439" y="19074"/>
                  <a:pt x="8424" y="19029"/>
                  <a:pt x="8424" y="18969"/>
                </a:cubicBezTo>
                <a:close/>
                <a:moveTo>
                  <a:pt x="13054" y="19238"/>
                </a:moveTo>
                <a:cubicBezTo>
                  <a:pt x="13025" y="19268"/>
                  <a:pt x="12980" y="19298"/>
                  <a:pt x="12965" y="19343"/>
                </a:cubicBezTo>
                <a:cubicBezTo>
                  <a:pt x="12950" y="19358"/>
                  <a:pt x="12980" y="19402"/>
                  <a:pt x="13054" y="19552"/>
                </a:cubicBezTo>
                <a:cubicBezTo>
                  <a:pt x="13084" y="19432"/>
                  <a:pt x="13114" y="19387"/>
                  <a:pt x="13114" y="19343"/>
                </a:cubicBezTo>
                <a:cubicBezTo>
                  <a:pt x="13114" y="19313"/>
                  <a:pt x="13084" y="19268"/>
                  <a:pt x="13054" y="19238"/>
                </a:cubicBezTo>
                <a:close/>
                <a:moveTo>
                  <a:pt x="12278" y="20000"/>
                </a:moveTo>
                <a:lnTo>
                  <a:pt x="12278" y="20015"/>
                </a:lnTo>
                <a:cubicBezTo>
                  <a:pt x="12263" y="20000"/>
                  <a:pt x="12263" y="20000"/>
                  <a:pt x="12263" y="20000"/>
                </a:cubicBezTo>
                <a:close/>
                <a:moveTo>
                  <a:pt x="18984" y="20254"/>
                </a:moveTo>
                <a:lnTo>
                  <a:pt x="18984" y="20328"/>
                </a:lnTo>
                <a:cubicBezTo>
                  <a:pt x="18969" y="20343"/>
                  <a:pt x="18969" y="20358"/>
                  <a:pt x="18939" y="20373"/>
                </a:cubicBezTo>
                <a:cubicBezTo>
                  <a:pt x="18954" y="20328"/>
                  <a:pt x="18969" y="20299"/>
                  <a:pt x="18984" y="20254"/>
                </a:cubicBezTo>
                <a:close/>
                <a:moveTo>
                  <a:pt x="12950" y="20000"/>
                </a:moveTo>
                <a:lnTo>
                  <a:pt x="12950" y="20000"/>
                </a:lnTo>
                <a:cubicBezTo>
                  <a:pt x="12993" y="20247"/>
                  <a:pt x="13037" y="20437"/>
                  <a:pt x="13081" y="20612"/>
                </a:cubicBezTo>
                <a:lnTo>
                  <a:pt x="13081" y="20612"/>
                </a:lnTo>
                <a:cubicBezTo>
                  <a:pt x="13180" y="20482"/>
                  <a:pt x="13267" y="20338"/>
                  <a:pt x="13368" y="20194"/>
                </a:cubicBezTo>
                <a:cubicBezTo>
                  <a:pt x="13234" y="20134"/>
                  <a:pt x="13114" y="20074"/>
                  <a:pt x="12950" y="20000"/>
                </a:cubicBezTo>
                <a:close/>
                <a:moveTo>
                  <a:pt x="13081" y="20612"/>
                </a:moveTo>
                <a:cubicBezTo>
                  <a:pt x="13077" y="20617"/>
                  <a:pt x="13073" y="20622"/>
                  <a:pt x="13069" y="20627"/>
                </a:cubicBezTo>
                <a:cubicBezTo>
                  <a:pt x="13072" y="20634"/>
                  <a:pt x="13074" y="20642"/>
                  <a:pt x="13077" y="20649"/>
                </a:cubicBezTo>
                <a:lnTo>
                  <a:pt x="13077" y="20649"/>
                </a:lnTo>
                <a:cubicBezTo>
                  <a:pt x="13079" y="20642"/>
                  <a:pt x="13082" y="20635"/>
                  <a:pt x="13084" y="20627"/>
                </a:cubicBezTo>
                <a:cubicBezTo>
                  <a:pt x="13083" y="20622"/>
                  <a:pt x="13082" y="20617"/>
                  <a:pt x="13081" y="20612"/>
                </a:cubicBezTo>
                <a:close/>
                <a:moveTo>
                  <a:pt x="20477" y="16445"/>
                </a:moveTo>
                <a:cubicBezTo>
                  <a:pt x="20477" y="16460"/>
                  <a:pt x="20477" y="16460"/>
                  <a:pt x="20492" y="16475"/>
                </a:cubicBezTo>
                <a:cubicBezTo>
                  <a:pt x="20492" y="16520"/>
                  <a:pt x="20507" y="16565"/>
                  <a:pt x="20522" y="16594"/>
                </a:cubicBezTo>
                <a:lnTo>
                  <a:pt x="20477" y="16774"/>
                </a:lnTo>
                <a:cubicBezTo>
                  <a:pt x="20463" y="16878"/>
                  <a:pt x="20448" y="16983"/>
                  <a:pt x="20418" y="17102"/>
                </a:cubicBezTo>
                <a:cubicBezTo>
                  <a:pt x="20388" y="17371"/>
                  <a:pt x="20358" y="17655"/>
                  <a:pt x="20313" y="17924"/>
                </a:cubicBezTo>
                <a:lnTo>
                  <a:pt x="20298" y="17924"/>
                </a:lnTo>
                <a:cubicBezTo>
                  <a:pt x="20104" y="18028"/>
                  <a:pt x="20089" y="18237"/>
                  <a:pt x="20014" y="18417"/>
                </a:cubicBezTo>
                <a:cubicBezTo>
                  <a:pt x="19985" y="18536"/>
                  <a:pt x="20000" y="18670"/>
                  <a:pt x="19925" y="18790"/>
                </a:cubicBezTo>
                <a:cubicBezTo>
                  <a:pt x="19761" y="19134"/>
                  <a:pt x="19596" y="19462"/>
                  <a:pt x="19566" y="19835"/>
                </a:cubicBezTo>
                <a:cubicBezTo>
                  <a:pt x="19581" y="19850"/>
                  <a:pt x="19581" y="19865"/>
                  <a:pt x="19581" y="19880"/>
                </a:cubicBezTo>
                <a:cubicBezTo>
                  <a:pt x="19432" y="20060"/>
                  <a:pt x="19342" y="20284"/>
                  <a:pt x="19312" y="20523"/>
                </a:cubicBezTo>
                <a:cubicBezTo>
                  <a:pt x="19312" y="20537"/>
                  <a:pt x="19312" y="20552"/>
                  <a:pt x="19327" y="20567"/>
                </a:cubicBezTo>
                <a:cubicBezTo>
                  <a:pt x="19268" y="20582"/>
                  <a:pt x="19238" y="20612"/>
                  <a:pt x="19208" y="20657"/>
                </a:cubicBezTo>
                <a:cubicBezTo>
                  <a:pt x="19268" y="20493"/>
                  <a:pt x="19238" y="20328"/>
                  <a:pt x="19238" y="20164"/>
                </a:cubicBezTo>
                <a:cubicBezTo>
                  <a:pt x="19223" y="20119"/>
                  <a:pt x="19208" y="20074"/>
                  <a:pt x="19193" y="20045"/>
                </a:cubicBezTo>
                <a:cubicBezTo>
                  <a:pt x="19253" y="19761"/>
                  <a:pt x="19298" y="19477"/>
                  <a:pt x="19357" y="19193"/>
                </a:cubicBezTo>
                <a:cubicBezTo>
                  <a:pt x="19462" y="19089"/>
                  <a:pt x="19462" y="19014"/>
                  <a:pt x="19387" y="18939"/>
                </a:cubicBezTo>
                <a:cubicBezTo>
                  <a:pt x="19566" y="18775"/>
                  <a:pt x="19432" y="18476"/>
                  <a:pt x="19611" y="18297"/>
                </a:cubicBezTo>
                <a:cubicBezTo>
                  <a:pt x="19686" y="18163"/>
                  <a:pt x="19701" y="17998"/>
                  <a:pt x="19761" y="17864"/>
                </a:cubicBezTo>
                <a:cubicBezTo>
                  <a:pt x="19775" y="17819"/>
                  <a:pt x="19805" y="17774"/>
                  <a:pt x="19835" y="17730"/>
                </a:cubicBezTo>
                <a:cubicBezTo>
                  <a:pt x="19850" y="17700"/>
                  <a:pt x="19865" y="17685"/>
                  <a:pt x="19880" y="17655"/>
                </a:cubicBezTo>
                <a:cubicBezTo>
                  <a:pt x="19925" y="17535"/>
                  <a:pt x="19955" y="17431"/>
                  <a:pt x="20000" y="17326"/>
                </a:cubicBezTo>
                <a:cubicBezTo>
                  <a:pt x="20044" y="17237"/>
                  <a:pt x="20089" y="17147"/>
                  <a:pt x="20119" y="17042"/>
                </a:cubicBezTo>
                <a:cubicBezTo>
                  <a:pt x="20149" y="16908"/>
                  <a:pt x="20253" y="16804"/>
                  <a:pt x="20328" y="16699"/>
                </a:cubicBezTo>
                <a:cubicBezTo>
                  <a:pt x="20343" y="16639"/>
                  <a:pt x="20373" y="16579"/>
                  <a:pt x="20343" y="16535"/>
                </a:cubicBezTo>
                <a:cubicBezTo>
                  <a:pt x="20403" y="16505"/>
                  <a:pt x="20448" y="16490"/>
                  <a:pt x="20477" y="16445"/>
                </a:cubicBezTo>
                <a:close/>
                <a:moveTo>
                  <a:pt x="19189" y="20713"/>
                </a:moveTo>
                <a:cubicBezTo>
                  <a:pt x="19163" y="20787"/>
                  <a:pt x="19162" y="20884"/>
                  <a:pt x="19133" y="20941"/>
                </a:cubicBezTo>
                <a:cubicBezTo>
                  <a:pt x="19133" y="20896"/>
                  <a:pt x="19133" y="20851"/>
                  <a:pt x="19118" y="20821"/>
                </a:cubicBezTo>
                <a:cubicBezTo>
                  <a:pt x="19146" y="20780"/>
                  <a:pt x="19173" y="20752"/>
                  <a:pt x="19189" y="20713"/>
                </a:cubicBezTo>
                <a:close/>
                <a:moveTo>
                  <a:pt x="12278" y="20926"/>
                </a:moveTo>
                <a:lnTo>
                  <a:pt x="12278" y="20926"/>
                </a:lnTo>
                <a:cubicBezTo>
                  <a:pt x="12248" y="20956"/>
                  <a:pt x="12218" y="20986"/>
                  <a:pt x="12173" y="21000"/>
                </a:cubicBezTo>
                <a:lnTo>
                  <a:pt x="12173" y="20971"/>
                </a:lnTo>
                <a:lnTo>
                  <a:pt x="12278" y="20926"/>
                </a:lnTo>
                <a:close/>
                <a:moveTo>
                  <a:pt x="13077" y="20649"/>
                </a:moveTo>
                <a:lnTo>
                  <a:pt x="13077" y="20649"/>
                </a:lnTo>
                <a:cubicBezTo>
                  <a:pt x="13033" y="20776"/>
                  <a:pt x="12978" y="20903"/>
                  <a:pt x="12950" y="21030"/>
                </a:cubicBezTo>
                <a:cubicBezTo>
                  <a:pt x="12950" y="21060"/>
                  <a:pt x="13054" y="21120"/>
                  <a:pt x="13114" y="21150"/>
                </a:cubicBezTo>
                <a:cubicBezTo>
                  <a:pt x="13120" y="21153"/>
                  <a:pt x="13126" y="21154"/>
                  <a:pt x="13133" y="21154"/>
                </a:cubicBezTo>
                <a:cubicBezTo>
                  <a:pt x="13161" y="21154"/>
                  <a:pt x="13197" y="21132"/>
                  <a:pt x="13234" y="21120"/>
                </a:cubicBezTo>
                <a:cubicBezTo>
                  <a:pt x="13204" y="21045"/>
                  <a:pt x="13189" y="20986"/>
                  <a:pt x="13159" y="20911"/>
                </a:cubicBezTo>
                <a:cubicBezTo>
                  <a:pt x="13132" y="20829"/>
                  <a:pt x="13104" y="20734"/>
                  <a:pt x="13077" y="20649"/>
                </a:cubicBezTo>
                <a:close/>
                <a:moveTo>
                  <a:pt x="18835" y="21075"/>
                </a:moveTo>
                <a:cubicBezTo>
                  <a:pt x="18760" y="21120"/>
                  <a:pt x="18685" y="21150"/>
                  <a:pt x="18596" y="21180"/>
                </a:cubicBezTo>
                <a:lnTo>
                  <a:pt x="18596" y="21180"/>
                </a:lnTo>
                <a:lnTo>
                  <a:pt x="18835" y="21075"/>
                </a:lnTo>
                <a:close/>
                <a:moveTo>
                  <a:pt x="14443" y="21090"/>
                </a:moveTo>
                <a:lnTo>
                  <a:pt x="14443" y="21090"/>
                </a:lnTo>
                <a:cubicBezTo>
                  <a:pt x="14473" y="21150"/>
                  <a:pt x="14488" y="21195"/>
                  <a:pt x="14503" y="21239"/>
                </a:cubicBezTo>
                <a:cubicBezTo>
                  <a:pt x="14458" y="21180"/>
                  <a:pt x="14443" y="21135"/>
                  <a:pt x="14443" y="21090"/>
                </a:cubicBezTo>
                <a:close/>
                <a:moveTo>
                  <a:pt x="11053" y="21912"/>
                </a:moveTo>
                <a:cubicBezTo>
                  <a:pt x="11053" y="21971"/>
                  <a:pt x="11038" y="22031"/>
                  <a:pt x="11008" y="22076"/>
                </a:cubicBezTo>
                <a:lnTo>
                  <a:pt x="11008" y="22061"/>
                </a:lnTo>
                <a:cubicBezTo>
                  <a:pt x="11038" y="22016"/>
                  <a:pt x="11053" y="21971"/>
                  <a:pt x="11038" y="21927"/>
                </a:cubicBezTo>
                <a:lnTo>
                  <a:pt x="11038" y="21912"/>
                </a:lnTo>
                <a:close/>
                <a:moveTo>
                  <a:pt x="18252" y="21941"/>
                </a:moveTo>
                <a:cubicBezTo>
                  <a:pt x="18252" y="22016"/>
                  <a:pt x="18237" y="22091"/>
                  <a:pt x="18222" y="22165"/>
                </a:cubicBezTo>
                <a:cubicBezTo>
                  <a:pt x="18252" y="22165"/>
                  <a:pt x="18267" y="22165"/>
                  <a:pt x="18297" y="22180"/>
                </a:cubicBezTo>
                <a:cubicBezTo>
                  <a:pt x="18312" y="22106"/>
                  <a:pt x="18327" y="22031"/>
                  <a:pt x="18342" y="21956"/>
                </a:cubicBezTo>
                <a:cubicBezTo>
                  <a:pt x="18312" y="21941"/>
                  <a:pt x="18282" y="21941"/>
                  <a:pt x="18252" y="21941"/>
                </a:cubicBezTo>
                <a:close/>
                <a:moveTo>
                  <a:pt x="18013" y="21852"/>
                </a:moveTo>
                <a:cubicBezTo>
                  <a:pt x="17998" y="21956"/>
                  <a:pt x="17983" y="22076"/>
                  <a:pt x="17983" y="22195"/>
                </a:cubicBezTo>
                <a:cubicBezTo>
                  <a:pt x="17998" y="22195"/>
                  <a:pt x="18028" y="22210"/>
                  <a:pt x="18058" y="22210"/>
                </a:cubicBezTo>
                <a:cubicBezTo>
                  <a:pt x="18088" y="22091"/>
                  <a:pt x="18103" y="21986"/>
                  <a:pt x="18133" y="21867"/>
                </a:cubicBezTo>
                <a:cubicBezTo>
                  <a:pt x="18088" y="21852"/>
                  <a:pt x="18058" y="21852"/>
                  <a:pt x="18013" y="21852"/>
                </a:cubicBezTo>
                <a:close/>
                <a:moveTo>
                  <a:pt x="12875" y="22225"/>
                </a:moveTo>
                <a:lnTo>
                  <a:pt x="12860" y="22270"/>
                </a:lnTo>
                <a:cubicBezTo>
                  <a:pt x="12830" y="22240"/>
                  <a:pt x="12860" y="22225"/>
                  <a:pt x="12875" y="22225"/>
                </a:cubicBezTo>
                <a:close/>
                <a:moveTo>
                  <a:pt x="18133" y="22390"/>
                </a:moveTo>
                <a:cubicBezTo>
                  <a:pt x="18088" y="22390"/>
                  <a:pt x="18058" y="22404"/>
                  <a:pt x="18028" y="22434"/>
                </a:cubicBezTo>
                <a:cubicBezTo>
                  <a:pt x="18028" y="22434"/>
                  <a:pt x="18043" y="22479"/>
                  <a:pt x="18058" y="22524"/>
                </a:cubicBezTo>
                <a:cubicBezTo>
                  <a:pt x="18103" y="22494"/>
                  <a:pt x="18147" y="22479"/>
                  <a:pt x="18177" y="22464"/>
                </a:cubicBezTo>
                <a:cubicBezTo>
                  <a:pt x="18162" y="22434"/>
                  <a:pt x="18147" y="22390"/>
                  <a:pt x="18133" y="22390"/>
                </a:cubicBezTo>
                <a:close/>
                <a:moveTo>
                  <a:pt x="14324" y="22375"/>
                </a:moveTo>
                <a:cubicBezTo>
                  <a:pt x="14294" y="22404"/>
                  <a:pt x="14249" y="22434"/>
                  <a:pt x="14219" y="22479"/>
                </a:cubicBezTo>
                <a:cubicBezTo>
                  <a:pt x="14219" y="22479"/>
                  <a:pt x="14249" y="22524"/>
                  <a:pt x="14264" y="22539"/>
                </a:cubicBezTo>
                <a:cubicBezTo>
                  <a:pt x="14294" y="22509"/>
                  <a:pt x="14339" y="22479"/>
                  <a:pt x="14369" y="22449"/>
                </a:cubicBezTo>
                <a:cubicBezTo>
                  <a:pt x="14354" y="22419"/>
                  <a:pt x="14339" y="22404"/>
                  <a:pt x="14324" y="22375"/>
                </a:cubicBezTo>
                <a:close/>
                <a:moveTo>
                  <a:pt x="18596" y="22375"/>
                </a:moveTo>
                <a:cubicBezTo>
                  <a:pt x="18551" y="22554"/>
                  <a:pt x="18491" y="22733"/>
                  <a:pt x="18431" y="22912"/>
                </a:cubicBezTo>
                <a:cubicBezTo>
                  <a:pt x="18491" y="22733"/>
                  <a:pt x="18536" y="22554"/>
                  <a:pt x="18596" y="22375"/>
                </a:cubicBezTo>
                <a:close/>
                <a:moveTo>
                  <a:pt x="10351" y="23092"/>
                </a:moveTo>
                <a:cubicBezTo>
                  <a:pt x="10336" y="23136"/>
                  <a:pt x="10306" y="23181"/>
                  <a:pt x="10291" y="23226"/>
                </a:cubicBezTo>
                <a:lnTo>
                  <a:pt x="10560" y="23226"/>
                </a:lnTo>
                <a:cubicBezTo>
                  <a:pt x="10485" y="23181"/>
                  <a:pt x="10426" y="23136"/>
                  <a:pt x="10351" y="23092"/>
                </a:cubicBezTo>
                <a:close/>
                <a:moveTo>
                  <a:pt x="14010" y="23151"/>
                </a:moveTo>
                <a:cubicBezTo>
                  <a:pt x="14010" y="23226"/>
                  <a:pt x="14025" y="23301"/>
                  <a:pt x="14025" y="23390"/>
                </a:cubicBezTo>
                <a:lnTo>
                  <a:pt x="14100" y="23390"/>
                </a:lnTo>
                <a:cubicBezTo>
                  <a:pt x="14100" y="23301"/>
                  <a:pt x="14100" y="23226"/>
                  <a:pt x="14100" y="23151"/>
                </a:cubicBezTo>
                <a:close/>
                <a:moveTo>
                  <a:pt x="14324" y="23435"/>
                </a:moveTo>
                <a:cubicBezTo>
                  <a:pt x="14324" y="23525"/>
                  <a:pt x="14309" y="23584"/>
                  <a:pt x="14309" y="23614"/>
                </a:cubicBezTo>
                <a:cubicBezTo>
                  <a:pt x="14324" y="23644"/>
                  <a:pt x="14354" y="23644"/>
                  <a:pt x="14384" y="23659"/>
                </a:cubicBezTo>
                <a:cubicBezTo>
                  <a:pt x="14399" y="23629"/>
                  <a:pt x="14414" y="23599"/>
                  <a:pt x="14414" y="23555"/>
                </a:cubicBezTo>
                <a:cubicBezTo>
                  <a:pt x="14414" y="23540"/>
                  <a:pt x="14369" y="23510"/>
                  <a:pt x="14324" y="23435"/>
                </a:cubicBezTo>
                <a:close/>
                <a:moveTo>
                  <a:pt x="11979" y="24032"/>
                </a:moveTo>
                <a:cubicBezTo>
                  <a:pt x="11860" y="24092"/>
                  <a:pt x="11740" y="24167"/>
                  <a:pt x="11606" y="24227"/>
                </a:cubicBezTo>
                <a:cubicBezTo>
                  <a:pt x="11635" y="24257"/>
                  <a:pt x="11650" y="24301"/>
                  <a:pt x="11665" y="24331"/>
                </a:cubicBezTo>
                <a:cubicBezTo>
                  <a:pt x="11785" y="24257"/>
                  <a:pt x="11904" y="24182"/>
                  <a:pt x="12024" y="24107"/>
                </a:cubicBezTo>
                <a:cubicBezTo>
                  <a:pt x="12009" y="24092"/>
                  <a:pt x="11994" y="24062"/>
                  <a:pt x="11979" y="24032"/>
                </a:cubicBezTo>
                <a:close/>
                <a:moveTo>
                  <a:pt x="17266" y="24421"/>
                </a:moveTo>
                <a:cubicBezTo>
                  <a:pt x="17236" y="24466"/>
                  <a:pt x="17207" y="24481"/>
                  <a:pt x="17192" y="24510"/>
                </a:cubicBezTo>
                <a:cubicBezTo>
                  <a:pt x="17192" y="24540"/>
                  <a:pt x="17221" y="24570"/>
                  <a:pt x="17236" y="24615"/>
                </a:cubicBezTo>
                <a:cubicBezTo>
                  <a:pt x="17266" y="24585"/>
                  <a:pt x="17296" y="24555"/>
                  <a:pt x="17326" y="24525"/>
                </a:cubicBezTo>
                <a:cubicBezTo>
                  <a:pt x="17326" y="24510"/>
                  <a:pt x="17296" y="24466"/>
                  <a:pt x="17266" y="24421"/>
                </a:cubicBezTo>
                <a:close/>
                <a:moveTo>
                  <a:pt x="15952" y="24675"/>
                </a:moveTo>
                <a:cubicBezTo>
                  <a:pt x="15937" y="24705"/>
                  <a:pt x="15907" y="24734"/>
                  <a:pt x="15892" y="24749"/>
                </a:cubicBezTo>
                <a:cubicBezTo>
                  <a:pt x="15947" y="24790"/>
                  <a:pt x="16001" y="24831"/>
                  <a:pt x="16066" y="24872"/>
                </a:cubicBezTo>
                <a:lnTo>
                  <a:pt x="16066" y="24872"/>
                </a:lnTo>
                <a:cubicBezTo>
                  <a:pt x="16037" y="24802"/>
                  <a:pt x="15994" y="24745"/>
                  <a:pt x="15952" y="24675"/>
                </a:cubicBezTo>
                <a:close/>
                <a:moveTo>
                  <a:pt x="16086" y="24869"/>
                </a:moveTo>
                <a:lnTo>
                  <a:pt x="16086" y="24884"/>
                </a:lnTo>
                <a:cubicBezTo>
                  <a:pt x="16080" y="24880"/>
                  <a:pt x="16073" y="24876"/>
                  <a:pt x="16066" y="24872"/>
                </a:cubicBezTo>
                <a:lnTo>
                  <a:pt x="16066" y="24872"/>
                </a:lnTo>
                <a:cubicBezTo>
                  <a:pt x="16068" y="24876"/>
                  <a:pt x="16070" y="24880"/>
                  <a:pt x="16071" y="24884"/>
                </a:cubicBezTo>
                <a:cubicBezTo>
                  <a:pt x="16084" y="24892"/>
                  <a:pt x="16098" y="24900"/>
                  <a:pt x="16111" y="24908"/>
                </a:cubicBezTo>
                <a:lnTo>
                  <a:pt x="16111" y="24908"/>
                </a:lnTo>
                <a:cubicBezTo>
                  <a:pt x="16103" y="24895"/>
                  <a:pt x="16094" y="24882"/>
                  <a:pt x="16086" y="24869"/>
                </a:cubicBezTo>
                <a:close/>
                <a:moveTo>
                  <a:pt x="16881" y="24775"/>
                </a:moveTo>
                <a:cubicBezTo>
                  <a:pt x="16861" y="24775"/>
                  <a:pt x="16827" y="24794"/>
                  <a:pt x="16803" y="24794"/>
                </a:cubicBezTo>
                <a:cubicBezTo>
                  <a:pt x="16833" y="24839"/>
                  <a:pt x="16848" y="24884"/>
                  <a:pt x="16893" y="24914"/>
                </a:cubicBezTo>
                <a:cubicBezTo>
                  <a:pt x="16898" y="24919"/>
                  <a:pt x="16906" y="24920"/>
                  <a:pt x="16917" y="24920"/>
                </a:cubicBezTo>
                <a:cubicBezTo>
                  <a:pt x="16939" y="24920"/>
                  <a:pt x="16973" y="24914"/>
                  <a:pt x="17012" y="24914"/>
                </a:cubicBezTo>
                <a:cubicBezTo>
                  <a:pt x="16968" y="24854"/>
                  <a:pt x="16938" y="24809"/>
                  <a:pt x="16893" y="24779"/>
                </a:cubicBezTo>
                <a:cubicBezTo>
                  <a:pt x="16890" y="24776"/>
                  <a:pt x="16886" y="24775"/>
                  <a:pt x="16881" y="24775"/>
                </a:cubicBezTo>
                <a:close/>
                <a:moveTo>
                  <a:pt x="16111" y="24908"/>
                </a:moveTo>
                <a:cubicBezTo>
                  <a:pt x="16152" y="24970"/>
                  <a:pt x="16201" y="25031"/>
                  <a:pt x="16251" y="25093"/>
                </a:cubicBezTo>
                <a:cubicBezTo>
                  <a:pt x="16266" y="25078"/>
                  <a:pt x="16295" y="25048"/>
                  <a:pt x="16310" y="25033"/>
                </a:cubicBezTo>
                <a:cubicBezTo>
                  <a:pt x="16249" y="24996"/>
                  <a:pt x="16177" y="24949"/>
                  <a:pt x="16111" y="24908"/>
                </a:cubicBezTo>
                <a:close/>
                <a:moveTo>
                  <a:pt x="2913" y="1"/>
                </a:moveTo>
                <a:lnTo>
                  <a:pt x="2913" y="1"/>
                </a:lnTo>
                <a:cubicBezTo>
                  <a:pt x="2808" y="464"/>
                  <a:pt x="2704" y="942"/>
                  <a:pt x="2599" y="1405"/>
                </a:cubicBezTo>
                <a:cubicBezTo>
                  <a:pt x="2525" y="1673"/>
                  <a:pt x="2435" y="1942"/>
                  <a:pt x="2375" y="2211"/>
                </a:cubicBezTo>
                <a:cubicBezTo>
                  <a:pt x="2166" y="3048"/>
                  <a:pt x="1942" y="3884"/>
                  <a:pt x="1733" y="4705"/>
                </a:cubicBezTo>
                <a:cubicBezTo>
                  <a:pt x="1718" y="4661"/>
                  <a:pt x="1688" y="4601"/>
                  <a:pt x="1673" y="4541"/>
                </a:cubicBezTo>
                <a:cubicBezTo>
                  <a:pt x="1718" y="4437"/>
                  <a:pt x="1763" y="4347"/>
                  <a:pt x="1823" y="4242"/>
                </a:cubicBezTo>
                <a:cubicBezTo>
                  <a:pt x="1838" y="4108"/>
                  <a:pt x="1867" y="3974"/>
                  <a:pt x="1897" y="3839"/>
                </a:cubicBezTo>
                <a:cubicBezTo>
                  <a:pt x="1872" y="3829"/>
                  <a:pt x="1848" y="3826"/>
                  <a:pt x="1823" y="3826"/>
                </a:cubicBezTo>
                <a:cubicBezTo>
                  <a:pt x="1773" y="3826"/>
                  <a:pt x="1723" y="3839"/>
                  <a:pt x="1673" y="3839"/>
                </a:cubicBezTo>
                <a:lnTo>
                  <a:pt x="1673" y="3839"/>
                </a:lnTo>
                <a:lnTo>
                  <a:pt x="1673" y="3839"/>
                </a:lnTo>
                <a:cubicBezTo>
                  <a:pt x="1643" y="3854"/>
                  <a:pt x="1614" y="3854"/>
                  <a:pt x="1584" y="3854"/>
                </a:cubicBezTo>
                <a:cubicBezTo>
                  <a:pt x="1524" y="3899"/>
                  <a:pt x="1479" y="3959"/>
                  <a:pt x="1419" y="4003"/>
                </a:cubicBezTo>
                <a:cubicBezTo>
                  <a:pt x="1405" y="4102"/>
                  <a:pt x="1378" y="4200"/>
                  <a:pt x="1350" y="4298"/>
                </a:cubicBezTo>
                <a:lnTo>
                  <a:pt x="1350" y="4298"/>
                </a:lnTo>
                <a:lnTo>
                  <a:pt x="1016" y="3914"/>
                </a:lnTo>
                <a:lnTo>
                  <a:pt x="1016" y="3914"/>
                </a:lnTo>
                <a:cubicBezTo>
                  <a:pt x="1065" y="4278"/>
                  <a:pt x="1089" y="4408"/>
                  <a:pt x="1167" y="4408"/>
                </a:cubicBezTo>
                <a:cubicBezTo>
                  <a:pt x="1208" y="4408"/>
                  <a:pt x="1263" y="4373"/>
                  <a:pt x="1345" y="4317"/>
                </a:cubicBezTo>
                <a:cubicBezTo>
                  <a:pt x="1347" y="4311"/>
                  <a:pt x="1348" y="4305"/>
                  <a:pt x="1350" y="4298"/>
                </a:cubicBezTo>
                <a:lnTo>
                  <a:pt x="1350" y="4298"/>
                </a:lnTo>
                <a:lnTo>
                  <a:pt x="1366" y="4317"/>
                </a:lnTo>
                <a:lnTo>
                  <a:pt x="1345" y="4317"/>
                </a:lnTo>
                <a:cubicBezTo>
                  <a:pt x="1361" y="4325"/>
                  <a:pt x="1373" y="4334"/>
                  <a:pt x="1386" y="4339"/>
                </a:cubicBezTo>
                <a:lnTo>
                  <a:pt x="1386" y="4339"/>
                </a:lnTo>
                <a:lnTo>
                  <a:pt x="1420" y="4378"/>
                </a:lnTo>
                <a:lnTo>
                  <a:pt x="1420" y="4378"/>
                </a:lnTo>
                <a:cubicBezTo>
                  <a:pt x="1420" y="4428"/>
                  <a:pt x="1425" y="4477"/>
                  <a:pt x="1449" y="4526"/>
                </a:cubicBezTo>
                <a:cubicBezTo>
                  <a:pt x="1453" y="4530"/>
                  <a:pt x="1456" y="4534"/>
                  <a:pt x="1458" y="4537"/>
                </a:cubicBezTo>
                <a:lnTo>
                  <a:pt x="1458" y="4537"/>
                </a:lnTo>
                <a:cubicBezTo>
                  <a:pt x="1466" y="4517"/>
                  <a:pt x="1481" y="4498"/>
                  <a:pt x="1509" y="4481"/>
                </a:cubicBezTo>
                <a:lnTo>
                  <a:pt x="1509" y="4481"/>
                </a:lnTo>
                <a:lnTo>
                  <a:pt x="1464" y="4661"/>
                </a:lnTo>
                <a:cubicBezTo>
                  <a:pt x="1463" y="4653"/>
                  <a:pt x="1461" y="4645"/>
                  <a:pt x="1459" y="4637"/>
                </a:cubicBezTo>
                <a:lnTo>
                  <a:pt x="1459" y="4637"/>
                </a:lnTo>
                <a:cubicBezTo>
                  <a:pt x="1449" y="4653"/>
                  <a:pt x="1449" y="4677"/>
                  <a:pt x="1449" y="4691"/>
                </a:cubicBezTo>
                <a:lnTo>
                  <a:pt x="1419" y="4780"/>
                </a:lnTo>
                <a:cubicBezTo>
                  <a:pt x="1434" y="4870"/>
                  <a:pt x="1390" y="4915"/>
                  <a:pt x="1345" y="4959"/>
                </a:cubicBezTo>
                <a:lnTo>
                  <a:pt x="1345" y="4944"/>
                </a:lnTo>
                <a:cubicBezTo>
                  <a:pt x="1315" y="4915"/>
                  <a:pt x="1300" y="4855"/>
                  <a:pt x="1285" y="4810"/>
                </a:cubicBezTo>
                <a:cubicBezTo>
                  <a:pt x="1246" y="4739"/>
                  <a:pt x="1202" y="4677"/>
                  <a:pt x="1146" y="4677"/>
                </a:cubicBezTo>
                <a:cubicBezTo>
                  <a:pt x="1096" y="4677"/>
                  <a:pt x="1034" y="4728"/>
                  <a:pt x="956" y="4870"/>
                </a:cubicBezTo>
                <a:cubicBezTo>
                  <a:pt x="986" y="4900"/>
                  <a:pt x="1016" y="4915"/>
                  <a:pt x="1031" y="4944"/>
                </a:cubicBezTo>
                <a:cubicBezTo>
                  <a:pt x="986" y="4974"/>
                  <a:pt x="927" y="5004"/>
                  <a:pt x="867" y="5034"/>
                </a:cubicBezTo>
                <a:cubicBezTo>
                  <a:pt x="658" y="5094"/>
                  <a:pt x="717" y="5168"/>
                  <a:pt x="852" y="5243"/>
                </a:cubicBezTo>
                <a:cubicBezTo>
                  <a:pt x="912" y="5258"/>
                  <a:pt x="971" y="5258"/>
                  <a:pt x="1031" y="5273"/>
                </a:cubicBezTo>
                <a:cubicBezTo>
                  <a:pt x="986" y="5482"/>
                  <a:pt x="956" y="5676"/>
                  <a:pt x="912" y="5885"/>
                </a:cubicBezTo>
                <a:cubicBezTo>
                  <a:pt x="867" y="5915"/>
                  <a:pt x="822" y="5960"/>
                  <a:pt x="792" y="6020"/>
                </a:cubicBezTo>
                <a:cubicBezTo>
                  <a:pt x="762" y="6095"/>
                  <a:pt x="732" y="6169"/>
                  <a:pt x="747" y="6244"/>
                </a:cubicBezTo>
                <a:cubicBezTo>
                  <a:pt x="777" y="6289"/>
                  <a:pt x="792" y="6333"/>
                  <a:pt x="837" y="6363"/>
                </a:cubicBezTo>
                <a:cubicBezTo>
                  <a:pt x="762" y="6408"/>
                  <a:pt x="688" y="6453"/>
                  <a:pt x="643" y="6528"/>
                </a:cubicBezTo>
                <a:cubicBezTo>
                  <a:pt x="643" y="6617"/>
                  <a:pt x="643" y="6692"/>
                  <a:pt x="643" y="6767"/>
                </a:cubicBezTo>
                <a:cubicBezTo>
                  <a:pt x="658" y="6841"/>
                  <a:pt x="688" y="6916"/>
                  <a:pt x="717" y="6991"/>
                </a:cubicBezTo>
                <a:lnTo>
                  <a:pt x="702" y="6991"/>
                </a:lnTo>
                <a:cubicBezTo>
                  <a:pt x="628" y="7080"/>
                  <a:pt x="628" y="7215"/>
                  <a:pt x="478" y="7245"/>
                </a:cubicBezTo>
                <a:cubicBezTo>
                  <a:pt x="508" y="7409"/>
                  <a:pt x="538" y="7558"/>
                  <a:pt x="553" y="7708"/>
                </a:cubicBezTo>
                <a:cubicBezTo>
                  <a:pt x="628" y="7723"/>
                  <a:pt x="598" y="7812"/>
                  <a:pt x="658" y="7827"/>
                </a:cubicBezTo>
                <a:lnTo>
                  <a:pt x="688" y="7827"/>
                </a:lnTo>
                <a:cubicBezTo>
                  <a:pt x="673" y="7917"/>
                  <a:pt x="658" y="8021"/>
                  <a:pt x="717" y="8111"/>
                </a:cubicBezTo>
                <a:cubicBezTo>
                  <a:pt x="673" y="8395"/>
                  <a:pt x="613" y="8678"/>
                  <a:pt x="568" y="8977"/>
                </a:cubicBezTo>
                <a:cubicBezTo>
                  <a:pt x="464" y="9126"/>
                  <a:pt x="538" y="9231"/>
                  <a:pt x="643" y="9306"/>
                </a:cubicBezTo>
                <a:cubicBezTo>
                  <a:pt x="568" y="9395"/>
                  <a:pt x="523" y="9485"/>
                  <a:pt x="464" y="9575"/>
                </a:cubicBezTo>
                <a:cubicBezTo>
                  <a:pt x="449" y="9619"/>
                  <a:pt x="449" y="9649"/>
                  <a:pt x="464" y="9679"/>
                </a:cubicBezTo>
                <a:cubicBezTo>
                  <a:pt x="508" y="10008"/>
                  <a:pt x="553" y="10321"/>
                  <a:pt x="419" y="10635"/>
                </a:cubicBezTo>
                <a:cubicBezTo>
                  <a:pt x="374" y="11053"/>
                  <a:pt x="239" y="11471"/>
                  <a:pt x="180" y="11890"/>
                </a:cubicBezTo>
                <a:cubicBezTo>
                  <a:pt x="165" y="11949"/>
                  <a:pt x="180" y="11994"/>
                  <a:pt x="210" y="12054"/>
                </a:cubicBezTo>
                <a:cubicBezTo>
                  <a:pt x="374" y="12233"/>
                  <a:pt x="195" y="12547"/>
                  <a:pt x="434" y="12711"/>
                </a:cubicBezTo>
                <a:cubicBezTo>
                  <a:pt x="359" y="12741"/>
                  <a:pt x="269" y="12741"/>
                  <a:pt x="225" y="12816"/>
                </a:cubicBezTo>
                <a:cubicBezTo>
                  <a:pt x="210" y="12846"/>
                  <a:pt x="195" y="12875"/>
                  <a:pt x="180" y="12905"/>
                </a:cubicBezTo>
                <a:cubicBezTo>
                  <a:pt x="180" y="13040"/>
                  <a:pt x="165" y="13159"/>
                  <a:pt x="150" y="13294"/>
                </a:cubicBezTo>
                <a:cubicBezTo>
                  <a:pt x="210" y="13428"/>
                  <a:pt x="239" y="13562"/>
                  <a:pt x="90" y="13667"/>
                </a:cubicBezTo>
                <a:cubicBezTo>
                  <a:pt x="60" y="13712"/>
                  <a:pt x="15" y="14294"/>
                  <a:pt x="30" y="14399"/>
                </a:cubicBezTo>
                <a:cubicBezTo>
                  <a:pt x="75" y="14474"/>
                  <a:pt x="150" y="14503"/>
                  <a:pt x="195" y="14548"/>
                </a:cubicBezTo>
                <a:cubicBezTo>
                  <a:pt x="1" y="14727"/>
                  <a:pt x="225" y="14951"/>
                  <a:pt x="135" y="15146"/>
                </a:cubicBezTo>
                <a:cubicBezTo>
                  <a:pt x="60" y="15355"/>
                  <a:pt x="30" y="15609"/>
                  <a:pt x="195" y="15818"/>
                </a:cubicBezTo>
                <a:cubicBezTo>
                  <a:pt x="225" y="15833"/>
                  <a:pt x="254" y="15848"/>
                  <a:pt x="284" y="15863"/>
                </a:cubicBezTo>
                <a:cubicBezTo>
                  <a:pt x="389" y="15848"/>
                  <a:pt x="464" y="15818"/>
                  <a:pt x="419" y="15698"/>
                </a:cubicBezTo>
                <a:cubicBezTo>
                  <a:pt x="409" y="15688"/>
                  <a:pt x="426" y="15664"/>
                  <a:pt x="434" y="15664"/>
                </a:cubicBezTo>
                <a:cubicBezTo>
                  <a:pt x="437" y="15664"/>
                  <a:pt x="438" y="15669"/>
                  <a:pt x="434" y="15683"/>
                </a:cubicBezTo>
                <a:cubicBezTo>
                  <a:pt x="464" y="15788"/>
                  <a:pt x="419" y="15892"/>
                  <a:pt x="419" y="15982"/>
                </a:cubicBezTo>
                <a:cubicBezTo>
                  <a:pt x="434" y="16087"/>
                  <a:pt x="464" y="16191"/>
                  <a:pt x="508" y="16296"/>
                </a:cubicBezTo>
                <a:cubicBezTo>
                  <a:pt x="553" y="16370"/>
                  <a:pt x="598" y="16445"/>
                  <a:pt x="658" y="16535"/>
                </a:cubicBezTo>
                <a:cubicBezTo>
                  <a:pt x="628" y="16535"/>
                  <a:pt x="598" y="16565"/>
                  <a:pt x="568" y="16594"/>
                </a:cubicBezTo>
                <a:lnTo>
                  <a:pt x="553" y="16624"/>
                </a:lnTo>
                <a:lnTo>
                  <a:pt x="673" y="16833"/>
                </a:lnTo>
                <a:lnTo>
                  <a:pt x="658" y="16848"/>
                </a:lnTo>
                <a:cubicBezTo>
                  <a:pt x="568" y="16908"/>
                  <a:pt x="464" y="16908"/>
                  <a:pt x="374" y="16983"/>
                </a:cubicBezTo>
                <a:cubicBezTo>
                  <a:pt x="314" y="17042"/>
                  <a:pt x="254" y="17117"/>
                  <a:pt x="284" y="17222"/>
                </a:cubicBezTo>
                <a:cubicBezTo>
                  <a:pt x="329" y="17296"/>
                  <a:pt x="374" y="17341"/>
                  <a:pt x="464" y="17341"/>
                </a:cubicBezTo>
                <a:cubicBezTo>
                  <a:pt x="568" y="17326"/>
                  <a:pt x="673" y="17326"/>
                  <a:pt x="762" y="17326"/>
                </a:cubicBezTo>
                <a:cubicBezTo>
                  <a:pt x="822" y="17371"/>
                  <a:pt x="882" y="17371"/>
                  <a:pt x="941" y="17371"/>
                </a:cubicBezTo>
                <a:lnTo>
                  <a:pt x="1031" y="17386"/>
                </a:lnTo>
                <a:lnTo>
                  <a:pt x="956" y="17371"/>
                </a:lnTo>
                <a:cubicBezTo>
                  <a:pt x="971" y="17371"/>
                  <a:pt x="1001" y="17371"/>
                  <a:pt x="1031" y="17386"/>
                </a:cubicBezTo>
                <a:lnTo>
                  <a:pt x="1136" y="17341"/>
                </a:lnTo>
                <a:lnTo>
                  <a:pt x="1136" y="17356"/>
                </a:lnTo>
                <a:cubicBezTo>
                  <a:pt x="1419" y="18088"/>
                  <a:pt x="2092" y="18252"/>
                  <a:pt x="2719" y="18491"/>
                </a:cubicBezTo>
                <a:cubicBezTo>
                  <a:pt x="2764" y="18491"/>
                  <a:pt x="2793" y="18491"/>
                  <a:pt x="2823" y="18476"/>
                </a:cubicBezTo>
                <a:lnTo>
                  <a:pt x="3003" y="18581"/>
                </a:lnTo>
                <a:cubicBezTo>
                  <a:pt x="3062" y="18685"/>
                  <a:pt x="3107" y="18790"/>
                  <a:pt x="3152" y="18895"/>
                </a:cubicBezTo>
                <a:cubicBezTo>
                  <a:pt x="3187" y="19051"/>
                  <a:pt x="3236" y="19100"/>
                  <a:pt x="3290" y="19100"/>
                </a:cubicBezTo>
                <a:cubicBezTo>
                  <a:pt x="3383" y="19100"/>
                  <a:pt x="3492" y="18958"/>
                  <a:pt x="3577" y="18958"/>
                </a:cubicBezTo>
                <a:cubicBezTo>
                  <a:pt x="3590" y="18958"/>
                  <a:pt x="3603" y="18961"/>
                  <a:pt x="3615" y="18969"/>
                </a:cubicBezTo>
                <a:lnTo>
                  <a:pt x="3630" y="18954"/>
                </a:lnTo>
                <a:cubicBezTo>
                  <a:pt x="3839" y="18939"/>
                  <a:pt x="4063" y="18924"/>
                  <a:pt x="4302" y="18895"/>
                </a:cubicBezTo>
                <a:cubicBezTo>
                  <a:pt x="4123" y="18805"/>
                  <a:pt x="3958" y="18730"/>
                  <a:pt x="3794" y="18656"/>
                </a:cubicBezTo>
                <a:lnTo>
                  <a:pt x="3779" y="18656"/>
                </a:lnTo>
                <a:cubicBezTo>
                  <a:pt x="3914" y="18521"/>
                  <a:pt x="4033" y="18387"/>
                  <a:pt x="4153" y="18252"/>
                </a:cubicBezTo>
                <a:cubicBezTo>
                  <a:pt x="4227" y="18222"/>
                  <a:pt x="4317" y="18207"/>
                  <a:pt x="4407" y="18193"/>
                </a:cubicBezTo>
                <a:cubicBezTo>
                  <a:pt x="4466" y="18297"/>
                  <a:pt x="4537" y="18334"/>
                  <a:pt x="4616" y="18334"/>
                </a:cubicBezTo>
                <a:cubicBezTo>
                  <a:pt x="4694" y="18334"/>
                  <a:pt x="4780" y="18297"/>
                  <a:pt x="4870" y="18252"/>
                </a:cubicBezTo>
                <a:cubicBezTo>
                  <a:pt x="4885" y="18222"/>
                  <a:pt x="4885" y="18207"/>
                  <a:pt x="4899" y="18193"/>
                </a:cubicBezTo>
                <a:lnTo>
                  <a:pt x="5034" y="18193"/>
                </a:lnTo>
                <a:cubicBezTo>
                  <a:pt x="5019" y="18133"/>
                  <a:pt x="5004" y="18073"/>
                  <a:pt x="4989" y="18028"/>
                </a:cubicBezTo>
                <a:cubicBezTo>
                  <a:pt x="4989" y="18013"/>
                  <a:pt x="5004" y="18013"/>
                  <a:pt x="5004" y="17998"/>
                </a:cubicBezTo>
                <a:cubicBezTo>
                  <a:pt x="5079" y="17954"/>
                  <a:pt x="5153" y="17909"/>
                  <a:pt x="5138" y="17789"/>
                </a:cubicBezTo>
                <a:cubicBezTo>
                  <a:pt x="5064" y="17774"/>
                  <a:pt x="4974" y="17744"/>
                  <a:pt x="4899" y="17715"/>
                </a:cubicBezTo>
                <a:cubicBezTo>
                  <a:pt x="4929" y="17625"/>
                  <a:pt x="4944" y="17535"/>
                  <a:pt x="4959" y="17476"/>
                </a:cubicBezTo>
                <a:lnTo>
                  <a:pt x="4959" y="17476"/>
                </a:lnTo>
                <a:cubicBezTo>
                  <a:pt x="4810" y="17550"/>
                  <a:pt x="4675" y="17610"/>
                  <a:pt x="4556" y="17670"/>
                </a:cubicBezTo>
                <a:cubicBezTo>
                  <a:pt x="4571" y="17371"/>
                  <a:pt x="4899" y="17341"/>
                  <a:pt x="5019" y="17147"/>
                </a:cubicBezTo>
                <a:cubicBezTo>
                  <a:pt x="5074" y="17044"/>
                  <a:pt x="5118" y="17010"/>
                  <a:pt x="5160" y="17010"/>
                </a:cubicBezTo>
                <a:cubicBezTo>
                  <a:pt x="5222" y="17010"/>
                  <a:pt x="5277" y="17082"/>
                  <a:pt x="5348" y="17117"/>
                </a:cubicBezTo>
                <a:cubicBezTo>
                  <a:pt x="5407" y="17147"/>
                  <a:pt x="5452" y="17147"/>
                  <a:pt x="5512" y="17147"/>
                </a:cubicBezTo>
                <a:cubicBezTo>
                  <a:pt x="5542" y="17132"/>
                  <a:pt x="5572" y="17117"/>
                  <a:pt x="5601" y="17102"/>
                </a:cubicBezTo>
                <a:lnTo>
                  <a:pt x="5616" y="17102"/>
                </a:lnTo>
                <a:cubicBezTo>
                  <a:pt x="5631" y="17117"/>
                  <a:pt x="5646" y="17132"/>
                  <a:pt x="5676" y="17132"/>
                </a:cubicBezTo>
                <a:lnTo>
                  <a:pt x="5691" y="17147"/>
                </a:lnTo>
                <a:lnTo>
                  <a:pt x="5721" y="17222"/>
                </a:lnTo>
                <a:cubicBezTo>
                  <a:pt x="5721" y="17252"/>
                  <a:pt x="5736" y="17281"/>
                  <a:pt x="5751" y="17311"/>
                </a:cubicBezTo>
                <a:cubicBezTo>
                  <a:pt x="5586" y="17386"/>
                  <a:pt x="5557" y="17491"/>
                  <a:pt x="5676" y="17640"/>
                </a:cubicBezTo>
                <a:cubicBezTo>
                  <a:pt x="5736" y="17670"/>
                  <a:pt x="5796" y="17685"/>
                  <a:pt x="5855" y="17715"/>
                </a:cubicBezTo>
                <a:cubicBezTo>
                  <a:pt x="5825" y="17774"/>
                  <a:pt x="5796" y="17834"/>
                  <a:pt x="5766" y="17879"/>
                </a:cubicBezTo>
                <a:lnTo>
                  <a:pt x="5766" y="17894"/>
                </a:lnTo>
                <a:cubicBezTo>
                  <a:pt x="5736" y="17983"/>
                  <a:pt x="5691" y="18073"/>
                  <a:pt x="5661" y="18163"/>
                </a:cubicBezTo>
                <a:cubicBezTo>
                  <a:pt x="5631" y="18193"/>
                  <a:pt x="5601" y="18222"/>
                  <a:pt x="5572" y="18252"/>
                </a:cubicBezTo>
                <a:cubicBezTo>
                  <a:pt x="5616" y="18372"/>
                  <a:pt x="5631" y="18521"/>
                  <a:pt x="5781" y="18566"/>
                </a:cubicBezTo>
                <a:cubicBezTo>
                  <a:pt x="5781" y="18566"/>
                  <a:pt x="5796" y="18566"/>
                  <a:pt x="5796" y="18581"/>
                </a:cubicBezTo>
                <a:cubicBezTo>
                  <a:pt x="5751" y="18626"/>
                  <a:pt x="5706" y="18670"/>
                  <a:pt x="5661" y="18730"/>
                </a:cubicBezTo>
                <a:lnTo>
                  <a:pt x="5766" y="18730"/>
                </a:lnTo>
                <a:cubicBezTo>
                  <a:pt x="5840" y="18909"/>
                  <a:pt x="5900" y="19089"/>
                  <a:pt x="5975" y="19268"/>
                </a:cubicBezTo>
                <a:cubicBezTo>
                  <a:pt x="5960" y="19298"/>
                  <a:pt x="5945" y="19343"/>
                  <a:pt x="5945" y="19372"/>
                </a:cubicBezTo>
                <a:lnTo>
                  <a:pt x="5960" y="19372"/>
                </a:lnTo>
                <a:cubicBezTo>
                  <a:pt x="5885" y="19402"/>
                  <a:pt x="5825" y="19432"/>
                  <a:pt x="5766" y="19447"/>
                </a:cubicBezTo>
                <a:cubicBezTo>
                  <a:pt x="6064" y="19626"/>
                  <a:pt x="6064" y="19806"/>
                  <a:pt x="5781" y="19985"/>
                </a:cubicBezTo>
                <a:cubicBezTo>
                  <a:pt x="5781" y="20000"/>
                  <a:pt x="5811" y="20045"/>
                  <a:pt x="5825" y="20074"/>
                </a:cubicBezTo>
                <a:cubicBezTo>
                  <a:pt x="5855" y="20209"/>
                  <a:pt x="5885" y="20343"/>
                  <a:pt x="5915" y="20463"/>
                </a:cubicBezTo>
                <a:cubicBezTo>
                  <a:pt x="5960" y="20597"/>
                  <a:pt x="6005" y="20732"/>
                  <a:pt x="6050" y="20866"/>
                </a:cubicBezTo>
                <a:cubicBezTo>
                  <a:pt x="6050" y="20896"/>
                  <a:pt x="6050" y="20911"/>
                  <a:pt x="6064" y="20941"/>
                </a:cubicBezTo>
                <a:cubicBezTo>
                  <a:pt x="6124" y="21015"/>
                  <a:pt x="6169" y="21105"/>
                  <a:pt x="6229" y="21195"/>
                </a:cubicBezTo>
                <a:cubicBezTo>
                  <a:pt x="6184" y="21105"/>
                  <a:pt x="6124" y="21030"/>
                  <a:pt x="6079" y="20956"/>
                </a:cubicBezTo>
                <a:lnTo>
                  <a:pt x="6079" y="20956"/>
                </a:lnTo>
                <a:cubicBezTo>
                  <a:pt x="6124" y="21030"/>
                  <a:pt x="6214" y="21090"/>
                  <a:pt x="6229" y="21195"/>
                </a:cubicBezTo>
                <a:cubicBezTo>
                  <a:pt x="6274" y="21210"/>
                  <a:pt x="6318" y="21225"/>
                  <a:pt x="6348" y="21239"/>
                </a:cubicBezTo>
                <a:lnTo>
                  <a:pt x="6348" y="21254"/>
                </a:lnTo>
                <a:cubicBezTo>
                  <a:pt x="6348" y="21404"/>
                  <a:pt x="6438" y="21523"/>
                  <a:pt x="6468" y="21658"/>
                </a:cubicBezTo>
                <a:cubicBezTo>
                  <a:pt x="6498" y="21837"/>
                  <a:pt x="6692" y="22031"/>
                  <a:pt x="6393" y="22151"/>
                </a:cubicBezTo>
                <a:cubicBezTo>
                  <a:pt x="6348" y="22151"/>
                  <a:pt x="6363" y="22210"/>
                  <a:pt x="6363" y="22255"/>
                </a:cubicBezTo>
                <a:cubicBezTo>
                  <a:pt x="6348" y="22614"/>
                  <a:pt x="6871" y="23151"/>
                  <a:pt x="7259" y="23166"/>
                </a:cubicBezTo>
                <a:cubicBezTo>
                  <a:pt x="7349" y="23480"/>
                  <a:pt x="7558" y="23704"/>
                  <a:pt x="7872" y="23808"/>
                </a:cubicBezTo>
                <a:cubicBezTo>
                  <a:pt x="7882" y="23811"/>
                  <a:pt x="7893" y="23811"/>
                  <a:pt x="7904" y="23811"/>
                </a:cubicBezTo>
                <a:cubicBezTo>
                  <a:pt x="7971" y="23811"/>
                  <a:pt x="8046" y="23776"/>
                  <a:pt x="8111" y="23764"/>
                </a:cubicBezTo>
                <a:lnTo>
                  <a:pt x="8126" y="23779"/>
                </a:lnTo>
                <a:lnTo>
                  <a:pt x="8126" y="23764"/>
                </a:lnTo>
                <a:cubicBezTo>
                  <a:pt x="8126" y="23749"/>
                  <a:pt x="8111" y="23734"/>
                  <a:pt x="8111" y="23734"/>
                </a:cubicBezTo>
                <a:lnTo>
                  <a:pt x="8111" y="23719"/>
                </a:lnTo>
                <a:lnTo>
                  <a:pt x="8127" y="23715"/>
                </a:lnTo>
                <a:lnTo>
                  <a:pt x="8127" y="23715"/>
                </a:lnTo>
                <a:cubicBezTo>
                  <a:pt x="8127" y="23716"/>
                  <a:pt x="8126" y="23717"/>
                  <a:pt x="8126" y="23719"/>
                </a:cubicBezTo>
                <a:lnTo>
                  <a:pt x="8141" y="23711"/>
                </a:lnTo>
                <a:lnTo>
                  <a:pt x="8141" y="23711"/>
                </a:lnTo>
                <a:lnTo>
                  <a:pt x="8127" y="23715"/>
                </a:lnTo>
                <a:lnTo>
                  <a:pt x="8127" y="23715"/>
                </a:lnTo>
                <a:cubicBezTo>
                  <a:pt x="8144" y="23674"/>
                  <a:pt x="8202" y="23674"/>
                  <a:pt x="8245" y="23659"/>
                </a:cubicBezTo>
                <a:lnTo>
                  <a:pt x="8245" y="23659"/>
                </a:lnTo>
                <a:lnTo>
                  <a:pt x="8141" y="23711"/>
                </a:lnTo>
                <a:lnTo>
                  <a:pt x="8141" y="23711"/>
                </a:lnTo>
                <a:lnTo>
                  <a:pt x="8350" y="23659"/>
                </a:lnTo>
                <a:lnTo>
                  <a:pt x="8365" y="23659"/>
                </a:lnTo>
                <a:cubicBezTo>
                  <a:pt x="8379" y="23659"/>
                  <a:pt x="8394" y="23661"/>
                  <a:pt x="8409" y="23661"/>
                </a:cubicBezTo>
                <a:cubicBezTo>
                  <a:pt x="8439" y="23661"/>
                  <a:pt x="8469" y="23654"/>
                  <a:pt x="8499" y="23614"/>
                </a:cubicBezTo>
                <a:cubicBezTo>
                  <a:pt x="8604" y="23584"/>
                  <a:pt x="8723" y="23569"/>
                  <a:pt x="8828" y="23555"/>
                </a:cubicBezTo>
                <a:cubicBezTo>
                  <a:pt x="8887" y="23525"/>
                  <a:pt x="8932" y="23495"/>
                  <a:pt x="8977" y="23465"/>
                </a:cubicBezTo>
                <a:lnTo>
                  <a:pt x="8992" y="23465"/>
                </a:lnTo>
                <a:cubicBezTo>
                  <a:pt x="9063" y="23471"/>
                  <a:pt x="9140" y="23495"/>
                  <a:pt x="9207" y="23495"/>
                </a:cubicBezTo>
                <a:cubicBezTo>
                  <a:pt x="9294" y="23495"/>
                  <a:pt x="9363" y="23455"/>
                  <a:pt x="9380" y="23286"/>
                </a:cubicBezTo>
                <a:cubicBezTo>
                  <a:pt x="9350" y="23151"/>
                  <a:pt x="9306" y="23017"/>
                  <a:pt x="9276" y="22897"/>
                </a:cubicBezTo>
                <a:lnTo>
                  <a:pt x="9276" y="22897"/>
                </a:lnTo>
                <a:cubicBezTo>
                  <a:pt x="9365" y="22932"/>
                  <a:pt x="9441" y="22950"/>
                  <a:pt x="9508" y="22950"/>
                </a:cubicBezTo>
                <a:cubicBezTo>
                  <a:pt x="9697" y="22950"/>
                  <a:pt x="9799" y="22804"/>
                  <a:pt x="9843" y="22494"/>
                </a:cubicBezTo>
                <a:cubicBezTo>
                  <a:pt x="10052" y="22419"/>
                  <a:pt x="10261" y="22345"/>
                  <a:pt x="10485" y="22270"/>
                </a:cubicBezTo>
                <a:cubicBezTo>
                  <a:pt x="10530" y="22345"/>
                  <a:pt x="10560" y="22404"/>
                  <a:pt x="10605" y="22479"/>
                </a:cubicBezTo>
                <a:lnTo>
                  <a:pt x="10590" y="22494"/>
                </a:lnTo>
                <a:cubicBezTo>
                  <a:pt x="10575" y="22614"/>
                  <a:pt x="10605" y="22703"/>
                  <a:pt x="10739" y="22703"/>
                </a:cubicBezTo>
                <a:cubicBezTo>
                  <a:pt x="10814" y="22718"/>
                  <a:pt x="10859" y="22733"/>
                  <a:pt x="10874" y="22793"/>
                </a:cubicBezTo>
                <a:cubicBezTo>
                  <a:pt x="10843" y="22783"/>
                  <a:pt x="10815" y="22779"/>
                  <a:pt x="10790" y="22779"/>
                </a:cubicBezTo>
                <a:cubicBezTo>
                  <a:pt x="10697" y="22779"/>
                  <a:pt x="10650" y="22848"/>
                  <a:pt x="10650" y="23002"/>
                </a:cubicBezTo>
                <a:cubicBezTo>
                  <a:pt x="10620" y="23077"/>
                  <a:pt x="10590" y="23151"/>
                  <a:pt x="10560" y="23226"/>
                </a:cubicBezTo>
                <a:cubicBezTo>
                  <a:pt x="10620" y="23241"/>
                  <a:pt x="10665" y="23256"/>
                  <a:pt x="10709" y="23286"/>
                </a:cubicBezTo>
                <a:cubicBezTo>
                  <a:pt x="10769" y="23286"/>
                  <a:pt x="10829" y="23301"/>
                  <a:pt x="10874" y="23301"/>
                </a:cubicBezTo>
                <a:lnTo>
                  <a:pt x="10889" y="23316"/>
                </a:lnTo>
                <a:cubicBezTo>
                  <a:pt x="10934" y="23405"/>
                  <a:pt x="10993" y="23510"/>
                  <a:pt x="11038" y="23599"/>
                </a:cubicBezTo>
                <a:lnTo>
                  <a:pt x="11038" y="23614"/>
                </a:lnTo>
                <a:cubicBezTo>
                  <a:pt x="11113" y="23659"/>
                  <a:pt x="11187" y="23719"/>
                  <a:pt x="11262" y="23779"/>
                </a:cubicBezTo>
                <a:cubicBezTo>
                  <a:pt x="11292" y="23808"/>
                  <a:pt x="11307" y="23838"/>
                  <a:pt x="11337" y="23868"/>
                </a:cubicBezTo>
                <a:cubicBezTo>
                  <a:pt x="11456" y="23898"/>
                  <a:pt x="11576" y="23913"/>
                  <a:pt x="11680" y="23928"/>
                </a:cubicBezTo>
                <a:cubicBezTo>
                  <a:pt x="11621" y="23853"/>
                  <a:pt x="11561" y="23779"/>
                  <a:pt x="11501" y="23704"/>
                </a:cubicBezTo>
                <a:lnTo>
                  <a:pt x="11501" y="23540"/>
                </a:lnTo>
                <a:lnTo>
                  <a:pt x="11516" y="23540"/>
                </a:lnTo>
                <a:lnTo>
                  <a:pt x="11591" y="23435"/>
                </a:lnTo>
                <a:cubicBezTo>
                  <a:pt x="11785" y="23853"/>
                  <a:pt x="12293" y="23823"/>
                  <a:pt x="12621" y="24077"/>
                </a:cubicBezTo>
                <a:cubicBezTo>
                  <a:pt x="12634" y="24090"/>
                  <a:pt x="12649" y="24095"/>
                  <a:pt x="12666" y="24095"/>
                </a:cubicBezTo>
                <a:cubicBezTo>
                  <a:pt x="12710" y="24095"/>
                  <a:pt x="12760" y="24057"/>
                  <a:pt x="12771" y="24003"/>
                </a:cubicBezTo>
                <a:cubicBezTo>
                  <a:pt x="12860" y="23734"/>
                  <a:pt x="13129" y="23584"/>
                  <a:pt x="13219" y="23330"/>
                </a:cubicBezTo>
                <a:lnTo>
                  <a:pt x="13219" y="23316"/>
                </a:lnTo>
                <a:cubicBezTo>
                  <a:pt x="13637" y="23316"/>
                  <a:pt x="13771" y="23032"/>
                  <a:pt x="13861" y="22688"/>
                </a:cubicBezTo>
                <a:cubicBezTo>
                  <a:pt x="13861" y="22658"/>
                  <a:pt x="13861" y="22614"/>
                  <a:pt x="13861" y="22584"/>
                </a:cubicBezTo>
                <a:cubicBezTo>
                  <a:pt x="13880" y="22586"/>
                  <a:pt x="13898" y="22586"/>
                  <a:pt x="13913" y="22586"/>
                </a:cubicBezTo>
                <a:cubicBezTo>
                  <a:pt x="14152" y="22586"/>
                  <a:pt x="13983" y="22383"/>
                  <a:pt x="14025" y="22285"/>
                </a:cubicBezTo>
                <a:cubicBezTo>
                  <a:pt x="14085" y="22225"/>
                  <a:pt x="14130" y="22151"/>
                  <a:pt x="14145" y="22061"/>
                </a:cubicBezTo>
                <a:lnTo>
                  <a:pt x="14160" y="22031"/>
                </a:lnTo>
                <a:cubicBezTo>
                  <a:pt x="14219" y="21867"/>
                  <a:pt x="14294" y="21688"/>
                  <a:pt x="14354" y="21523"/>
                </a:cubicBezTo>
                <a:lnTo>
                  <a:pt x="14369" y="21523"/>
                </a:lnTo>
                <a:cubicBezTo>
                  <a:pt x="14414" y="21434"/>
                  <a:pt x="14458" y="21344"/>
                  <a:pt x="14503" y="21254"/>
                </a:cubicBezTo>
                <a:cubicBezTo>
                  <a:pt x="14563" y="21105"/>
                  <a:pt x="14623" y="20956"/>
                  <a:pt x="14667" y="20806"/>
                </a:cubicBezTo>
                <a:cubicBezTo>
                  <a:pt x="14667" y="20717"/>
                  <a:pt x="14667" y="20642"/>
                  <a:pt x="14667" y="20552"/>
                </a:cubicBezTo>
                <a:cubicBezTo>
                  <a:pt x="14772" y="20463"/>
                  <a:pt x="14877" y="20373"/>
                  <a:pt x="14981" y="20299"/>
                </a:cubicBezTo>
                <a:cubicBezTo>
                  <a:pt x="14996" y="20627"/>
                  <a:pt x="15101" y="20986"/>
                  <a:pt x="15011" y="21269"/>
                </a:cubicBezTo>
                <a:cubicBezTo>
                  <a:pt x="14802" y="21956"/>
                  <a:pt x="14981" y="22628"/>
                  <a:pt x="14921" y="23301"/>
                </a:cubicBezTo>
                <a:cubicBezTo>
                  <a:pt x="14891" y="23510"/>
                  <a:pt x="14951" y="23719"/>
                  <a:pt x="14966" y="23928"/>
                </a:cubicBezTo>
                <a:cubicBezTo>
                  <a:pt x="14981" y="23958"/>
                  <a:pt x="14996" y="23988"/>
                  <a:pt x="15011" y="24018"/>
                </a:cubicBezTo>
                <a:cubicBezTo>
                  <a:pt x="15101" y="24391"/>
                  <a:pt x="15175" y="24764"/>
                  <a:pt x="15265" y="25123"/>
                </a:cubicBezTo>
                <a:lnTo>
                  <a:pt x="15265" y="25138"/>
                </a:lnTo>
                <a:cubicBezTo>
                  <a:pt x="15280" y="25197"/>
                  <a:pt x="15280" y="25257"/>
                  <a:pt x="15295" y="25317"/>
                </a:cubicBezTo>
                <a:cubicBezTo>
                  <a:pt x="15395" y="25617"/>
                  <a:pt x="15740" y="25916"/>
                  <a:pt x="15979" y="25916"/>
                </a:cubicBezTo>
                <a:cubicBezTo>
                  <a:pt x="15990" y="25916"/>
                  <a:pt x="16001" y="25916"/>
                  <a:pt x="16012" y="25914"/>
                </a:cubicBezTo>
                <a:cubicBezTo>
                  <a:pt x="16146" y="25959"/>
                  <a:pt x="16266" y="26004"/>
                  <a:pt x="16385" y="26049"/>
                </a:cubicBezTo>
                <a:cubicBezTo>
                  <a:pt x="16624" y="26004"/>
                  <a:pt x="16908" y="26049"/>
                  <a:pt x="17042" y="25765"/>
                </a:cubicBezTo>
                <a:cubicBezTo>
                  <a:pt x="17192" y="25646"/>
                  <a:pt x="17341" y="25541"/>
                  <a:pt x="17490" y="25436"/>
                </a:cubicBezTo>
                <a:cubicBezTo>
                  <a:pt x="17595" y="25377"/>
                  <a:pt x="17670" y="25257"/>
                  <a:pt x="17714" y="25153"/>
                </a:cubicBezTo>
                <a:cubicBezTo>
                  <a:pt x="17735" y="25158"/>
                  <a:pt x="17754" y="25161"/>
                  <a:pt x="17772" y="25161"/>
                </a:cubicBezTo>
                <a:cubicBezTo>
                  <a:pt x="17894" y="25161"/>
                  <a:pt x="17952" y="25037"/>
                  <a:pt x="18043" y="24958"/>
                </a:cubicBezTo>
                <a:cubicBezTo>
                  <a:pt x="17998" y="24899"/>
                  <a:pt x="17968" y="24839"/>
                  <a:pt x="17923" y="24779"/>
                </a:cubicBezTo>
                <a:cubicBezTo>
                  <a:pt x="17938" y="24749"/>
                  <a:pt x="17938" y="24720"/>
                  <a:pt x="17953" y="24690"/>
                </a:cubicBezTo>
                <a:cubicBezTo>
                  <a:pt x="17968" y="24630"/>
                  <a:pt x="17953" y="24555"/>
                  <a:pt x="17923" y="24495"/>
                </a:cubicBezTo>
                <a:lnTo>
                  <a:pt x="17923" y="24495"/>
                </a:lnTo>
                <a:cubicBezTo>
                  <a:pt x="17955" y="24503"/>
                  <a:pt x="17984" y="24507"/>
                  <a:pt x="18009" y="24507"/>
                </a:cubicBezTo>
                <a:cubicBezTo>
                  <a:pt x="18170" y="24507"/>
                  <a:pt x="18194" y="24352"/>
                  <a:pt x="18207" y="24197"/>
                </a:cubicBezTo>
                <a:lnTo>
                  <a:pt x="18192" y="24167"/>
                </a:lnTo>
                <a:cubicBezTo>
                  <a:pt x="18342" y="24107"/>
                  <a:pt x="18386" y="23973"/>
                  <a:pt x="18372" y="23823"/>
                </a:cubicBezTo>
                <a:cubicBezTo>
                  <a:pt x="18536" y="23779"/>
                  <a:pt x="18521" y="23569"/>
                  <a:pt x="18670" y="23495"/>
                </a:cubicBezTo>
                <a:cubicBezTo>
                  <a:pt x="18790" y="23629"/>
                  <a:pt x="18864" y="23779"/>
                  <a:pt x="18984" y="23868"/>
                </a:cubicBezTo>
                <a:cubicBezTo>
                  <a:pt x="18879" y="24077"/>
                  <a:pt x="19029" y="24227"/>
                  <a:pt x="19103" y="24391"/>
                </a:cubicBezTo>
                <a:cubicBezTo>
                  <a:pt x="19118" y="24406"/>
                  <a:pt x="19133" y="24406"/>
                  <a:pt x="19148" y="24406"/>
                </a:cubicBezTo>
                <a:cubicBezTo>
                  <a:pt x="19088" y="24555"/>
                  <a:pt x="19223" y="24570"/>
                  <a:pt x="19298" y="24645"/>
                </a:cubicBezTo>
                <a:cubicBezTo>
                  <a:pt x="19357" y="24645"/>
                  <a:pt x="19432" y="24630"/>
                  <a:pt x="19492" y="24630"/>
                </a:cubicBezTo>
                <a:cubicBezTo>
                  <a:pt x="19462" y="24510"/>
                  <a:pt x="19417" y="24376"/>
                  <a:pt x="19387" y="24242"/>
                </a:cubicBezTo>
                <a:lnTo>
                  <a:pt x="19372" y="24242"/>
                </a:lnTo>
                <a:cubicBezTo>
                  <a:pt x="19342" y="24047"/>
                  <a:pt x="19298" y="23853"/>
                  <a:pt x="19268" y="23644"/>
                </a:cubicBezTo>
                <a:cubicBezTo>
                  <a:pt x="19268" y="23584"/>
                  <a:pt x="19253" y="23525"/>
                  <a:pt x="19238" y="23450"/>
                </a:cubicBezTo>
                <a:cubicBezTo>
                  <a:pt x="19223" y="23196"/>
                  <a:pt x="19223" y="22942"/>
                  <a:pt x="19208" y="22688"/>
                </a:cubicBezTo>
                <a:cubicBezTo>
                  <a:pt x="19178" y="22628"/>
                  <a:pt x="19208" y="22569"/>
                  <a:pt x="19223" y="22509"/>
                </a:cubicBezTo>
                <a:lnTo>
                  <a:pt x="19223" y="22509"/>
                </a:lnTo>
                <a:lnTo>
                  <a:pt x="19223" y="22509"/>
                </a:lnTo>
                <a:cubicBezTo>
                  <a:pt x="19223" y="22494"/>
                  <a:pt x="19223" y="22464"/>
                  <a:pt x="19223" y="22434"/>
                </a:cubicBezTo>
                <a:cubicBezTo>
                  <a:pt x="19223" y="22151"/>
                  <a:pt x="19223" y="21867"/>
                  <a:pt x="19238" y="21583"/>
                </a:cubicBezTo>
                <a:cubicBezTo>
                  <a:pt x="19283" y="21523"/>
                  <a:pt x="19327" y="21463"/>
                  <a:pt x="19372" y="21404"/>
                </a:cubicBezTo>
                <a:cubicBezTo>
                  <a:pt x="19522" y="21015"/>
                  <a:pt x="19656" y="20642"/>
                  <a:pt x="19790" y="20254"/>
                </a:cubicBezTo>
                <a:cubicBezTo>
                  <a:pt x="19865" y="20134"/>
                  <a:pt x="19955" y="20030"/>
                  <a:pt x="20000" y="19895"/>
                </a:cubicBezTo>
                <a:cubicBezTo>
                  <a:pt x="20194" y="19358"/>
                  <a:pt x="20373" y="18820"/>
                  <a:pt x="20552" y="18267"/>
                </a:cubicBezTo>
                <a:cubicBezTo>
                  <a:pt x="20657" y="17744"/>
                  <a:pt x="20761" y="17222"/>
                  <a:pt x="20866" y="16684"/>
                </a:cubicBezTo>
                <a:cubicBezTo>
                  <a:pt x="20866" y="16400"/>
                  <a:pt x="21105" y="16057"/>
                  <a:pt x="20642" y="15907"/>
                </a:cubicBezTo>
                <a:cubicBezTo>
                  <a:pt x="20253" y="15907"/>
                  <a:pt x="20074" y="16161"/>
                  <a:pt x="19910" y="16445"/>
                </a:cubicBezTo>
                <a:cubicBezTo>
                  <a:pt x="19910" y="16460"/>
                  <a:pt x="19910" y="16460"/>
                  <a:pt x="19910" y="16475"/>
                </a:cubicBezTo>
                <a:lnTo>
                  <a:pt x="19895" y="16445"/>
                </a:lnTo>
                <a:cubicBezTo>
                  <a:pt x="19880" y="16505"/>
                  <a:pt x="19865" y="16550"/>
                  <a:pt x="19850" y="16609"/>
                </a:cubicBezTo>
                <a:cubicBezTo>
                  <a:pt x="19731" y="16878"/>
                  <a:pt x="19581" y="17147"/>
                  <a:pt x="19477" y="17431"/>
                </a:cubicBezTo>
                <a:cubicBezTo>
                  <a:pt x="19238" y="18163"/>
                  <a:pt x="18984" y="18909"/>
                  <a:pt x="18790" y="19656"/>
                </a:cubicBezTo>
                <a:cubicBezTo>
                  <a:pt x="18685" y="19985"/>
                  <a:pt x="18700" y="20343"/>
                  <a:pt x="18670" y="20702"/>
                </a:cubicBezTo>
                <a:cubicBezTo>
                  <a:pt x="18670" y="20762"/>
                  <a:pt x="18655" y="20806"/>
                  <a:pt x="18655" y="20866"/>
                </a:cubicBezTo>
                <a:cubicBezTo>
                  <a:pt x="18685" y="20926"/>
                  <a:pt x="18715" y="20971"/>
                  <a:pt x="18730" y="21030"/>
                </a:cubicBezTo>
                <a:lnTo>
                  <a:pt x="18596" y="21180"/>
                </a:lnTo>
                <a:cubicBezTo>
                  <a:pt x="18596" y="21568"/>
                  <a:pt x="18596" y="21971"/>
                  <a:pt x="18596" y="22360"/>
                </a:cubicBezTo>
                <a:cubicBezTo>
                  <a:pt x="18446" y="22733"/>
                  <a:pt x="18282" y="23092"/>
                  <a:pt x="18133" y="23465"/>
                </a:cubicBezTo>
                <a:cubicBezTo>
                  <a:pt x="18073" y="23540"/>
                  <a:pt x="18013" y="23614"/>
                  <a:pt x="17953" y="23689"/>
                </a:cubicBezTo>
                <a:cubicBezTo>
                  <a:pt x="17879" y="23883"/>
                  <a:pt x="17804" y="24062"/>
                  <a:pt x="17714" y="24242"/>
                </a:cubicBezTo>
                <a:cubicBezTo>
                  <a:pt x="17565" y="24495"/>
                  <a:pt x="17401" y="24764"/>
                  <a:pt x="17236" y="25018"/>
                </a:cubicBezTo>
                <a:cubicBezTo>
                  <a:pt x="17147" y="25078"/>
                  <a:pt x="17042" y="25138"/>
                  <a:pt x="16938" y="25197"/>
                </a:cubicBezTo>
                <a:cubicBezTo>
                  <a:pt x="16863" y="25123"/>
                  <a:pt x="16773" y="25048"/>
                  <a:pt x="16699" y="24973"/>
                </a:cubicBezTo>
                <a:cubicBezTo>
                  <a:pt x="16669" y="24988"/>
                  <a:pt x="16654" y="25003"/>
                  <a:pt x="16624" y="25033"/>
                </a:cubicBezTo>
                <a:cubicBezTo>
                  <a:pt x="16684" y="25138"/>
                  <a:pt x="16744" y="25257"/>
                  <a:pt x="16788" y="25362"/>
                </a:cubicBezTo>
                <a:lnTo>
                  <a:pt x="16803" y="25362"/>
                </a:lnTo>
                <a:cubicBezTo>
                  <a:pt x="16729" y="25436"/>
                  <a:pt x="16684" y="25496"/>
                  <a:pt x="16624" y="25571"/>
                </a:cubicBezTo>
                <a:lnTo>
                  <a:pt x="16609" y="25571"/>
                </a:lnTo>
                <a:cubicBezTo>
                  <a:pt x="16490" y="25601"/>
                  <a:pt x="16355" y="25646"/>
                  <a:pt x="16236" y="25675"/>
                </a:cubicBezTo>
                <a:cubicBezTo>
                  <a:pt x="16131" y="25616"/>
                  <a:pt x="16027" y="25556"/>
                  <a:pt x="15922" y="25511"/>
                </a:cubicBezTo>
                <a:cubicBezTo>
                  <a:pt x="15818" y="25392"/>
                  <a:pt x="15713" y="25287"/>
                  <a:pt x="15608" y="25183"/>
                </a:cubicBezTo>
                <a:cubicBezTo>
                  <a:pt x="15549" y="24630"/>
                  <a:pt x="15489" y="24092"/>
                  <a:pt x="15459" y="23525"/>
                </a:cubicBezTo>
                <a:cubicBezTo>
                  <a:pt x="15414" y="22927"/>
                  <a:pt x="15369" y="22330"/>
                  <a:pt x="15399" y="21717"/>
                </a:cubicBezTo>
                <a:cubicBezTo>
                  <a:pt x="15444" y="20717"/>
                  <a:pt x="15564" y="19731"/>
                  <a:pt x="15653" y="18730"/>
                </a:cubicBezTo>
                <a:cubicBezTo>
                  <a:pt x="15668" y="18715"/>
                  <a:pt x="15683" y="18715"/>
                  <a:pt x="15698" y="18700"/>
                </a:cubicBezTo>
                <a:cubicBezTo>
                  <a:pt x="15773" y="18670"/>
                  <a:pt x="15862" y="18641"/>
                  <a:pt x="15937" y="18596"/>
                </a:cubicBezTo>
                <a:cubicBezTo>
                  <a:pt x="15952" y="18581"/>
                  <a:pt x="15937" y="18521"/>
                  <a:pt x="15937" y="18491"/>
                </a:cubicBezTo>
                <a:cubicBezTo>
                  <a:pt x="15847" y="18521"/>
                  <a:pt x="15773" y="18551"/>
                  <a:pt x="15698" y="18566"/>
                </a:cubicBezTo>
                <a:cubicBezTo>
                  <a:pt x="15818" y="18222"/>
                  <a:pt x="15952" y="17879"/>
                  <a:pt x="16027" y="17520"/>
                </a:cubicBezTo>
                <a:cubicBezTo>
                  <a:pt x="16071" y="17281"/>
                  <a:pt x="16325" y="17117"/>
                  <a:pt x="16221" y="16848"/>
                </a:cubicBezTo>
                <a:cubicBezTo>
                  <a:pt x="16251" y="16833"/>
                  <a:pt x="16251" y="16818"/>
                  <a:pt x="16251" y="16789"/>
                </a:cubicBezTo>
                <a:cubicBezTo>
                  <a:pt x="16281" y="16774"/>
                  <a:pt x="16295" y="16744"/>
                  <a:pt x="16310" y="16714"/>
                </a:cubicBezTo>
                <a:cubicBezTo>
                  <a:pt x="16355" y="16430"/>
                  <a:pt x="16744" y="16251"/>
                  <a:pt x="16549" y="15907"/>
                </a:cubicBezTo>
                <a:lnTo>
                  <a:pt x="16549" y="15892"/>
                </a:lnTo>
                <a:cubicBezTo>
                  <a:pt x="16609" y="15848"/>
                  <a:pt x="16654" y="15788"/>
                  <a:pt x="16699" y="15728"/>
                </a:cubicBezTo>
                <a:cubicBezTo>
                  <a:pt x="16729" y="15683"/>
                  <a:pt x="16744" y="15624"/>
                  <a:pt x="16773" y="15579"/>
                </a:cubicBezTo>
                <a:cubicBezTo>
                  <a:pt x="16788" y="15504"/>
                  <a:pt x="16788" y="15429"/>
                  <a:pt x="16803" y="15355"/>
                </a:cubicBezTo>
                <a:cubicBezTo>
                  <a:pt x="16833" y="15280"/>
                  <a:pt x="16863" y="15220"/>
                  <a:pt x="16893" y="15161"/>
                </a:cubicBezTo>
                <a:cubicBezTo>
                  <a:pt x="16878" y="15146"/>
                  <a:pt x="16848" y="15131"/>
                  <a:pt x="16833" y="15131"/>
                </a:cubicBezTo>
                <a:cubicBezTo>
                  <a:pt x="16788" y="15205"/>
                  <a:pt x="16744" y="15265"/>
                  <a:pt x="16699" y="15340"/>
                </a:cubicBezTo>
                <a:cubicBezTo>
                  <a:pt x="16639" y="15385"/>
                  <a:pt x="16594" y="15429"/>
                  <a:pt x="16534" y="15459"/>
                </a:cubicBezTo>
                <a:cubicBezTo>
                  <a:pt x="16624" y="15116"/>
                  <a:pt x="16699" y="14757"/>
                  <a:pt x="16788" y="14399"/>
                </a:cubicBezTo>
                <a:cubicBezTo>
                  <a:pt x="16833" y="14414"/>
                  <a:pt x="16908" y="14414"/>
                  <a:pt x="16938" y="14459"/>
                </a:cubicBezTo>
                <a:cubicBezTo>
                  <a:pt x="16983" y="14533"/>
                  <a:pt x="17012" y="14623"/>
                  <a:pt x="17042" y="14698"/>
                </a:cubicBezTo>
                <a:cubicBezTo>
                  <a:pt x="17102" y="14638"/>
                  <a:pt x="17162" y="14578"/>
                  <a:pt x="17192" y="14503"/>
                </a:cubicBezTo>
                <a:cubicBezTo>
                  <a:pt x="17326" y="14130"/>
                  <a:pt x="17446" y="13757"/>
                  <a:pt x="17565" y="13383"/>
                </a:cubicBezTo>
                <a:cubicBezTo>
                  <a:pt x="17625" y="13219"/>
                  <a:pt x="17684" y="13070"/>
                  <a:pt x="17744" y="12905"/>
                </a:cubicBezTo>
                <a:cubicBezTo>
                  <a:pt x="17714" y="12502"/>
                  <a:pt x="17386" y="12457"/>
                  <a:pt x="17102" y="12368"/>
                </a:cubicBezTo>
                <a:cubicBezTo>
                  <a:pt x="17042" y="12368"/>
                  <a:pt x="16997" y="12353"/>
                  <a:pt x="16938" y="12353"/>
                </a:cubicBezTo>
                <a:cubicBezTo>
                  <a:pt x="16863" y="12323"/>
                  <a:pt x="16788" y="12308"/>
                  <a:pt x="16699" y="12278"/>
                </a:cubicBezTo>
                <a:cubicBezTo>
                  <a:pt x="16654" y="12203"/>
                  <a:pt x="16609" y="12129"/>
                  <a:pt x="16549" y="12054"/>
                </a:cubicBezTo>
                <a:lnTo>
                  <a:pt x="16549" y="12054"/>
                </a:lnTo>
                <a:cubicBezTo>
                  <a:pt x="16549" y="12099"/>
                  <a:pt x="16564" y="12144"/>
                  <a:pt x="16564" y="12188"/>
                </a:cubicBezTo>
                <a:cubicBezTo>
                  <a:pt x="16534" y="12323"/>
                  <a:pt x="16505" y="12472"/>
                  <a:pt x="16490" y="12607"/>
                </a:cubicBezTo>
                <a:lnTo>
                  <a:pt x="16475" y="12621"/>
                </a:lnTo>
                <a:cubicBezTo>
                  <a:pt x="16445" y="12726"/>
                  <a:pt x="16400" y="12846"/>
                  <a:pt x="16370" y="12965"/>
                </a:cubicBezTo>
                <a:cubicBezTo>
                  <a:pt x="16370" y="12995"/>
                  <a:pt x="16355" y="13025"/>
                  <a:pt x="16355" y="13040"/>
                </a:cubicBezTo>
                <a:cubicBezTo>
                  <a:pt x="16340" y="13099"/>
                  <a:pt x="16325" y="13159"/>
                  <a:pt x="16310" y="13219"/>
                </a:cubicBezTo>
                <a:cubicBezTo>
                  <a:pt x="16370" y="13204"/>
                  <a:pt x="16415" y="13174"/>
                  <a:pt x="16475" y="13159"/>
                </a:cubicBezTo>
                <a:cubicBezTo>
                  <a:pt x="16579" y="13129"/>
                  <a:pt x="16669" y="13099"/>
                  <a:pt x="16773" y="13084"/>
                </a:cubicBezTo>
                <a:cubicBezTo>
                  <a:pt x="16773" y="13144"/>
                  <a:pt x="16773" y="13219"/>
                  <a:pt x="16773" y="13279"/>
                </a:cubicBezTo>
                <a:cubicBezTo>
                  <a:pt x="16624" y="13637"/>
                  <a:pt x="16475" y="13981"/>
                  <a:pt x="16310" y="14324"/>
                </a:cubicBezTo>
                <a:lnTo>
                  <a:pt x="16340" y="14309"/>
                </a:lnTo>
                <a:lnTo>
                  <a:pt x="16340" y="14309"/>
                </a:lnTo>
                <a:cubicBezTo>
                  <a:pt x="16340" y="14324"/>
                  <a:pt x="16325" y="14324"/>
                  <a:pt x="16310" y="14339"/>
                </a:cubicBezTo>
                <a:lnTo>
                  <a:pt x="16295" y="14324"/>
                </a:lnTo>
                <a:lnTo>
                  <a:pt x="16295" y="14309"/>
                </a:lnTo>
                <a:cubicBezTo>
                  <a:pt x="16146" y="14324"/>
                  <a:pt x="15997" y="14324"/>
                  <a:pt x="15847" y="14324"/>
                </a:cubicBezTo>
                <a:lnTo>
                  <a:pt x="15832" y="14339"/>
                </a:lnTo>
                <a:cubicBezTo>
                  <a:pt x="15773" y="14444"/>
                  <a:pt x="15728" y="14548"/>
                  <a:pt x="15668" y="14653"/>
                </a:cubicBezTo>
                <a:cubicBezTo>
                  <a:pt x="15608" y="14787"/>
                  <a:pt x="15549" y="14937"/>
                  <a:pt x="15504" y="15086"/>
                </a:cubicBezTo>
                <a:cubicBezTo>
                  <a:pt x="15489" y="15101"/>
                  <a:pt x="15489" y="15101"/>
                  <a:pt x="15489" y="15116"/>
                </a:cubicBezTo>
                <a:lnTo>
                  <a:pt x="15489" y="15086"/>
                </a:lnTo>
                <a:cubicBezTo>
                  <a:pt x="15414" y="15086"/>
                  <a:pt x="15340" y="15101"/>
                  <a:pt x="15265" y="15116"/>
                </a:cubicBezTo>
                <a:lnTo>
                  <a:pt x="15265" y="15101"/>
                </a:lnTo>
                <a:cubicBezTo>
                  <a:pt x="15280" y="15086"/>
                  <a:pt x="15295" y="15071"/>
                  <a:pt x="15310" y="15041"/>
                </a:cubicBezTo>
                <a:cubicBezTo>
                  <a:pt x="15340" y="14922"/>
                  <a:pt x="15369" y="14802"/>
                  <a:pt x="15399" y="14683"/>
                </a:cubicBezTo>
                <a:cubicBezTo>
                  <a:pt x="15369" y="14683"/>
                  <a:pt x="15340" y="14668"/>
                  <a:pt x="15310" y="14668"/>
                </a:cubicBezTo>
                <a:cubicBezTo>
                  <a:pt x="15280" y="14757"/>
                  <a:pt x="15235" y="14862"/>
                  <a:pt x="15205" y="14951"/>
                </a:cubicBezTo>
                <a:cubicBezTo>
                  <a:pt x="15160" y="15026"/>
                  <a:pt x="15116" y="15101"/>
                  <a:pt x="15056" y="15176"/>
                </a:cubicBezTo>
                <a:cubicBezTo>
                  <a:pt x="15160" y="15325"/>
                  <a:pt x="14802" y="15609"/>
                  <a:pt x="15205" y="15668"/>
                </a:cubicBezTo>
                <a:cubicBezTo>
                  <a:pt x="15220" y="15713"/>
                  <a:pt x="15220" y="15758"/>
                  <a:pt x="15235" y="15818"/>
                </a:cubicBezTo>
                <a:lnTo>
                  <a:pt x="15220" y="15818"/>
                </a:lnTo>
                <a:cubicBezTo>
                  <a:pt x="15205" y="15892"/>
                  <a:pt x="15175" y="15982"/>
                  <a:pt x="15145" y="16057"/>
                </a:cubicBezTo>
                <a:cubicBezTo>
                  <a:pt x="15175" y="16072"/>
                  <a:pt x="15190" y="16087"/>
                  <a:pt x="15220" y="16102"/>
                </a:cubicBezTo>
                <a:cubicBezTo>
                  <a:pt x="15265" y="16131"/>
                  <a:pt x="15310" y="16161"/>
                  <a:pt x="15355" y="16191"/>
                </a:cubicBezTo>
                <a:lnTo>
                  <a:pt x="15593" y="16370"/>
                </a:lnTo>
                <a:lnTo>
                  <a:pt x="15593" y="16385"/>
                </a:lnTo>
                <a:cubicBezTo>
                  <a:pt x="15579" y="16415"/>
                  <a:pt x="15564" y="16445"/>
                  <a:pt x="15534" y="16460"/>
                </a:cubicBezTo>
                <a:lnTo>
                  <a:pt x="15086" y="16460"/>
                </a:lnTo>
                <a:lnTo>
                  <a:pt x="15086" y="16579"/>
                </a:lnTo>
                <a:cubicBezTo>
                  <a:pt x="15205" y="16609"/>
                  <a:pt x="15340" y="16654"/>
                  <a:pt x="15459" y="16684"/>
                </a:cubicBezTo>
                <a:lnTo>
                  <a:pt x="15459" y="16699"/>
                </a:lnTo>
                <a:cubicBezTo>
                  <a:pt x="15325" y="17057"/>
                  <a:pt x="15175" y="17416"/>
                  <a:pt x="15041" y="17774"/>
                </a:cubicBezTo>
                <a:cubicBezTo>
                  <a:pt x="14966" y="17969"/>
                  <a:pt x="14891" y="18148"/>
                  <a:pt x="14832" y="18342"/>
                </a:cubicBezTo>
                <a:cubicBezTo>
                  <a:pt x="14682" y="18626"/>
                  <a:pt x="14548" y="18924"/>
                  <a:pt x="14414" y="19208"/>
                </a:cubicBezTo>
                <a:cubicBezTo>
                  <a:pt x="14406" y="19201"/>
                  <a:pt x="14399" y="19197"/>
                  <a:pt x="14391" y="19197"/>
                </a:cubicBezTo>
                <a:cubicBezTo>
                  <a:pt x="14384" y="19197"/>
                  <a:pt x="14376" y="19201"/>
                  <a:pt x="14369" y="19208"/>
                </a:cubicBezTo>
                <a:lnTo>
                  <a:pt x="14204" y="18984"/>
                </a:lnTo>
                <a:cubicBezTo>
                  <a:pt x="14249" y="18880"/>
                  <a:pt x="14294" y="18760"/>
                  <a:pt x="14339" y="18656"/>
                </a:cubicBezTo>
                <a:cubicBezTo>
                  <a:pt x="14414" y="18641"/>
                  <a:pt x="14473" y="18611"/>
                  <a:pt x="14533" y="18596"/>
                </a:cubicBezTo>
                <a:cubicBezTo>
                  <a:pt x="14503" y="18566"/>
                  <a:pt x="14458" y="18536"/>
                  <a:pt x="14414" y="18506"/>
                </a:cubicBezTo>
                <a:lnTo>
                  <a:pt x="14414" y="18491"/>
                </a:lnTo>
                <a:cubicBezTo>
                  <a:pt x="14488" y="18282"/>
                  <a:pt x="14563" y="18073"/>
                  <a:pt x="14638" y="17864"/>
                </a:cubicBezTo>
                <a:lnTo>
                  <a:pt x="14653" y="17864"/>
                </a:lnTo>
                <a:cubicBezTo>
                  <a:pt x="14667" y="17685"/>
                  <a:pt x="14682" y="17505"/>
                  <a:pt x="14697" y="17326"/>
                </a:cubicBezTo>
                <a:cubicBezTo>
                  <a:pt x="14667" y="17326"/>
                  <a:pt x="14653" y="17311"/>
                  <a:pt x="14623" y="17296"/>
                </a:cubicBezTo>
                <a:cubicBezTo>
                  <a:pt x="14578" y="17386"/>
                  <a:pt x="14533" y="17476"/>
                  <a:pt x="14488" y="17550"/>
                </a:cubicBezTo>
                <a:lnTo>
                  <a:pt x="14473" y="17550"/>
                </a:lnTo>
                <a:cubicBezTo>
                  <a:pt x="14443" y="17580"/>
                  <a:pt x="14384" y="17610"/>
                  <a:pt x="14339" y="17625"/>
                </a:cubicBezTo>
                <a:cubicBezTo>
                  <a:pt x="14369" y="17461"/>
                  <a:pt x="14384" y="17296"/>
                  <a:pt x="14399" y="17132"/>
                </a:cubicBezTo>
                <a:cubicBezTo>
                  <a:pt x="14384" y="17117"/>
                  <a:pt x="14354" y="17117"/>
                  <a:pt x="14339" y="17117"/>
                </a:cubicBezTo>
                <a:cubicBezTo>
                  <a:pt x="14234" y="17311"/>
                  <a:pt x="14130" y="17520"/>
                  <a:pt x="14040" y="17730"/>
                </a:cubicBezTo>
                <a:cubicBezTo>
                  <a:pt x="14025" y="17730"/>
                  <a:pt x="14025" y="17744"/>
                  <a:pt x="14025" y="17744"/>
                </a:cubicBezTo>
                <a:cubicBezTo>
                  <a:pt x="13891" y="17774"/>
                  <a:pt x="13756" y="17789"/>
                  <a:pt x="13592" y="17819"/>
                </a:cubicBezTo>
                <a:cubicBezTo>
                  <a:pt x="13726" y="17864"/>
                  <a:pt x="13831" y="17909"/>
                  <a:pt x="13936" y="17954"/>
                </a:cubicBezTo>
                <a:cubicBezTo>
                  <a:pt x="13921" y="18028"/>
                  <a:pt x="13891" y="18103"/>
                  <a:pt x="13861" y="18178"/>
                </a:cubicBezTo>
                <a:lnTo>
                  <a:pt x="13861" y="18193"/>
                </a:lnTo>
                <a:cubicBezTo>
                  <a:pt x="13921" y="18237"/>
                  <a:pt x="13965" y="18282"/>
                  <a:pt x="14010" y="18342"/>
                </a:cubicBezTo>
                <a:cubicBezTo>
                  <a:pt x="14130" y="18446"/>
                  <a:pt x="13816" y="18745"/>
                  <a:pt x="14175" y="18745"/>
                </a:cubicBezTo>
                <a:cubicBezTo>
                  <a:pt x="14160" y="18790"/>
                  <a:pt x="14130" y="18835"/>
                  <a:pt x="14100" y="18880"/>
                </a:cubicBezTo>
                <a:cubicBezTo>
                  <a:pt x="14010" y="18939"/>
                  <a:pt x="13906" y="18999"/>
                  <a:pt x="13801" y="19044"/>
                </a:cubicBezTo>
                <a:cubicBezTo>
                  <a:pt x="13846" y="19104"/>
                  <a:pt x="13906" y="19163"/>
                  <a:pt x="13951" y="19208"/>
                </a:cubicBezTo>
                <a:cubicBezTo>
                  <a:pt x="13951" y="19238"/>
                  <a:pt x="13936" y="19253"/>
                  <a:pt x="13921" y="19283"/>
                </a:cubicBezTo>
                <a:cubicBezTo>
                  <a:pt x="13801" y="19358"/>
                  <a:pt x="13622" y="19417"/>
                  <a:pt x="13592" y="19522"/>
                </a:cubicBezTo>
                <a:cubicBezTo>
                  <a:pt x="13547" y="19626"/>
                  <a:pt x="13652" y="19791"/>
                  <a:pt x="13697" y="19925"/>
                </a:cubicBezTo>
                <a:cubicBezTo>
                  <a:pt x="13846" y="19880"/>
                  <a:pt x="13980" y="19835"/>
                  <a:pt x="14130" y="19791"/>
                </a:cubicBezTo>
                <a:cubicBezTo>
                  <a:pt x="14160" y="19776"/>
                  <a:pt x="14190" y="19776"/>
                  <a:pt x="14204" y="19761"/>
                </a:cubicBezTo>
                <a:lnTo>
                  <a:pt x="14204" y="19761"/>
                </a:lnTo>
                <a:cubicBezTo>
                  <a:pt x="14204" y="19850"/>
                  <a:pt x="14190" y="19925"/>
                  <a:pt x="14190" y="20000"/>
                </a:cubicBezTo>
                <a:cubicBezTo>
                  <a:pt x="14130" y="20089"/>
                  <a:pt x="14085" y="20164"/>
                  <a:pt x="14025" y="20239"/>
                </a:cubicBezTo>
                <a:cubicBezTo>
                  <a:pt x="14025" y="20284"/>
                  <a:pt x="14025" y="20328"/>
                  <a:pt x="14010" y="20373"/>
                </a:cubicBezTo>
                <a:lnTo>
                  <a:pt x="13876" y="20881"/>
                </a:lnTo>
                <a:cubicBezTo>
                  <a:pt x="13861" y="20911"/>
                  <a:pt x="13846" y="20941"/>
                  <a:pt x="13831" y="20971"/>
                </a:cubicBezTo>
                <a:cubicBezTo>
                  <a:pt x="13831" y="20971"/>
                  <a:pt x="13816" y="20986"/>
                  <a:pt x="13816" y="21000"/>
                </a:cubicBezTo>
                <a:cubicBezTo>
                  <a:pt x="13786" y="21015"/>
                  <a:pt x="13741" y="21015"/>
                  <a:pt x="13712" y="21015"/>
                </a:cubicBezTo>
                <a:cubicBezTo>
                  <a:pt x="13607" y="21239"/>
                  <a:pt x="13517" y="21449"/>
                  <a:pt x="13413" y="21673"/>
                </a:cubicBezTo>
                <a:lnTo>
                  <a:pt x="13398" y="21673"/>
                </a:lnTo>
                <a:cubicBezTo>
                  <a:pt x="13368" y="21673"/>
                  <a:pt x="13323" y="21688"/>
                  <a:pt x="13293" y="21702"/>
                </a:cubicBezTo>
                <a:lnTo>
                  <a:pt x="13234" y="21658"/>
                </a:lnTo>
                <a:cubicBezTo>
                  <a:pt x="13263" y="21628"/>
                  <a:pt x="13293" y="21598"/>
                  <a:pt x="13323" y="21568"/>
                </a:cubicBezTo>
                <a:cubicBezTo>
                  <a:pt x="13353" y="21463"/>
                  <a:pt x="13383" y="21374"/>
                  <a:pt x="13413" y="21284"/>
                </a:cubicBezTo>
                <a:lnTo>
                  <a:pt x="13413" y="21284"/>
                </a:lnTo>
                <a:cubicBezTo>
                  <a:pt x="13353" y="21299"/>
                  <a:pt x="13293" y="21329"/>
                  <a:pt x="13234" y="21344"/>
                </a:cubicBezTo>
                <a:cubicBezTo>
                  <a:pt x="13184" y="21338"/>
                  <a:pt x="13138" y="21334"/>
                  <a:pt x="13095" y="21334"/>
                </a:cubicBezTo>
                <a:cubicBezTo>
                  <a:pt x="12933" y="21334"/>
                  <a:pt x="12837" y="21397"/>
                  <a:pt x="12920" y="21658"/>
                </a:cubicBezTo>
                <a:cubicBezTo>
                  <a:pt x="12920" y="21673"/>
                  <a:pt x="12920" y="21688"/>
                  <a:pt x="12920" y="21717"/>
                </a:cubicBezTo>
                <a:lnTo>
                  <a:pt x="12756" y="21717"/>
                </a:lnTo>
                <a:cubicBezTo>
                  <a:pt x="12756" y="21702"/>
                  <a:pt x="12756" y="21688"/>
                  <a:pt x="12741" y="21673"/>
                </a:cubicBezTo>
                <a:cubicBezTo>
                  <a:pt x="12726" y="21628"/>
                  <a:pt x="12711" y="21598"/>
                  <a:pt x="12681" y="21583"/>
                </a:cubicBezTo>
                <a:cubicBezTo>
                  <a:pt x="12696" y="21523"/>
                  <a:pt x="12696" y="21478"/>
                  <a:pt x="12696" y="21434"/>
                </a:cubicBezTo>
                <a:lnTo>
                  <a:pt x="12711" y="21419"/>
                </a:lnTo>
                <a:cubicBezTo>
                  <a:pt x="12741" y="20986"/>
                  <a:pt x="12651" y="20582"/>
                  <a:pt x="12382" y="20224"/>
                </a:cubicBezTo>
                <a:lnTo>
                  <a:pt x="12457" y="20000"/>
                </a:lnTo>
                <a:cubicBezTo>
                  <a:pt x="12472" y="19955"/>
                  <a:pt x="12502" y="19925"/>
                  <a:pt x="12517" y="19895"/>
                </a:cubicBezTo>
                <a:cubicBezTo>
                  <a:pt x="12591" y="19821"/>
                  <a:pt x="12576" y="19776"/>
                  <a:pt x="12502" y="19761"/>
                </a:cubicBezTo>
                <a:cubicBezTo>
                  <a:pt x="12487" y="19597"/>
                  <a:pt x="12472" y="19447"/>
                  <a:pt x="12442" y="19283"/>
                </a:cubicBezTo>
                <a:cubicBezTo>
                  <a:pt x="12457" y="19148"/>
                  <a:pt x="12457" y="19029"/>
                  <a:pt x="12457" y="18895"/>
                </a:cubicBezTo>
                <a:cubicBezTo>
                  <a:pt x="12457" y="18865"/>
                  <a:pt x="12457" y="18835"/>
                  <a:pt x="12457" y="18820"/>
                </a:cubicBezTo>
                <a:lnTo>
                  <a:pt x="12382" y="18865"/>
                </a:lnTo>
                <a:lnTo>
                  <a:pt x="12352" y="18865"/>
                </a:lnTo>
                <a:cubicBezTo>
                  <a:pt x="12382" y="18835"/>
                  <a:pt x="12412" y="18820"/>
                  <a:pt x="12457" y="18820"/>
                </a:cubicBezTo>
                <a:cubicBezTo>
                  <a:pt x="12591" y="18820"/>
                  <a:pt x="12591" y="18820"/>
                  <a:pt x="12472" y="18551"/>
                </a:cubicBezTo>
                <a:cubicBezTo>
                  <a:pt x="12606" y="18267"/>
                  <a:pt x="12875" y="18013"/>
                  <a:pt x="12771" y="17655"/>
                </a:cubicBezTo>
                <a:cubicBezTo>
                  <a:pt x="12845" y="17595"/>
                  <a:pt x="12860" y="17535"/>
                  <a:pt x="12845" y="17476"/>
                </a:cubicBezTo>
                <a:cubicBezTo>
                  <a:pt x="12890" y="17356"/>
                  <a:pt x="12935" y="17237"/>
                  <a:pt x="12980" y="17117"/>
                </a:cubicBezTo>
                <a:cubicBezTo>
                  <a:pt x="12995" y="17117"/>
                  <a:pt x="12995" y="17117"/>
                  <a:pt x="13010" y="17102"/>
                </a:cubicBezTo>
                <a:cubicBezTo>
                  <a:pt x="13039" y="17072"/>
                  <a:pt x="13054" y="17042"/>
                  <a:pt x="13069" y="17013"/>
                </a:cubicBezTo>
                <a:cubicBezTo>
                  <a:pt x="13069" y="16968"/>
                  <a:pt x="13054" y="16923"/>
                  <a:pt x="13039" y="16878"/>
                </a:cubicBezTo>
                <a:cubicBezTo>
                  <a:pt x="13054" y="16744"/>
                  <a:pt x="13084" y="16594"/>
                  <a:pt x="13099" y="16460"/>
                </a:cubicBezTo>
                <a:cubicBezTo>
                  <a:pt x="13205" y="16519"/>
                  <a:pt x="13269" y="16554"/>
                  <a:pt x="13310" y="16554"/>
                </a:cubicBezTo>
                <a:cubicBezTo>
                  <a:pt x="13373" y="16554"/>
                  <a:pt x="13380" y="16469"/>
                  <a:pt x="13398" y="16251"/>
                </a:cubicBezTo>
                <a:cubicBezTo>
                  <a:pt x="13428" y="16087"/>
                  <a:pt x="13443" y="15937"/>
                  <a:pt x="13458" y="15773"/>
                </a:cubicBezTo>
                <a:cubicBezTo>
                  <a:pt x="13473" y="15743"/>
                  <a:pt x="13473" y="15713"/>
                  <a:pt x="13473" y="15683"/>
                </a:cubicBezTo>
                <a:lnTo>
                  <a:pt x="13547" y="15280"/>
                </a:lnTo>
                <a:cubicBezTo>
                  <a:pt x="13592" y="15176"/>
                  <a:pt x="13637" y="15086"/>
                  <a:pt x="13682" y="14996"/>
                </a:cubicBezTo>
                <a:lnTo>
                  <a:pt x="13682" y="14996"/>
                </a:lnTo>
                <a:cubicBezTo>
                  <a:pt x="13577" y="15056"/>
                  <a:pt x="13488" y="15131"/>
                  <a:pt x="13398" y="15190"/>
                </a:cubicBezTo>
                <a:cubicBezTo>
                  <a:pt x="13368" y="15220"/>
                  <a:pt x="13338" y="15250"/>
                  <a:pt x="13308" y="15265"/>
                </a:cubicBezTo>
                <a:lnTo>
                  <a:pt x="13263" y="15026"/>
                </a:lnTo>
                <a:cubicBezTo>
                  <a:pt x="13278" y="14996"/>
                  <a:pt x="13293" y="14966"/>
                  <a:pt x="13308" y="14951"/>
                </a:cubicBezTo>
                <a:cubicBezTo>
                  <a:pt x="13353" y="14787"/>
                  <a:pt x="13502" y="14623"/>
                  <a:pt x="13353" y="14444"/>
                </a:cubicBezTo>
                <a:lnTo>
                  <a:pt x="13338" y="14444"/>
                </a:lnTo>
                <a:cubicBezTo>
                  <a:pt x="13368" y="14369"/>
                  <a:pt x="13368" y="14309"/>
                  <a:pt x="13383" y="14235"/>
                </a:cubicBezTo>
                <a:lnTo>
                  <a:pt x="13398" y="14160"/>
                </a:lnTo>
                <a:cubicBezTo>
                  <a:pt x="13428" y="14130"/>
                  <a:pt x="13443" y="14115"/>
                  <a:pt x="13473" y="14085"/>
                </a:cubicBezTo>
                <a:cubicBezTo>
                  <a:pt x="13577" y="13996"/>
                  <a:pt x="13682" y="13906"/>
                  <a:pt x="13786" y="13831"/>
                </a:cubicBezTo>
                <a:cubicBezTo>
                  <a:pt x="13789" y="13830"/>
                  <a:pt x="13791" y="13830"/>
                  <a:pt x="13794" y="13830"/>
                </a:cubicBezTo>
                <a:cubicBezTo>
                  <a:pt x="13827" y="13830"/>
                  <a:pt x="13894" y="13908"/>
                  <a:pt x="13936" y="13936"/>
                </a:cubicBezTo>
                <a:cubicBezTo>
                  <a:pt x="13965" y="13801"/>
                  <a:pt x="13995" y="13667"/>
                  <a:pt x="14025" y="13533"/>
                </a:cubicBezTo>
                <a:cubicBezTo>
                  <a:pt x="13965" y="13503"/>
                  <a:pt x="13906" y="13458"/>
                  <a:pt x="13861" y="13428"/>
                </a:cubicBezTo>
                <a:cubicBezTo>
                  <a:pt x="13951" y="13249"/>
                  <a:pt x="13906" y="13099"/>
                  <a:pt x="13756" y="12965"/>
                </a:cubicBezTo>
                <a:lnTo>
                  <a:pt x="13756" y="12950"/>
                </a:lnTo>
                <a:cubicBezTo>
                  <a:pt x="13891" y="12846"/>
                  <a:pt x="14100" y="12771"/>
                  <a:pt x="13965" y="12532"/>
                </a:cubicBezTo>
                <a:cubicBezTo>
                  <a:pt x="13980" y="12502"/>
                  <a:pt x="13980" y="12472"/>
                  <a:pt x="13980" y="12442"/>
                </a:cubicBezTo>
                <a:cubicBezTo>
                  <a:pt x="13980" y="12412"/>
                  <a:pt x="13980" y="12383"/>
                  <a:pt x="13980" y="12353"/>
                </a:cubicBezTo>
                <a:cubicBezTo>
                  <a:pt x="14010" y="12218"/>
                  <a:pt x="14055" y="12099"/>
                  <a:pt x="14100" y="11964"/>
                </a:cubicBezTo>
                <a:cubicBezTo>
                  <a:pt x="14130" y="11875"/>
                  <a:pt x="14160" y="11800"/>
                  <a:pt x="14175" y="11725"/>
                </a:cubicBezTo>
                <a:cubicBezTo>
                  <a:pt x="14234" y="11546"/>
                  <a:pt x="14294" y="11367"/>
                  <a:pt x="14354" y="11188"/>
                </a:cubicBezTo>
                <a:lnTo>
                  <a:pt x="14249" y="11188"/>
                </a:lnTo>
                <a:cubicBezTo>
                  <a:pt x="14279" y="11180"/>
                  <a:pt x="14305" y="11176"/>
                  <a:pt x="14331" y="11176"/>
                </a:cubicBezTo>
                <a:cubicBezTo>
                  <a:pt x="14358" y="11176"/>
                  <a:pt x="14384" y="11180"/>
                  <a:pt x="14414" y="11188"/>
                </a:cubicBezTo>
                <a:cubicBezTo>
                  <a:pt x="14533" y="11083"/>
                  <a:pt x="14593" y="10964"/>
                  <a:pt x="14518" y="10799"/>
                </a:cubicBezTo>
                <a:lnTo>
                  <a:pt x="14518" y="10799"/>
                </a:lnTo>
                <a:cubicBezTo>
                  <a:pt x="14595" y="10876"/>
                  <a:pt x="14655" y="10984"/>
                  <a:pt x="14758" y="10984"/>
                </a:cubicBezTo>
                <a:cubicBezTo>
                  <a:pt x="14796" y="10984"/>
                  <a:pt x="14839" y="10970"/>
                  <a:pt x="14891" y="10934"/>
                </a:cubicBezTo>
                <a:cubicBezTo>
                  <a:pt x="14891" y="10889"/>
                  <a:pt x="14891" y="10829"/>
                  <a:pt x="14906" y="10784"/>
                </a:cubicBezTo>
                <a:cubicBezTo>
                  <a:pt x="14936" y="10680"/>
                  <a:pt x="14966" y="10575"/>
                  <a:pt x="14891" y="10471"/>
                </a:cubicBezTo>
                <a:cubicBezTo>
                  <a:pt x="14787" y="10441"/>
                  <a:pt x="14697" y="10411"/>
                  <a:pt x="14593" y="10381"/>
                </a:cubicBezTo>
                <a:cubicBezTo>
                  <a:pt x="14697" y="10008"/>
                  <a:pt x="14787" y="9634"/>
                  <a:pt x="14877" y="9261"/>
                </a:cubicBezTo>
                <a:cubicBezTo>
                  <a:pt x="14832" y="9246"/>
                  <a:pt x="14787" y="9246"/>
                  <a:pt x="14742" y="9231"/>
                </a:cubicBezTo>
                <a:cubicBezTo>
                  <a:pt x="14712" y="9351"/>
                  <a:pt x="14682" y="9470"/>
                  <a:pt x="14653" y="9589"/>
                </a:cubicBezTo>
                <a:cubicBezTo>
                  <a:pt x="14593" y="9515"/>
                  <a:pt x="14548" y="9440"/>
                  <a:pt x="14488" y="9351"/>
                </a:cubicBezTo>
                <a:cubicBezTo>
                  <a:pt x="14473" y="9306"/>
                  <a:pt x="14458" y="9246"/>
                  <a:pt x="14443" y="9201"/>
                </a:cubicBezTo>
                <a:cubicBezTo>
                  <a:pt x="14503" y="8992"/>
                  <a:pt x="14563" y="8783"/>
                  <a:pt x="14623" y="8574"/>
                </a:cubicBezTo>
                <a:cubicBezTo>
                  <a:pt x="14623" y="8529"/>
                  <a:pt x="14578" y="8469"/>
                  <a:pt x="14533" y="8424"/>
                </a:cubicBezTo>
                <a:cubicBezTo>
                  <a:pt x="14529" y="8420"/>
                  <a:pt x="14519" y="8418"/>
                  <a:pt x="14508" y="8418"/>
                </a:cubicBezTo>
                <a:cubicBezTo>
                  <a:pt x="14479" y="8418"/>
                  <a:pt x="14439" y="8429"/>
                  <a:pt x="14428" y="8439"/>
                </a:cubicBezTo>
                <a:cubicBezTo>
                  <a:pt x="14339" y="8619"/>
                  <a:pt x="14264" y="8783"/>
                  <a:pt x="14175" y="8962"/>
                </a:cubicBezTo>
                <a:lnTo>
                  <a:pt x="14115" y="8962"/>
                </a:lnTo>
                <a:lnTo>
                  <a:pt x="14115" y="8947"/>
                </a:lnTo>
                <a:cubicBezTo>
                  <a:pt x="14087" y="8669"/>
                  <a:pt x="14137" y="8314"/>
                  <a:pt x="13735" y="8314"/>
                </a:cubicBezTo>
                <a:cubicBezTo>
                  <a:pt x="13705" y="8314"/>
                  <a:pt x="13672" y="8316"/>
                  <a:pt x="13637" y="8320"/>
                </a:cubicBezTo>
                <a:cubicBezTo>
                  <a:pt x="13652" y="8215"/>
                  <a:pt x="13667" y="8111"/>
                  <a:pt x="13682" y="7976"/>
                </a:cubicBezTo>
                <a:lnTo>
                  <a:pt x="13682" y="7976"/>
                </a:lnTo>
                <a:cubicBezTo>
                  <a:pt x="13607" y="8021"/>
                  <a:pt x="13547" y="8066"/>
                  <a:pt x="13473" y="8096"/>
                </a:cubicBezTo>
                <a:lnTo>
                  <a:pt x="13473" y="8111"/>
                </a:lnTo>
                <a:cubicBezTo>
                  <a:pt x="13458" y="8036"/>
                  <a:pt x="13428" y="7976"/>
                  <a:pt x="13413" y="7902"/>
                </a:cubicBezTo>
                <a:cubicBezTo>
                  <a:pt x="13383" y="7947"/>
                  <a:pt x="13338" y="7991"/>
                  <a:pt x="13323" y="8036"/>
                </a:cubicBezTo>
                <a:cubicBezTo>
                  <a:pt x="13293" y="8141"/>
                  <a:pt x="13278" y="8230"/>
                  <a:pt x="13263" y="8335"/>
                </a:cubicBezTo>
                <a:lnTo>
                  <a:pt x="13323" y="8335"/>
                </a:lnTo>
                <a:lnTo>
                  <a:pt x="13308" y="8350"/>
                </a:lnTo>
                <a:cubicBezTo>
                  <a:pt x="13293" y="8350"/>
                  <a:pt x="13278" y="8335"/>
                  <a:pt x="13263" y="8335"/>
                </a:cubicBezTo>
                <a:cubicBezTo>
                  <a:pt x="13219" y="8305"/>
                  <a:pt x="13189" y="8290"/>
                  <a:pt x="13159" y="8260"/>
                </a:cubicBezTo>
                <a:cubicBezTo>
                  <a:pt x="13114" y="8215"/>
                  <a:pt x="13084" y="8171"/>
                  <a:pt x="13039" y="8141"/>
                </a:cubicBezTo>
                <a:lnTo>
                  <a:pt x="12995" y="8410"/>
                </a:lnTo>
                <a:cubicBezTo>
                  <a:pt x="12890" y="8589"/>
                  <a:pt x="12786" y="8783"/>
                  <a:pt x="12681" y="8962"/>
                </a:cubicBezTo>
                <a:lnTo>
                  <a:pt x="12681" y="8977"/>
                </a:lnTo>
                <a:cubicBezTo>
                  <a:pt x="12636" y="9022"/>
                  <a:pt x="12606" y="9082"/>
                  <a:pt x="12562" y="9141"/>
                </a:cubicBezTo>
                <a:cubicBezTo>
                  <a:pt x="12547" y="9082"/>
                  <a:pt x="12547" y="9022"/>
                  <a:pt x="12532" y="8962"/>
                </a:cubicBezTo>
                <a:cubicBezTo>
                  <a:pt x="12532" y="8947"/>
                  <a:pt x="12532" y="8917"/>
                  <a:pt x="12532" y="8888"/>
                </a:cubicBezTo>
                <a:cubicBezTo>
                  <a:pt x="12562" y="8723"/>
                  <a:pt x="12591" y="8559"/>
                  <a:pt x="12621" y="8395"/>
                </a:cubicBezTo>
                <a:cubicBezTo>
                  <a:pt x="12576" y="8380"/>
                  <a:pt x="12547" y="8365"/>
                  <a:pt x="12502" y="8365"/>
                </a:cubicBezTo>
                <a:cubicBezTo>
                  <a:pt x="12457" y="8544"/>
                  <a:pt x="12412" y="8708"/>
                  <a:pt x="12367" y="8888"/>
                </a:cubicBezTo>
                <a:cubicBezTo>
                  <a:pt x="12308" y="9007"/>
                  <a:pt x="12248" y="9141"/>
                  <a:pt x="12188" y="9261"/>
                </a:cubicBezTo>
                <a:cubicBezTo>
                  <a:pt x="12024" y="9380"/>
                  <a:pt x="12039" y="9589"/>
                  <a:pt x="11964" y="9754"/>
                </a:cubicBezTo>
                <a:cubicBezTo>
                  <a:pt x="11815" y="10351"/>
                  <a:pt x="11650" y="10964"/>
                  <a:pt x="11501" y="11561"/>
                </a:cubicBezTo>
                <a:cubicBezTo>
                  <a:pt x="11456" y="11621"/>
                  <a:pt x="11456" y="11666"/>
                  <a:pt x="11471" y="11725"/>
                </a:cubicBezTo>
                <a:cubicBezTo>
                  <a:pt x="11292" y="11740"/>
                  <a:pt x="11292" y="11905"/>
                  <a:pt x="11292" y="12024"/>
                </a:cubicBezTo>
                <a:cubicBezTo>
                  <a:pt x="11307" y="12158"/>
                  <a:pt x="11322" y="12263"/>
                  <a:pt x="11277" y="12368"/>
                </a:cubicBezTo>
                <a:cubicBezTo>
                  <a:pt x="11247" y="12502"/>
                  <a:pt x="11232" y="12636"/>
                  <a:pt x="11217" y="12786"/>
                </a:cubicBezTo>
                <a:cubicBezTo>
                  <a:pt x="11202" y="12950"/>
                  <a:pt x="11187" y="13129"/>
                  <a:pt x="11187" y="13309"/>
                </a:cubicBezTo>
                <a:cubicBezTo>
                  <a:pt x="11172" y="13323"/>
                  <a:pt x="11172" y="13323"/>
                  <a:pt x="11187" y="13353"/>
                </a:cubicBezTo>
                <a:cubicBezTo>
                  <a:pt x="11113" y="13398"/>
                  <a:pt x="10978" y="13458"/>
                  <a:pt x="10993" y="13488"/>
                </a:cubicBezTo>
                <a:cubicBezTo>
                  <a:pt x="11023" y="13622"/>
                  <a:pt x="10844" y="13831"/>
                  <a:pt x="11053" y="13921"/>
                </a:cubicBezTo>
                <a:cubicBezTo>
                  <a:pt x="11053" y="13936"/>
                  <a:pt x="11053" y="13951"/>
                  <a:pt x="11053" y="13951"/>
                </a:cubicBezTo>
                <a:cubicBezTo>
                  <a:pt x="11023" y="14040"/>
                  <a:pt x="11023" y="14115"/>
                  <a:pt x="11023" y="14190"/>
                </a:cubicBezTo>
                <a:cubicBezTo>
                  <a:pt x="11038" y="14279"/>
                  <a:pt x="11038" y="14384"/>
                  <a:pt x="11158" y="14414"/>
                </a:cubicBezTo>
                <a:cubicBezTo>
                  <a:pt x="11175" y="14419"/>
                  <a:pt x="11190" y="14421"/>
                  <a:pt x="11203" y="14421"/>
                </a:cubicBezTo>
                <a:cubicBezTo>
                  <a:pt x="11298" y="14421"/>
                  <a:pt x="11287" y="14297"/>
                  <a:pt x="11345" y="14240"/>
                </a:cubicBezTo>
                <a:lnTo>
                  <a:pt x="11345" y="14240"/>
                </a:lnTo>
                <a:cubicBezTo>
                  <a:pt x="11341" y="14248"/>
                  <a:pt x="11337" y="14256"/>
                  <a:pt x="11337" y="14264"/>
                </a:cubicBezTo>
                <a:cubicBezTo>
                  <a:pt x="11322" y="14384"/>
                  <a:pt x="11172" y="14474"/>
                  <a:pt x="11232" y="14623"/>
                </a:cubicBezTo>
                <a:cubicBezTo>
                  <a:pt x="11247" y="14623"/>
                  <a:pt x="11277" y="14638"/>
                  <a:pt x="11292" y="14638"/>
                </a:cubicBezTo>
                <a:cubicBezTo>
                  <a:pt x="11367" y="14802"/>
                  <a:pt x="11456" y="14966"/>
                  <a:pt x="11546" y="15116"/>
                </a:cubicBezTo>
                <a:cubicBezTo>
                  <a:pt x="11531" y="15146"/>
                  <a:pt x="11531" y="15161"/>
                  <a:pt x="11516" y="15176"/>
                </a:cubicBezTo>
                <a:cubicBezTo>
                  <a:pt x="11501" y="15175"/>
                  <a:pt x="11486" y="15174"/>
                  <a:pt x="11472" y="15174"/>
                </a:cubicBezTo>
                <a:cubicBezTo>
                  <a:pt x="11174" y="15174"/>
                  <a:pt x="11045" y="15320"/>
                  <a:pt x="11187" y="15519"/>
                </a:cubicBezTo>
                <a:cubicBezTo>
                  <a:pt x="11322" y="15713"/>
                  <a:pt x="11068" y="15683"/>
                  <a:pt x="11128" y="15773"/>
                </a:cubicBezTo>
                <a:cubicBezTo>
                  <a:pt x="11116" y="15936"/>
                  <a:pt x="11095" y="16080"/>
                  <a:pt x="10953" y="16080"/>
                </a:cubicBezTo>
                <a:cubicBezTo>
                  <a:pt x="10913" y="16080"/>
                  <a:pt x="10862" y="16068"/>
                  <a:pt x="10799" y="16042"/>
                </a:cubicBezTo>
                <a:cubicBezTo>
                  <a:pt x="10769" y="15967"/>
                  <a:pt x="10754" y="15892"/>
                  <a:pt x="10724" y="15818"/>
                </a:cubicBezTo>
                <a:lnTo>
                  <a:pt x="10635" y="15818"/>
                </a:lnTo>
                <a:lnTo>
                  <a:pt x="10635" y="16206"/>
                </a:lnTo>
                <a:cubicBezTo>
                  <a:pt x="10620" y="16236"/>
                  <a:pt x="10620" y="16266"/>
                  <a:pt x="10635" y="16296"/>
                </a:cubicBezTo>
                <a:cubicBezTo>
                  <a:pt x="10470" y="16490"/>
                  <a:pt x="10321" y="16654"/>
                  <a:pt x="10157" y="16833"/>
                </a:cubicBezTo>
                <a:lnTo>
                  <a:pt x="10157" y="16848"/>
                </a:lnTo>
                <a:cubicBezTo>
                  <a:pt x="10127" y="16789"/>
                  <a:pt x="10112" y="16729"/>
                  <a:pt x="10082" y="16684"/>
                </a:cubicBezTo>
                <a:cubicBezTo>
                  <a:pt x="10052" y="16624"/>
                  <a:pt x="10037" y="16565"/>
                  <a:pt x="10007" y="16505"/>
                </a:cubicBezTo>
                <a:cubicBezTo>
                  <a:pt x="9993" y="16594"/>
                  <a:pt x="9963" y="16684"/>
                  <a:pt x="9933" y="16759"/>
                </a:cubicBezTo>
                <a:cubicBezTo>
                  <a:pt x="9843" y="16863"/>
                  <a:pt x="9769" y="16968"/>
                  <a:pt x="9694" y="17072"/>
                </a:cubicBezTo>
                <a:lnTo>
                  <a:pt x="9679" y="17072"/>
                </a:lnTo>
                <a:cubicBezTo>
                  <a:pt x="9634" y="17177"/>
                  <a:pt x="9559" y="17267"/>
                  <a:pt x="9515" y="17371"/>
                </a:cubicBezTo>
                <a:cubicBezTo>
                  <a:pt x="9470" y="17505"/>
                  <a:pt x="9425" y="17655"/>
                  <a:pt x="9380" y="17789"/>
                </a:cubicBezTo>
                <a:cubicBezTo>
                  <a:pt x="9246" y="17924"/>
                  <a:pt x="9261" y="18103"/>
                  <a:pt x="9231" y="18267"/>
                </a:cubicBezTo>
                <a:cubicBezTo>
                  <a:pt x="9231" y="18312"/>
                  <a:pt x="9231" y="18372"/>
                  <a:pt x="9246" y="18417"/>
                </a:cubicBezTo>
                <a:cubicBezTo>
                  <a:pt x="9261" y="18446"/>
                  <a:pt x="9276" y="18461"/>
                  <a:pt x="9291" y="18491"/>
                </a:cubicBezTo>
                <a:cubicBezTo>
                  <a:pt x="9246" y="18641"/>
                  <a:pt x="9201" y="18805"/>
                  <a:pt x="9156" y="18954"/>
                </a:cubicBezTo>
                <a:cubicBezTo>
                  <a:pt x="9201" y="18954"/>
                  <a:pt x="9246" y="18969"/>
                  <a:pt x="9306" y="18969"/>
                </a:cubicBezTo>
                <a:cubicBezTo>
                  <a:pt x="9306" y="18969"/>
                  <a:pt x="9306" y="18984"/>
                  <a:pt x="9306" y="18984"/>
                </a:cubicBezTo>
                <a:cubicBezTo>
                  <a:pt x="9276" y="19387"/>
                  <a:pt x="9156" y="19791"/>
                  <a:pt x="9067" y="20179"/>
                </a:cubicBezTo>
                <a:cubicBezTo>
                  <a:pt x="9067" y="20186"/>
                  <a:pt x="9067" y="20190"/>
                  <a:pt x="9067" y="20194"/>
                </a:cubicBezTo>
                <a:cubicBezTo>
                  <a:pt x="9007" y="20142"/>
                  <a:pt x="8947" y="20119"/>
                  <a:pt x="8887" y="20119"/>
                </a:cubicBezTo>
                <a:cubicBezTo>
                  <a:pt x="8828" y="20119"/>
                  <a:pt x="8768" y="20142"/>
                  <a:pt x="8708" y="20179"/>
                </a:cubicBezTo>
                <a:cubicBezTo>
                  <a:pt x="8630" y="20234"/>
                  <a:pt x="8543" y="20301"/>
                  <a:pt x="8479" y="20301"/>
                </a:cubicBezTo>
                <a:cubicBezTo>
                  <a:pt x="8420" y="20301"/>
                  <a:pt x="8379" y="20245"/>
                  <a:pt x="8379" y="20074"/>
                </a:cubicBezTo>
                <a:cubicBezTo>
                  <a:pt x="8365" y="20030"/>
                  <a:pt x="8350" y="20000"/>
                  <a:pt x="8335" y="19970"/>
                </a:cubicBezTo>
                <a:cubicBezTo>
                  <a:pt x="8305" y="19940"/>
                  <a:pt x="8290" y="19910"/>
                  <a:pt x="8275" y="19865"/>
                </a:cubicBezTo>
                <a:cubicBezTo>
                  <a:pt x="8245" y="19791"/>
                  <a:pt x="8230" y="19701"/>
                  <a:pt x="8215" y="19626"/>
                </a:cubicBezTo>
                <a:cubicBezTo>
                  <a:pt x="8215" y="19582"/>
                  <a:pt x="8230" y="19537"/>
                  <a:pt x="8245" y="19477"/>
                </a:cubicBezTo>
                <a:cubicBezTo>
                  <a:pt x="7991" y="19298"/>
                  <a:pt x="7946" y="18999"/>
                  <a:pt x="7857" y="18745"/>
                </a:cubicBezTo>
                <a:lnTo>
                  <a:pt x="7857" y="18745"/>
                </a:lnTo>
                <a:lnTo>
                  <a:pt x="8021" y="18775"/>
                </a:lnTo>
                <a:cubicBezTo>
                  <a:pt x="8036" y="18790"/>
                  <a:pt x="8036" y="18805"/>
                  <a:pt x="8051" y="18820"/>
                </a:cubicBezTo>
                <a:lnTo>
                  <a:pt x="8111" y="17491"/>
                </a:lnTo>
                <a:lnTo>
                  <a:pt x="8111" y="17476"/>
                </a:lnTo>
                <a:cubicBezTo>
                  <a:pt x="8081" y="17237"/>
                  <a:pt x="8066" y="16998"/>
                  <a:pt x="8036" y="16759"/>
                </a:cubicBezTo>
                <a:cubicBezTo>
                  <a:pt x="8021" y="16654"/>
                  <a:pt x="7991" y="16550"/>
                  <a:pt x="8006" y="16445"/>
                </a:cubicBezTo>
                <a:cubicBezTo>
                  <a:pt x="8036" y="16281"/>
                  <a:pt x="8096" y="16116"/>
                  <a:pt x="8141" y="15967"/>
                </a:cubicBezTo>
                <a:cubicBezTo>
                  <a:pt x="8096" y="15952"/>
                  <a:pt x="8081" y="15922"/>
                  <a:pt x="8081" y="15892"/>
                </a:cubicBezTo>
                <a:lnTo>
                  <a:pt x="8081" y="15892"/>
                </a:lnTo>
                <a:cubicBezTo>
                  <a:pt x="8096" y="15907"/>
                  <a:pt x="8126" y="15937"/>
                  <a:pt x="8141" y="15967"/>
                </a:cubicBezTo>
                <a:cubicBezTo>
                  <a:pt x="8185" y="15877"/>
                  <a:pt x="8230" y="15788"/>
                  <a:pt x="8260" y="15698"/>
                </a:cubicBezTo>
                <a:cubicBezTo>
                  <a:pt x="8260" y="15683"/>
                  <a:pt x="8170" y="15624"/>
                  <a:pt x="8111" y="15594"/>
                </a:cubicBezTo>
                <a:cubicBezTo>
                  <a:pt x="8066" y="15459"/>
                  <a:pt x="8066" y="15459"/>
                  <a:pt x="8200" y="15355"/>
                </a:cubicBezTo>
                <a:cubicBezTo>
                  <a:pt x="8230" y="15340"/>
                  <a:pt x="8245" y="15295"/>
                  <a:pt x="8230" y="15280"/>
                </a:cubicBezTo>
                <a:cubicBezTo>
                  <a:pt x="8126" y="15071"/>
                  <a:pt x="8141" y="14892"/>
                  <a:pt x="8245" y="14653"/>
                </a:cubicBezTo>
                <a:cubicBezTo>
                  <a:pt x="8365" y="14384"/>
                  <a:pt x="8290" y="14025"/>
                  <a:pt x="8305" y="13712"/>
                </a:cubicBezTo>
                <a:cubicBezTo>
                  <a:pt x="8350" y="13697"/>
                  <a:pt x="8379" y="13697"/>
                  <a:pt x="8424" y="13682"/>
                </a:cubicBezTo>
                <a:cubicBezTo>
                  <a:pt x="8469" y="13637"/>
                  <a:pt x="8439" y="13562"/>
                  <a:pt x="8409" y="13547"/>
                </a:cubicBezTo>
                <a:cubicBezTo>
                  <a:pt x="8230" y="13547"/>
                  <a:pt x="8379" y="13443"/>
                  <a:pt x="8365" y="13398"/>
                </a:cubicBezTo>
                <a:lnTo>
                  <a:pt x="8379" y="13383"/>
                </a:lnTo>
                <a:cubicBezTo>
                  <a:pt x="8394" y="13353"/>
                  <a:pt x="8424" y="13323"/>
                  <a:pt x="8424" y="13294"/>
                </a:cubicBezTo>
                <a:cubicBezTo>
                  <a:pt x="8439" y="13234"/>
                  <a:pt x="8424" y="13174"/>
                  <a:pt x="8394" y="13129"/>
                </a:cubicBezTo>
                <a:cubicBezTo>
                  <a:pt x="8394" y="13114"/>
                  <a:pt x="8394" y="13114"/>
                  <a:pt x="8379" y="13114"/>
                </a:cubicBezTo>
                <a:cubicBezTo>
                  <a:pt x="8424" y="12965"/>
                  <a:pt x="8469" y="12816"/>
                  <a:pt x="8529" y="12681"/>
                </a:cubicBezTo>
                <a:cubicBezTo>
                  <a:pt x="8693" y="12323"/>
                  <a:pt x="8663" y="11949"/>
                  <a:pt x="8604" y="11576"/>
                </a:cubicBezTo>
                <a:cubicBezTo>
                  <a:pt x="8618" y="11561"/>
                  <a:pt x="8618" y="11546"/>
                  <a:pt x="8633" y="11531"/>
                </a:cubicBezTo>
                <a:cubicBezTo>
                  <a:pt x="8992" y="11382"/>
                  <a:pt x="9022" y="11292"/>
                  <a:pt x="8857" y="10829"/>
                </a:cubicBezTo>
                <a:lnTo>
                  <a:pt x="8842" y="10829"/>
                </a:lnTo>
                <a:lnTo>
                  <a:pt x="8887" y="10695"/>
                </a:lnTo>
                <a:cubicBezTo>
                  <a:pt x="8917" y="10680"/>
                  <a:pt x="8947" y="10665"/>
                  <a:pt x="8977" y="10635"/>
                </a:cubicBezTo>
                <a:cubicBezTo>
                  <a:pt x="9052" y="10560"/>
                  <a:pt x="9126" y="10471"/>
                  <a:pt x="9126" y="10381"/>
                </a:cubicBezTo>
                <a:cubicBezTo>
                  <a:pt x="9126" y="9873"/>
                  <a:pt x="9335" y="9425"/>
                  <a:pt x="9395" y="8947"/>
                </a:cubicBezTo>
                <a:cubicBezTo>
                  <a:pt x="9320" y="8738"/>
                  <a:pt x="9365" y="8529"/>
                  <a:pt x="9485" y="8350"/>
                </a:cubicBezTo>
                <a:cubicBezTo>
                  <a:pt x="9515" y="8230"/>
                  <a:pt x="9559" y="8126"/>
                  <a:pt x="9530" y="7991"/>
                </a:cubicBezTo>
                <a:cubicBezTo>
                  <a:pt x="9530" y="7991"/>
                  <a:pt x="9515" y="7991"/>
                  <a:pt x="9515" y="7976"/>
                </a:cubicBezTo>
                <a:lnTo>
                  <a:pt x="9530" y="7932"/>
                </a:lnTo>
                <a:cubicBezTo>
                  <a:pt x="9530" y="7917"/>
                  <a:pt x="9530" y="7902"/>
                  <a:pt x="9530" y="7872"/>
                </a:cubicBezTo>
                <a:lnTo>
                  <a:pt x="9544" y="7857"/>
                </a:lnTo>
                <a:cubicBezTo>
                  <a:pt x="9530" y="7633"/>
                  <a:pt x="9335" y="7394"/>
                  <a:pt x="9589" y="7185"/>
                </a:cubicBezTo>
                <a:cubicBezTo>
                  <a:pt x="9530" y="7140"/>
                  <a:pt x="9455" y="7110"/>
                  <a:pt x="9395" y="7065"/>
                </a:cubicBezTo>
                <a:cubicBezTo>
                  <a:pt x="9440" y="6976"/>
                  <a:pt x="9515" y="6886"/>
                  <a:pt x="9530" y="6796"/>
                </a:cubicBezTo>
                <a:cubicBezTo>
                  <a:pt x="9574" y="6662"/>
                  <a:pt x="9589" y="6513"/>
                  <a:pt x="9604" y="6363"/>
                </a:cubicBezTo>
                <a:cubicBezTo>
                  <a:pt x="9685" y="6401"/>
                  <a:pt x="9745" y="6416"/>
                  <a:pt x="9789" y="6416"/>
                </a:cubicBezTo>
                <a:cubicBezTo>
                  <a:pt x="9939" y="6416"/>
                  <a:pt x="9906" y="6233"/>
                  <a:pt x="9918" y="6095"/>
                </a:cubicBezTo>
                <a:cubicBezTo>
                  <a:pt x="9933" y="6080"/>
                  <a:pt x="9933" y="6065"/>
                  <a:pt x="9933" y="6050"/>
                </a:cubicBezTo>
                <a:cubicBezTo>
                  <a:pt x="9993" y="6109"/>
                  <a:pt x="10037" y="6169"/>
                  <a:pt x="10097" y="6229"/>
                </a:cubicBezTo>
                <a:cubicBezTo>
                  <a:pt x="10112" y="6348"/>
                  <a:pt x="10127" y="6468"/>
                  <a:pt x="10142" y="6662"/>
                </a:cubicBezTo>
                <a:cubicBezTo>
                  <a:pt x="10232" y="6528"/>
                  <a:pt x="10276" y="6453"/>
                  <a:pt x="10336" y="6378"/>
                </a:cubicBezTo>
                <a:lnTo>
                  <a:pt x="10336" y="6363"/>
                </a:lnTo>
                <a:cubicBezTo>
                  <a:pt x="10366" y="6333"/>
                  <a:pt x="10381" y="6304"/>
                  <a:pt x="10411" y="6274"/>
                </a:cubicBezTo>
                <a:lnTo>
                  <a:pt x="10635" y="6274"/>
                </a:lnTo>
                <a:cubicBezTo>
                  <a:pt x="10934" y="6020"/>
                  <a:pt x="10829" y="5826"/>
                  <a:pt x="10545" y="5661"/>
                </a:cubicBezTo>
                <a:cubicBezTo>
                  <a:pt x="10530" y="5602"/>
                  <a:pt x="10515" y="5542"/>
                  <a:pt x="10485" y="5482"/>
                </a:cubicBezTo>
                <a:lnTo>
                  <a:pt x="10485" y="5467"/>
                </a:lnTo>
                <a:cubicBezTo>
                  <a:pt x="10515" y="5452"/>
                  <a:pt x="10545" y="5452"/>
                  <a:pt x="10560" y="5437"/>
                </a:cubicBezTo>
                <a:cubicBezTo>
                  <a:pt x="10651" y="5481"/>
                  <a:pt x="10724" y="5502"/>
                  <a:pt x="10781" y="5502"/>
                </a:cubicBezTo>
                <a:cubicBezTo>
                  <a:pt x="10900" y="5502"/>
                  <a:pt x="10948" y="5406"/>
                  <a:pt x="10948" y="5213"/>
                </a:cubicBezTo>
                <a:cubicBezTo>
                  <a:pt x="10963" y="4974"/>
                  <a:pt x="11008" y="4735"/>
                  <a:pt x="11038" y="4496"/>
                </a:cubicBezTo>
                <a:lnTo>
                  <a:pt x="11038" y="4481"/>
                </a:lnTo>
                <a:cubicBezTo>
                  <a:pt x="11068" y="4257"/>
                  <a:pt x="11397" y="4018"/>
                  <a:pt x="11023" y="3794"/>
                </a:cubicBezTo>
                <a:cubicBezTo>
                  <a:pt x="11397" y="3615"/>
                  <a:pt x="10993" y="3406"/>
                  <a:pt x="11053" y="3227"/>
                </a:cubicBezTo>
                <a:lnTo>
                  <a:pt x="11053" y="3212"/>
                </a:lnTo>
                <a:cubicBezTo>
                  <a:pt x="11053" y="3137"/>
                  <a:pt x="11068" y="2973"/>
                  <a:pt x="11053" y="2973"/>
                </a:cubicBezTo>
                <a:cubicBezTo>
                  <a:pt x="10650" y="2928"/>
                  <a:pt x="10814" y="2570"/>
                  <a:pt x="10724" y="2361"/>
                </a:cubicBezTo>
                <a:cubicBezTo>
                  <a:pt x="10232" y="2256"/>
                  <a:pt x="9963" y="1868"/>
                  <a:pt x="9634" y="1539"/>
                </a:cubicBezTo>
                <a:cubicBezTo>
                  <a:pt x="9589" y="1673"/>
                  <a:pt x="9574" y="1778"/>
                  <a:pt x="9544" y="1883"/>
                </a:cubicBezTo>
                <a:cubicBezTo>
                  <a:pt x="9276" y="1912"/>
                  <a:pt x="9022" y="1927"/>
                  <a:pt x="8768" y="1957"/>
                </a:cubicBezTo>
                <a:cubicBezTo>
                  <a:pt x="8753" y="1957"/>
                  <a:pt x="8738" y="1987"/>
                  <a:pt x="8723" y="2017"/>
                </a:cubicBezTo>
                <a:cubicBezTo>
                  <a:pt x="8663" y="2211"/>
                  <a:pt x="8589" y="2405"/>
                  <a:pt x="8529" y="2600"/>
                </a:cubicBezTo>
                <a:cubicBezTo>
                  <a:pt x="8514" y="2614"/>
                  <a:pt x="8499" y="2629"/>
                  <a:pt x="8499" y="2659"/>
                </a:cubicBezTo>
                <a:cubicBezTo>
                  <a:pt x="8491" y="2676"/>
                  <a:pt x="8482" y="2692"/>
                  <a:pt x="8474" y="2709"/>
                </a:cubicBezTo>
                <a:lnTo>
                  <a:pt x="8474" y="2709"/>
                </a:lnTo>
                <a:cubicBezTo>
                  <a:pt x="8389" y="2747"/>
                  <a:pt x="8165" y="2700"/>
                  <a:pt x="8350" y="2898"/>
                </a:cubicBezTo>
                <a:lnTo>
                  <a:pt x="8350" y="2913"/>
                </a:lnTo>
                <a:cubicBezTo>
                  <a:pt x="8290" y="3077"/>
                  <a:pt x="8215" y="3242"/>
                  <a:pt x="8155" y="3406"/>
                </a:cubicBezTo>
                <a:cubicBezTo>
                  <a:pt x="8036" y="3765"/>
                  <a:pt x="7931" y="4123"/>
                  <a:pt x="7812" y="4481"/>
                </a:cubicBezTo>
                <a:cubicBezTo>
                  <a:pt x="7722" y="4691"/>
                  <a:pt x="7648" y="4900"/>
                  <a:pt x="7558" y="5094"/>
                </a:cubicBezTo>
                <a:cubicBezTo>
                  <a:pt x="7543" y="5139"/>
                  <a:pt x="7528" y="5168"/>
                  <a:pt x="7528" y="5213"/>
                </a:cubicBezTo>
                <a:cubicBezTo>
                  <a:pt x="7483" y="5407"/>
                  <a:pt x="7424" y="5602"/>
                  <a:pt x="7379" y="5796"/>
                </a:cubicBezTo>
                <a:cubicBezTo>
                  <a:pt x="7394" y="5796"/>
                  <a:pt x="7424" y="5811"/>
                  <a:pt x="7439" y="5811"/>
                </a:cubicBezTo>
                <a:cubicBezTo>
                  <a:pt x="7483" y="5706"/>
                  <a:pt x="7528" y="5617"/>
                  <a:pt x="7588" y="5512"/>
                </a:cubicBezTo>
                <a:cubicBezTo>
                  <a:pt x="7603" y="5557"/>
                  <a:pt x="7633" y="5617"/>
                  <a:pt x="7648" y="5676"/>
                </a:cubicBezTo>
                <a:cubicBezTo>
                  <a:pt x="7603" y="5856"/>
                  <a:pt x="7543" y="6035"/>
                  <a:pt x="7483" y="6199"/>
                </a:cubicBezTo>
                <a:cubicBezTo>
                  <a:pt x="7453" y="6199"/>
                  <a:pt x="7439" y="6214"/>
                  <a:pt x="7424" y="6214"/>
                </a:cubicBezTo>
                <a:cubicBezTo>
                  <a:pt x="7394" y="6154"/>
                  <a:pt x="7349" y="6095"/>
                  <a:pt x="7319" y="6050"/>
                </a:cubicBezTo>
                <a:cubicBezTo>
                  <a:pt x="7274" y="6124"/>
                  <a:pt x="7229" y="6214"/>
                  <a:pt x="7170" y="6289"/>
                </a:cubicBezTo>
                <a:cubicBezTo>
                  <a:pt x="7125" y="6378"/>
                  <a:pt x="7080" y="6453"/>
                  <a:pt x="7020" y="6528"/>
                </a:cubicBezTo>
                <a:cubicBezTo>
                  <a:pt x="7065" y="6587"/>
                  <a:pt x="7110" y="6647"/>
                  <a:pt x="7155" y="6692"/>
                </a:cubicBezTo>
                <a:lnTo>
                  <a:pt x="7140" y="6692"/>
                </a:lnTo>
                <a:cubicBezTo>
                  <a:pt x="7050" y="6811"/>
                  <a:pt x="6961" y="6946"/>
                  <a:pt x="6871" y="7065"/>
                </a:cubicBezTo>
                <a:cubicBezTo>
                  <a:pt x="7035" y="7394"/>
                  <a:pt x="6677" y="7349"/>
                  <a:pt x="6557" y="7498"/>
                </a:cubicBezTo>
                <a:cubicBezTo>
                  <a:pt x="6647" y="7543"/>
                  <a:pt x="6707" y="7588"/>
                  <a:pt x="6781" y="7633"/>
                </a:cubicBezTo>
                <a:cubicBezTo>
                  <a:pt x="6781" y="7663"/>
                  <a:pt x="6781" y="7678"/>
                  <a:pt x="6796" y="7708"/>
                </a:cubicBezTo>
                <a:cubicBezTo>
                  <a:pt x="6707" y="7752"/>
                  <a:pt x="6632" y="7812"/>
                  <a:pt x="6542" y="7872"/>
                </a:cubicBezTo>
                <a:cubicBezTo>
                  <a:pt x="6542" y="7947"/>
                  <a:pt x="6542" y="8036"/>
                  <a:pt x="6542" y="8111"/>
                </a:cubicBezTo>
                <a:cubicBezTo>
                  <a:pt x="6542" y="8126"/>
                  <a:pt x="6542" y="8141"/>
                  <a:pt x="6542" y="8156"/>
                </a:cubicBezTo>
                <a:cubicBezTo>
                  <a:pt x="6498" y="8245"/>
                  <a:pt x="6438" y="8320"/>
                  <a:pt x="6393" y="8410"/>
                </a:cubicBezTo>
                <a:cubicBezTo>
                  <a:pt x="6468" y="8410"/>
                  <a:pt x="6542" y="8424"/>
                  <a:pt x="6617" y="8424"/>
                </a:cubicBezTo>
                <a:cubicBezTo>
                  <a:pt x="6617" y="8559"/>
                  <a:pt x="6617" y="8678"/>
                  <a:pt x="6617" y="8813"/>
                </a:cubicBezTo>
                <a:cubicBezTo>
                  <a:pt x="6643" y="8803"/>
                  <a:pt x="6663" y="8799"/>
                  <a:pt x="6678" y="8799"/>
                </a:cubicBezTo>
                <a:cubicBezTo>
                  <a:pt x="6737" y="8799"/>
                  <a:pt x="6740" y="8855"/>
                  <a:pt x="6751" y="8902"/>
                </a:cubicBezTo>
                <a:lnTo>
                  <a:pt x="6737" y="8917"/>
                </a:lnTo>
                <a:cubicBezTo>
                  <a:pt x="6692" y="8888"/>
                  <a:pt x="6662" y="8843"/>
                  <a:pt x="6617" y="8813"/>
                </a:cubicBezTo>
                <a:cubicBezTo>
                  <a:pt x="6587" y="8858"/>
                  <a:pt x="6572" y="8902"/>
                  <a:pt x="6542" y="8962"/>
                </a:cubicBezTo>
                <a:lnTo>
                  <a:pt x="6483" y="9276"/>
                </a:lnTo>
                <a:cubicBezTo>
                  <a:pt x="6468" y="9276"/>
                  <a:pt x="6453" y="9276"/>
                  <a:pt x="6453" y="9291"/>
                </a:cubicBezTo>
                <a:cubicBezTo>
                  <a:pt x="6423" y="9306"/>
                  <a:pt x="6393" y="9321"/>
                  <a:pt x="6363" y="9351"/>
                </a:cubicBezTo>
                <a:cubicBezTo>
                  <a:pt x="6348" y="9321"/>
                  <a:pt x="6318" y="9306"/>
                  <a:pt x="6303" y="9276"/>
                </a:cubicBezTo>
                <a:cubicBezTo>
                  <a:pt x="6288" y="9186"/>
                  <a:pt x="6274" y="9082"/>
                  <a:pt x="6259" y="8977"/>
                </a:cubicBezTo>
                <a:lnTo>
                  <a:pt x="6184" y="8977"/>
                </a:lnTo>
                <a:cubicBezTo>
                  <a:pt x="6139" y="9126"/>
                  <a:pt x="6109" y="9291"/>
                  <a:pt x="6064" y="9440"/>
                </a:cubicBezTo>
                <a:lnTo>
                  <a:pt x="6079" y="9440"/>
                </a:lnTo>
                <a:cubicBezTo>
                  <a:pt x="5975" y="9694"/>
                  <a:pt x="5870" y="9933"/>
                  <a:pt x="5781" y="10187"/>
                </a:cubicBezTo>
                <a:cubicBezTo>
                  <a:pt x="5766" y="10202"/>
                  <a:pt x="5855" y="10262"/>
                  <a:pt x="5915" y="10306"/>
                </a:cubicBezTo>
                <a:cubicBezTo>
                  <a:pt x="5915" y="10366"/>
                  <a:pt x="5915" y="10426"/>
                  <a:pt x="5930" y="10471"/>
                </a:cubicBezTo>
                <a:cubicBezTo>
                  <a:pt x="5900" y="10680"/>
                  <a:pt x="5885" y="10889"/>
                  <a:pt x="5855" y="11098"/>
                </a:cubicBezTo>
                <a:cubicBezTo>
                  <a:pt x="5825" y="11262"/>
                  <a:pt x="5781" y="11412"/>
                  <a:pt x="5751" y="11561"/>
                </a:cubicBezTo>
                <a:cubicBezTo>
                  <a:pt x="5736" y="11621"/>
                  <a:pt x="5706" y="11681"/>
                  <a:pt x="5706" y="11740"/>
                </a:cubicBezTo>
                <a:cubicBezTo>
                  <a:pt x="5646" y="11875"/>
                  <a:pt x="5601" y="12024"/>
                  <a:pt x="5557" y="12158"/>
                </a:cubicBezTo>
                <a:cubicBezTo>
                  <a:pt x="5557" y="12158"/>
                  <a:pt x="5557" y="12173"/>
                  <a:pt x="5557" y="12173"/>
                </a:cubicBezTo>
                <a:cubicBezTo>
                  <a:pt x="5542" y="12203"/>
                  <a:pt x="5527" y="12248"/>
                  <a:pt x="5527" y="12278"/>
                </a:cubicBezTo>
                <a:cubicBezTo>
                  <a:pt x="5273" y="12577"/>
                  <a:pt x="5019" y="12875"/>
                  <a:pt x="5049" y="13294"/>
                </a:cubicBezTo>
                <a:cubicBezTo>
                  <a:pt x="5034" y="13323"/>
                  <a:pt x="5034" y="13338"/>
                  <a:pt x="5049" y="13353"/>
                </a:cubicBezTo>
                <a:cubicBezTo>
                  <a:pt x="5064" y="13428"/>
                  <a:pt x="5004" y="13473"/>
                  <a:pt x="4959" y="13518"/>
                </a:cubicBezTo>
                <a:cubicBezTo>
                  <a:pt x="4989" y="13473"/>
                  <a:pt x="5019" y="13413"/>
                  <a:pt x="5034" y="13353"/>
                </a:cubicBezTo>
                <a:lnTo>
                  <a:pt x="5034" y="13353"/>
                </a:lnTo>
                <a:cubicBezTo>
                  <a:pt x="4989" y="13413"/>
                  <a:pt x="4929" y="13473"/>
                  <a:pt x="4885" y="13533"/>
                </a:cubicBezTo>
                <a:cubicBezTo>
                  <a:pt x="4855" y="13562"/>
                  <a:pt x="4825" y="13577"/>
                  <a:pt x="4795" y="13607"/>
                </a:cubicBezTo>
                <a:cubicBezTo>
                  <a:pt x="4765" y="13533"/>
                  <a:pt x="4750" y="13458"/>
                  <a:pt x="4720" y="13368"/>
                </a:cubicBezTo>
                <a:cubicBezTo>
                  <a:pt x="4690" y="13383"/>
                  <a:pt x="4675" y="13383"/>
                  <a:pt x="4646" y="13398"/>
                </a:cubicBezTo>
                <a:cubicBezTo>
                  <a:pt x="4601" y="13428"/>
                  <a:pt x="4541" y="13443"/>
                  <a:pt x="4511" y="13488"/>
                </a:cubicBezTo>
                <a:cubicBezTo>
                  <a:pt x="4466" y="13577"/>
                  <a:pt x="4451" y="13682"/>
                  <a:pt x="4421" y="13772"/>
                </a:cubicBezTo>
                <a:lnTo>
                  <a:pt x="4242" y="14235"/>
                </a:lnTo>
                <a:cubicBezTo>
                  <a:pt x="4227" y="14369"/>
                  <a:pt x="3854" y="14369"/>
                  <a:pt x="4078" y="14623"/>
                </a:cubicBezTo>
                <a:cubicBezTo>
                  <a:pt x="4063" y="14653"/>
                  <a:pt x="4033" y="14668"/>
                  <a:pt x="4003" y="14698"/>
                </a:cubicBezTo>
                <a:lnTo>
                  <a:pt x="4003" y="14712"/>
                </a:lnTo>
                <a:cubicBezTo>
                  <a:pt x="3988" y="14772"/>
                  <a:pt x="3958" y="14847"/>
                  <a:pt x="3929" y="14922"/>
                </a:cubicBezTo>
                <a:cubicBezTo>
                  <a:pt x="3839" y="15026"/>
                  <a:pt x="3734" y="15131"/>
                  <a:pt x="3645" y="15250"/>
                </a:cubicBezTo>
                <a:cubicBezTo>
                  <a:pt x="3585" y="15310"/>
                  <a:pt x="3540" y="15385"/>
                  <a:pt x="3495" y="15444"/>
                </a:cubicBezTo>
                <a:cubicBezTo>
                  <a:pt x="3585" y="15444"/>
                  <a:pt x="3675" y="15429"/>
                  <a:pt x="3764" y="15429"/>
                </a:cubicBezTo>
                <a:cubicBezTo>
                  <a:pt x="3734" y="15534"/>
                  <a:pt x="3720" y="15639"/>
                  <a:pt x="3690" y="15728"/>
                </a:cubicBezTo>
                <a:cubicBezTo>
                  <a:pt x="3675" y="15758"/>
                  <a:pt x="3645" y="15788"/>
                  <a:pt x="3630" y="15803"/>
                </a:cubicBezTo>
                <a:lnTo>
                  <a:pt x="3615" y="15818"/>
                </a:lnTo>
                <a:lnTo>
                  <a:pt x="3540" y="15892"/>
                </a:lnTo>
                <a:cubicBezTo>
                  <a:pt x="3466" y="15818"/>
                  <a:pt x="3391" y="15743"/>
                  <a:pt x="3316" y="15668"/>
                </a:cubicBezTo>
                <a:cubicBezTo>
                  <a:pt x="3301" y="15624"/>
                  <a:pt x="3271" y="15579"/>
                  <a:pt x="3257" y="15534"/>
                </a:cubicBezTo>
                <a:cubicBezTo>
                  <a:pt x="3227" y="15579"/>
                  <a:pt x="3182" y="15624"/>
                  <a:pt x="3152" y="15653"/>
                </a:cubicBezTo>
                <a:cubicBezTo>
                  <a:pt x="3047" y="15892"/>
                  <a:pt x="2943" y="16131"/>
                  <a:pt x="3152" y="16370"/>
                </a:cubicBezTo>
                <a:cubicBezTo>
                  <a:pt x="3107" y="16460"/>
                  <a:pt x="3077" y="16565"/>
                  <a:pt x="3032" y="16654"/>
                </a:cubicBezTo>
                <a:cubicBezTo>
                  <a:pt x="2943" y="16565"/>
                  <a:pt x="2853" y="16460"/>
                  <a:pt x="2793" y="16400"/>
                </a:cubicBezTo>
                <a:cubicBezTo>
                  <a:pt x="2734" y="16513"/>
                  <a:pt x="2644" y="16543"/>
                  <a:pt x="2544" y="16543"/>
                </a:cubicBezTo>
                <a:cubicBezTo>
                  <a:pt x="2428" y="16543"/>
                  <a:pt x="2299" y="16504"/>
                  <a:pt x="2182" y="16504"/>
                </a:cubicBezTo>
                <a:cubicBezTo>
                  <a:pt x="2172" y="16504"/>
                  <a:pt x="2161" y="16504"/>
                  <a:pt x="2151" y="16505"/>
                </a:cubicBezTo>
                <a:cubicBezTo>
                  <a:pt x="2121" y="16460"/>
                  <a:pt x="2092" y="16415"/>
                  <a:pt x="2077" y="16370"/>
                </a:cubicBezTo>
                <a:lnTo>
                  <a:pt x="2062" y="16370"/>
                </a:lnTo>
                <a:cubicBezTo>
                  <a:pt x="2181" y="16116"/>
                  <a:pt x="1838" y="15952"/>
                  <a:pt x="1957" y="15624"/>
                </a:cubicBezTo>
                <a:cubicBezTo>
                  <a:pt x="2062" y="15370"/>
                  <a:pt x="1823" y="14981"/>
                  <a:pt x="1733" y="14653"/>
                </a:cubicBezTo>
                <a:lnTo>
                  <a:pt x="1643" y="14235"/>
                </a:lnTo>
                <a:cubicBezTo>
                  <a:pt x="1614" y="14190"/>
                  <a:pt x="1584" y="14145"/>
                  <a:pt x="1569" y="14100"/>
                </a:cubicBezTo>
                <a:cubicBezTo>
                  <a:pt x="1569" y="13996"/>
                  <a:pt x="1569" y="13876"/>
                  <a:pt x="1584" y="13772"/>
                </a:cubicBezTo>
                <a:cubicBezTo>
                  <a:pt x="1912" y="13667"/>
                  <a:pt x="1599" y="13458"/>
                  <a:pt x="1658" y="13309"/>
                </a:cubicBezTo>
                <a:lnTo>
                  <a:pt x="1658" y="13294"/>
                </a:lnTo>
                <a:cubicBezTo>
                  <a:pt x="1673" y="13099"/>
                  <a:pt x="1703" y="12920"/>
                  <a:pt x="1718" y="12726"/>
                </a:cubicBezTo>
                <a:cubicBezTo>
                  <a:pt x="1738" y="12600"/>
                  <a:pt x="1713" y="12530"/>
                  <a:pt x="1648" y="12530"/>
                </a:cubicBezTo>
                <a:cubicBezTo>
                  <a:pt x="1613" y="12530"/>
                  <a:pt x="1566" y="12550"/>
                  <a:pt x="1509" y="12592"/>
                </a:cubicBezTo>
                <a:cubicBezTo>
                  <a:pt x="1554" y="12532"/>
                  <a:pt x="1599" y="12472"/>
                  <a:pt x="1643" y="12427"/>
                </a:cubicBezTo>
                <a:cubicBezTo>
                  <a:pt x="1718" y="12293"/>
                  <a:pt x="1778" y="12173"/>
                  <a:pt x="1853" y="12054"/>
                </a:cubicBezTo>
                <a:cubicBezTo>
                  <a:pt x="1793" y="12024"/>
                  <a:pt x="1718" y="11994"/>
                  <a:pt x="1658" y="11964"/>
                </a:cubicBezTo>
                <a:cubicBezTo>
                  <a:pt x="1614" y="11695"/>
                  <a:pt x="1569" y="11427"/>
                  <a:pt x="1539" y="11158"/>
                </a:cubicBezTo>
                <a:cubicBezTo>
                  <a:pt x="1539" y="11128"/>
                  <a:pt x="1584" y="11098"/>
                  <a:pt x="1584" y="11053"/>
                </a:cubicBezTo>
                <a:cubicBezTo>
                  <a:pt x="1584" y="10889"/>
                  <a:pt x="1584" y="10725"/>
                  <a:pt x="1584" y="10560"/>
                </a:cubicBezTo>
                <a:lnTo>
                  <a:pt x="1599" y="10545"/>
                </a:lnTo>
                <a:lnTo>
                  <a:pt x="1599" y="10530"/>
                </a:lnTo>
                <a:cubicBezTo>
                  <a:pt x="1703" y="10172"/>
                  <a:pt x="1808" y="9799"/>
                  <a:pt x="1897" y="9440"/>
                </a:cubicBezTo>
                <a:cubicBezTo>
                  <a:pt x="1942" y="9231"/>
                  <a:pt x="1987" y="9022"/>
                  <a:pt x="2032" y="8813"/>
                </a:cubicBezTo>
                <a:lnTo>
                  <a:pt x="2047" y="8798"/>
                </a:lnTo>
                <a:cubicBezTo>
                  <a:pt x="2092" y="8723"/>
                  <a:pt x="2062" y="8649"/>
                  <a:pt x="2047" y="8574"/>
                </a:cubicBezTo>
                <a:lnTo>
                  <a:pt x="2047" y="8395"/>
                </a:lnTo>
                <a:lnTo>
                  <a:pt x="2032" y="8410"/>
                </a:lnTo>
                <a:cubicBezTo>
                  <a:pt x="2032" y="8410"/>
                  <a:pt x="2032" y="8395"/>
                  <a:pt x="2032" y="8395"/>
                </a:cubicBezTo>
                <a:cubicBezTo>
                  <a:pt x="2017" y="8290"/>
                  <a:pt x="1987" y="8200"/>
                  <a:pt x="1972" y="8096"/>
                </a:cubicBezTo>
                <a:lnTo>
                  <a:pt x="1972" y="8096"/>
                </a:lnTo>
                <a:cubicBezTo>
                  <a:pt x="1996" y="8097"/>
                  <a:pt x="2018" y="8098"/>
                  <a:pt x="2038" y="8098"/>
                </a:cubicBezTo>
                <a:cubicBezTo>
                  <a:pt x="2405" y="8098"/>
                  <a:pt x="2136" y="7849"/>
                  <a:pt x="2121" y="7708"/>
                </a:cubicBezTo>
                <a:lnTo>
                  <a:pt x="2121" y="7708"/>
                </a:lnTo>
                <a:lnTo>
                  <a:pt x="2106" y="7752"/>
                </a:lnTo>
                <a:cubicBezTo>
                  <a:pt x="2106" y="7737"/>
                  <a:pt x="2106" y="7723"/>
                  <a:pt x="2121" y="7708"/>
                </a:cubicBezTo>
                <a:lnTo>
                  <a:pt x="2121" y="7708"/>
                </a:lnTo>
                <a:cubicBezTo>
                  <a:pt x="2121" y="7708"/>
                  <a:pt x="2121" y="7708"/>
                  <a:pt x="2121" y="7708"/>
                </a:cubicBezTo>
                <a:cubicBezTo>
                  <a:pt x="2136" y="7678"/>
                  <a:pt x="2136" y="7648"/>
                  <a:pt x="2121" y="7633"/>
                </a:cubicBezTo>
                <a:cubicBezTo>
                  <a:pt x="2106" y="7573"/>
                  <a:pt x="2121" y="7513"/>
                  <a:pt x="2136" y="7454"/>
                </a:cubicBezTo>
                <a:lnTo>
                  <a:pt x="2136" y="7633"/>
                </a:lnTo>
                <a:cubicBezTo>
                  <a:pt x="2181" y="7513"/>
                  <a:pt x="2226" y="7379"/>
                  <a:pt x="2271" y="7260"/>
                </a:cubicBezTo>
                <a:cubicBezTo>
                  <a:pt x="2286" y="7245"/>
                  <a:pt x="2301" y="7215"/>
                  <a:pt x="2301" y="7155"/>
                </a:cubicBezTo>
                <a:cubicBezTo>
                  <a:pt x="2375" y="6886"/>
                  <a:pt x="2435" y="6617"/>
                  <a:pt x="2510" y="6348"/>
                </a:cubicBezTo>
                <a:cubicBezTo>
                  <a:pt x="2510" y="6348"/>
                  <a:pt x="2511" y="6348"/>
                  <a:pt x="2512" y="6348"/>
                </a:cubicBezTo>
                <a:lnTo>
                  <a:pt x="2512" y="6348"/>
                </a:lnTo>
                <a:cubicBezTo>
                  <a:pt x="2511" y="6353"/>
                  <a:pt x="2510" y="6358"/>
                  <a:pt x="2510" y="6363"/>
                </a:cubicBezTo>
                <a:cubicBezTo>
                  <a:pt x="2514" y="6356"/>
                  <a:pt x="2519" y="6350"/>
                  <a:pt x="2524" y="6343"/>
                </a:cubicBezTo>
                <a:lnTo>
                  <a:pt x="2524" y="6343"/>
                </a:lnTo>
                <a:cubicBezTo>
                  <a:pt x="2571" y="6320"/>
                  <a:pt x="2584" y="6287"/>
                  <a:pt x="2586" y="6249"/>
                </a:cubicBezTo>
                <a:lnTo>
                  <a:pt x="2586" y="6249"/>
                </a:lnTo>
                <a:cubicBezTo>
                  <a:pt x="2649" y="6153"/>
                  <a:pt x="2710" y="6060"/>
                  <a:pt x="2764" y="5975"/>
                </a:cubicBezTo>
                <a:lnTo>
                  <a:pt x="2674" y="5467"/>
                </a:lnTo>
                <a:cubicBezTo>
                  <a:pt x="2704" y="5333"/>
                  <a:pt x="2734" y="5183"/>
                  <a:pt x="2764" y="5049"/>
                </a:cubicBezTo>
                <a:cubicBezTo>
                  <a:pt x="2764" y="5049"/>
                  <a:pt x="2746" y="5049"/>
                  <a:pt x="2731" y="5042"/>
                </a:cubicBezTo>
                <a:lnTo>
                  <a:pt x="2731" y="5042"/>
                </a:lnTo>
                <a:lnTo>
                  <a:pt x="2942" y="5082"/>
                </a:lnTo>
                <a:lnTo>
                  <a:pt x="2942" y="5082"/>
                </a:lnTo>
                <a:cubicBezTo>
                  <a:pt x="2951" y="5096"/>
                  <a:pt x="2962" y="5110"/>
                  <a:pt x="2973" y="5124"/>
                </a:cubicBezTo>
                <a:lnTo>
                  <a:pt x="2968" y="5087"/>
                </a:lnTo>
                <a:lnTo>
                  <a:pt x="2968" y="5087"/>
                </a:lnTo>
                <a:lnTo>
                  <a:pt x="3003" y="5094"/>
                </a:lnTo>
                <a:cubicBezTo>
                  <a:pt x="2988" y="5019"/>
                  <a:pt x="2958" y="4944"/>
                  <a:pt x="2943" y="4870"/>
                </a:cubicBezTo>
                <a:lnTo>
                  <a:pt x="2943" y="4870"/>
                </a:lnTo>
                <a:lnTo>
                  <a:pt x="2943" y="4870"/>
                </a:lnTo>
                <a:lnTo>
                  <a:pt x="2943" y="4870"/>
                </a:lnTo>
                <a:cubicBezTo>
                  <a:pt x="2943" y="4870"/>
                  <a:pt x="2943" y="4870"/>
                  <a:pt x="2943" y="4870"/>
                </a:cubicBezTo>
                <a:cubicBezTo>
                  <a:pt x="2853" y="4900"/>
                  <a:pt x="2779" y="4930"/>
                  <a:pt x="2704" y="4959"/>
                </a:cubicBezTo>
                <a:lnTo>
                  <a:pt x="2629" y="4571"/>
                </a:lnTo>
                <a:lnTo>
                  <a:pt x="2614" y="4481"/>
                </a:lnTo>
                <a:cubicBezTo>
                  <a:pt x="2644" y="4452"/>
                  <a:pt x="2674" y="4437"/>
                  <a:pt x="2689" y="4407"/>
                </a:cubicBezTo>
                <a:cubicBezTo>
                  <a:pt x="2689" y="4332"/>
                  <a:pt x="2689" y="4257"/>
                  <a:pt x="2674" y="4183"/>
                </a:cubicBezTo>
                <a:lnTo>
                  <a:pt x="2689" y="4183"/>
                </a:lnTo>
                <a:cubicBezTo>
                  <a:pt x="2689" y="4138"/>
                  <a:pt x="2689" y="4108"/>
                  <a:pt x="2689" y="4078"/>
                </a:cubicBezTo>
                <a:cubicBezTo>
                  <a:pt x="2734" y="3750"/>
                  <a:pt x="3107" y="3526"/>
                  <a:pt x="2928" y="3137"/>
                </a:cubicBezTo>
                <a:cubicBezTo>
                  <a:pt x="3018" y="3003"/>
                  <a:pt x="3137" y="2868"/>
                  <a:pt x="3197" y="2734"/>
                </a:cubicBezTo>
                <a:cubicBezTo>
                  <a:pt x="3227" y="2689"/>
                  <a:pt x="3122" y="2585"/>
                  <a:pt x="3092" y="2510"/>
                </a:cubicBezTo>
                <a:cubicBezTo>
                  <a:pt x="3047" y="2465"/>
                  <a:pt x="3018" y="2420"/>
                  <a:pt x="2988" y="2375"/>
                </a:cubicBezTo>
                <a:cubicBezTo>
                  <a:pt x="2973" y="2450"/>
                  <a:pt x="2958" y="2510"/>
                  <a:pt x="2928" y="2585"/>
                </a:cubicBezTo>
                <a:cubicBezTo>
                  <a:pt x="2868" y="2629"/>
                  <a:pt x="2808" y="2689"/>
                  <a:pt x="2749" y="2749"/>
                </a:cubicBezTo>
                <a:cubicBezTo>
                  <a:pt x="2749" y="2614"/>
                  <a:pt x="2749" y="2480"/>
                  <a:pt x="2749" y="2361"/>
                </a:cubicBezTo>
                <a:lnTo>
                  <a:pt x="3077" y="942"/>
                </a:lnTo>
                <a:cubicBezTo>
                  <a:pt x="3062" y="942"/>
                  <a:pt x="3062" y="957"/>
                  <a:pt x="3047" y="957"/>
                </a:cubicBezTo>
                <a:cubicBezTo>
                  <a:pt x="3062" y="942"/>
                  <a:pt x="3062" y="942"/>
                  <a:pt x="3077" y="927"/>
                </a:cubicBezTo>
                <a:cubicBezTo>
                  <a:pt x="3167" y="747"/>
                  <a:pt x="3242" y="568"/>
                  <a:pt x="3316" y="389"/>
                </a:cubicBezTo>
                <a:lnTo>
                  <a:pt x="3316" y="389"/>
                </a:lnTo>
                <a:cubicBezTo>
                  <a:pt x="3259" y="404"/>
                  <a:pt x="3209" y="411"/>
                  <a:pt x="3165" y="411"/>
                </a:cubicBezTo>
                <a:cubicBezTo>
                  <a:pt x="2950" y="411"/>
                  <a:pt x="2901" y="237"/>
                  <a:pt x="2913" y="1"/>
                </a:cubicBezTo>
                <a:close/>
                <a:moveTo>
                  <a:pt x="16669" y="26228"/>
                </a:moveTo>
                <a:cubicBezTo>
                  <a:pt x="16624" y="26243"/>
                  <a:pt x="16579" y="26273"/>
                  <a:pt x="16505" y="26333"/>
                </a:cubicBezTo>
                <a:cubicBezTo>
                  <a:pt x="16579" y="26377"/>
                  <a:pt x="16609" y="26407"/>
                  <a:pt x="16639" y="26422"/>
                </a:cubicBezTo>
                <a:cubicBezTo>
                  <a:pt x="16684" y="26377"/>
                  <a:pt x="16714" y="26333"/>
                  <a:pt x="16744" y="26273"/>
                </a:cubicBezTo>
                <a:cubicBezTo>
                  <a:pt x="16744" y="26273"/>
                  <a:pt x="16684" y="26228"/>
                  <a:pt x="16669" y="262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etches &amp; Drawings Portfolio by Slidesgo">
  <a:themeElements>
    <a:clrScheme name="Simple Light">
      <a:dk1>
        <a:srgbClr val="324352"/>
      </a:dk1>
      <a:lt1>
        <a:srgbClr val="FFF5F7"/>
      </a:lt1>
      <a:dk2>
        <a:srgbClr val="FBCBC8"/>
      </a:dk2>
      <a:lt2>
        <a:srgbClr val="F9D7D9"/>
      </a:lt2>
      <a:accent1>
        <a:srgbClr val="C3D2E0"/>
      </a:accent1>
      <a:accent2>
        <a:srgbClr val="A7BFD5"/>
      </a:accent2>
      <a:accent3>
        <a:srgbClr val="86A4C1"/>
      </a:accent3>
      <a:accent4>
        <a:srgbClr val="639988"/>
      </a:accent4>
      <a:accent5>
        <a:srgbClr val="FFFFFF"/>
      </a:accent5>
      <a:accent6>
        <a:srgbClr val="FFFFFF"/>
      </a:accent6>
      <a:hlink>
        <a:srgbClr val="3243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1561</Words>
  <Application>Microsoft Office PowerPoint</Application>
  <PresentationFormat>On-screen Show (16:9)</PresentationFormat>
  <Paragraphs>291</Paragraphs>
  <Slides>45</Slides>
  <Notes>45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Archivo</vt:lpstr>
      <vt:lpstr>Alata</vt:lpstr>
      <vt:lpstr>Anaheim</vt:lpstr>
      <vt:lpstr>Albert Sans</vt:lpstr>
      <vt:lpstr>Montserrat</vt:lpstr>
      <vt:lpstr>Bebas Neue</vt:lpstr>
      <vt:lpstr>Arial</vt:lpstr>
      <vt:lpstr>Archivo Light</vt:lpstr>
      <vt:lpstr>Wingdings</vt:lpstr>
      <vt:lpstr>Nunito Light</vt:lpstr>
      <vt:lpstr>Sketches &amp; Drawings Portfolio by Slidesgo</vt:lpstr>
      <vt:lpstr>Realistic Image Generation</vt:lpstr>
      <vt:lpstr>Under Supervision</vt:lpstr>
      <vt:lpstr>Agenda</vt:lpstr>
      <vt:lpstr>Problem Definition</vt:lpstr>
      <vt:lpstr>Problem Definition</vt:lpstr>
      <vt:lpstr>Motivation</vt:lpstr>
      <vt:lpstr>Motivation</vt:lpstr>
      <vt:lpstr>Objective</vt:lpstr>
      <vt:lpstr>Objective</vt:lpstr>
      <vt:lpstr>02</vt:lpstr>
      <vt:lpstr>PowerPoint Presentation</vt:lpstr>
      <vt:lpstr>PowerPoint Presentation</vt:lpstr>
      <vt:lpstr>PowerPoint Presentation</vt:lpstr>
      <vt:lpstr>03</vt:lpstr>
      <vt:lpstr>Preprocessing</vt:lpstr>
      <vt:lpstr>04</vt:lpstr>
      <vt:lpstr>PowerPoint Presentation</vt:lpstr>
      <vt:lpstr>Datasets</vt:lpstr>
      <vt:lpstr>PowerPoint Presentation</vt:lpstr>
      <vt:lpstr>PowerPoint Presentation</vt:lpstr>
      <vt:lpstr> Preprocessing</vt:lpstr>
      <vt:lpstr>PowerPoint Presentation</vt:lpstr>
      <vt:lpstr>PowerPoint Presentation</vt:lpstr>
      <vt:lpstr> Algorithms: GANs </vt:lpstr>
      <vt:lpstr> Algorithms: GANs Types </vt:lpstr>
      <vt:lpstr> Algorithms: Conditional GAN </vt:lpstr>
      <vt:lpstr> Algorithms: pix2pix </vt:lpstr>
      <vt:lpstr>PowerPoint Presentation</vt:lpstr>
      <vt:lpstr>05</vt:lpstr>
      <vt:lpstr>PowerPoint Presentation</vt:lpstr>
      <vt:lpstr>PowerPoint Presentation</vt:lpstr>
      <vt:lpstr>PowerPoint Presentation</vt:lpstr>
      <vt:lpstr>PowerPoint Presentation</vt:lpstr>
      <vt:lpstr>06</vt:lpstr>
      <vt:lpstr>PowerPoint Presentation</vt:lpstr>
      <vt:lpstr>PowerPoint Presentation</vt:lpstr>
      <vt:lpstr>07</vt:lpstr>
      <vt:lpstr>PowerPoint Presentation</vt:lpstr>
      <vt:lpstr>08</vt:lpstr>
      <vt:lpstr>PowerPoint Presentation</vt:lpstr>
      <vt:lpstr>09</vt:lpstr>
      <vt:lpstr>PowerPoint Presentation</vt:lpstr>
      <vt:lpstr>References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Ehab Mohamed</dc:creator>
  <cp:lastModifiedBy>ok</cp:lastModifiedBy>
  <cp:revision>41</cp:revision>
  <dcterms:modified xsi:type="dcterms:W3CDTF">2024-07-02T22:54:06Z</dcterms:modified>
</cp:coreProperties>
</file>